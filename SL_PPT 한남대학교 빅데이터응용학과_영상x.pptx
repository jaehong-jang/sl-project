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9" Type="http://schemas.openxmlformats.org/officeDocument/2006/relationships/image" Target="../media/image75.png"/><Relationship Id="rId21" Type="http://schemas.openxmlformats.org/officeDocument/2006/relationships/image" Target="../media/image57.png"/><Relationship Id="rId34" Type="http://schemas.openxmlformats.org/officeDocument/2006/relationships/image" Target="../media/image70.png"/><Relationship Id="rId42" Type="http://schemas.openxmlformats.org/officeDocument/2006/relationships/image" Target="../media/image78.png"/><Relationship Id="rId47" Type="http://schemas.openxmlformats.org/officeDocument/2006/relationships/image" Target="../media/image83.png"/><Relationship Id="rId50" Type="http://schemas.openxmlformats.org/officeDocument/2006/relationships/image" Target="../media/image86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9" Type="http://schemas.openxmlformats.org/officeDocument/2006/relationships/image" Target="../media/image65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32" Type="http://schemas.openxmlformats.org/officeDocument/2006/relationships/image" Target="../media/image68.png"/><Relationship Id="rId37" Type="http://schemas.openxmlformats.org/officeDocument/2006/relationships/image" Target="../media/image73.png"/><Relationship Id="rId40" Type="http://schemas.openxmlformats.org/officeDocument/2006/relationships/image" Target="../media/image76.png"/><Relationship Id="rId45" Type="http://schemas.openxmlformats.org/officeDocument/2006/relationships/image" Target="../media/image81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image" Target="../media/image72.png"/><Relationship Id="rId49" Type="http://schemas.openxmlformats.org/officeDocument/2006/relationships/image" Target="../media/image85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31" Type="http://schemas.openxmlformats.org/officeDocument/2006/relationships/image" Target="../media/image67.png"/><Relationship Id="rId44" Type="http://schemas.openxmlformats.org/officeDocument/2006/relationships/image" Target="../media/image80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43" Type="http://schemas.openxmlformats.org/officeDocument/2006/relationships/image" Target="../media/image79.png"/><Relationship Id="rId48" Type="http://schemas.openxmlformats.org/officeDocument/2006/relationships/image" Target="../media/image84.png"/><Relationship Id="rId8" Type="http://schemas.openxmlformats.org/officeDocument/2006/relationships/image" Target="../media/image44.png"/><Relationship Id="rId51" Type="http://schemas.openxmlformats.org/officeDocument/2006/relationships/image" Target="../media/image87.png"/><Relationship Id="rId3" Type="http://schemas.openxmlformats.org/officeDocument/2006/relationships/image" Target="../media/image39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33" Type="http://schemas.openxmlformats.org/officeDocument/2006/relationships/image" Target="../media/image69.png"/><Relationship Id="rId38" Type="http://schemas.openxmlformats.org/officeDocument/2006/relationships/image" Target="../media/image74.png"/><Relationship Id="rId46" Type="http://schemas.openxmlformats.org/officeDocument/2006/relationships/image" Target="../media/image82.png"/><Relationship Id="rId20" Type="http://schemas.openxmlformats.org/officeDocument/2006/relationships/image" Target="../media/image56.png"/><Relationship Id="rId41" Type="http://schemas.openxmlformats.org/officeDocument/2006/relationships/image" Target="../media/image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26" Type="http://schemas.openxmlformats.org/officeDocument/2006/relationships/image" Target="../media/image122.png"/><Relationship Id="rId39" Type="http://schemas.openxmlformats.org/officeDocument/2006/relationships/image" Target="../media/image135.png"/><Relationship Id="rId21" Type="http://schemas.openxmlformats.org/officeDocument/2006/relationships/image" Target="../media/image117.png"/><Relationship Id="rId34" Type="http://schemas.openxmlformats.org/officeDocument/2006/relationships/image" Target="../media/image130.png"/><Relationship Id="rId42" Type="http://schemas.openxmlformats.org/officeDocument/2006/relationships/image" Target="../media/image138.png"/><Relationship Id="rId47" Type="http://schemas.openxmlformats.org/officeDocument/2006/relationships/image" Target="../media/image143.png"/><Relationship Id="rId50" Type="http://schemas.openxmlformats.org/officeDocument/2006/relationships/image" Target="../media/image146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6" Type="http://schemas.openxmlformats.org/officeDocument/2006/relationships/image" Target="../media/image112.png"/><Relationship Id="rId29" Type="http://schemas.openxmlformats.org/officeDocument/2006/relationships/image" Target="../media/image125.png"/><Relationship Id="rId11" Type="http://schemas.openxmlformats.org/officeDocument/2006/relationships/image" Target="../media/image107.png"/><Relationship Id="rId24" Type="http://schemas.openxmlformats.org/officeDocument/2006/relationships/image" Target="../media/image120.png"/><Relationship Id="rId32" Type="http://schemas.openxmlformats.org/officeDocument/2006/relationships/image" Target="../media/image128.png"/><Relationship Id="rId37" Type="http://schemas.openxmlformats.org/officeDocument/2006/relationships/image" Target="../media/image133.png"/><Relationship Id="rId40" Type="http://schemas.openxmlformats.org/officeDocument/2006/relationships/image" Target="../media/image136.png"/><Relationship Id="rId45" Type="http://schemas.openxmlformats.org/officeDocument/2006/relationships/image" Target="../media/image141.png"/><Relationship Id="rId53" Type="http://schemas.openxmlformats.org/officeDocument/2006/relationships/image" Target="../media/image149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19" Type="http://schemas.openxmlformats.org/officeDocument/2006/relationships/image" Target="../media/image115.png"/><Relationship Id="rId31" Type="http://schemas.openxmlformats.org/officeDocument/2006/relationships/image" Target="../media/image127.png"/><Relationship Id="rId44" Type="http://schemas.openxmlformats.org/officeDocument/2006/relationships/image" Target="../media/image140.png"/><Relationship Id="rId52" Type="http://schemas.openxmlformats.org/officeDocument/2006/relationships/image" Target="../media/image148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Relationship Id="rId22" Type="http://schemas.openxmlformats.org/officeDocument/2006/relationships/image" Target="../media/image118.png"/><Relationship Id="rId27" Type="http://schemas.openxmlformats.org/officeDocument/2006/relationships/image" Target="../media/image123.png"/><Relationship Id="rId30" Type="http://schemas.openxmlformats.org/officeDocument/2006/relationships/image" Target="../media/image126.png"/><Relationship Id="rId35" Type="http://schemas.openxmlformats.org/officeDocument/2006/relationships/image" Target="../media/image131.png"/><Relationship Id="rId43" Type="http://schemas.openxmlformats.org/officeDocument/2006/relationships/image" Target="../media/image139.png"/><Relationship Id="rId48" Type="http://schemas.openxmlformats.org/officeDocument/2006/relationships/image" Target="../media/image144.png"/><Relationship Id="rId8" Type="http://schemas.openxmlformats.org/officeDocument/2006/relationships/image" Target="../media/image104.png"/><Relationship Id="rId51" Type="http://schemas.openxmlformats.org/officeDocument/2006/relationships/image" Target="../media/image147.png"/><Relationship Id="rId3" Type="http://schemas.openxmlformats.org/officeDocument/2006/relationships/image" Target="../media/image99.png"/><Relationship Id="rId12" Type="http://schemas.openxmlformats.org/officeDocument/2006/relationships/image" Target="../media/image108.png"/><Relationship Id="rId17" Type="http://schemas.openxmlformats.org/officeDocument/2006/relationships/image" Target="../media/image113.png"/><Relationship Id="rId25" Type="http://schemas.openxmlformats.org/officeDocument/2006/relationships/image" Target="../media/image121.png"/><Relationship Id="rId33" Type="http://schemas.openxmlformats.org/officeDocument/2006/relationships/image" Target="../media/image129.png"/><Relationship Id="rId38" Type="http://schemas.openxmlformats.org/officeDocument/2006/relationships/image" Target="../media/image134.png"/><Relationship Id="rId46" Type="http://schemas.openxmlformats.org/officeDocument/2006/relationships/image" Target="../media/image142.png"/><Relationship Id="rId20" Type="http://schemas.openxmlformats.org/officeDocument/2006/relationships/image" Target="../media/image116.png"/><Relationship Id="rId41" Type="http://schemas.openxmlformats.org/officeDocument/2006/relationships/image" Target="../media/image1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2.png"/><Relationship Id="rId15" Type="http://schemas.openxmlformats.org/officeDocument/2006/relationships/image" Target="../media/image111.png"/><Relationship Id="rId23" Type="http://schemas.openxmlformats.org/officeDocument/2006/relationships/image" Target="../media/image119.png"/><Relationship Id="rId28" Type="http://schemas.openxmlformats.org/officeDocument/2006/relationships/image" Target="../media/image124.png"/><Relationship Id="rId36" Type="http://schemas.openxmlformats.org/officeDocument/2006/relationships/image" Target="../media/image132.png"/><Relationship Id="rId49" Type="http://schemas.openxmlformats.org/officeDocument/2006/relationships/image" Target="../media/image145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3.png"/><Relationship Id="rId21" Type="http://schemas.openxmlformats.org/officeDocument/2006/relationships/image" Target="../media/image168.png"/><Relationship Id="rId42" Type="http://schemas.openxmlformats.org/officeDocument/2006/relationships/image" Target="../media/image189.png"/><Relationship Id="rId47" Type="http://schemas.openxmlformats.org/officeDocument/2006/relationships/image" Target="../media/image194.png"/><Relationship Id="rId63" Type="http://schemas.openxmlformats.org/officeDocument/2006/relationships/image" Target="../media/image210.png"/><Relationship Id="rId68" Type="http://schemas.openxmlformats.org/officeDocument/2006/relationships/image" Target="../media/image213.png"/><Relationship Id="rId7" Type="http://schemas.openxmlformats.org/officeDocument/2006/relationships/image" Target="../media/image154.png"/><Relationship Id="rId2" Type="http://schemas.openxmlformats.org/officeDocument/2006/relationships/image" Target="../media/image150.png"/><Relationship Id="rId16" Type="http://schemas.openxmlformats.org/officeDocument/2006/relationships/image" Target="../media/image163.png"/><Relationship Id="rId29" Type="http://schemas.openxmlformats.org/officeDocument/2006/relationships/image" Target="../media/image176.jpg"/><Relationship Id="rId11" Type="http://schemas.openxmlformats.org/officeDocument/2006/relationships/image" Target="../media/image158.png"/><Relationship Id="rId24" Type="http://schemas.openxmlformats.org/officeDocument/2006/relationships/image" Target="../media/image171.png"/><Relationship Id="rId32" Type="http://schemas.openxmlformats.org/officeDocument/2006/relationships/image" Target="../media/image179.png"/><Relationship Id="rId37" Type="http://schemas.openxmlformats.org/officeDocument/2006/relationships/image" Target="../media/image184.png"/><Relationship Id="rId40" Type="http://schemas.openxmlformats.org/officeDocument/2006/relationships/image" Target="../media/image187.png"/><Relationship Id="rId45" Type="http://schemas.openxmlformats.org/officeDocument/2006/relationships/image" Target="../media/image192.png"/><Relationship Id="rId53" Type="http://schemas.openxmlformats.org/officeDocument/2006/relationships/image" Target="../media/image200.png"/><Relationship Id="rId58" Type="http://schemas.openxmlformats.org/officeDocument/2006/relationships/image" Target="../media/image205.png"/><Relationship Id="rId66" Type="http://schemas.openxmlformats.org/officeDocument/2006/relationships/image" Target="../media/image212.png"/><Relationship Id="rId5" Type="http://schemas.openxmlformats.org/officeDocument/2006/relationships/image" Target="../media/image152.png"/><Relationship Id="rId61" Type="http://schemas.openxmlformats.org/officeDocument/2006/relationships/image" Target="../media/image208.png"/><Relationship Id="rId19" Type="http://schemas.openxmlformats.org/officeDocument/2006/relationships/image" Target="../media/image166.png"/><Relationship Id="rId14" Type="http://schemas.openxmlformats.org/officeDocument/2006/relationships/image" Target="../media/image161.png"/><Relationship Id="rId22" Type="http://schemas.openxmlformats.org/officeDocument/2006/relationships/image" Target="../media/image169.png"/><Relationship Id="rId27" Type="http://schemas.openxmlformats.org/officeDocument/2006/relationships/image" Target="../media/image174.png"/><Relationship Id="rId30" Type="http://schemas.openxmlformats.org/officeDocument/2006/relationships/image" Target="../media/image177.jpg"/><Relationship Id="rId35" Type="http://schemas.openxmlformats.org/officeDocument/2006/relationships/image" Target="../media/image182.png"/><Relationship Id="rId43" Type="http://schemas.openxmlformats.org/officeDocument/2006/relationships/image" Target="../media/image190.png"/><Relationship Id="rId48" Type="http://schemas.openxmlformats.org/officeDocument/2006/relationships/image" Target="../media/image195.png"/><Relationship Id="rId56" Type="http://schemas.openxmlformats.org/officeDocument/2006/relationships/image" Target="../media/image203.png"/><Relationship Id="rId64" Type="http://schemas.openxmlformats.org/officeDocument/2006/relationships/image" Target="../media/image211.png"/><Relationship Id="rId69" Type="http://schemas.openxmlformats.org/officeDocument/2006/relationships/image" Target="../media/image214.png"/><Relationship Id="rId8" Type="http://schemas.openxmlformats.org/officeDocument/2006/relationships/image" Target="../media/image155.png"/><Relationship Id="rId51" Type="http://schemas.openxmlformats.org/officeDocument/2006/relationships/image" Target="../media/image198.png"/><Relationship Id="rId3" Type="http://schemas.openxmlformats.org/officeDocument/2006/relationships/image" Target="../media/image98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5" Type="http://schemas.openxmlformats.org/officeDocument/2006/relationships/image" Target="../media/image172.png"/><Relationship Id="rId33" Type="http://schemas.openxmlformats.org/officeDocument/2006/relationships/image" Target="../media/image180.png"/><Relationship Id="rId38" Type="http://schemas.openxmlformats.org/officeDocument/2006/relationships/image" Target="../media/image185.png"/><Relationship Id="rId46" Type="http://schemas.openxmlformats.org/officeDocument/2006/relationships/image" Target="../media/image193.png"/><Relationship Id="rId59" Type="http://schemas.openxmlformats.org/officeDocument/2006/relationships/image" Target="../media/image206.png"/><Relationship Id="rId67" Type="http://schemas.openxmlformats.org/officeDocument/2006/relationships/image" Target="../media/image101.png"/><Relationship Id="rId20" Type="http://schemas.openxmlformats.org/officeDocument/2006/relationships/image" Target="../media/image167.png"/><Relationship Id="rId41" Type="http://schemas.openxmlformats.org/officeDocument/2006/relationships/image" Target="../media/image188.png"/><Relationship Id="rId54" Type="http://schemas.openxmlformats.org/officeDocument/2006/relationships/image" Target="../media/image201.png"/><Relationship Id="rId62" Type="http://schemas.openxmlformats.org/officeDocument/2006/relationships/image" Target="../media/image209.png"/><Relationship Id="rId70" Type="http://schemas.openxmlformats.org/officeDocument/2006/relationships/image" Target="../media/image2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3.png"/><Relationship Id="rId15" Type="http://schemas.openxmlformats.org/officeDocument/2006/relationships/image" Target="../media/image162.png"/><Relationship Id="rId23" Type="http://schemas.openxmlformats.org/officeDocument/2006/relationships/image" Target="../media/image170.png"/><Relationship Id="rId28" Type="http://schemas.openxmlformats.org/officeDocument/2006/relationships/image" Target="../media/image175.png"/><Relationship Id="rId36" Type="http://schemas.openxmlformats.org/officeDocument/2006/relationships/image" Target="../media/image183.png"/><Relationship Id="rId49" Type="http://schemas.openxmlformats.org/officeDocument/2006/relationships/image" Target="../media/image196.png"/><Relationship Id="rId57" Type="http://schemas.openxmlformats.org/officeDocument/2006/relationships/image" Target="../media/image204.png"/><Relationship Id="rId10" Type="http://schemas.openxmlformats.org/officeDocument/2006/relationships/image" Target="../media/image157.png"/><Relationship Id="rId31" Type="http://schemas.openxmlformats.org/officeDocument/2006/relationships/image" Target="../media/image178.jpg"/><Relationship Id="rId44" Type="http://schemas.openxmlformats.org/officeDocument/2006/relationships/image" Target="../media/image191.png"/><Relationship Id="rId52" Type="http://schemas.openxmlformats.org/officeDocument/2006/relationships/image" Target="../media/image199.png"/><Relationship Id="rId60" Type="http://schemas.openxmlformats.org/officeDocument/2006/relationships/image" Target="../media/image207.png"/><Relationship Id="rId65" Type="http://schemas.openxmlformats.org/officeDocument/2006/relationships/image" Target="../media/image99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39" Type="http://schemas.openxmlformats.org/officeDocument/2006/relationships/image" Target="../media/image186.png"/><Relationship Id="rId34" Type="http://schemas.openxmlformats.org/officeDocument/2006/relationships/image" Target="../media/image181.png"/><Relationship Id="rId50" Type="http://schemas.openxmlformats.org/officeDocument/2006/relationships/image" Target="../media/image197.png"/><Relationship Id="rId55" Type="http://schemas.openxmlformats.org/officeDocument/2006/relationships/image" Target="../media/image20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31.png"/><Relationship Id="rId21" Type="http://schemas.openxmlformats.org/officeDocument/2006/relationships/image" Target="../media/image236.png"/><Relationship Id="rId42" Type="http://schemas.openxmlformats.org/officeDocument/2006/relationships/image" Target="../media/image257.png"/><Relationship Id="rId63" Type="http://schemas.openxmlformats.org/officeDocument/2006/relationships/image" Target="../media/image277.png"/><Relationship Id="rId84" Type="http://schemas.openxmlformats.org/officeDocument/2006/relationships/image" Target="../media/image298.png"/><Relationship Id="rId16" Type="http://schemas.openxmlformats.org/officeDocument/2006/relationships/image" Target="../media/image231.png"/><Relationship Id="rId107" Type="http://schemas.openxmlformats.org/officeDocument/2006/relationships/image" Target="../media/image321.png"/><Relationship Id="rId11" Type="http://schemas.openxmlformats.org/officeDocument/2006/relationships/image" Target="../media/image226.png"/><Relationship Id="rId32" Type="http://schemas.openxmlformats.org/officeDocument/2006/relationships/image" Target="../media/image247.png"/><Relationship Id="rId37" Type="http://schemas.openxmlformats.org/officeDocument/2006/relationships/image" Target="../media/image252.png"/><Relationship Id="rId53" Type="http://schemas.openxmlformats.org/officeDocument/2006/relationships/image" Target="../media/image267.png"/><Relationship Id="rId58" Type="http://schemas.openxmlformats.org/officeDocument/2006/relationships/image" Target="../media/image272.png"/><Relationship Id="rId74" Type="http://schemas.openxmlformats.org/officeDocument/2006/relationships/image" Target="../media/image288.png"/><Relationship Id="rId79" Type="http://schemas.openxmlformats.org/officeDocument/2006/relationships/image" Target="../media/image293.png"/><Relationship Id="rId102" Type="http://schemas.openxmlformats.org/officeDocument/2006/relationships/image" Target="../media/image316.png"/><Relationship Id="rId123" Type="http://schemas.openxmlformats.org/officeDocument/2006/relationships/image" Target="../media/image337.png"/><Relationship Id="rId128" Type="http://schemas.openxmlformats.org/officeDocument/2006/relationships/image" Target="../media/image342.png"/><Relationship Id="rId5" Type="http://schemas.openxmlformats.org/officeDocument/2006/relationships/image" Target="../media/image220.png"/><Relationship Id="rId90" Type="http://schemas.openxmlformats.org/officeDocument/2006/relationships/image" Target="../media/image304.png"/><Relationship Id="rId95" Type="http://schemas.openxmlformats.org/officeDocument/2006/relationships/image" Target="../media/image309.png"/><Relationship Id="rId22" Type="http://schemas.openxmlformats.org/officeDocument/2006/relationships/image" Target="../media/image237.png"/><Relationship Id="rId27" Type="http://schemas.openxmlformats.org/officeDocument/2006/relationships/image" Target="../media/image242.png"/><Relationship Id="rId43" Type="http://schemas.openxmlformats.org/officeDocument/2006/relationships/image" Target="../media/image98.png"/><Relationship Id="rId48" Type="http://schemas.openxmlformats.org/officeDocument/2006/relationships/image" Target="../media/image262.png"/><Relationship Id="rId64" Type="http://schemas.openxmlformats.org/officeDocument/2006/relationships/image" Target="../media/image278.png"/><Relationship Id="rId69" Type="http://schemas.openxmlformats.org/officeDocument/2006/relationships/image" Target="../media/image283.png"/><Relationship Id="rId113" Type="http://schemas.openxmlformats.org/officeDocument/2006/relationships/image" Target="../media/image327.png"/><Relationship Id="rId118" Type="http://schemas.openxmlformats.org/officeDocument/2006/relationships/image" Target="../media/image332.png"/><Relationship Id="rId134" Type="http://schemas.openxmlformats.org/officeDocument/2006/relationships/image" Target="../media/image348.png"/><Relationship Id="rId80" Type="http://schemas.openxmlformats.org/officeDocument/2006/relationships/image" Target="../media/image294.png"/><Relationship Id="rId85" Type="http://schemas.openxmlformats.org/officeDocument/2006/relationships/image" Target="../media/image299.png"/><Relationship Id="rId12" Type="http://schemas.openxmlformats.org/officeDocument/2006/relationships/image" Target="../media/image227.png"/><Relationship Id="rId17" Type="http://schemas.openxmlformats.org/officeDocument/2006/relationships/image" Target="../media/image232.png"/><Relationship Id="rId33" Type="http://schemas.openxmlformats.org/officeDocument/2006/relationships/image" Target="../media/image248.png"/><Relationship Id="rId38" Type="http://schemas.openxmlformats.org/officeDocument/2006/relationships/image" Target="../media/image253.png"/><Relationship Id="rId59" Type="http://schemas.openxmlformats.org/officeDocument/2006/relationships/image" Target="../media/image273.png"/><Relationship Id="rId103" Type="http://schemas.openxmlformats.org/officeDocument/2006/relationships/image" Target="../media/image317.png"/><Relationship Id="rId108" Type="http://schemas.openxmlformats.org/officeDocument/2006/relationships/image" Target="../media/image322.png"/><Relationship Id="rId124" Type="http://schemas.openxmlformats.org/officeDocument/2006/relationships/image" Target="../media/image338.png"/><Relationship Id="rId129" Type="http://schemas.openxmlformats.org/officeDocument/2006/relationships/image" Target="../media/image343.png"/><Relationship Id="rId54" Type="http://schemas.openxmlformats.org/officeDocument/2006/relationships/image" Target="../media/image268.png"/><Relationship Id="rId70" Type="http://schemas.openxmlformats.org/officeDocument/2006/relationships/image" Target="../media/image284.png"/><Relationship Id="rId75" Type="http://schemas.openxmlformats.org/officeDocument/2006/relationships/image" Target="../media/image289.png"/><Relationship Id="rId91" Type="http://schemas.openxmlformats.org/officeDocument/2006/relationships/image" Target="../media/image305.png"/><Relationship Id="rId96" Type="http://schemas.openxmlformats.org/officeDocument/2006/relationships/image" Target="../media/image3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1.png"/><Relationship Id="rId23" Type="http://schemas.openxmlformats.org/officeDocument/2006/relationships/image" Target="../media/image238.png"/><Relationship Id="rId28" Type="http://schemas.openxmlformats.org/officeDocument/2006/relationships/image" Target="../media/image243.png"/><Relationship Id="rId49" Type="http://schemas.openxmlformats.org/officeDocument/2006/relationships/image" Target="../media/image263.png"/><Relationship Id="rId114" Type="http://schemas.openxmlformats.org/officeDocument/2006/relationships/image" Target="../media/image328.png"/><Relationship Id="rId119" Type="http://schemas.openxmlformats.org/officeDocument/2006/relationships/image" Target="../media/image333.png"/><Relationship Id="rId44" Type="http://schemas.openxmlformats.org/officeDocument/2006/relationships/image" Target="../media/image258.png"/><Relationship Id="rId60" Type="http://schemas.openxmlformats.org/officeDocument/2006/relationships/image" Target="../media/image274.png"/><Relationship Id="rId65" Type="http://schemas.openxmlformats.org/officeDocument/2006/relationships/image" Target="../media/image279.png"/><Relationship Id="rId81" Type="http://schemas.openxmlformats.org/officeDocument/2006/relationships/image" Target="../media/image295.png"/><Relationship Id="rId86" Type="http://schemas.openxmlformats.org/officeDocument/2006/relationships/image" Target="../media/image300.png"/><Relationship Id="rId130" Type="http://schemas.openxmlformats.org/officeDocument/2006/relationships/image" Target="../media/image344.png"/><Relationship Id="rId13" Type="http://schemas.openxmlformats.org/officeDocument/2006/relationships/image" Target="../media/image228.png"/><Relationship Id="rId18" Type="http://schemas.openxmlformats.org/officeDocument/2006/relationships/image" Target="../media/image233.png"/><Relationship Id="rId39" Type="http://schemas.openxmlformats.org/officeDocument/2006/relationships/image" Target="../media/image254.png"/><Relationship Id="rId109" Type="http://schemas.openxmlformats.org/officeDocument/2006/relationships/image" Target="../media/image323.png"/><Relationship Id="rId34" Type="http://schemas.openxmlformats.org/officeDocument/2006/relationships/image" Target="../media/image249.png"/><Relationship Id="rId50" Type="http://schemas.openxmlformats.org/officeDocument/2006/relationships/image" Target="../media/image264.png"/><Relationship Id="rId55" Type="http://schemas.openxmlformats.org/officeDocument/2006/relationships/image" Target="../media/image269.png"/><Relationship Id="rId76" Type="http://schemas.openxmlformats.org/officeDocument/2006/relationships/image" Target="../media/image290.png"/><Relationship Id="rId97" Type="http://schemas.openxmlformats.org/officeDocument/2006/relationships/image" Target="../media/image311.png"/><Relationship Id="rId104" Type="http://schemas.openxmlformats.org/officeDocument/2006/relationships/image" Target="../media/image318.png"/><Relationship Id="rId120" Type="http://schemas.openxmlformats.org/officeDocument/2006/relationships/image" Target="../media/image334.png"/><Relationship Id="rId125" Type="http://schemas.openxmlformats.org/officeDocument/2006/relationships/image" Target="../media/image339.png"/><Relationship Id="rId7" Type="http://schemas.openxmlformats.org/officeDocument/2006/relationships/image" Target="../media/image222.png"/><Relationship Id="rId71" Type="http://schemas.openxmlformats.org/officeDocument/2006/relationships/image" Target="../media/image285.png"/><Relationship Id="rId92" Type="http://schemas.openxmlformats.org/officeDocument/2006/relationships/image" Target="../media/image306.png"/><Relationship Id="rId2" Type="http://schemas.openxmlformats.org/officeDocument/2006/relationships/image" Target="../media/image217.png"/><Relationship Id="rId29" Type="http://schemas.openxmlformats.org/officeDocument/2006/relationships/image" Target="../media/image244.png"/><Relationship Id="rId24" Type="http://schemas.openxmlformats.org/officeDocument/2006/relationships/image" Target="../media/image239.png"/><Relationship Id="rId40" Type="http://schemas.openxmlformats.org/officeDocument/2006/relationships/image" Target="../media/image255.png"/><Relationship Id="rId45" Type="http://schemas.openxmlformats.org/officeDocument/2006/relationships/image" Target="../media/image259.png"/><Relationship Id="rId66" Type="http://schemas.openxmlformats.org/officeDocument/2006/relationships/image" Target="../media/image280.png"/><Relationship Id="rId87" Type="http://schemas.openxmlformats.org/officeDocument/2006/relationships/image" Target="../media/image301.png"/><Relationship Id="rId110" Type="http://schemas.openxmlformats.org/officeDocument/2006/relationships/image" Target="../media/image324.png"/><Relationship Id="rId115" Type="http://schemas.openxmlformats.org/officeDocument/2006/relationships/image" Target="../media/image329.png"/><Relationship Id="rId131" Type="http://schemas.openxmlformats.org/officeDocument/2006/relationships/image" Target="../media/image345.png"/><Relationship Id="rId61" Type="http://schemas.openxmlformats.org/officeDocument/2006/relationships/image" Target="../media/image275.png"/><Relationship Id="rId82" Type="http://schemas.openxmlformats.org/officeDocument/2006/relationships/image" Target="../media/image296.png"/><Relationship Id="rId19" Type="http://schemas.openxmlformats.org/officeDocument/2006/relationships/image" Target="../media/image234.png"/><Relationship Id="rId14" Type="http://schemas.openxmlformats.org/officeDocument/2006/relationships/image" Target="../media/image229.png"/><Relationship Id="rId30" Type="http://schemas.openxmlformats.org/officeDocument/2006/relationships/image" Target="../media/image245.png"/><Relationship Id="rId35" Type="http://schemas.openxmlformats.org/officeDocument/2006/relationships/image" Target="../media/image250.png"/><Relationship Id="rId56" Type="http://schemas.openxmlformats.org/officeDocument/2006/relationships/image" Target="../media/image270.png"/><Relationship Id="rId77" Type="http://schemas.openxmlformats.org/officeDocument/2006/relationships/image" Target="../media/image291.png"/><Relationship Id="rId100" Type="http://schemas.openxmlformats.org/officeDocument/2006/relationships/image" Target="../media/image314.png"/><Relationship Id="rId105" Type="http://schemas.openxmlformats.org/officeDocument/2006/relationships/image" Target="../media/image319.png"/><Relationship Id="rId126" Type="http://schemas.openxmlformats.org/officeDocument/2006/relationships/image" Target="../media/image340.png"/><Relationship Id="rId8" Type="http://schemas.openxmlformats.org/officeDocument/2006/relationships/image" Target="../media/image223.png"/><Relationship Id="rId51" Type="http://schemas.openxmlformats.org/officeDocument/2006/relationships/image" Target="../media/image265.png"/><Relationship Id="rId72" Type="http://schemas.openxmlformats.org/officeDocument/2006/relationships/image" Target="../media/image286.png"/><Relationship Id="rId93" Type="http://schemas.openxmlformats.org/officeDocument/2006/relationships/image" Target="../media/image307.png"/><Relationship Id="rId98" Type="http://schemas.openxmlformats.org/officeDocument/2006/relationships/image" Target="../media/image312.png"/><Relationship Id="rId121" Type="http://schemas.openxmlformats.org/officeDocument/2006/relationships/image" Target="../media/image335.png"/><Relationship Id="rId3" Type="http://schemas.openxmlformats.org/officeDocument/2006/relationships/image" Target="../media/image218.png"/><Relationship Id="rId25" Type="http://schemas.openxmlformats.org/officeDocument/2006/relationships/image" Target="../media/image240.png"/><Relationship Id="rId46" Type="http://schemas.openxmlformats.org/officeDocument/2006/relationships/image" Target="../media/image260.png"/><Relationship Id="rId67" Type="http://schemas.openxmlformats.org/officeDocument/2006/relationships/image" Target="../media/image281.png"/><Relationship Id="rId116" Type="http://schemas.openxmlformats.org/officeDocument/2006/relationships/image" Target="../media/image330.png"/><Relationship Id="rId20" Type="http://schemas.openxmlformats.org/officeDocument/2006/relationships/image" Target="../media/image235.png"/><Relationship Id="rId41" Type="http://schemas.openxmlformats.org/officeDocument/2006/relationships/image" Target="../media/image256.png"/><Relationship Id="rId62" Type="http://schemas.openxmlformats.org/officeDocument/2006/relationships/image" Target="../media/image276.png"/><Relationship Id="rId83" Type="http://schemas.openxmlformats.org/officeDocument/2006/relationships/image" Target="../media/image297.png"/><Relationship Id="rId88" Type="http://schemas.openxmlformats.org/officeDocument/2006/relationships/image" Target="../media/image302.png"/><Relationship Id="rId111" Type="http://schemas.openxmlformats.org/officeDocument/2006/relationships/image" Target="../media/image325.png"/><Relationship Id="rId132" Type="http://schemas.openxmlformats.org/officeDocument/2006/relationships/image" Target="../media/image346.png"/><Relationship Id="rId15" Type="http://schemas.openxmlformats.org/officeDocument/2006/relationships/image" Target="../media/image230.png"/><Relationship Id="rId36" Type="http://schemas.openxmlformats.org/officeDocument/2006/relationships/image" Target="../media/image251.png"/><Relationship Id="rId57" Type="http://schemas.openxmlformats.org/officeDocument/2006/relationships/image" Target="../media/image271.png"/><Relationship Id="rId106" Type="http://schemas.openxmlformats.org/officeDocument/2006/relationships/image" Target="../media/image320.png"/><Relationship Id="rId127" Type="http://schemas.openxmlformats.org/officeDocument/2006/relationships/image" Target="../media/image341.png"/><Relationship Id="rId10" Type="http://schemas.openxmlformats.org/officeDocument/2006/relationships/image" Target="../media/image225.png"/><Relationship Id="rId31" Type="http://schemas.openxmlformats.org/officeDocument/2006/relationships/image" Target="../media/image246.png"/><Relationship Id="rId52" Type="http://schemas.openxmlformats.org/officeDocument/2006/relationships/image" Target="../media/image266.png"/><Relationship Id="rId73" Type="http://schemas.openxmlformats.org/officeDocument/2006/relationships/image" Target="../media/image287.png"/><Relationship Id="rId78" Type="http://schemas.openxmlformats.org/officeDocument/2006/relationships/image" Target="../media/image292.png"/><Relationship Id="rId94" Type="http://schemas.openxmlformats.org/officeDocument/2006/relationships/image" Target="../media/image308.png"/><Relationship Id="rId99" Type="http://schemas.openxmlformats.org/officeDocument/2006/relationships/image" Target="../media/image313.png"/><Relationship Id="rId101" Type="http://schemas.openxmlformats.org/officeDocument/2006/relationships/image" Target="../media/image315.png"/><Relationship Id="rId122" Type="http://schemas.openxmlformats.org/officeDocument/2006/relationships/image" Target="../media/image336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Relationship Id="rId26" Type="http://schemas.openxmlformats.org/officeDocument/2006/relationships/image" Target="../media/image241.png"/><Relationship Id="rId47" Type="http://schemas.openxmlformats.org/officeDocument/2006/relationships/image" Target="../media/image261.png"/><Relationship Id="rId68" Type="http://schemas.openxmlformats.org/officeDocument/2006/relationships/image" Target="../media/image282.png"/><Relationship Id="rId89" Type="http://schemas.openxmlformats.org/officeDocument/2006/relationships/image" Target="../media/image303.png"/><Relationship Id="rId112" Type="http://schemas.openxmlformats.org/officeDocument/2006/relationships/image" Target="../media/image326.png"/><Relationship Id="rId133" Type="http://schemas.openxmlformats.org/officeDocument/2006/relationships/image" Target="../media/image3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13" Type="http://schemas.openxmlformats.org/officeDocument/2006/relationships/image" Target="../media/image349.png"/><Relationship Id="rId3" Type="http://schemas.openxmlformats.org/officeDocument/2006/relationships/image" Target="../media/image258.png"/><Relationship Id="rId7" Type="http://schemas.openxmlformats.org/officeDocument/2006/relationships/image" Target="../media/image262.png"/><Relationship Id="rId12" Type="http://schemas.openxmlformats.org/officeDocument/2006/relationships/image" Target="../media/image267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1.png"/><Relationship Id="rId11" Type="http://schemas.openxmlformats.org/officeDocument/2006/relationships/image" Target="../media/image266.png"/><Relationship Id="rId5" Type="http://schemas.openxmlformats.org/officeDocument/2006/relationships/image" Target="../media/image260.png"/><Relationship Id="rId10" Type="http://schemas.openxmlformats.org/officeDocument/2006/relationships/image" Target="../media/image265.png"/><Relationship Id="rId4" Type="http://schemas.openxmlformats.org/officeDocument/2006/relationships/image" Target="../media/image259.png"/><Relationship Id="rId9" Type="http://schemas.openxmlformats.org/officeDocument/2006/relationships/image" Target="../media/image264.png"/><Relationship Id="rId14" Type="http://schemas.openxmlformats.org/officeDocument/2006/relationships/image" Target="../media/image35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0.png"/><Relationship Id="rId18" Type="http://schemas.openxmlformats.org/officeDocument/2006/relationships/image" Target="../media/image360.png"/><Relationship Id="rId26" Type="http://schemas.openxmlformats.org/officeDocument/2006/relationships/image" Target="../media/image367.png"/><Relationship Id="rId21" Type="http://schemas.openxmlformats.org/officeDocument/2006/relationships/image" Target="../media/image362.png"/><Relationship Id="rId34" Type="http://schemas.openxmlformats.org/officeDocument/2006/relationships/image" Target="../media/image375.png"/><Relationship Id="rId7" Type="http://schemas.openxmlformats.org/officeDocument/2006/relationships/image" Target="../media/image356.png"/><Relationship Id="rId12" Type="http://schemas.openxmlformats.org/officeDocument/2006/relationships/image" Target="../media/image259.png"/><Relationship Id="rId17" Type="http://schemas.openxmlformats.org/officeDocument/2006/relationships/image" Target="../media/image264.png"/><Relationship Id="rId25" Type="http://schemas.openxmlformats.org/officeDocument/2006/relationships/image" Target="../media/image366.png"/><Relationship Id="rId33" Type="http://schemas.openxmlformats.org/officeDocument/2006/relationships/image" Target="../media/image374.png"/><Relationship Id="rId2" Type="http://schemas.openxmlformats.org/officeDocument/2006/relationships/image" Target="../media/image351.png"/><Relationship Id="rId16" Type="http://schemas.openxmlformats.org/officeDocument/2006/relationships/image" Target="../media/image263.png"/><Relationship Id="rId20" Type="http://schemas.openxmlformats.org/officeDocument/2006/relationships/image" Target="../media/image267.png"/><Relationship Id="rId29" Type="http://schemas.openxmlformats.org/officeDocument/2006/relationships/image" Target="../media/image3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5.png"/><Relationship Id="rId11" Type="http://schemas.openxmlformats.org/officeDocument/2006/relationships/image" Target="../media/image258.png"/><Relationship Id="rId24" Type="http://schemas.openxmlformats.org/officeDocument/2006/relationships/image" Target="../media/image365.png"/><Relationship Id="rId32" Type="http://schemas.openxmlformats.org/officeDocument/2006/relationships/image" Target="../media/image373.png"/><Relationship Id="rId37" Type="http://schemas.openxmlformats.org/officeDocument/2006/relationships/image" Target="../media/image378.png"/><Relationship Id="rId5" Type="http://schemas.openxmlformats.org/officeDocument/2006/relationships/image" Target="../media/image354.png"/><Relationship Id="rId15" Type="http://schemas.openxmlformats.org/officeDocument/2006/relationships/image" Target="../media/image359.png"/><Relationship Id="rId23" Type="http://schemas.openxmlformats.org/officeDocument/2006/relationships/image" Target="../media/image364.png"/><Relationship Id="rId28" Type="http://schemas.openxmlformats.org/officeDocument/2006/relationships/image" Target="../media/image369.png"/><Relationship Id="rId36" Type="http://schemas.openxmlformats.org/officeDocument/2006/relationships/image" Target="../media/image377.png"/><Relationship Id="rId10" Type="http://schemas.openxmlformats.org/officeDocument/2006/relationships/image" Target="../media/image98.png"/><Relationship Id="rId19" Type="http://schemas.openxmlformats.org/officeDocument/2006/relationships/image" Target="../media/image361.png"/><Relationship Id="rId31" Type="http://schemas.openxmlformats.org/officeDocument/2006/relationships/image" Target="../media/image372.png"/><Relationship Id="rId4" Type="http://schemas.openxmlformats.org/officeDocument/2006/relationships/image" Target="../media/image353.png"/><Relationship Id="rId9" Type="http://schemas.openxmlformats.org/officeDocument/2006/relationships/image" Target="../media/image358.png"/><Relationship Id="rId14" Type="http://schemas.openxmlformats.org/officeDocument/2006/relationships/image" Target="../media/image261.png"/><Relationship Id="rId22" Type="http://schemas.openxmlformats.org/officeDocument/2006/relationships/image" Target="../media/image363.png"/><Relationship Id="rId27" Type="http://schemas.openxmlformats.org/officeDocument/2006/relationships/image" Target="../media/image368.png"/><Relationship Id="rId30" Type="http://schemas.openxmlformats.org/officeDocument/2006/relationships/image" Target="../media/image371.png"/><Relationship Id="rId35" Type="http://schemas.openxmlformats.org/officeDocument/2006/relationships/image" Target="../media/image376.png"/><Relationship Id="rId8" Type="http://schemas.openxmlformats.org/officeDocument/2006/relationships/image" Target="../media/image357.png"/><Relationship Id="rId3" Type="http://schemas.openxmlformats.org/officeDocument/2006/relationships/image" Target="../media/image3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png"/><Relationship Id="rId3" Type="http://schemas.openxmlformats.org/officeDocument/2006/relationships/image" Target="../media/image88.png"/><Relationship Id="rId7" Type="http://schemas.openxmlformats.org/officeDocument/2006/relationships/image" Target="../media/image381.png"/><Relationship Id="rId12" Type="http://schemas.openxmlformats.org/officeDocument/2006/relationships/image" Target="../media/image38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0.png"/><Relationship Id="rId11" Type="http://schemas.openxmlformats.org/officeDocument/2006/relationships/image" Target="../media/image385.png"/><Relationship Id="rId5" Type="http://schemas.openxmlformats.org/officeDocument/2006/relationships/image" Target="../media/image379.png"/><Relationship Id="rId10" Type="http://schemas.openxmlformats.org/officeDocument/2006/relationships/image" Target="../media/image384.png"/><Relationship Id="rId4" Type="http://schemas.openxmlformats.org/officeDocument/2006/relationships/image" Target="../media/image96.png"/><Relationship Id="rId9" Type="http://schemas.openxmlformats.org/officeDocument/2006/relationships/image" Target="../media/image383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4.png"/><Relationship Id="rId18" Type="http://schemas.openxmlformats.org/officeDocument/2006/relationships/image" Target="../media/image399.png"/><Relationship Id="rId26" Type="http://schemas.openxmlformats.org/officeDocument/2006/relationships/image" Target="../media/image407.png"/><Relationship Id="rId39" Type="http://schemas.openxmlformats.org/officeDocument/2006/relationships/image" Target="../media/image420.png"/><Relationship Id="rId21" Type="http://schemas.openxmlformats.org/officeDocument/2006/relationships/image" Target="../media/image402.png"/><Relationship Id="rId34" Type="http://schemas.openxmlformats.org/officeDocument/2006/relationships/image" Target="../media/image415.png"/><Relationship Id="rId42" Type="http://schemas.openxmlformats.org/officeDocument/2006/relationships/image" Target="../media/image423.png"/><Relationship Id="rId47" Type="http://schemas.openxmlformats.org/officeDocument/2006/relationships/image" Target="../media/image428.png"/><Relationship Id="rId50" Type="http://schemas.openxmlformats.org/officeDocument/2006/relationships/image" Target="../media/image431.png"/><Relationship Id="rId55" Type="http://schemas.openxmlformats.org/officeDocument/2006/relationships/image" Target="../media/image436.png"/><Relationship Id="rId63" Type="http://schemas.openxmlformats.org/officeDocument/2006/relationships/image" Target="../media/image444.png"/><Relationship Id="rId7" Type="http://schemas.openxmlformats.org/officeDocument/2006/relationships/image" Target="../media/image390.png"/><Relationship Id="rId2" Type="http://schemas.openxmlformats.org/officeDocument/2006/relationships/image" Target="../media/image387.png"/><Relationship Id="rId16" Type="http://schemas.openxmlformats.org/officeDocument/2006/relationships/image" Target="../media/image397.png"/><Relationship Id="rId29" Type="http://schemas.openxmlformats.org/officeDocument/2006/relationships/image" Target="../media/image410.png"/><Relationship Id="rId11" Type="http://schemas.openxmlformats.org/officeDocument/2006/relationships/image" Target="../media/image392.png"/><Relationship Id="rId24" Type="http://schemas.openxmlformats.org/officeDocument/2006/relationships/image" Target="../media/image405.png"/><Relationship Id="rId32" Type="http://schemas.openxmlformats.org/officeDocument/2006/relationships/image" Target="../media/image413.png"/><Relationship Id="rId37" Type="http://schemas.openxmlformats.org/officeDocument/2006/relationships/image" Target="../media/image418.png"/><Relationship Id="rId40" Type="http://schemas.openxmlformats.org/officeDocument/2006/relationships/image" Target="../media/image421.png"/><Relationship Id="rId45" Type="http://schemas.openxmlformats.org/officeDocument/2006/relationships/image" Target="../media/image426.png"/><Relationship Id="rId53" Type="http://schemas.openxmlformats.org/officeDocument/2006/relationships/image" Target="../media/image434.png"/><Relationship Id="rId58" Type="http://schemas.openxmlformats.org/officeDocument/2006/relationships/image" Target="../media/image439.png"/><Relationship Id="rId5" Type="http://schemas.openxmlformats.org/officeDocument/2006/relationships/image" Target="../media/image99.png"/><Relationship Id="rId61" Type="http://schemas.openxmlformats.org/officeDocument/2006/relationships/image" Target="../media/image442.png"/><Relationship Id="rId19" Type="http://schemas.openxmlformats.org/officeDocument/2006/relationships/image" Target="../media/image400.png"/><Relationship Id="rId14" Type="http://schemas.openxmlformats.org/officeDocument/2006/relationships/image" Target="../media/image395.png"/><Relationship Id="rId22" Type="http://schemas.openxmlformats.org/officeDocument/2006/relationships/image" Target="../media/image403.png"/><Relationship Id="rId27" Type="http://schemas.openxmlformats.org/officeDocument/2006/relationships/image" Target="../media/image408.png"/><Relationship Id="rId30" Type="http://schemas.openxmlformats.org/officeDocument/2006/relationships/image" Target="../media/image411.png"/><Relationship Id="rId35" Type="http://schemas.openxmlformats.org/officeDocument/2006/relationships/image" Target="../media/image416.png"/><Relationship Id="rId43" Type="http://schemas.openxmlformats.org/officeDocument/2006/relationships/image" Target="../media/image424.png"/><Relationship Id="rId48" Type="http://schemas.openxmlformats.org/officeDocument/2006/relationships/image" Target="../media/image429.png"/><Relationship Id="rId56" Type="http://schemas.openxmlformats.org/officeDocument/2006/relationships/image" Target="../media/image437.png"/><Relationship Id="rId8" Type="http://schemas.openxmlformats.org/officeDocument/2006/relationships/image" Target="../media/image260.png"/><Relationship Id="rId51" Type="http://schemas.openxmlformats.org/officeDocument/2006/relationships/image" Target="../media/image432.png"/><Relationship Id="rId3" Type="http://schemas.openxmlformats.org/officeDocument/2006/relationships/image" Target="../media/image388.png"/><Relationship Id="rId12" Type="http://schemas.openxmlformats.org/officeDocument/2006/relationships/image" Target="../media/image393.png"/><Relationship Id="rId17" Type="http://schemas.openxmlformats.org/officeDocument/2006/relationships/image" Target="../media/image398.png"/><Relationship Id="rId25" Type="http://schemas.openxmlformats.org/officeDocument/2006/relationships/image" Target="../media/image406.png"/><Relationship Id="rId33" Type="http://schemas.openxmlformats.org/officeDocument/2006/relationships/image" Target="../media/image414.png"/><Relationship Id="rId38" Type="http://schemas.openxmlformats.org/officeDocument/2006/relationships/image" Target="../media/image419.png"/><Relationship Id="rId46" Type="http://schemas.openxmlformats.org/officeDocument/2006/relationships/image" Target="../media/image427.png"/><Relationship Id="rId59" Type="http://schemas.openxmlformats.org/officeDocument/2006/relationships/image" Target="../media/image440.png"/><Relationship Id="rId20" Type="http://schemas.openxmlformats.org/officeDocument/2006/relationships/image" Target="../media/image401.png"/><Relationship Id="rId41" Type="http://schemas.openxmlformats.org/officeDocument/2006/relationships/image" Target="../media/image422.png"/><Relationship Id="rId54" Type="http://schemas.openxmlformats.org/officeDocument/2006/relationships/image" Target="../media/image435.png"/><Relationship Id="rId62" Type="http://schemas.openxmlformats.org/officeDocument/2006/relationships/image" Target="../media/image4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9.png"/><Relationship Id="rId15" Type="http://schemas.openxmlformats.org/officeDocument/2006/relationships/image" Target="../media/image396.png"/><Relationship Id="rId23" Type="http://schemas.openxmlformats.org/officeDocument/2006/relationships/image" Target="../media/image404.png"/><Relationship Id="rId28" Type="http://schemas.openxmlformats.org/officeDocument/2006/relationships/image" Target="../media/image409.png"/><Relationship Id="rId36" Type="http://schemas.openxmlformats.org/officeDocument/2006/relationships/image" Target="../media/image417.png"/><Relationship Id="rId49" Type="http://schemas.openxmlformats.org/officeDocument/2006/relationships/image" Target="../media/image430.png"/><Relationship Id="rId57" Type="http://schemas.openxmlformats.org/officeDocument/2006/relationships/image" Target="../media/image438.png"/><Relationship Id="rId10" Type="http://schemas.openxmlformats.org/officeDocument/2006/relationships/image" Target="../media/image262.png"/><Relationship Id="rId31" Type="http://schemas.openxmlformats.org/officeDocument/2006/relationships/image" Target="../media/image412.png"/><Relationship Id="rId44" Type="http://schemas.openxmlformats.org/officeDocument/2006/relationships/image" Target="../media/image425.png"/><Relationship Id="rId52" Type="http://schemas.openxmlformats.org/officeDocument/2006/relationships/image" Target="../media/image433.png"/><Relationship Id="rId60" Type="http://schemas.openxmlformats.org/officeDocument/2006/relationships/image" Target="../media/image441.png"/><Relationship Id="rId4" Type="http://schemas.openxmlformats.org/officeDocument/2006/relationships/image" Target="../media/image98.png"/><Relationship Id="rId9" Type="http://schemas.openxmlformats.org/officeDocument/2006/relationships/image" Target="../media/image39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png"/><Relationship Id="rId3" Type="http://schemas.openxmlformats.org/officeDocument/2006/relationships/image" Target="../media/image445.png"/><Relationship Id="rId7" Type="http://schemas.openxmlformats.org/officeDocument/2006/relationships/image" Target="../media/image95.png"/><Relationship Id="rId12" Type="http://schemas.openxmlformats.org/officeDocument/2006/relationships/image" Target="../media/image44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4.png"/><Relationship Id="rId11" Type="http://schemas.openxmlformats.org/officeDocument/2006/relationships/image" Target="../media/image380.png"/><Relationship Id="rId5" Type="http://schemas.openxmlformats.org/officeDocument/2006/relationships/image" Target="../media/image96.png"/><Relationship Id="rId10" Type="http://schemas.openxmlformats.org/officeDocument/2006/relationships/image" Target="../media/image89.png"/><Relationship Id="rId4" Type="http://schemas.openxmlformats.org/officeDocument/2006/relationships/image" Target="../media/image446.png"/><Relationship Id="rId9" Type="http://schemas.openxmlformats.org/officeDocument/2006/relationships/image" Target="../media/image448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72.png"/><Relationship Id="rId21" Type="http://schemas.openxmlformats.org/officeDocument/2006/relationships/image" Target="../media/image467.png"/><Relationship Id="rId42" Type="http://schemas.openxmlformats.org/officeDocument/2006/relationships/image" Target="../media/image488.png"/><Relationship Id="rId47" Type="http://schemas.openxmlformats.org/officeDocument/2006/relationships/image" Target="../media/image493.png"/><Relationship Id="rId63" Type="http://schemas.openxmlformats.org/officeDocument/2006/relationships/image" Target="../media/image509.png"/><Relationship Id="rId68" Type="http://schemas.openxmlformats.org/officeDocument/2006/relationships/image" Target="../media/image514.png"/><Relationship Id="rId7" Type="http://schemas.openxmlformats.org/officeDocument/2006/relationships/image" Target="../media/image453.png"/><Relationship Id="rId71" Type="http://schemas.openxmlformats.org/officeDocument/2006/relationships/image" Target="../media/image516.png"/><Relationship Id="rId2" Type="http://schemas.openxmlformats.org/officeDocument/2006/relationships/image" Target="../media/image98.png"/><Relationship Id="rId16" Type="http://schemas.openxmlformats.org/officeDocument/2006/relationships/image" Target="../media/image462.png"/><Relationship Id="rId29" Type="http://schemas.openxmlformats.org/officeDocument/2006/relationships/image" Target="../media/image475.png"/><Relationship Id="rId11" Type="http://schemas.openxmlformats.org/officeDocument/2006/relationships/image" Target="../media/image457.png"/><Relationship Id="rId24" Type="http://schemas.openxmlformats.org/officeDocument/2006/relationships/image" Target="../media/image470.png"/><Relationship Id="rId32" Type="http://schemas.openxmlformats.org/officeDocument/2006/relationships/image" Target="../media/image478.png"/><Relationship Id="rId37" Type="http://schemas.openxmlformats.org/officeDocument/2006/relationships/image" Target="../media/image483.png"/><Relationship Id="rId40" Type="http://schemas.openxmlformats.org/officeDocument/2006/relationships/image" Target="../media/image486.png"/><Relationship Id="rId45" Type="http://schemas.openxmlformats.org/officeDocument/2006/relationships/image" Target="../media/image491.png"/><Relationship Id="rId53" Type="http://schemas.openxmlformats.org/officeDocument/2006/relationships/image" Target="../media/image499.png"/><Relationship Id="rId58" Type="http://schemas.openxmlformats.org/officeDocument/2006/relationships/image" Target="../media/image504.png"/><Relationship Id="rId66" Type="http://schemas.openxmlformats.org/officeDocument/2006/relationships/image" Target="../media/image512.png"/><Relationship Id="rId5" Type="http://schemas.openxmlformats.org/officeDocument/2006/relationships/image" Target="../media/image451.png"/><Relationship Id="rId61" Type="http://schemas.openxmlformats.org/officeDocument/2006/relationships/image" Target="../media/image507.png"/><Relationship Id="rId19" Type="http://schemas.openxmlformats.org/officeDocument/2006/relationships/image" Target="../media/image465.png"/><Relationship Id="rId14" Type="http://schemas.openxmlformats.org/officeDocument/2006/relationships/image" Target="../media/image460.png"/><Relationship Id="rId22" Type="http://schemas.openxmlformats.org/officeDocument/2006/relationships/image" Target="../media/image468.png"/><Relationship Id="rId27" Type="http://schemas.openxmlformats.org/officeDocument/2006/relationships/image" Target="../media/image473.png"/><Relationship Id="rId30" Type="http://schemas.openxmlformats.org/officeDocument/2006/relationships/image" Target="../media/image476.png"/><Relationship Id="rId35" Type="http://schemas.openxmlformats.org/officeDocument/2006/relationships/image" Target="../media/image481.png"/><Relationship Id="rId43" Type="http://schemas.openxmlformats.org/officeDocument/2006/relationships/image" Target="../media/image489.png"/><Relationship Id="rId48" Type="http://schemas.openxmlformats.org/officeDocument/2006/relationships/image" Target="../media/image494.png"/><Relationship Id="rId56" Type="http://schemas.openxmlformats.org/officeDocument/2006/relationships/image" Target="../media/image502.png"/><Relationship Id="rId64" Type="http://schemas.openxmlformats.org/officeDocument/2006/relationships/image" Target="../media/image510.png"/><Relationship Id="rId69" Type="http://schemas.openxmlformats.org/officeDocument/2006/relationships/image" Target="../media/image515.png"/><Relationship Id="rId8" Type="http://schemas.openxmlformats.org/officeDocument/2006/relationships/image" Target="../media/image454.png"/><Relationship Id="rId51" Type="http://schemas.openxmlformats.org/officeDocument/2006/relationships/image" Target="../media/image497.png"/><Relationship Id="rId3" Type="http://schemas.openxmlformats.org/officeDocument/2006/relationships/image" Target="../media/image258.png"/><Relationship Id="rId12" Type="http://schemas.openxmlformats.org/officeDocument/2006/relationships/image" Target="../media/image458.png"/><Relationship Id="rId17" Type="http://schemas.openxmlformats.org/officeDocument/2006/relationships/image" Target="../media/image463.png"/><Relationship Id="rId25" Type="http://schemas.openxmlformats.org/officeDocument/2006/relationships/image" Target="../media/image471.png"/><Relationship Id="rId33" Type="http://schemas.openxmlformats.org/officeDocument/2006/relationships/image" Target="../media/image479.png"/><Relationship Id="rId38" Type="http://schemas.openxmlformats.org/officeDocument/2006/relationships/image" Target="../media/image484.png"/><Relationship Id="rId46" Type="http://schemas.openxmlformats.org/officeDocument/2006/relationships/image" Target="../media/image492.png"/><Relationship Id="rId59" Type="http://schemas.openxmlformats.org/officeDocument/2006/relationships/image" Target="../media/image505.png"/><Relationship Id="rId67" Type="http://schemas.openxmlformats.org/officeDocument/2006/relationships/image" Target="../media/image513.png"/><Relationship Id="rId20" Type="http://schemas.openxmlformats.org/officeDocument/2006/relationships/image" Target="../media/image466.png"/><Relationship Id="rId41" Type="http://schemas.openxmlformats.org/officeDocument/2006/relationships/image" Target="../media/image487.png"/><Relationship Id="rId54" Type="http://schemas.openxmlformats.org/officeDocument/2006/relationships/image" Target="../media/image500.png"/><Relationship Id="rId62" Type="http://schemas.openxmlformats.org/officeDocument/2006/relationships/image" Target="../media/image508.png"/><Relationship Id="rId70" Type="http://schemas.openxmlformats.org/officeDocument/2006/relationships/image" Target="../media/image4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2.png"/><Relationship Id="rId15" Type="http://schemas.openxmlformats.org/officeDocument/2006/relationships/image" Target="../media/image461.png"/><Relationship Id="rId23" Type="http://schemas.openxmlformats.org/officeDocument/2006/relationships/image" Target="../media/image469.png"/><Relationship Id="rId28" Type="http://schemas.openxmlformats.org/officeDocument/2006/relationships/image" Target="../media/image474.png"/><Relationship Id="rId36" Type="http://schemas.openxmlformats.org/officeDocument/2006/relationships/image" Target="../media/image482.png"/><Relationship Id="rId49" Type="http://schemas.openxmlformats.org/officeDocument/2006/relationships/image" Target="../media/image495.png"/><Relationship Id="rId57" Type="http://schemas.openxmlformats.org/officeDocument/2006/relationships/image" Target="../media/image503.png"/><Relationship Id="rId10" Type="http://schemas.openxmlformats.org/officeDocument/2006/relationships/image" Target="../media/image456.png"/><Relationship Id="rId31" Type="http://schemas.openxmlformats.org/officeDocument/2006/relationships/image" Target="../media/image477.png"/><Relationship Id="rId44" Type="http://schemas.openxmlformats.org/officeDocument/2006/relationships/image" Target="../media/image490.png"/><Relationship Id="rId52" Type="http://schemas.openxmlformats.org/officeDocument/2006/relationships/image" Target="../media/image498.png"/><Relationship Id="rId60" Type="http://schemas.openxmlformats.org/officeDocument/2006/relationships/image" Target="../media/image506.png"/><Relationship Id="rId65" Type="http://schemas.openxmlformats.org/officeDocument/2006/relationships/image" Target="../media/image511.png"/><Relationship Id="rId4" Type="http://schemas.openxmlformats.org/officeDocument/2006/relationships/image" Target="../media/image450.png"/><Relationship Id="rId9" Type="http://schemas.openxmlformats.org/officeDocument/2006/relationships/image" Target="../media/image455.png"/><Relationship Id="rId13" Type="http://schemas.openxmlformats.org/officeDocument/2006/relationships/image" Target="../media/image459.png"/><Relationship Id="rId18" Type="http://schemas.openxmlformats.org/officeDocument/2006/relationships/image" Target="../media/image464.png"/><Relationship Id="rId39" Type="http://schemas.openxmlformats.org/officeDocument/2006/relationships/image" Target="../media/image485.png"/><Relationship Id="rId34" Type="http://schemas.openxmlformats.org/officeDocument/2006/relationships/image" Target="../media/image480.png"/><Relationship Id="rId50" Type="http://schemas.openxmlformats.org/officeDocument/2006/relationships/image" Target="../media/image496.png"/><Relationship Id="rId55" Type="http://schemas.openxmlformats.org/officeDocument/2006/relationships/image" Target="../media/image501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8.png"/><Relationship Id="rId18" Type="http://schemas.openxmlformats.org/officeDocument/2006/relationships/image" Target="../media/image529.png"/><Relationship Id="rId26" Type="http://schemas.openxmlformats.org/officeDocument/2006/relationships/image" Target="../media/image536.png"/><Relationship Id="rId39" Type="http://schemas.openxmlformats.org/officeDocument/2006/relationships/image" Target="../media/image548.png"/><Relationship Id="rId21" Type="http://schemas.openxmlformats.org/officeDocument/2006/relationships/image" Target="../media/image532.png"/><Relationship Id="rId34" Type="http://schemas.openxmlformats.org/officeDocument/2006/relationships/image" Target="../media/image543.png"/><Relationship Id="rId42" Type="http://schemas.openxmlformats.org/officeDocument/2006/relationships/image" Target="../media/image551.png"/><Relationship Id="rId47" Type="http://schemas.openxmlformats.org/officeDocument/2006/relationships/image" Target="../media/image556.png"/><Relationship Id="rId50" Type="http://schemas.openxmlformats.org/officeDocument/2006/relationships/image" Target="../media/image559.png"/><Relationship Id="rId7" Type="http://schemas.openxmlformats.org/officeDocument/2006/relationships/image" Target="../media/image522.png"/><Relationship Id="rId2" Type="http://schemas.openxmlformats.org/officeDocument/2006/relationships/image" Target="../media/image517.png"/><Relationship Id="rId16" Type="http://schemas.openxmlformats.org/officeDocument/2006/relationships/image" Target="../media/image528.png"/><Relationship Id="rId29" Type="http://schemas.openxmlformats.org/officeDocument/2006/relationships/image" Target="../media/image539.png"/><Relationship Id="rId11" Type="http://schemas.openxmlformats.org/officeDocument/2006/relationships/image" Target="../media/image526.png"/><Relationship Id="rId24" Type="http://schemas.openxmlformats.org/officeDocument/2006/relationships/image" Target="../media/image534.png"/><Relationship Id="rId32" Type="http://schemas.openxmlformats.org/officeDocument/2006/relationships/image" Target="../media/image541.png"/><Relationship Id="rId37" Type="http://schemas.openxmlformats.org/officeDocument/2006/relationships/image" Target="../media/image546.png"/><Relationship Id="rId40" Type="http://schemas.openxmlformats.org/officeDocument/2006/relationships/image" Target="../media/image549.png"/><Relationship Id="rId45" Type="http://schemas.openxmlformats.org/officeDocument/2006/relationships/image" Target="../media/image554.png"/><Relationship Id="rId5" Type="http://schemas.openxmlformats.org/officeDocument/2006/relationships/image" Target="../media/image520.png"/><Relationship Id="rId15" Type="http://schemas.openxmlformats.org/officeDocument/2006/relationships/image" Target="../media/image265.png"/><Relationship Id="rId23" Type="http://schemas.openxmlformats.org/officeDocument/2006/relationships/image" Target="../media/image533.png"/><Relationship Id="rId28" Type="http://schemas.openxmlformats.org/officeDocument/2006/relationships/image" Target="../media/image538.png"/><Relationship Id="rId36" Type="http://schemas.openxmlformats.org/officeDocument/2006/relationships/image" Target="../media/image545.png"/><Relationship Id="rId49" Type="http://schemas.openxmlformats.org/officeDocument/2006/relationships/image" Target="../media/image558.png"/><Relationship Id="rId10" Type="http://schemas.openxmlformats.org/officeDocument/2006/relationships/image" Target="../media/image525.png"/><Relationship Id="rId19" Type="http://schemas.openxmlformats.org/officeDocument/2006/relationships/image" Target="../media/image530.png"/><Relationship Id="rId31" Type="http://schemas.openxmlformats.org/officeDocument/2006/relationships/image" Target="../media/image128.png"/><Relationship Id="rId44" Type="http://schemas.openxmlformats.org/officeDocument/2006/relationships/image" Target="../media/image553.png"/><Relationship Id="rId4" Type="http://schemas.openxmlformats.org/officeDocument/2006/relationships/image" Target="../media/image519.png"/><Relationship Id="rId9" Type="http://schemas.openxmlformats.org/officeDocument/2006/relationships/image" Target="../media/image524.png"/><Relationship Id="rId14" Type="http://schemas.openxmlformats.org/officeDocument/2006/relationships/image" Target="../media/image527.png"/><Relationship Id="rId22" Type="http://schemas.openxmlformats.org/officeDocument/2006/relationships/image" Target="../media/image459.png"/><Relationship Id="rId27" Type="http://schemas.openxmlformats.org/officeDocument/2006/relationships/image" Target="../media/image537.png"/><Relationship Id="rId30" Type="http://schemas.openxmlformats.org/officeDocument/2006/relationships/image" Target="../media/image540.png"/><Relationship Id="rId35" Type="http://schemas.openxmlformats.org/officeDocument/2006/relationships/image" Target="../media/image544.png"/><Relationship Id="rId43" Type="http://schemas.openxmlformats.org/officeDocument/2006/relationships/image" Target="../media/image552.png"/><Relationship Id="rId48" Type="http://schemas.openxmlformats.org/officeDocument/2006/relationships/image" Target="../media/image557.png"/><Relationship Id="rId8" Type="http://schemas.openxmlformats.org/officeDocument/2006/relationships/image" Target="../media/image523.png"/><Relationship Id="rId51" Type="http://schemas.openxmlformats.org/officeDocument/2006/relationships/image" Target="../media/image560.png"/><Relationship Id="rId3" Type="http://schemas.openxmlformats.org/officeDocument/2006/relationships/image" Target="../media/image518.png"/><Relationship Id="rId12" Type="http://schemas.openxmlformats.org/officeDocument/2006/relationships/image" Target="../media/image98.png"/><Relationship Id="rId17" Type="http://schemas.openxmlformats.org/officeDocument/2006/relationships/image" Target="../media/image457.png"/><Relationship Id="rId25" Type="http://schemas.openxmlformats.org/officeDocument/2006/relationships/image" Target="../media/image535.png"/><Relationship Id="rId33" Type="http://schemas.openxmlformats.org/officeDocument/2006/relationships/image" Target="../media/image542.png"/><Relationship Id="rId38" Type="http://schemas.openxmlformats.org/officeDocument/2006/relationships/image" Target="../media/image547.png"/><Relationship Id="rId46" Type="http://schemas.openxmlformats.org/officeDocument/2006/relationships/image" Target="../media/image555.png"/><Relationship Id="rId20" Type="http://schemas.openxmlformats.org/officeDocument/2006/relationships/image" Target="../media/image531.png"/><Relationship Id="rId41" Type="http://schemas.openxmlformats.org/officeDocument/2006/relationships/image" Target="../media/image5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1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4.png"/><Relationship Id="rId117" Type="http://schemas.openxmlformats.org/officeDocument/2006/relationships/image" Target="../media/image459.png"/><Relationship Id="rId21" Type="http://schemas.openxmlformats.org/officeDocument/2006/relationships/image" Target="../media/image579.png"/><Relationship Id="rId42" Type="http://schemas.openxmlformats.org/officeDocument/2006/relationships/image" Target="../media/image600.png"/><Relationship Id="rId47" Type="http://schemas.openxmlformats.org/officeDocument/2006/relationships/image" Target="../media/image605.png"/><Relationship Id="rId63" Type="http://schemas.openxmlformats.org/officeDocument/2006/relationships/image" Target="../media/image621.png"/><Relationship Id="rId68" Type="http://schemas.openxmlformats.org/officeDocument/2006/relationships/image" Target="../media/image626.png"/><Relationship Id="rId84" Type="http://schemas.openxmlformats.org/officeDocument/2006/relationships/image" Target="../media/image642.png"/><Relationship Id="rId89" Type="http://schemas.openxmlformats.org/officeDocument/2006/relationships/image" Target="../media/image647.png"/><Relationship Id="rId112" Type="http://schemas.openxmlformats.org/officeDocument/2006/relationships/image" Target="../media/image457.png"/><Relationship Id="rId16" Type="http://schemas.openxmlformats.org/officeDocument/2006/relationships/image" Target="../media/image414.png"/><Relationship Id="rId107" Type="http://schemas.openxmlformats.org/officeDocument/2006/relationships/image" Target="../media/image98.png"/><Relationship Id="rId11" Type="http://schemas.openxmlformats.org/officeDocument/2006/relationships/image" Target="../media/image570.png"/><Relationship Id="rId32" Type="http://schemas.openxmlformats.org/officeDocument/2006/relationships/image" Target="../media/image590.png"/><Relationship Id="rId37" Type="http://schemas.openxmlformats.org/officeDocument/2006/relationships/image" Target="../media/image595.png"/><Relationship Id="rId53" Type="http://schemas.openxmlformats.org/officeDocument/2006/relationships/image" Target="../media/image611.png"/><Relationship Id="rId58" Type="http://schemas.openxmlformats.org/officeDocument/2006/relationships/image" Target="../media/image616.png"/><Relationship Id="rId74" Type="http://schemas.openxmlformats.org/officeDocument/2006/relationships/image" Target="../media/image632.png"/><Relationship Id="rId79" Type="http://schemas.openxmlformats.org/officeDocument/2006/relationships/image" Target="../media/image637.png"/><Relationship Id="rId102" Type="http://schemas.openxmlformats.org/officeDocument/2006/relationships/image" Target="../media/image660.png"/><Relationship Id="rId5" Type="http://schemas.openxmlformats.org/officeDocument/2006/relationships/image" Target="../media/image564.png"/><Relationship Id="rId90" Type="http://schemas.openxmlformats.org/officeDocument/2006/relationships/image" Target="../media/image648.png"/><Relationship Id="rId95" Type="http://schemas.openxmlformats.org/officeDocument/2006/relationships/image" Target="../media/image653.png"/><Relationship Id="rId22" Type="http://schemas.openxmlformats.org/officeDocument/2006/relationships/image" Target="../media/image580.png"/><Relationship Id="rId27" Type="http://schemas.openxmlformats.org/officeDocument/2006/relationships/image" Target="../media/image585.png"/><Relationship Id="rId43" Type="http://schemas.openxmlformats.org/officeDocument/2006/relationships/image" Target="../media/image601.png"/><Relationship Id="rId48" Type="http://schemas.openxmlformats.org/officeDocument/2006/relationships/image" Target="../media/image606.png"/><Relationship Id="rId64" Type="http://schemas.openxmlformats.org/officeDocument/2006/relationships/image" Target="../media/image622.png"/><Relationship Id="rId69" Type="http://schemas.openxmlformats.org/officeDocument/2006/relationships/image" Target="../media/image627.png"/><Relationship Id="rId113" Type="http://schemas.openxmlformats.org/officeDocument/2006/relationships/image" Target="../media/image529.png"/><Relationship Id="rId118" Type="http://schemas.openxmlformats.org/officeDocument/2006/relationships/image" Target="../media/image443.png"/><Relationship Id="rId80" Type="http://schemas.openxmlformats.org/officeDocument/2006/relationships/image" Target="../media/image638.png"/><Relationship Id="rId85" Type="http://schemas.openxmlformats.org/officeDocument/2006/relationships/image" Target="../media/image643.png"/><Relationship Id="rId12" Type="http://schemas.openxmlformats.org/officeDocument/2006/relationships/image" Target="../media/image571.png"/><Relationship Id="rId17" Type="http://schemas.openxmlformats.org/officeDocument/2006/relationships/image" Target="../media/image575.png"/><Relationship Id="rId33" Type="http://schemas.openxmlformats.org/officeDocument/2006/relationships/image" Target="../media/image591.png"/><Relationship Id="rId38" Type="http://schemas.openxmlformats.org/officeDocument/2006/relationships/image" Target="../media/image596.png"/><Relationship Id="rId59" Type="http://schemas.openxmlformats.org/officeDocument/2006/relationships/image" Target="../media/image617.png"/><Relationship Id="rId103" Type="http://schemas.openxmlformats.org/officeDocument/2006/relationships/image" Target="../media/image661.png"/><Relationship Id="rId108" Type="http://schemas.openxmlformats.org/officeDocument/2006/relationships/image" Target="../media/image258.png"/><Relationship Id="rId54" Type="http://schemas.openxmlformats.org/officeDocument/2006/relationships/image" Target="../media/image612.png"/><Relationship Id="rId70" Type="http://schemas.openxmlformats.org/officeDocument/2006/relationships/image" Target="../media/image628.png"/><Relationship Id="rId75" Type="http://schemas.openxmlformats.org/officeDocument/2006/relationships/image" Target="../media/image633.png"/><Relationship Id="rId91" Type="http://schemas.openxmlformats.org/officeDocument/2006/relationships/image" Target="../media/image649.png"/><Relationship Id="rId96" Type="http://schemas.openxmlformats.org/officeDocument/2006/relationships/image" Target="../media/image6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5.png"/><Relationship Id="rId23" Type="http://schemas.openxmlformats.org/officeDocument/2006/relationships/image" Target="../media/image581.png"/><Relationship Id="rId28" Type="http://schemas.openxmlformats.org/officeDocument/2006/relationships/image" Target="../media/image586.png"/><Relationship Id="rId49" Type="http://schemas.openxmlformats.org/officeDocument/2006/relationships/image" Target="../media/image607.png"/><Relationship Id="rId114" Type="http://schemas.openxmlformats.org/officeDocument/2006/relationships/image" Target="../media/image530.png"/><Relationship Id="rId119" Type="http://schemas.openxmlformats.org/officeDocument/2006/relationships/image" Target="../media/image665.png"/><Relationship Id="rId10" Type="http://schemas.openxmlformats.org/officeDocument/2006/relationships/image" Target="../media/image569.png"/><Relationship Id="rId31" Type="http://schemas.openxmlformats.org/officeDocument/2006/relationships/image" Target="../media/image589.png"/><Relationship Id="rId44" Type="http://schemas.openxmlformats.org/officeDocument/2006/relationships/image" Target="../media/image602.png"/><Relationship Id="rId52" Type="http://schemas.openxmlformats.org/officeDocument/2006/relationships/image" Target="../media/image610.png"/><Relationship Id="rId60" Type="http://schemas.openxmlformats.org/officeDocument/2006/relationships/image" Target="../media/image618.png"/><Relationship Id="rId65" Type="http://schemas.openxmlformats.org/officeDocument/2006/relationships/image" Target="../media/image623.png"/><Relationship Id="rId73" Type="http://schemas.openxmlformats.org/officeDocument/2006/relationships/image" Target="../media/image631.png"/><Relationship Id="rId78" Type="http://schemas.openxmlformats.org/officeDocument/2006/relationships/image" Target="../media/image636.png"/><Relationship Id="rId81" Type="http://schemas.openxmlformats.org/officeDocument/2006/relationships/image" Target="../media/image639.png"/><Relationship Id="rId86" Type="http://schemas.openxmlformats.org/officeDocument/2006/relationships/image" Target="../media/image644.png"/><Relationship Id="rId94" Type="http://schemas.openxmlformats.org/officeDocument/2006/relationships/image" Target="../media/image652.png"/><Relationship Id="rId99" Type="http://schemas.openxmlformats.org/officeDocument/2006/relationships/image" Target="../media/image657.png"/><Relationship Id="rId101" Type="http://schemas.openxmlformats.org/officeDocument/2006/relationships/image" Target="../media/image659.png"/><Relationship Id="rId4" Type="http://schemas.openxmlformats.org/officeDocument/2006/relationships/image" Target="../media/image563.png"/><Relationship Id="rId9" Type="http://schemas.openxmlformats.org/officeDocument/2006/relationships/image" Target="../media/image568.png"/><Relationship Id="rId13" Type="http://schemas.openxmlformats.org/officeDocument/2006/relationships/image" Target="../media/image572.png"/><Relationship Id="rId18" Type="http://schemas.openxmlformats.org/officeDocument/2006/relationships/image" Target="../media/image576.png"/><Relationship Id="rId39" Type="http://schemas.openxmlformats.org/officeDocument/2006/relationships/image" Target="../media/image597.png"/><Relationship Id="rId109" Type="http://schemas.openxmlformats.org/officeDocument/2006/relationships/image" Target="../media/image527.png"/><Relationship Id="rId34" Type="http://schemas.openxmlformats.org/officeDocument/2006/relationships/image" Target="../media/image592.png"/><Relationship Id="rId50" Type="http://schemas.openxmlformats.org/officeDocument/2006/relationships/image" Target="../media/image608.png"/><Relationship Id="rId55" Type="http://schemas.openxmlformats.org/officeDocument/2006/relationships/image" Target="../media/image613.png"/><Relationship Id="rId76" Type="http://schemas.openxmlformats.org/officeDocument/2006/relationships/image" Target="../media/image634.png"/><Relationship Id="rId97" Type="http://schemas.openxmlformats.org/officeDocument/2006/relationships/image" Target="../media/image655.png"/><Relationship Id="rId104" Type="http://schemas.openxmlformats.org/officeDocument/2006/relationships/image" Target="../media/image662.png"/><Relationship Id="rId7" Type="http://schemas.openxmlformats.org/officeDocument/2006/relationships/image" Target="../media/image566.png"/><Relationship Id="rId71" Type="http://schemas.openxmlformats.org/officeDocument/2006/relationships/image" Target="../media/image629.png"/><Relationship Id="rId92" Type="http://schemas.openxmlformats.org/officeDocument/2006/relationships/image" Target="../media/image650.png"/><Relationship Id="rId2" Type="http://schemas.openxmlformats.org/officeDocument/2006/relationships/image" Target="../media/image561.png"/><Relationship Id="rId29" Type="http://schemas.openxmlformats.org/officeDocument/2006/relationships/image" Target="../media/image587.png"/><Relationship Id="rId24" Type="http://schemas.openxmlformats.org/officeDocument/2006/relationships/image" Target="../media/image582.png"/><Relationship Id="rId40" Type="http://schemas.openxmlformats.org/officeDocument/2006/relationships/image" Target="../media/image598.png"/><Relationship Id="rId45" Type="http://schemas.openxmlformats.org/officeDocument/2006/relationships/image" Target="../media/image603.png"/><Relationship Id="rId66" Type="http://schemas.openxmlformats.org/officeDocument/2006/relationships/image" Target="../media/image624.png"/><Relationship Id="rId87" Type="http://schemas.openxmlformats.org/officeDocument/2006/relationships/image" Target="../media/image645.png"/><Relationship Id="rId110" Type="http://schemas.openxmlformats.org/officeDocument/2006/relationships/image" Target="../media/image265.png"/><Relationship Id="rId115" Type="http://schemas.openxmlformats.org/officeDocument/2006/relationships/image" Target="../media/image531.png"/><Relationship Id="rId61" Type="http://schemas.openxmlformats.org/officeDocument/2006/relationships/image" Target="../media/image619.png"/><Relationship Id="rId82" Type="http://schemas.openxmlformats.org/officeDocument/2006/relationships/image" Target="../media/image640.png"/><Relationship Id="rId19" Type="http://schemas.openxmlformats.org/officeDocument/2006/relationships/image" Target="../media/image577.png"/><Relationship Id="rId14" Type="http://schemas.openxmlformats.org/officeDocument/2006/relationships/image" Target="../media/image573.png"/><Relationship Id="rId30" Type="http://schemas.openxmlformats.org/officeDocument/2006/relationships/image" Target="../media/image588.png"/><Relationship Id="rId35" Type="http://schemas.openxmlformats.org/officeDocument/2006/relationships/image" Target="../media/image593.png"/><Relationship Id="rId56" Type="http://schemas.openxmlformats.org/officeDocument/2006/relationships/image" Target="../media/image614.png"/><Relationship Id="rId77" Type="http://schemas.openxmlformats.org/officeDocument/2006/relationships/image" Target="../media/image635.png"/><Relationship Id="rId100" Type="http://schemas.openxmlformats.org/officeDocument/2006/relationships/image" Target="../media/image658.png"/><Relationship Id="rId105" Type="http://schemas.openxmlformats.org/officeDocument/2006/relationships/image" Target="../media/image663.png"/><Relationship Id="rId8" Type="http://schemas.openxmlformats.org/officeDocument/2006/relationships/image" Target="../media/image567.png"/><Relationship Id="rId51" Type="http://schemas.openxmlformats.org/officeDocument/2006/relationships/image" Target="../media/image609.png"/><Relationship Id="rId72" Type="http://schemas.openxmlformats.org/officeDocument/2006/relationships/image" Target="../media/image630.png"/><Relationship Id="rId93" Type="http://schemas.openxmlformats.org/officeDocument/2006/relationships/image" Target="../media/image651.png"/><Relationship Id="rId98" Type="http://schemas.openxmlformats.org/officeDocument/2006/relationships/image" Target="../media/image656.png"/><Relationship Id="rId3" Type="http://schemas.openxmlformats.org/officeDocument/2006/relationships/image" Target="../media/image562.png"/><Relationship Id="rId25" Type="http://schemas.openxmlformats.org/officeDocument/2006/relationships/image" Target="../media/image583.png"/><Relationship Id="rId46" Type="http://schemas.openxmlformats.org/officeDocument/2006/relationships/image" Target="../media/image604.png"/><Relationship Id="rId67" Type="http://schemas.openxmlformats.org/officeDocument/2006/relationships/image" Target="../media/image625.png"/><Relationship Id="rId116" Type="http://schemas.openxmlformats.org/officeDocument/2006/relationships/image" Target="../media/image532.png"/><Relationship Id="rId20" Type="http://schemas.openxmlformats.org/officeDocument/2006/relationships/image" Target="../media/image578.png"/><Relationship Id="rId41" Type="http://schemas.openxmlformats.org/officeDocument/2006/relationships/image" Target="../media/image599.png"/><Relationship Id="rId62" Type="http://schemas.openxmlformats.org/officeDocument/2006/relationships/image" Target="../media/image620.png"/><Relationship Id="rId83" Type="http://schemas.openxmlformats.org/officeDocument/2006/relationships/image" Target="../media/image641.png"/><Relationship Id="rId88" Type="http://schemas.openxmlformats.org/officeDocument/2006/relationships/image" Target="../media/image646.png"/><Relationship Id="rId111" Type="http://schemas.openxmlformats.org/officeDocument/2006/relationships/image" Target="../media/image528.png"/><Relationship Id="rId15" Type="http://schemas.openxmlformats.org/officeDocument/2006/relationships/image" Target="../media/image574.png"/><Relationship Id="rId36" Type="http://schemas.openxmlformats.org/officeDocument/2006/relationships/image" Target="../media/image594.png"/><Relationship Id="rId57" Type="http://schemas.openxmlformats.org/officeDocument/2006/relationships/image" Target="../media/image615.png"/><Relationship Id="rId106" Type="http://schemas.openxmlformats.org/officeDocument/2006/relationships/image" Target="../media/image664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9.png"/><Relationship Id="rId21" Type="http://schemas.openxmlformats.org/officeDocument/2006/relationships/image" Target="../media/image674.png"/><Relationship Id="rId42" Type="http://schemas.openxmlformats.org/officeDocument/2006/relationships/image" Target="../media/image695.png"/><Relationship Id="rId47" Type="http://schemas.openxmlformats.org/officeDocument/2006/relationships/image" Target="../media/image700.png"/><Relationship Id="rId63" Type="http://schemas.openxmlformats.org/officeDocument/2006/relationships/image" Target="../media/image716.png"/><Relationship Id="rId68" Type="http://schemas.openxmlformats.org/officeDocument/2006/relationships/image" Target="../media/image721.png"/><Relationship Id="rId84" Type="http://schemas.openxmlformats.org/officeDocument/2006/relationships/image" Target="../media/image737.png"/><Relationship Id="rId89" Type="http://schemas.openxmlformats.org/officeDocument/2006/relationships/image" Target="../media/image742.png"/><Relationship Id="rId16" Type="http://schemas.openxmlformats.org/officeDocument/2006/relationships/image" Target="../media/image669.png"/><Relationship Id="rId11" Type="http://schemas.openxmlformats.org/officeDocument/2006/relationships/image" Target="../media/image532.png"/><Relationship Id="rId32" Type="http://schemas.openxmlformats.org/officeDocument/2006/relationships/image" Target="../media/image685.png"/><Relationship Id="rId37" Type="http://schemas.openxmlformats.org/officeDocument/2006/relationships/image" Target="../media/image690.png"/><Relationship Id="rId53" Type="http://schemas.openxmlformats.org/officeDocument/2006/relationships/image" Target="../media/image706.png"/><Relationship Id="rId58" Type="http://schemas.openxmlformats.org/officeDocument/2006/relationships/image" Target="../media/image711.png"/><Relationship Id="rId74" Type="http://schemas.openxmlformats.org/officeDocument/2006/relationships/image" Target="../media/image727.png"/><Relationship Id="rId79" Type="http://schemas.openxmlformats.org/officeDocument/2006/relationships/image" Target="../media/image732.png"/><Relationship Id="rId102" Type="http://schemas.openxmlformats.org/officeDocument/2006/relationships/image" Target="../media/image754.png"/><Relationship Id="rId5" Type="http://schemas.openxmlformats.org/officeDocument/2006/relationships/image" Target="../media/image265.png"/><Relationship Id="rId90" Type="http://schemas.openxmlformats.org/officeDocument/2006/relationships/image" Target="../media/image743.png"/><Relationship Id="rId95" Type="http://schemas.openxmlformats.org/officeDocument/2006/relationships/image" Target="../media/image748.png"/><Relationship Id="rId22" Type="http://schemas.openxmlformats.org/officeDocument/2006/relationships/image" Target="../media/image675.png"/><Relationship Id="rId27" Type="http://schemas.openxmlformats.org/officeDocument/2006/relationships/image" Target="../media/image680.png"/><Relationship Id="rId43" Type="http://schemas.openxmlformats.org/officeDocument/2006/relationships/image" Target="../media/image696.png"/><Relationship Id="rId48" Type="http://schemas.openxmlformats.org/officeDocument/2006/relationships/image" Target="../media/image701.png"/><Relationship Id="rId64" Type="http://schemas.openxmlformats.org/officeDocument/2006/relationships/image" Target="../media/image717.png"/><Relationship Id="rId69" Type="http://schemas.openxmlformats.org/officeDocument/2006/relationships/image" Target="../media/image722.png"/><Relationship Id="rId80" Type="http://schemas.openxmlformats.org/officeDocument/2006/relationships/image" Target="../media/image733.png"/><Relationship Id="rId85" Type="http://schemas.openxmlformats.org/officeDocument/2006/relationships/image" Target="../media/image738.png"/><Relationship Id="rId12" Type="http://schemas.openxmlformats.org/officeDocument/2006/relationships/image" Target="../media/image459.png"/><Relationship Id="rId17" Type="http://schemas.openxmlformats.org/officeDocument/2006/relationships/image" Target="../media/image670.png"/><Relationship Id="rId25" Type="http://schemas.openxmlformats.org/officeDocument/2006/relationships/image" Target="../media/image678.png"/><Relationship Id="rId33" Type="http://schemas.openxmlformats.org/officeDocument/2006/relationships/image" Target="../media/image686.png"/><Relationship Id="rId38" Type="http://schemas.openxmlformats.org/officeDocument/2006/relationships/image" Target="../media/image691.png"/><Relationship Id="rId46" Type="http://schemas.openxmlformats.org/officeDocument/2006/relationships/image" Target="../media/image699.png"/><Relationship Id="rId59" Type="http://schemas.openxmlformats.org/officeDocument/2006/relationships/image" Target="../media/image712.png"/><Relationship Id="rId67" Type="http://schemas.openxmlformats.org/officeDocument/2006/relationships/image" Target="../media/image720.png"/><Relationship Id="rId20" Type="http://schemas.openxmlformats.org/officeDocument/2006/relationships/image" Target="../media/image673.png"/><Relationship Id="rId41" Type="http://schemas.openxmlformats.org/officeDocument/2006/relationships/image" Target="../media/image694.png"/><Relationship Id="rId54" Type="http://schemas.openxmlformats.org/officeDocument/2006/relationships/image" Target="../media/image707.png"/><Relationship Id="rId62" Type="http://schemas.openxmlformats.org/officeDocument/2006/relationships/image" Target="../media/image715.png"/><Relationship Id="rId70" Type="http://schemas.openxmlformats.org/officeDocument/2006/relationships/image" Target="../media/image723.png"/><Relationship Id="rId75" Type="http://schemas.openxmlformats.org/officeDocument/2006/relationships/image" Target="../media/image728.png"/><Relationship Id="rId83" Type="http://schemas.openxmlformats.org/officeDocument/2006/relationships/image" Target="../media/image736.png"/><Relationship Id="rId88" Type="http://schemas.openxmlformats.org/officeDocument/2006/relationships/image" Target="../media/image741.png"/><Relationship Id="rId91" Type="http://schemas.openxmlformats.org/officeDocument/2006/relationships/image" Target="../media/image744.png"/><Relationship Id="rId96" Type="http://schemas.openxmlformats.org/officeDocument/2006/relationships/image" Target="../media/image7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8.png"/><Relationship Id="rId15" Type="http://schemas.openxmlformats.org/officeDocument/2006/relationships/image" Target="../media/image668.png"/><Relationship Id="rId23" Type="http://schemas.openxmlformats.org/officeDocument/2006/relationships/image" Target="../media/image676.png"/><Relationship Id="rId28" Type="http://schemas.openxmlformats.org/officeDocument/2006/relationships/image" Target="../media/image681.png"/><Relationship Id="rId36" Type="http://schemas.openxmlformats.org/officeDocument/2006/relationships/image" Target="../media/image689.png"/><Relationship Id="rId49" Type="http://schemas.openxmlformats.org/officeDocument/2006/relationships/image" Target="../media/image702.png"/><Relationship Id="rId57" Type="http://schemas.openxmlformats.org/officeDocument/2006/relationships/image" Target="../media/image710.png"/><Relationship Id="rId10" Type="http://schemas.openxmlformats.org/officeDocument/2006/relationships/image" Target="../media/image531.png"/><Relationship Id="rId31" Type="http://schemas.openxmlformats.org/officeDocument/2006/relationships/image" Target="../media/image684.png"/><Relationship Id="rId44" Type="http://schemas.openxmlformats.org/officeDocument/2006/relationships/image" Target="../media/image697.png"/><Relationship Id="rId52" Type="http://schemas.openxmlformats.org/officeDocument/2006/relationships/image" Target="../media/image705.png"/><Relationship Id="rId60" Type="http://schemas.openxmlformats.org/officeDocument/2006/relationships/image" Target="../media/image713.png"/><Relationship Id="rId65" Type="http://schemas.openxmlformats.org/officeDocument/2006/relationships/image" Target="../media/image718.png"/><Relationship Id="rId73" Type="http://schemas.openxmlformats.org/officeDocument/2006/relationships/image" Target="../media/image726.png"/><Relationship Id="rId78" Type="http://schemas.openxmlformats.org/officeDocument/2006/relationships/image" Target="../media/image731.png"/><Relationship Id="rId81" Type="http://schemas.openxmlformats.org/officeDocument/2006/relationships/image" Target="../media/image734.png"/><Relationship Id="rId86" Type="http://schemas.openxmlformats.org/officeDocument/2006/relationships/image" Target="../media/image739.png"/><Relationship Id="rId94" Type="http://schemas.openxmlformats.org/officeDocument/2006/relationships/image" Target="../media/image747.png"/><Relationship Id="rId99" Type="http://schemas.openxmlformats.org/officeDocument/2006/relationships/image" Target="../media/image752.png"/><Relationship Id="rId101" Type="http://schemas.openxmlformats.org/officeDocument/2006/relationships/image" Target="../media/image443.png"/><Relationship Id="rId4" Type="http://schemas.openxmlformats.org/officeDocument/2006/relationships/image" Target="../media/image527.png"/><Relationship Id="rId9" Type="http://schemas.openxmlformats.org/officeDocument/2006/relationships/image" Target="../media/image530.png"/><Relationship Id="rId13" Type="http://schemas.openxmlformats.org/officeDocument/2006/relationships/image" Target="../media/image666.png"/><Relationship Id="rId18" Type="http://schemas.openxmlformats.org/officeDocument/2006/relationships/image" Target="../media/image671.png"/><Relationship Id="rId39" Type="http://schemas.openxmlformats.org/officeDocument/2006/relationships/image" Target="../media/image692.png"/><Relationship Id="rId34" Type="http://schemas.openxmlformats.org/officeDocument/2006/relationships/image" Target="../media/image687.png"/><Relationship Id="rId50" Type="http://schemas.openxmlformats.org/officeDocument/2006/relationships/image" Target="../media/image703.png"/><Relationship Id="rId55" Type="http://schemas.openxmlformats.org/officeDocument/2006/relationships/image" Target="../media/image708.png"/><Relationship Id="rId76" Type="http://schemas.openxmlformats.org/officeDocument/2006/relationships/image" Target="../media/image729.png"/><Relationship Id="rId97" Type="http://schemas.openxmlformats.org/officeDocument/2006/relationships/image" Target="../media/image750.png"/><Relationship Id="rId7" Type="http://schemas.openxmlformats.org/officeDocument/2006/relationships/image" Target="../media/image457.png"/><Relationship Id="rId71" Type="http://schemas.openxmlformats.org/officeDocument/2006/relationships/image" Target="../media/image724.png"/><Relationship Id="rId92" Type="http://schemas.openxmlformats.org/officeDocument/2006/relationships/image" Target="../media/image745.png"/><Relationship Id="rId2" Type="http://schemas.openxmlformats.org/officeDocument/2006/relationships/image" Target="../media/image98.png"/><Relationship Id="rId29" Type="http://schemas.openxmlformats.org/officeDocument/2006/relationships/image" Target="../media/image682.png"/><Relationship Id="rId24" Type="http://schemas.openxmlformats.org/officeDocument/2006/relationships/image" Target="../media/image677.png"/><Relationship Id="rId40" Type="http://schemas.openxmlformats.org/officeDocument/2006/relationships/image" Target="../media/image693.png"/><Relationship Id="rId45" Type="http://schemas.openxmlformats.org/officeDocument/2006/relationships/image" Target="../media/image698.png"/><Relationship Id="rId66" Type="http://schemas.openxmlformats.org/officeDocument/2006/relationships/image" Target="../media/image719.png"/><Relationship Id="rId87" Type="http://schemas.openxmlformats.org/officeDocument/2006/relationships/image" Target="../media/image740.png"/><Relationship Id="rId61" Type="http://schemas.openxmlformats.org/officeDocument/2006/relationships/image" Target="../media/image714.png"/><Relationship Id="rId82" Type="http://schemas.openxmlformats.org/officeDocument/2006/relationships/image" Target="../media/image735.png"/><Relationship Id="rId19" Type="http://schemas.openxmlformats.org/officeDocument/2006/relationships/image" Target="../media/image672.png"/><Relationship Id="rId14" Type="http://schemas.openxmlformats.org/officeDocument/2006/relationships/image" Target="../media/image667.png"/><Relationship Id="rId30" Type="http://schemas.openxmlformats.org/officeDocument/2006/relationships/image" Target="../media/image683.png"/><Relationship Id="rId35" Type="http://schemas.openxmlformats.org/officeDocument/2006/relationships/image" Target="../media/image688.png"/><Relationship Id="rId56" Type="http://schemas.openxmlformats.org/officeDocument/2006/relationships/image" Target="../media/image709.png"/><Relationship Id="rId77" Type="http://schemas.openxmlformats.org/officeDocument/2006/relationships/image" Target="../media/image730.png"/><Relationship Id="rId100" Type="http://schemas.openxmlformats.org/officeDocument/2006/relationships/image" Target="../media/image753.png"/><Relationship Id="rId8" Type="http://schemas.openxmlformats.org/officeDocument/2006/relationships/image" Target="../media/image529.png"/><Relationship Id="rId51" Type="http://schemas.openxmlformats.org/officeDocument/2006/relationships/image" Target="../media/image704.png"/><Relationship Id="rId72" Type="http://schemas.openxmlformats.org/officeDocument/2006/relationships/image" Target="../media/image725.png"/><Relationship Id="rId93" Type="http://schemas.openxmlformats.org/officeDocument/2006/relationships/image" Target="../media/image746.png"/><Relationship Id="rId98" Type="http://schemas.openxmlformats.org/officeDocument/2006/relationships/image" Target="../media/image751.png"/><Relationship Id="rId3" Type="http://schemas.openxmlformats.org/officeDocument/2006/relationships/image" Target="../media/image258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2.png"/><Relationship Id="rId18" Type="http://schemas.openxmlformats.org/officeDocument/2006/relationships/image" Target="../media/image766.png"/><Relationship Id="rId26" Type="http://schemas.openxmlformats.org/officeDocument/2006/relationships/image" Target="../media/image774.png"/><Relationship Id="rId39" Type="http://schemas.openxmlformats.org/officeDocument/2006/relationships/image" Target="../media/image787.png"/><Relationship Id="rId21" Type="http://schemas.openxmlformats.org/officeDocument/2006/relationships/image" Target="../media/image769.png"/><Relationship Id="rId34" Type="http://schemas.openxmlformats.org/officeDocument/2006/relationships/image" Target="../media/image782.png"/><Relationship Id="rId42" Type="http://schemas.openxmlformats.org/officeDocument/2006/relationships/image" Target="../media/image790.png"/><Relationship Id="rId47" Type="http://schemas.openxmlformats.org/officeDocument/2006/relationships/image" Target="../media/image795.png"/><Relationship Id="rId50" Type="http://schemas.openxmlformats.org/officeDocument/2006/relationships/image" Target="../media/image798.png"/><Relationship Id="rId7" Type="http://schemas.openxmlformats.org/officeDocument/2006/relationships/image" Target="../media/image757.png"/><Relationship Id="rId2" Type="http://schemas.openxmlformats.org/officeDocument/2006/relationships/image" Target="../media/image98.png"/><Relationship Id="rId16" Type="http://schemas.openxmlformats.org/officeDocument/2006/relationships/image" Target="../media/image764.png"/><Relationship Id="rId29" Type="http://schemas.openxmlformats.org/officeDocument/2006/relationships/image" Target="../media/image777.png"/><Relationship Id="rId11" Type="http://schemas.openxmlformats.org/officeDocument/2006/relationships/image" Target="../media/image760.png"/><Relationship Id="rId24" Type="http://schemas.openxmlformats.org/officeDocument/2006/relationships/image" Target="../media/image772.png"/><Relationship Id="rId32" Type="http://schemas.openxmlformats.org/officeDocument/2006/relationships/image" Target="../media/image780.png"/><Relationship Id="rId37" Type="http://schemas.openxmlformats.org/officeDocument/2006/relationships/image" Target="../media/image785.png"/><Relationship Id="rId40" Type="http://schemas.openxmlformats.org/officeDocument/2006/relationships/image" Target="../media/image788.png"/><Relationship Id="rId45" Type="http://schemas.openxmlformats.org/officeDocument/2006/relationships/image" Target="../media/image793.png"/><Relationship Id="rId53" Type="http://schemas.openxmlformats.org/officeDocument/2006/relationships/image" Target="../media/image540.png"/><Relationship Id="rId5" Type="http://schemas.openxmlformats.org/officeDocument/2006/relationships/image" Target="../media/image756.png"/><Relationship Id="rId10" Type="http://schemas.openxmlformats.org/officeDocument/2006/relationships/image" Target="../media/image759.png"/><Relationship Id="rId19" Type="http://schemas.openxmlformats.org/officeDocument/2006/relationships/image" Target="../media/image767.png"/><Relationship Id="rId31" Type="http://schemas.openxmlformats.org/officeDocument/2006/relationships/image" Target="../media/image779.png"/><Relationship Id="rId44" Type="http://schemas.openxmlformats.org/officeDocument/2006/relationships/image" Target="../media/image792.png"/><Relationship Id="rId52" Type="http://schemas.openxmlformats.org/officeDocument/2006/relationships/image" Target="../media/image800.png"/><Relationship Id="rId4" Type="http://schemas.openxmlformats.org/officeDocument/2006/relationships/image" Target="../media/image755.png"/><Relationship Id="rId9" Type="http://schemas.openxmlformats.org/officeDocument/2006/relationships/image" Target="../media/image758.png"/><Relationship Id="rId14" Type="http://schemas.openxmlformats.org/officeDocument/2006/relationships/image" Target="../media/image532.png"/><Relationship Id="rId22" Type="http://schemas.openxmlformats.org/officeDocument/2006/relationships/image" Target="../media/image770.png"/><Relationship Id="rId27" Type="http://schemas.openxmlformats.org/officeDocument/2006/relationships/image" Target="../media/image775.png"/><Relationship Id="rId30" Type="http://schemas.openxmlformats.org/officeDocument/2006/relationships/image" Target="../media/image778.png"/><Relationship Id="rId35" Type="http://schemas.openxmlformats.org/officeDocument/2006/relationships/image" Target="../media/image783.png"/><Relationship Id="rId43" Type="http://schemas.openxmlformats.org/officeDocument/2006/relationships/image" Target="../media/image791.png"/><Relationship Id="rId48" Type="http://schemas.openxmlformats.org/officeDocument/2006/relationships/image" Target="../media/image796.png"/><Relationship Id="rId8" Type="http://schemas.openxmlformats.org/officeDocument/2006/relationships/image" Target="../media/image261.png"/><Relationship Id="rId51" Type="http://schemas.openxmlformats.org/officeDocument/2006/relationships/image" Target="../media/image799.png"/><Relationship Id="rId3" Type="http://schemas.openxmlformats.org/officeDocument/2006/relationships/image" Target="../media/image258.png"/><Relationship Id="rId12" Type="http://schemas.openxmlformats.org/officeDocument/2006/relationships/image" Target="../media/image761.png"/><Relationship Id="rId17" Type="http://schemas.openxmlformats.org/officeDocument/2006/relationships/image" Target="../media/image765.png"/><Relationship Id="rId25" Type="http://schemas.openxmlformats.org/officeDocument/2006/relationships/image" Target="../media/image773.png"/><Relationship Id="rId33" Type="http://schemas.openxmlformats.org/officeDocument/2006/relationships/image" Target="../media/image781.png"/><Relationship Id="rId38" Type="http://schemas.openxmlformats.org/officeDocument/2006/relationships/image" Target="../media/image786.png"/><Relationship Id="rId46" Type="http://schemas.openxmlformats.org/officeDocument/2006/relationships/image" Target="../media/image794.png"/><Relationship Id="rId20" Type="http://schemas.openxmlformats.org/officeDocument/2006/relationships/image" Target="../media/image768.png"/><Relationship Id="rId41" Type="http://schemas.openxmlformats.org/officeDocument/2006/relationships/image" Target="../media/image789.png"/><Relationship Id="rId54" Type="http://schemas.openxmlformats.org/officeDocument/2006/relationships/image" Target="../media/image3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3.png"/><Relationship Id="rId15" Type="http://schemas.openxmlformats.org/officeDocument/2006/relationships/image" Target="../media/image763.png"/><Relationship Id="rId23" Type="http://schemas.openxmlformats.org/officeDocument/2006/relationships/image" Target="../media/image771.png"/><Relationship Id="rId28" Type="http://schemas.openxmlformats.org/officeDocument/2006/relationships/image" Target="../media/image776.png"/><Relationship Id="rId36" Type="http://schemas.openxmlformats.org/officeDocument/2006/relationships/image" Target="../media/image784.png"/><Relationship Id="rId49" Type="http://schemas.openxmlformats.org/officeDocument/2006/relationships/image" Target="../media/image797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18.png"/><Relationship Id="rId21" Type="http://schemas.openxmlformats.org/officeDocument/2006/relationships/image" Target="../media/image813.png"/><Relationship Id="rId42" Type="http://schemas.openxmlformats.org/officeDocument/2006/relationships/image" Target="../media/image834.png"/><Relationship Id="rId47" Type="http://schemas.openxmlformats.org/officeDocument/2006/relationships/image" Target="../media/image839.png"/><Relationship Id="rId63" Type="http://schemas.openxmlformats.org/officeDocument/2006/relationships/image" Target="../media/image855.png"/><Relationship Id="rId68" Type="http://schemas.openxmlformats.org/officeDocument/2006/relationships/image" Target="../media/image860.png"/><Relationship Id="rId16" Type="http://schemas.openxmlformats.org/officeDocument/2006/relationships/image" Target="../media/image808.png"/><Relationship Id="rId11" Type="http://schemas.openxmlformats.org/officeDocument/2006/relationships/image" Target="../media/image805.png"/><Relationship Id="rId24" Type="http://schemas.openxmlformats.org/officeDocument/2006/relationships/image" Target="../media/image816.png"/><Relationship Id="rId32" Type="http://schemas.openxmlformats.org/officeDocument/2006/relationships/image" Target="../media/image824.png"/><Relationship Id="rId37" Type="http://schemas.openxmlformats.org/officeDocument/2006/relationships/image" Target="../media/image829.png"/><Relationship Id="rId40" Type="http://schemas.openxmlformats.org/officeDocument/2006/relationships/image" Target="../media/image832.png"/><Relationship Id="rId45" Type="http://schemas.openxmlformats.org/officeDocument/2006/relationships/image" Target="../media/image837.png"/><Relationship Id="rId53" Type="http://schemas.openxmlformats.org/officeDocument/2006/relationships/image" Target="../media/image845.png"/><Relationship Id="rId58" Type="http://schemas.openxmlformats.org/officeDocument/2006/relationships/image" Target="../media/image850.png"/><Relationship Id="rId66" Type="http://schemas.openxmlformats.org/officeDocument/2006/relationships/image" Target="../media/image858.png"/><Relationship Id="rId74" Type="http://schemas.openxmlformats.org/officeDocument/2006/relationships/image" Target="../media/image866.png"/><Relationship Id="rId5" Type="http://schemas.openxmlformats.org/officeDocument/2006/relationships/image" Target="../media/image360.png"/><Relationship Id="rId61" Type="http://schemas.openxmlformats.org/officeDocument/2006/relationships/image" Target="../media/image853.png"/><Relationship Id="rId19" Type="http://schemas.openxmlformats.org/officeDocument/2006/relationships/image" Target="../media/image811.png"/><Relationship Id="rId14" Type="http://schemas.openxmlformats.org/officeDocument/2006/relationships/image" Target="../media/image762.png"/><Relationship Id="rId22" Type="http://schemas.openxmlformats.org/officeDocument/2006/relationships/image" Target="../media/image814.png"/><Relationship Id="rId27" Type="http://schemas.openxmlformats.org/officeDocument/2006/relationships/image" Target="../media/image819.png"/><Relationship Id="rId30" Type="http://schemas.openxmlformats.org/officeDocument/2006/relationships/image" Target="../media/image822.png"/><Relationship Id="rId35" Type="http://schemas.openxmlformats.org/officeDocument/2006/relationships/image" Target="../media/image827.png"/><Relationship Id="rId43" Type="http://schemas.openxmlformats.org/officeDocument/2006/relationships/image" Target="../media/image835.png"/><Relationship Id="rId48" Type="http://schemas.openxmlformats.org/officeDocument/2006/relationships/image" Target="../media/image840.png"/><Relationship Id="rId56" Type="http://schemas.openxmlformats.org/officeDocument/2006/relationships/image" Target="../media/image848.png"/><Relationship Id="rId64" Type="http://schemas.openxmlformats.org/officeDocument/2006/relationships/image" Target="../media/image856.png"/><Relationship Id="rId69" Type="http://schemas.openxmlformats.org/officeDocument/2006/relationships/image" Target="../media/image861.png"/><Relationship Id="rId77" Type="http://schemas.openxmlformats.org/officeDocument/2006/relationships/image" Target="../media/image350.png"/><Relationship Id="rId8" Type="http://schemas.openxmlformats.org/officeDocument/2006/relationships/image" Target="../media/image803.png"/><Relationship Id="rId51" Type="http://schemas.openxmlformats.org/officeDocument/2006/relationships/image" Target="../media/image843.png"/><Relationship Id="rId72" Type="http://schemas.openxmlformats.org/officeDocument/2006/relationships/image" Target="../media/image864.png"/><Relationship Id="rId3" Type="http://schemas.openxmlformats.org/officeDocument/2006/relationships/image" Target="../media/image258.png"/><Relationship Id="rId12" Type="http://schemas.openxmlformats.org/officeDocument/2006/relationships/image" Target="../media/image760.png"/><Relationship Id="rId17" Type="http://schemas.openxmlformats.org/officeDocument/2006/relationships/image" Target="../media/image809.png"/><Relationship Id="rId25" Type="http://schemas.openxmlformats.org/officeDocument/2006/relationships/image" Target="../media/image817.png"/><Relationship Id="rId33" Type="http://schemas.openxmlformats.org/officeDocument/2006/relationships/image" Target="../media/image825.png"/><Relationship Id="rId38" Type="http://schemas.openxmlformats.org/officeDocument/2006/relationships/image" Target="../media/image830.png"/><Relationship Id="rId46" Type="http://schemas.openxmlformats.org/officeDocument/2006/relationships/image" Target="../media/image838.png"/><Relationship Id="rId59" Type="http://schemas.openxmlformats.org/officeDocument/2006/relationships/image" Target="../media/image851.png"/><Relationship Id="rId67" Type="http://schemas.openxmlformats.org/officeDocument/2006/relationships/image" Target="../media/image859.png"/><Relationship Id="rId20" Type="http://schemas.openxmlformats.org/officeDocument/2006/relationships/image" Target="../media/image812.png"/><Relationship Id="rId41" Type="http://schemas.openxmlformats.org/officeDocument/2006/relationships/image" Target="../media/image833.png"/><Relationship Id="rId54" Type="http://schemas.openxmlformats.org/officeDocument/2006/relationships/image" Target="../media/image846.png"/><Relationship Id="rId62" Type="http://schemas.openxmlformats.org/officeDocument/2006/relationships/image" Target="../media/image854.png"/><Relationship Id="rId70" Type="http://schemas.openxmlformats.org/officeDocument/2006/relationships/image" Target="../media/image862.png"/><Relationship Id="rId75" Type="http://schemas.openxmlformats.org/officeDocument/2006/relationships/image" Target="../media/image8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02.png"/><Relationship Id="rId15" Type="http://schemas.openxmlformats.org/officeDocument/2006/relationships/image" Target="../media/image807.png"/><Relationship Id="rId23" Type="http://schemas.openxmlformats.org/officeDocument/2006/relationships/image" Target="../media/image815.png"/><Relationship Id="rId28" Type="http://schemas.openxmlformats.org/officeDocument/2006/relationships/image" Target="../media/image820.png"/><Relationship Id="rId36" Type="http://schemas.openxmlformats.org/officeDocument/2006/relationships/image" Target="../media/image828.png"/><Relationship Id="rId49" Type="http://schemas.openxmlformats.org/officeDocument/2006/relationships/image" Target="../media/image841.png"/><Relationship Id="rId57" Type="http://schemas.openxmlformats.org/officeDocument/2006/relationships/image" Target="../media/image849.png"/><Relationship Id="rId10" Type="http://schemas.openxmlformats.org/officeDocument/2006/relationships/image" Target="../media/image804.png"/><Relationship Id="rId31" Type="http://schemas.openxmlformats.org/officeDocument/2006/relationships/image" Target="../media/image823.png"/><Relationship Id="rId44" Type="http://schemas.openxmlformats.org/officeDocument/2006/relationships/image" Target="../media/image836.png"/><Relationship Id="rId52" Type="http://schemas.openxmlformats.org/officeDocument/2006/relationships/image" Target="../media/image844.png"/><Relationship Id="rId60" Type="http://schemas.openxmlformats.org/officeDocument/2006/relationships/image" Target="../media/image852.png"/><Relationship Id="rId65" Type="http://schemas.openxmlformats.org/officeDocument/2006/relationships/image" Target="../media/image857.png"/><Relationship Id="rId73" Type="http://schemas.openxmlformats.org/officeDocument/2006/relationships/image" Target="../media/image865.png"/><Relationship Id="rId4" Type="http://schemas.openxmlformats.org/officeDocument/2006/relationships/image" Target="../media/image801.png"/><Relationship Id="rId9" Type="http://schemas.openxmlformats.org/officeDocument/2006/relationships/image" Target="../media/image261.png"/><Relationship Id="rId13" Type="http://schemas.openxmlformats.org/officeDocument/2006/relationships/image" Target="../media/image806.png"/><Relationship Id="rId18" Type="http://schemas.openxmlformats.org/officeDocument/2006/relationships/image" Target="../media/image810.png"/><Relationship Id="rId39" Type="http://schemas.openxmlformats.org/officeDocument/2006/relationships/image" Target="../media/image831.png"/><Relationship Id="rId34" Type="http://schemas.openxmlformats.org/officeDocument/2006/relationships/image" Target="../media/image826.png"/><Relationship Id="rId50" Type="http://schemas.openxmlformats.org/officeDocument/2006/relationships/image" Target="../media/image842.png"/><Relationship Id="rId55" Type="http://schemas.openxmlformats.org/officeDocument/2006/relationships/image" Target="../media/image847.png"/><Relationship Id="rId76" Type="http://schemas.openxmlformats.org/officeDocument/2006/relationships/image" Target="../media/image443.png"/><Relationship Id="rId7" Type="http://schemas.openxmlformats.org/officeDocument/2006/relationships/image" Target="../media/image457.png"/><Relationship Id="rId71" Type="http://schemas.openxmlformats.org/officeDocument/2006/relationships/image" Target="../media/image863.png"/><Relationship Id="rId2" Type="http://schemas.openxmlformats.org/officeDocument/2006/relationships/image" Target="../media/image98.png"/><Relationship Id="rId29" Type="http://schemas.openxmlformats.org/officeDocument/2006/relationships/image" Target="../media/image8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88.png"/><Relationship Id="rId21" Type="http://schemas.openxmlformats.org/officeDocument/2006/relationships/image" Target="../media/image884.png"/><Relationship Id="rId42" Type="http://schemas.openxmlformats.org/officeDocument/2006/relationships/image" Target="../media/image904.png"/><Relationship Id="rId47" Type="http://schemas.openxmlformats.org/officeDocument/2006/relationships/image" Target="../media/image909.png"/><Relationship Id="rId63" Type="http://schemas.openxmlformats.org/officeDocument/2006/relationships/image" Target="../media/image925.png"/><Relationship Id="rId68" Type="http://schemas.openxmlformats.org/officeDocument/2006/relationships/image" Target="../media/image930.png"/><Relationship Id="rId7" Type="http://schemas.openxmlformats.org/officeDocument/2006/relationships/image" Target="../media/image874.png"/><Relationship Id="rId71" Type="http://schemas.openxmlformats.org/officeDocument/2006/relationships/image" Target="../media/image933.png"/><Relationship Id="rId2" Type="http://schemas.openxmlformats.org/officeDocument/2006/relationships/image" Target="../media/image869.png"/><Relationship Id="rId16" Type="http://schemas.openxmlformats.org/officeDocument/2006/relationships/image" Target="../media/image258.png"/><Relationship Id="rId29" Type="http://schemas.openxmlformats.org/officeDocument/2006/relationships/image" Target="../media/image891.png"/><Relationship Id="rId11" Type="http://schemas.openxmlformats.org/officeDocument/2006/relationships/image" Target="../media/image877.png"/><Relationship Id="rId24" Type="http://schemas.openxmlformats.org/officeDocument/2006/relationships/image" Target="../media/image886.png"/><Relationship Id="rId32" Type="http://schemas.openxmlformats.org/officeDocument/2006/relationships/image" Target="../media/image894.png"/><Relationship Id="rId37" Type="http://schemas.openxmlformats.org/officeDocument/2006/relationships/image" Target="../media/image899.png"/><Relationship Id="rId40" Type="http://schemas.openxmlformats.org/officeDocument/2006/relationships/image" Target="../media/image902.png"/><Relationship Id="rId45" Type="http://schemas.openxmlformats.org/officeDocument/2006/relationships/image" Target="../media/image907.png"/><Relationship Id="rId53" Type="http://schemas.openxmlformats.org/officeDocument/2006/relationships/image" Target="../media/image915.png"/><Relationship Id="rId58" Type="http://schemas.openxmlformats.org/officeDocument/2006/relationships/image" Target="../media/image920.png"/><Relationship Id="rId66" Type="http://schemas.openxmlformats.org/officeDocument/2006/relationships/image" Target="../media/image928.png"/><Relationship Id="rId5" Type="http://schemas.openxmlformats.org/officeDocument/2006/relationships/image" Target="../media/image872.png"/><Relationship Id="rId61" Type="http://schemas.openxmlformats.org/officeDocument/2006/relationships/image" Target="../media/image923.png"/><Relationship Id="rId19" Type="http://schemas.openxmlformats.org/officeDocument/2006/relationships/image" Target="../media/image882.png"/><Relationship Id="rId14" Type="http://schemas.openxmlformats.org/officeDocument/2006/relationships/image" Target="../media/image880.png"/><Relationship Id="rId22" Type="http://schemas.openxmlformats.org/officeDocument/2006/relationships/image" Target="../media/image462.png"/><Relationship Id="rId27" Type="http://schemas.openxmlformats.org/officeDocument/2006/relationships/image" Target="../media/image889.png"/><Relationship Id="rId30" Type="http://schemas.openxmlformats.org/officeDocument/2006/relationships/image" Target="../media/image892.png"/><Relationship Id="rId35" Type="http://schemas.openxmlformats.org/officeDocument/2006/relationships/image" Target="../media/image897.png"/><Relationship Id="rId43" Type="http://schemas.openxmlformats.org/officeDocument/2006/relationships/image" Target="../media/image905.png"/><Relationship Id="rId48" Type="http://schemas.openxmlformats.org/officeDocument/2006/relationships/image" Target="../media/image910.png"/><Relationship Id="rId56" Type="http://schemas.openxmlformats.org/officeDocument/2006/relationships/image" Target="../media/image918.png"/><Relationship Id="rId64" Type="http://schemas.openxmlformats.org/officeDocument/2006/relationships/image" Target="../media/image926.png"/><Relationship Id="rId69" Type="http://schemas.openxmlformats.org/officeDocument/2006/relationships/image" Target="../media/image931.png"/><Relationship Id="rId8" Type="http://schemas.openxmlformats.org/officeDocument/2006/relationships/image" Target="../media/image875.png"/><Relationship Id="rId51" Type="http://schemas.openxmlformats.org/officeDocument/2006/relationships/image" Target="../media/image913.png"/><Relationship Id="rId3" Type="http://schemas.openxmlformats.org/officeDocument/2006/relationships/image" Target="../media/image870.png"/><Relationship Id="rId12" Type="http://schemas.openxmlformats.org/officeDocument/2006/relationships/image" Target="../media/image878.png"/><Relationship Id="rId17" Type="http://schemas.openxmlformats.org/officeDocument/2006/relationships/image" Target="../media/image881.png"/><Relationship Id="rId25" Type="http://schemas.openxmlformats.org/officeDocument/2006/relationships/image" Target="../media/image887.png"/><Relationship Id="rId33" Type="http://schemas.openxmlformats.org/officeDocument/2006/relationships/image" Target="../media/image895.png"/><Relationship Id="rId38" Type="http://schemas.openxmlformats.org/officeDocument/2006/relationships/image" Target="../media/image900.png"/><Relationship Id="rId46" Type="http://schemas.openxmlformats.org/officeDocument/2006/relationships/image" Target="../media/image908.png"/><Relationship Id="rId59" Type="http://schemas.openxmlformats.org/officeDocument/2006/relationships/image" Target="../media/image921.png"/><Relationship Id="rId67" Type="http://schemas.openxmlformats.org/officeDocument/2006/relationships/image" Target="../media/image929.png"/><Relationship Id="rId20" Type="http://schemas.openxmlformats.org/officeDocument/2006/relationships/image" Target="../media/image883.png"/><Relationship Id="rId41" Type="http://schemas.openxmlformats.org/officeDocument/2006/relationships/image" Target="../media/image903.png"/><Relationship Id="rId54" Type="http://schemas.openxmlformats.org/officeDocument/2006/relationships/image" Target="../media/image916.png"/><Relationship Id="rId62" Type="http://schemas.openxmlformats.org/officeDocument/2006/relationships/image" Target="../media/image924.png"/><Relationship Id="rId70" Type="http://schemas.openxmlformats.org/officeDocument/2006/relationships/image" Target="../media/image9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73.png"/><Relationship Id="rId15" Type="http://schemas.openxmlformats.org/officeDocument/2006/relationships/image" Target="../media/image98.png"/><Relationship Id="rId23" Type="http://schemas.openxmlformats.org/officeDocument/2006/relationships/image" Target="../media/image885.png"/><Relationship Id="rId28" Type="http://schemas.openxmlformats.org/officeDocument/2006/relationships/image" Target="../media/image890.png"/><Relationship Id="rId36" Type="http://schemas.openxmlformats.org/officeDocument/2006/relationships/image" Target="../media/image898.png"/><Relationship Id="rId49" Type="http://schemas.openxmlformats.org/officeDocument/2006/relationships/image" Target="../media/image911.png"/><Relationship Id="rId57" Type="http://schemas.openxmlformats.org/officeDocument/2006/relationships/image" Target="../media/image919.png"/><Relationship Id="rId10" Type="http://schemas.openxmlformats.org/officeDocument/2006/relationships/image" Target="../media/image876.png"/><Relationship Id="rId31" Type="http://schemas.openxmlformats.org/officeDocument/2006/relationships/image" Target="../media/image893.png"/><Relationship Id="rId44" Type="http://schemas.openxmlformats.org/officeDocument/2006/relationships/image" Target="../media/image906.png"/><Relationship Id="rId52" Type="http://schemas.openxmlformats.org/officeDocument/2006/relationships/image" Target="../media/image914.png"/><Relationship Id="rId60" Type="http://schemas.openxmlformats.org/officeDocument/2006/relationships/image" Target="../media/image922.png"/><Relationship Id="rId65" Type="http://schemas.openxmlformats.org/officeDocument/2006/relationships/image" Target="../media/image927.png"/><Relationship Id="rId4" Type="http://schemas.openxmlformats.org/officeDocument/2006/relationships/image" Target="../media/image871.png"/><Relationship Id="rId9" Type="http://schemas.openxmlformats.org/officeDocument/2006/relationships/image" Target="../media/image750.png"/><Relationship Id="rId13" Type="http://schemas.openxmlformats.org/officeDocument/2006/relationships/image" Target="../media/image879.png"/><Relationship Id="rId18" Type="http://schemas.openxmlformats.org/officeDocument/2006/relationships/image" Target="../media/image762.png"/><Relationship Id="rId39" Type="http://schemas.openxmlformats.org/officeDocument/2006/relationships/image" Target="../media/image901.png"/><Relationship Id="rId34" Type="http://schemas.openxmlformats.org/officeDocument/2006/relationships/image" Target="../media/image896.png"/><Relationship Id="rId50" Type="http://schemas.openxmlformats.org/officeDocument/2006/relationships/image" Target="../media/image912.png"/><Relationship Id="rId55" Type="http://schemas.openxmlformats.org/officeDocument/2006/relationships/image" Target="../media/image9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934.png"/><Relationship Id="rId7" Type="http://schemas.openxmlformats.org/officeDocument/2006/relationships/image" Target="../media/image937.png"/><Relationship Id="rId12" Type="http://schemas.openxmlformats.org/officeDocument/2006/relationships/image" Target="../media/image9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36.png"/><Relationship Id="rId11" Type="http://schemas.openxmlformats.org/officeDocument/2006/relationships/image" Target="../media/image940.png"/><Relationship Id="rId5" Type="http://schemas.openxmlformats.org/officeDocument/2006/relationships/image" Target="../media/image95.png"/><Relationship Id="rId10" Type="http://schemas.openxmlformats.org/officeDocument/2006/relationships/image" Target="../media/image939.png"/><Relationship Id="rId4" Type="http://schemas.openxmlformats.org/officeDocument/2006/relationships/image" Target="../media/image935.png"/><Relationship Id="rId9" Type="http://schemas.openxmlformats.org/officeDocument/2006/relationships/image" Target="../media/image93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4.png"/><Relationship Id="rId3" Type="http://schemas.openxmlformats.org/officeDocument/2006/relationships/image" Target="../media/image258.png"/><Relationship Id="rId7" Type="http://schemas.openxmlformats.org/officeDocument/2006/relationships/image" Target="../media/image458.png"/><Relationship Id="rId12" Type="http://schemas.openxmlformats.org/officeDocument/2006/relationships/image" Target="../media/image932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3.png"/><Relationship Id="rId11" Type="http://schemas.openxmlformats.org/officeDocument/2006/relationships/image" Target="../media/image946.png"/><Relationship Id="rId5" Type="http://schemas.openxmlformats.org/officeDocument/2006/relationships/image" Target="../media/image942.png"/><Relationship Id="rId10" Type="http://schemas.openxmlformats.org/officeDocument/2006/relationships/image" Target="../media/image945.png"/><Relationship Id="rId4" Type="http://schemas.openxmlformats.org/officeDocument/2006/relationships/image" Target="../media/image462.png"/><Relationship Id="rId9" Type="http://schemas.openxmlformats.org/officeDocument/2006/relationships/image" Target="../media/image45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13" Type="http://schemas.openxmlformats.org/officeDocument/2006/relationships/image" Target="../media/image951.png"/><Relationship Id="rId3" Type="http://schemas.openxmlformats.org/officeDocument/2006/relationships/image" Target="../media/image88.png"/><Relationship Id="rId7" Type="http://schemas.openxmlformats.org/officeDocument/2006/relationships/image" Target="../media/image95.png"/><Relationship Id="rId12" Type="http://schemas.openxmlformats.org/officeDocument/2006/relationships/image" Target="../media/image95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8.png"/><Relationship Id="rId11" Type="http://schemas.openxmlformats.org/officeDocument/2006/relationships/image" Target="../media/image949.png"/><Relationship Id="rId5" Type="http://schemas.openxmlformats.org/officeDocument/2006/relationships/image" Target="../media/image947.png"/><Relationship Id="rId10" Type="http://schemas.openxmlformats.org/officeDocument/2006/relationships/image" Target="../media/image96.png"/><Relationship Id="rId4" Type="http://schemas.openxmlformats.org/officeDocument/2006/relationships/image" Target="../media/image91.png"/><Relationship Id="rId9" Type="http://schemas.openxmlformats.org/officeDocument/2006/relationships/image" Target="../media/image449.png"/><Relationship Id="rId14" Type="http://schemas.openxmlformats.org/officeDocument/2006/relationships/image" Target="../media/image952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71.png"/><Relationship Id="rId21" Type="http://schemas.openxmlformats.org/officeDocument/2006/relationships/image" Target="../media/image966.png"/><Relationship Id="rId42" Type="http://schemas.openxmlformats.org/officeDocument/2006/relationships/image" Target="../media/image987.png"/><Relationship Id="rId47" Type="http://schemas.openxmlformats.org/officeDocument/2006/relationships/image" Target="../media/image992.png"/><Relationship Id="rId63" Type="http://schemas.openxmlformats.org/officeDocument/2006/relationships/image" Target="../media/image1008.png"/><Relationship Id="rId68" Type="http://schemas.openxmlformats.org/officeDocument/2006/relationships/image" Target="../media/image1013.png"/><Relationship Id="rId84" Type="http://schemas.openxmlformats.org/officeDocument/2006/relationships/image" Target="../media/image1029.png"/><Relationship Id="rId89" Type="http://schemas.openxmlformats.org/officeDocument/2006/relationships/image" Target="../media/image1034.png"/><Relationship Id="rId112" Type="http://schemas.openxmlformats.org/officeDocument/2006/relationships/image" Target="../media/image128.png"/><Relationship Id="rId16" Type="http://schemas.openxmlformats.org/officeDocument/2006/relationships/image" Target="../media/image963.png"/><Relationship Id="rId107" Type="http://schemas.openxmlformats.org/officeDocument/2006/relationships/image" Target="../media/image1052.png"/><Relationship Id="rId11" Type="http://schemas.openxmlformats.org/officeDocument/2006/relationships/image" Target="../media/image958.png"/><Relationship Id="rId32" Type="http://schemas.openxmlformats.org/officeDocument/2006/relationships/image" Target="../media/image977.png"/><Relationship Id="rId37" Type="http://schemas.openxmlformats.org/officeDocument/2006/relationships/image" Target="../media/image982.png"/><Relationship Id="rId53" Type="http://schemas.openxmlformats.org/officeDocument/2006/relationships/image" Target="../media/image998.png"/><Relationship Id="rId58" Type="http://schemas.openxmlformats.org/officeDocument/2006/relationships/image" Target="../media/image1003.png"/><Relationship Id="rId74" Type="http://schemas.openxmlformats.org/officeDocument/2006/relationships/image" Target="../media/image1019.png"/><Relationship Id="rId79" Type="http://schemas.openxmlformats.org/officeDocument/2006/relationships/image" Target="../media/image1024.png"/><Relationship Id="rId102" Type="http://schemas.openxmlformats.org/officeDocument/2006/relationships/image" Target="../media/image1047.png"/><Relationship Id="rId5" Type="http://schemas.openxmlformats.org/officeDocument/2006/relationships/image" Target="../media/image954.png"/><Relationship Id="rId90" Type="http://schemas.openxmlformats.org/officeDocument/2006/relationships/image" Target="../media/image1035.png"/><Relationship Id="rId95" Type="http://schemas.openxmlformats.org/officeDocument/2006/relationships/image" Target="../media/image1040.png"/><Relationship Id="rId22" Type="http://schemas.openxmlformats.org/officeDocument/2006/relationships/image" Target="../media/image967.png"/><Relationship Id="rId27" Type="http://schemas.openxmlformats.org/officeDocument/2006/relationships/image" Target="../media/image972.png"/><Relationship Id="rId43" Type="http://schemas.openxmlformats.org/officeDocument/2006/relationships/image" Target="../media/image988.png"/><Relationship Id="rId48" Type="http://schemas.openxmlformats.org/officeDocument/2006/relationships/image" Target="../media/image993.png"/><Relationship Id="rId64" Type="http://schemas.openxmlformats.org/officeDocument/2006/relationships/image" Target="../media/image1009.png"/><Relationship Id="rId69" Type="http://schemas.openxmlformats.org/officeDocument/2006/relationships/image" Target="../media/image1014.png"/><Relationship Id="rId80" Type="http://schemas.openxmlformats.org/officeDocument/2006/relationships/image" Target="../media/image1025.png"/><Relationship Id="rId85" Type="http://schemas.openxmlformats.org/officeDocument/2006/relationships/image" Target="../media/image1030.png"/><Relationship Id="rId12" Type="http://schemas.openxmlformats.org/officeDocument/2006/relationships/image" Target="../media/image959.png"/><Relationship Id="rId17" Type="http://schemas.openxmlformats.org/officeDocument/2006/relationships/image" Target="../media/image458.png"/><Relationship Id="rId33" Type="http://schemas.openxmlformats.org/officeDocument/2006/relationships/image" Target="../media/image978.png"/><Relationship Id="rId38" Type="http://schemas.openxmlformats.org/officeDocument/2006/relationships/image" Target="../media/image983.png"/><Relationship Id="rId59" Type="http://schemas.openxmlformats.org/officeDocument/2006/relationships/image" Target="../media/image1004.png"/><Relationship Id="rId103" Type="http://schemas.openxmlformats.org/officeDocument/2006/relationships/image" Target="../media/image1048.png"/><Relationship Id="rId108" Type="http://schemas.openxmlformats.org/officeDocument/2006/relationships/image" Target="../media/image1053.png"/><Relationship Id="rId54" Type="http://schemas.openxmlformats.org/officeDocument/2006/relationships/image" Target="../media/image999.png"/><Relationship Id="rId70" Type="http://schemas.openxmlformats.org/officeDocument/2006/relationships/image" Target="../media/image1015.png"/><Relationship Id="rId75" Type="http://schemas.openxmlformats.org/officeDocument/2006/relationships/image" Target="../media/image1020.png"/><Relationship Id="rId91" Type="http://schemas.openxmlformats.org/officeDocument/2006/relationships/image" Target="../media/image1036.png"/><Relationship Id="rId96" Type="http://schemas.openxmlformats.org/officeDocument/2006/relationships/image" Target="../media/image10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5.png"/><Relationship Id="rId15" Type="http://schemas.openxmlformats.org/officeDocument/2006/relationships/image" Target="../media/image962.png"/><Relationship Id="rId23" Type="http://schemas.openxmlformats.org/officeDocument/2006/relationships/image" Target="../media/image968.png"/><Relationship Id="rId28" Type="http://schemas.openxmlformats.org/officeDocument/2006/relationships/image" Target="../media/image973.png"/><Relationship Id="rId36" Type="http://schemas.openxmlformats.org/officeDocument/2006/relationships/image" Target="../media/image981.png"/><Relationship Id="rId49" Type="http://schemas.openxmlformats.org/officeDocument/2006/relationships/image" Target="../media/image994.png"/><Relationship Id="rId57" Type="http://schemas.openxmlformats.org/officeDocument/2006/relationships/image" Target="../media/image1002.png"/><Relationship Id="rId106" Type="http://schemas.openxmlformats.org/officeDocument/2006/relationships/image" Target="../media/image1051.png"/><Relationship Id="rId10" Type="http://schemas.openxmlformats.org/officeDocument/2006/relationships/image" Target="../media/image457.png"/><Relationship Id="rId31" Type="http://schemas.openxmlformats.org/officeDocument/2006/relationships/image" Target="../media/image976.png"/><Relationship Id="rId44" Type="http://schemas.openxmlformats.org/officeDocument/2006/relationships/image" Target="../media/image989.png"/><Relationship Id="rId52" Type="http://schemas.openxmlformats.org/officeDocument/2006/relationships/image" Target="../media/image997.png"/><Relationship Id="rId60" Type="http://schemas.openxmlformats.org/officeDocument/2006/relationships/image" Target="../media/image1005.png"/><Relationship Id="rId65" Type="http://schemas.openxmlformats.org/officeDocument/2006/relationships/image" Target="../media/image1010.png"/><Relationship Id="rId73" Type="http://schemas.openxmlformats.org/officeDocument/2006/relationships/image" Target="../media/image1018.png"/><Relationship Id="rId78" Type="http://schemas.openxmlformats.org/officeDocument/2006/relationships/image" Target="../media/image1023.png"/><Relationship Id="rId81" Type="http://schemas.openxmlformats.org/officeDocument/2006/relationships/image" Target="../media/image1026.png"/><Relationship Id="rId86" Type="http://schemas.openxmlformats.org/officeDocument/2006/relationships/image" Target="../media/image1031.png"/><Relationship Id="rId94" Type="http://schemas.openxmlformats.org/officeDocument/2006/relationships/image" Target="../media/image1039.png"/><Relationship Id="rId99" Type="http://schemas.openxmlformats.org/officeDocument/2006/relationships/image" Target="../media/image1044.png"/><Relationship Id="rId101" Type="http://schemas.openxmlformats.org/officeDocument/2006/relationships/image" Target="../media/image1046.png"/><Relationship Id="rId4" Type="http://schemas.openxmlformats.org/officeDocument/2006/relationships/image" Target="../media/image953.png"/><Relationship Id="rId9" Type="http://schemas.openxmlformats.org/officeDocument/2006/relationships/image" Target="../media/image261.png"/><Relationship Id="rId13" Type="http://schemas.openxmlformats.org/officeDocument/2006/relationships/image" Target="../media/image960.png"/><Relationship Id="rId18" Type="http://schemas.openxmlformats.org/officeDocument/2006/relationships/image" Target="../media/image459.png"/><Relationship Id="rId39" Type="http://schemas.openxmlformats.org/officeDocument/2006/relationships/image" Target="../media/image984.png"/><Relationship Id="rId109" Type="http://schemas.openxmlformats.org/officeDocument/2006/relationships/image" Target="../media/image1054.png"/><Relationship Id="rId34" Type="http://schemas.openxmlformats.org/officeDocument/2006/relationships/image" Target="../media/image979.png"/><Relationship Id="rId50" Type="http://schemas.openxmlformats.org/officeDocument/2006/relationships/image" Target="../media/image995.png"/><Relationship Id="rId55" Type="http://schemas.openxmlformats.org/officeDocument/2006/relationships/image" Target="../media/image1000.png"/><Relationship Id="rId76" Type="http://schemas.openxmlformats.org/officeDocument/2006/relationships/image" Target="../media/image1021.png"/><Relationship Id="rId97" Type="http://schemas.openxmlformats.org/officeDocument/2006/relationships/image" Target="../media/image1042.png"/><Relationship Id="rId104" Type="http://schemas.openxmlformats.org/officeDocument/2006/relationships/image" Target="../media/image1049.png"/><Relationship Id="rId7" Type="http://schemas.openxmlformats.org/officeDocument/2006/relationships/image" Target="../media/image956.png"/><Relationship Id="rId71" Type="http://schemas.openxmlformats.org/officeDocument/2006/relationships/image" Target="../media/image1016.png"/><Relationship Id="rId92" Type="http://schemas.openxmlformats.org/officeDocument/2006/relationships/image" Target="../media/image1037.png"/><Relationship Id="rId2" Type="http://schemas.openxmlformats.org/officeDocument/2006/relationships/image" Target="../media/image98.png"/><Relationship Id="rId29" Type="http://schemas.openxmlformats.org/officeDocument/2006/relationships/image" Target="../media/image974.png"/><Relationship Id="rId24" Type="http://schemas.openxmlformats.org/officeDocument/2006/relationships/image" Target="../media/image969.png"/><Relationship Id="rId40" Type="http://schemas.openxmlformats.org/officeDocument/2006/relationships/image" Target="../media/image985.png"/><Relationship Id="rId45" Type="http://schemas.openxmlformats.org/officeDocument/2006/relationships/image" Target="../media/image990.png"/><Relationship Id="rId66" Type="http://schemas.openxmlformats.org/officeDocument/2006/relationships/image" Target="../media/image1011.png"/><Relationship Id="rId87" Type="http://schemas.openxmlformats.org/officeDocument/2006/relationships/image" Target="../media/image1032.png"/><Relationship Id="rId110" Type="http://schemas.openxmlformats.org/officeDocument/2006/relationships/image" Target="../media/image1055.png"/><Relationship Id="rId61" Type="http://schemas.openxmlformats.org/officeDocument/2006/relationships/image" Target="../media/image1006.png"/><Relationship Id="rId82" Type="http://schemas.openxmlformats.org/officeDocument/2006/relationships/image" Target="../media/image1027.png"/><Relationship Id="rId19" Type="http://schemas.openxmlformats.org/officeDocument/2006/relationships/image" Target="../media/image964.png"/><Relationship Id="rId14" Type="http://schemas.openxmlformats.org/officeDocument/2006/relationships/image" Target="../media/image961.png"/><Relationship Id="rId30" Type="http://schemas.openxmlformats.org/officeDocument/2006/relationships/image" Target="../media/image975.png"/><Relationship Id="rId35" Type="http://schemas.openxmlformats.org/officeDocument/2006/relationships/image" Target="../media/image980.png"/><Relationship Id="rId56" Type="http://schemas.openxmlformats.org/officeDocument/2006/relationships/image" Target="../media/image1001.png"/><Relationship Id="rId77" Type="http://schemas.openxmlformats.org/officeDocument/2006/relationships/image" Target="../media/image1022.png"/><Relationship Id="rId100" Type="http://schemas.openxmlformats.org/officeDocument/2006/relationships/image" Target="../media/image1045.png"/><Relationship Id="rId105" Type="http://schemas.openxmlformats.org/officeDocument/2006/relationships/image" Target="../media/image1050.png"/><Relationship Id="rId8" Type="http://schemas.openxmlformats.org/officeDocument/2006/relationships/image" Target="../media/image957.png"/><Relationship Id="rId51" Type="http://schemas.openxmlformats.org/officeDocument/2006/relationships/image" Target="../media/image996.png"/><Relationship Id="rId72" Type="http://schemas.openxmlformats.org/officeDocument/2006/relationships/image" Target="../media/image1017.png"/><Relationship Id="rId93" Type="http://schemas.openxmlformats.org/officeDocument/2006/relationships/image" Target="../media/image1038.png"/><Relationship Id="rId98" Type="http://schemas.openxmlformats.org/officeDocument/2006/relationships/image" Target="../media/image1043.png"/><Relationship Id="rId3" Type="http://schemas.openxmlformats.org/officeDocument/2006/relationships/image" Target="../media/image258.png"/><Relationship Id="rId25" Type="http://schemas.openxmlformats.org/officeDocument/2006/relationships/image" Target="../media/image970.png"/><Relationship Id="rId46" Type="http://schemas.openxmlformats.org/officeDocument/2006/relationships/image" Target="../media/image991.png"/><Relationship Id="rId67" Type="http://schemas.openxmlformats.org/officeDocument/2006/relationships/image" Target="../media/image1012.png"/><Relationship Id="rId20" Type="http://schemas.openxmlformats.org/officeDocument/2006/relationships/image" Target="../media/image965.png"/><Relationship Id="rId41" Type="http://schemas.openxmlformats.org/officeDocument/2006/relationships/image" Target="../media/image986.png"/><Relationship Id="rId62" Type="http://schemas.openxmlformats.org/officeDocument/2006/relationships/image" Target="../media/image1007.png"/><Relationship Id="rId83" Type="http://schemas.openxmlformats.org/officeDocument/2006/relationships/image" Target="../media/image1028.png"/><Relationship Id="rId88" Type="http://schemas.openxmlformats.org/officeDocument/2006/relationships/image" Target="../media/image1033.png"/><Relationship Id="rId111" Type="http://schemas.openxmlformats.org/officeDocument/2006/relationships/image" Target="../media/image9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81.png"/><Relationship Id="rId21" Type="http://schemas.openxmlformats.org/officeDocument/2006/relationships/image" Target="../media/image1076.png"/><Relationship Id="rId34" Type="http://schemas.openxmlformats.org/officeDocument/2006/relationships/image" Target="../media/image1089.png"/><Relationship Id="rId42" Type="http://schemas.openxmlformats.org/officeDocument/2006/relationships/image" Target="../media/image1097.png"/><Relationship Id="rId47" Type="http://schemas.openxmlformats.org/officeDocument/2006/relationships/image" Target="../media/image1102.png"/><Relationship Id="rId50" Type="http://schemas.openxmlformats.org/officeDocument/2006/relationships/image" Target="../media/image1105.png"/><Relationship Id="rId55" Type="http://schemas.openxmlformats.org/officeDocument/2006/relationships/image" Target="../media/image1110.png"/><Relationship Id="rId63" Type="http://schemas.openxmlformats.org/officeDocument/2006/relationships/image" Target="../media/image758.png"/><Relationship Id="rId7" Type="http://schemas.openxmlformats.org/officeDocument/2006/relationships/image" Target="../media/image1062.png"/><Relationship Id="rId2" Type="http://schemas.openxmlformats.org/officeDocument/2006/relationships/image" Target="../media/image1057.png"/><Relationship Id="rId16" Type="http://schemas.openxmlformats.org/officeDocument/2006/relationships/image" Target="../media/image1071.png"/><Relationship Id="rId29" Type="http://schemas.openxmlformats.org/officeDocument/2006/relationships/image" Target="../media/image1084.png"/><Relationship Id="rId11" Type="http://schemas.openxmlformats.org/officeDocument/2006/relationships/image" Target="../media/image1066.png"/><Relationship Id="rId24" Type="http://schemas.openxmlformats.org/officeDocument/2006/relationships/image" Target="../media/image1079.png"/><Relationship Id="rId32" Type="http://schemas.openxmlformats.org/officeDocument/2006/relationships/image" Target="../media/image1087.png"/><Relationship Id="rId37" Type="http://schemas.openxmlformats.org/officeDocument/2006/relationships/image" Target="../media/image1092.png"/><Relationship Id="rId40" Type="http://schemas.openxmlformats.org/officeDocument/2006/relationships/image" Target="../media/image1095.png"/><Relationship Id="rId45" Type="http://schemas.openxmlformats.org/officeDocument/2006/relationships/image" Target="../media/image1100.png"/><Relationship Id="rId53" Type="http://schemas.openxmlformats.org/officeDocument/2006/relationships/image" Target="../media/image1108.png"/><Relationship Id="rId58" Type="http://schemas.openxmlformats.org/officeDocument/2006/relationships/image" Target="../media/image98.png"/><Relationship Id="rId66" Type="http://schemas.openxmlformats.org/officeDocument/2006/relationships/image" Target="../media/image932.png"/><Relationship Id="rId5" Type="http://schemas.openxmlformats.org/officeDocument/2006/relationships/image" Target="../media/image1060.png"/><Relationship Id="rId61" Type="http://schemas.openxmlformats.org/officeDocument/2006/relationships/image" Target="../media/image1114.png"/><Relationship Id="rId19" Type="http://schemas.openxmlformats.org/officeDocument/2006/relationships/image" Target="../media/image1074.png"/><Relationship Id="rId14" Type="http://schemas.openxmlformats.org/officeDocument/2006/relationships/image" Target="../media/image1069.png"/><Relationship Id="rId22" Type="http://schemas.openxmlformats.org/officeDocument/2006/relationships/image" Target="../media/image1077.png"/><Relationship Id="rId27" Type="http://schemas.openxmlformats.org/officeDocument/2006/relationships/image" Target="../media/image1082.png"/><Relationship Id="rId30" Type="http://schemas.openxmlformats.org/officeDocument/2006/relationships/image" Target="../media/image1085.png"/><Relationship Id="rId35" Type="http://schemas.openxmlformats.org/officeDocument/2006/relationships/image" Target="../media/image1090.png"/><Relationship Id="rId43" Type="http://schemas.openxmlformats.org/officeDocument/2006/relationships/image" Target="../media/image1098.png"/><Relationship Id="rId48" Type="http://schemas.openxmlformats.org/officeDocument/2006/relationships/image" Target="../media/image1103.png"/><Relationship Id="rId56" Type="http://schemas.openxmlformats.org/officeDocument/2006/relationships/image" Target="../media/image1111.png"/><Relationship Id="rId64" Type="http://schemas.openxmlformats.org/officeDocument/2006/relationships/image" Target="../media/image1115.png"/><Relationship Id="rId8" Type="http://schemas.openxmlformats.org/officeDocument/2006/relationships/image" Target="../media/image1063.png"/><Relationship Id="rId51" Type="http://schemas.openxmlformats.org/officeDocument/2006/relationships/image" Target="../media/image1106.png"/><Relationship Id="rId3" Type="http://schemas.openxmlformats.org/officeDocument/2006/relationships/image" Target="../media/image1058.png"/><Relationship Id="rId12" Type="http://schemas.openxmlformats.org/officeDocument/2006/relationships/image" Target="../media/image1067.png"/><Relationship Id="rId17" Type="http://schemas.openxmlformats.org/officeDocument/2006/relationships/image" Target="../media/image1072.png"/><Relationship Id="rId25" Type="http://schemas.openxmlformats.org/officeDocument/2006/relationships/image" Target="../media/image1080.png"/><Relationship Id="rId33" Type="http://schemas.openxmlformats.org/officeDocument/2006/relationships/image" Target="../media/image1088.png"/><Relationship Id="rId38" Type="http://schemas.openxmlformats.org/officeDocument/2006/relationships/image" Target="../media/image1093.png"/><Relationship Id="rId46" Type="http://schemas.openxmlformats.org/officeDocument/2006/relationships/image" Target="../media/image1101.png"/><Relationship Id="rId59" Type="http://schemas.openxmlformats.org/officeDocument/2006/relationships/image" Target="../media/image258.png"/><Relationship Id="rId67" Type="http://schemas.openxmlformats.org/officeDocument/2006/relationships/image" Target="../media/image754.png"/><Relationship Id="rId20" Type="http://schemas.openxmlformats.org/officeDocument/2006/relationships/image" Target="../media/image1075.png"/><Relationship Id="rId41" Type="http://schemas.openxmlformats.org/officeDocument/2006/relationships/image" Target="../media/image1096.png"/><Relationship Id="rId54" Type="http://schemas.openxmlformats.org/officeDocument/2006/relationships/image" Target="../media/image1109.png"/><Relationship Id="rId62" Type="http://schemas.openxmlformats.org/officeDocument/2006/relationships/image" Target="../media/image9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61.png"/><Relationship Id="rId15" Type="http://schemas.openxmlformats.org/officeDocument/2006/relationships/image" Target="../media/image1070.png"/><Relationship Id="rId23" Type="http://schemas.openxmlformats.org/officeDocument/2006/relationships/image" Target="../media/image1078.png"/><Relationship Id="rId28" Type="http://schemas.openxmlformats.org/officeDocument/2006/relationships/image" Target="../media/image1083.png"/><Relationship Id="rId36" Type="http://schemas.openxmlformats.org/officeDocument/2006/relationships/image" Target="../media/image1091.png"/><Relationship Id="rId49" Type="http://schemas.openxmlformats.org/officeDocument/2006/relationships/image" Target="../media/image1104.png"/><Relationship Id="rId57" Type="http://schemas.openxmlformats.org/officeDocument/2006/relationships/image" Target="../media/image1112.png"/><Relationship Id="rId10" Type="http://schemas.openxmlformats.org/officeDocument/2006/relationships/image" Target="../media/image1065.png"/><Relationship Id="rId31" Type="http://schemas.openxmlformats.org/officeDocument/2006/relationships/image" Target="../media/image1086.png"/><Relationship Id="rId44" Type="http://schemas.openxmlformats.org/officeDocument/2006/relationships/image" Target="../media/image1099.png"/><Relationship Id="rId52" Type="http://schemas.openxmlformats.org/officeDocument/2006/relationships/image" Target="../media/image1107.png"/><Relationship Id="rId60" Type="http://schemas.openxmlformats.org/officeDocument/2006/relationships/image" Target="../media/image1113.png"/><Relationship Id="rId65" Type="http://schemas.openxmlformats.org/officeDocument/2006/relationships/image" Target="../media/image394.png"/><Relationship Id="rId4" Type="http://schemas.openxmlformats.org/officeDocument/2006/relationships/image" Target="../media/image1059.png"/><Relationship Id="rId9" Type="http://schemas.openxmlformats.org/officeDocument/2006/relationships/image" Target="../media/image1064.png"/><Relationship Id="rId13" Type="http://schemas.openxmlformats.org/officeDocument/2006/relationships/image" Target="../media/image1068.png"/><Relationship Id="rId18" Type="http://schemas.openxmlformats.org/officeDocument/2006/relationships/image" Target="../media/image1073.png"/><Relationship Id="rId39" Type="http://schemas.openxmlformats.org/officeDocument/2006/relationships/image" Target="../media/image1094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27.png"/><Relationship Id="rId21" Type="http://schemas.openxmlformats.org/officeDocument/2006/relationships/image" Target="../media/image1132.png"/><Relationship Id="rId42" Type="http://schemas.openxmlformats.org/officeDocument/2006/relationships/image" Target="../media/image1153.png"/><Relationship Id="rId63" Type="http://schemas.openxmlformats.org/officeDocument/2006/relationships/image" Target="../media/image1174.png"/><Relationship Id="rId84" Type="http://schemas.openxmlformats.org/officeDocument/2006/relationships/image" Target="../media/image1195.png"/><Relationship Id="rId138" Type="http://schemas.openxmlformats.org/officeDocument/2006/relationships/image" Target="../media/image796.png"/><Relationship Id="rId159" Type="http://schemas.openxmlformats.org/officeDocument/2006/relationships/image" Target="../media/image1268.png"/><Relationship Id="rId107" Type="http://schemas.openxmlformats.org/officeDocument/2006/relationships/image" Target="../media/image795.png"/><Relationship Id="rId11" Type="http://schemas.openxmlformats.org/officeDocument/2006/relationships/image" Target="../media/image1122.png"/><Relationship Id="rId32" Type="http://schemas.openxmlformats.org/officeDocument/2006/relationships/image" Target="../media/image1143.png"/><Relationship Id="rId53" Type="http://schemas.openxmlformats.org/officeDocument/2006/relationships/image" Target="../media/image1164.png"/><Relationship Id="rId74" Type="http://schemas.openxmlformats.org/officeDocument/2006/relationships/image" Target="../media/image1185.png"/><Relationship Id="rId128" Type="http://schemas.openxmlformats.org/officeDocument/2006/relationships/image" Target="../media/image1238.png"/><Relationship Id="rId149" Type="http://schemas.openxmlformats.org/officeDocument/2006/relationships/image" Target="../media/image1258.png"/><Relationship Id="rId5" Type="http://schemas.openxmlformats.org/officeDocument/2006/relationships/image" Target="../media/image954.png"/><Relationship Id="rId95" Type="http://schemas.openxmlformats.org/officeDocument/2006/relationships/image" Target="../media/image1206.png"/><Relationship Id="rId160" Type="http://schemas.openxmlformats.org/officeDocument/2006/relationships/image" Target="../media/image1269.png"/><Relationship Id="rId22" Type="http://schemas.openxmlformats.org/officeDocument/2006/relationships/image" Target="../media/image1133.png"/><Relationship Id="rId43" Type="http://schemas.openxmlformats.org/officeDocument/2006/relationships/image" Target="../media/image1154.png"/><Relationship Id="rId64" Type="http://schemas.openxmlformats.org/officeDocument/2006/relationships/image" Target="../media/image1175.png"/><Relationship Id="rId118" Type="http://schemas.openxmlformats.org/officeDocument/2006/relationships/image" Target="../media/image1228.png"/><Relationship Id="rId139" Type="http://schemas.openxmlformats.org/officeDocument/2006/relationships/image" Target="../media/image1248.png"/><Relationship Id="rId85" Type="http://schemas.openxmlformats.org/officeDocument/2006/relationships/image" Target="../media/image1196.png"/><Relationship Id="rId150" Type="http://schemas.openxmlformats.org/officeDocument/2006/relationships/image" Target="../media/image1259.png"/><Relationship Id="rId12" Type="http://schemas.openxmlformats.org/officeDocument/2006/relationships/image" Target="../media/image1123.png"/><Relationship Id="rId17" Type="http://schemas.openxmlformats.org/officeDocument/2006/relationships/image" Target="../media/image1128.png"/><Relationship Id="rId33" Type="http://schemas.openxmlformats.org/officeDocument/2006/relationships/image" Target="../media/image1144.png"/><Relationship Id="rId38" Type="http://schemas.openxmlformats.org/officeDocument/2006/relationships/image" Target="../media/image1149.png"/><Relationship Id="rId59" Type="http://schemas.openxmlformats.org/officeDocument/2006/relationships/image" Target="../media/image1170.png"/><Relationship Id="rId103" Type="http://schemas.openxmlformats.org/officeDocument/2006/relationships/image" Target="../media/image1214.png"/><Relationship Id="rId108" Type="http://schemas.openxmlformats.org/officeDocument/2006/relationships/image" Target="../media/image1218.png"/><Relationship Id="rId124" Type="http://schemas.openxmlformats.org/officeDocument/2006/relationships/image" Target="../media/image1234.png"/><Relationship Id="rId129" Type="http://schemas.openxmlformats.org/officeDocument/2006/relationships/image" Target="../media/image1239.png"/><Relationship Id="rId54" Type="http://schemas.openxmlformats.org/officeDocument/2006/relationships/image" Target="../media/image1165.png"/><Relationship Id="rId70" Type="http://schemas.openxmlformats.org/officeDocument/2006/relationships/image" Target="../media/image1181.png"/><Relationship Id="rId75" Type="http://schemas.openxmlformats.org/officeDocument/2006/relationships/image" Target="../media/image1186.png"/><Relationship Id="rId91" Type="http://schemas.openxmlformats.org/officeDocument/2006/relationships/image" Target="../media/image1202.png"/><Relationship Id="rId96" Type="http://schemas.openxmlformats.org/officeDocument/2006/relationships/image" Target="../media/image1207.png"/><Relationship Id="rId140" Type="http://schemas.openxmlformats.org/officeDocument/2006/relationships/image" Target="../media/image1249.png"/><Relationship Id="rId145" Type="http://schemas.openxmlformats.org/officeDocument/2006/relationships/image" Target="../media/image1254.png"/><Relationship Id="rId161" Type="http://schemas.openxmlformats.org/officeDocument/2006/relationships/image" Target="../media/image12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17.png"/><Relationship Id="rId23" Type="http://schemas.openxmlformats.org/officeDocument/2006/relationships/image" Target="../media/image1134.png"/><Relationship Id="rId28" Type="http://schemas.openxmlformats.org/officeDocument/2006/relationships/image" Target="../media/image1139.png"/><Relationship Id="rId49" Type="http://schemas.openxmlformats.org/officeDocument/2006/relationships/image" Target="../media/image1160.png"/><Relationship Id="rId114" Type="http://schemas.openxmlformats.org/officeDocument/2006/relationships/image" Target="../media/image1224.png"/><Relationship Id="rId119" Type="http://schemas.openxmlformats.org/officeDocument/2006/relationships/image" Target="../media/image1229.png"/><Relationship Id="rId44" Type="http://schemas.openxmlformats.org/officeDocument/2006/relationships/image" Target="../media/image1155.png"/><Relationship Id="rId60" Type="http://schemas.openxmlformats.org/officeDocument/2006/relationships/image" Target="../media/image1171.png"/><Relationship Id="rId65" Type="http://schemas.openxmlformats.org/officeDocument/2006/relationships/image" Target="../media/image1176.png"/><Relationship Id="rId81" Type="http://schemas.openxmlformats.org/officeDocument/2006/relationships/image" Target="../media/image1192.png"/><Relationship Id="rId86" Type="http://schemas.openxmlformats.org/officeDocument/2006/relationships/image" Target="../media/image1197.png"/><Relationship Id="rId130" Type="http://schemas.openxmlformats.org/officeDocument/2006/relationships/image" Target="../media/image1240.png"/><Relationship Id="rId135" Type="http://schemas.openxmlformats.org/officeDocument/2006/relationships/image" Target="../media/image1245.png"/><Relationship Id="rId151" Type="http://schemas.openxmlformats.org/officeDocument/2006/relationships/image" Target="../media/image1260.png"/><Relationship Id="rId156" Type="http://schemas.openxmlformats.org/officeDocument/2006/relationships/image" Target="../media/image1265.png"/><Relationship Id="rId13" Type="http://schemas.openxmlformats.org/officeDocument/2006/relationships/image" Target="../media/image1124.png"/><Relationship Id="rId18" Type="http://schemas.openxmlformats.org/officeDocument/2006/relationships/image" Target="../media/image1129.png"/><Relationship Id="rId39" Type="http://schemas.openxmlformats.org/officeDocument/2006/relationships/image" Target="../media/image1150.png"/><Relationship Id="rId109" Type="http://schemas.openxmlformats.org/officeDocument/2006/relationships/image" Target="../media/image1219.png"/><Relationship Id="rId34" Type="http://schemas.openxmlformats.org/officeDocument/2006/relationships/image" Target="../media/image1145.png"/><Relationship Id="rId50" Type="http://schemas.openxmlformats.org/officeDocument/2006/relationships/image" Target="../media/image1161.png"/><Relationship Id="rId55" Type="http://schemas.openxmlformats.org/officeDocument/2006/relationships/image" Target="../media/image1166.png"/><Relationship Id="rId76" Type="http://schemas.openxmlformats.org/officeDocument/2006/relationships/image" Target="../media/image1187.png"/><Relationship Id="rId97" Type="http://schemas.openxmlformats.org/officeDocument/2006/relationships/image" Target="../media/image1208.png"/><Relationship Id="rId104" Type="http://schemas.openxmlformats.org/officeDocument/2006/relationships/image" Target="../media/image1215.png"/><Relationship Id="rId120" Type="http://schemas.openxmlformats.org/officeDocument/2006/relationships/image" Target="../media/image1230.png"/><Relationship Id="rId125" Type="http://schemas.openxmlformats.org/officeDocument/2006/relationships/image" Target="../media/image1235.png"/><Relationship Id="rId141" Type="http://schemas.openxmlformats.org/officeDocument/2006/relationships/image" Target="../media/image1250.png"/><Relationship Id="rId146" Type="http://schemas.openxmlformats.org/officeDocument/2006/relationships/image" Target="../media/image1255.png"/><Relationship Id="rId7" Type="http://schemas.openxmlformats.org/officeDocument/2006/relationships/image" Target="../media/image1118.png"/><Relationship Id="rId71" Type="http://schemas.openxmlformats.org/officeDocument/2006/relationships/image" Target="../media/image1182.png"/><Relationship Id="rId92" Type="http://schemas.openxmlformats.org/officeDocument/2006/relationships/image" Target="../media/image1203.png"/><Relationship Id="rId162" Type="http://schemas.openxmlformats.org/officeDocument/2006/relationships/image" Target="../media/image1271.png"/><Relationship Id="rId2" Type="http://schemas.openxmlformats.org/officeDocument/2006/relationships/image" Target="../media/image98.png"/><Relationship Id="rId29" Type="http://schemas.openxmlformats.org/officeDocument/2006/relationships/image" Target="../media/image1140.png"/><Relationship Id="rId24" Type="http://schemas.openxmlformats.org/officeDocument/2006/relationships/image" Target="../media/image1135.png"/><Relationship Id="rId40" Type="http://schemas.openxmlformats.org/officeDocument/2006/relationships/image" Target="../media/image1151.png"/><Relationship Id="rId45" Type="http://schemas.openxmlformats.org/officeDocument/2006/relationships/image" Target="../media/image1156.png"/><Relationship Id="rId66" Type="http://schemas.openxmlformats.org/officeDocument/2006/relationships/image" Target="../media/image1177.png"/><Relationship Id="rId87" Type="http://schemas.openxmlformats.org/officeDocument/2006/relationships/image" Target="../media/image1198.png"/><Relationship Id="rId110" Type="http://schemas.openxmlformats.org/officeDocument/2006/relationships/image" Target="../media/image1220.png"/><Relationship Id="rId115" Type="http://schemas.openxmlformats.org/officeDocument/2006/relationships/image" Target="../media/image1225.png"/><Relationship Id="rId131" Type="http://schemas.openxmlformats.org/officeDocument/2006/relationships/image" Target="../media/image1241.png"/><Relationship Id="rId136" Type="http://schemas.openxmlformats.org/officeDocument/2006/relationships/image" Target="../media/image1246.png"/><Relationship Id="rId157" Type="http://schemas.openxmlformats.org/officeDocument/2006/relationships/image" Target="../media/image1266.png"/><Relationship Id="rId61" Type="http://schemas.openxmlformats.org/officeDocument/2006/relationships/image" Target="../media/image1172.png"/><Relationship Id="rId82" Type="http://schemas.openxmlformats.org/officeDocument/2006/relationships/image" Target="../media/image1193.png"/><Relationship Id="rId152" Type="http://schemas.openxmlformats.org/officeDocument/2006/relationships/image" Target="../media/image1261.png"/><Relationship Id="rId19" Type="http://schemas.openxmlformats.org/officeDocument/2006/relationships/image" Target="../media/image1130.png"/><Relationship Id="rId14" Type="http://schemas.openxmlformats.org/officeDocument/2006/relationships/image" Target="../media/image1125.png"/><Relationship Id="rId30" Type="http://schemas.openxmlformats.org/officeDocument/2006/relationships/image" Target="../media/image1141.png"/><Relationship Id="rId35" Type="http://schemas.openxmlformats.org/officeDocument/2006/relationships/image" Target="../media/image1146.png"/><Relationship Id="rId56" Type="http://schemas.openxmlformats.org/officeDocument/2006/relationships/image" Target="../media/image1167.png"/><Relationship Id="rId77" Type="http://schemas.openxmlformats.org/officeDocument/2006/relationships/image" Target="../media/image1188.png"/><Relationship Id="rId100" Type="http://schemas.openxmlformats.org/officeDocument/2006/relationships/image" Target="../media/image1211.png"/><Relationship Id="rId105" Type="http://schemas.openxmlformats.org/officeDocument/2006/relationships/image" Target="../media/image1216.png"/><Relationship Id="rId126" Type="http://schemas.openxmlformats.org/officeDocument/2006/relationships/image" Target="../media/image1236.png"/><Relationship Id="rId147" Type="http://schemas.openxmlformats.org/officeDocument/2006/relationships/image" Target="../media/image1256.png"/><Relationship Id="rId8" Type="http://schemas.openxmlformats.org/officeDocument/2006/relationships/image" Target="../media/image1119.png"/><Relationship Id="rId51" Type="http://schemas.openxmlformats.org/officeDocument/2006/relationships/image" Target="../media/image1162.png"/><Relationship Id="rId72" Type="http://schemas.openxmlformats.org/officeDocument/2006/relationships/image" Target="../media/image1183.png"/><Relationship Id="rId93" Type="http://schemas.openxmlformats.org/officeDocument/2006/relationships/image" Target="../media/image1204.png"/><Relationship Id="rId98" Type="http://schemas.openxmlformats.org/officeDocument/2006/relationships/image" Target="../media/image1209.png"/><Relationship Id="rId121" Type="http://schemas.openxmlformats.org/officeDocument/2006/relationships/image" Target="../media/image1231.png"/><Relationship Id="rId142" Type="http://schemas.openxmlformats.org/officeDocument/2006/relationships/image" Target="../media/image1251.png"/><Relationship Id="rId163" Type="http://schemas.openxmlformats.org/officeDocument/2006/relationships/image" Target="../media/image348.png"/><Relationship Id="rId3" Type="http://schemas.openxmlformats.org/officeDocument/2006/relationships/image" Target="../media/image258.png"/><Relationship Id="rId25" Type="http://schemas.openxmlformats.org/officeDocument/2006/relationships/image" Target="../media/image1136.png"/><Relationship Id="rId46" Type="http://schemas.openxmlformats.org/officeDocument/2006/relationships/image" Target="../media/image1157.png"/><Relationship Id="rId67" Type="http://schemas.openxmlformats.org/officeDocument/2006/relationships/image" Target="../media/image1178.png"/><Relationship Id="rId116" Type="http://schemas.openxmlformats.org/officeDocument/2006/relationships/image" Target="../media/image1226.png"/><Relationship Id="rId137" Type="http://schemas.openxmlformats.org/officeDocument/2006/relationships/image" Target="../media/image1247.png"/><Relationship Id="rId158" Type="http://schemas.openxmlformats.org/officeDocument/2006/relationships/image" Target="../media/image1267.png"/><Relationship Id="rId20" Type="http://schemas.openxmlformats.org/officeDocument/2006/relationships/image" Target="../media/image1131.png"/><Relationship Id="rId41" Type="http://schemas.openxmlformats.org/officeDocument/2006/relationships/image" Target="../media/image1152.png"/><Relationship Id="rId62" Type="http://schemas.openxmlformats.org/officeDocument/2006/relationships/image" Target="../media/image1173.png"/><Relationship Id="rId83" Type="http://schemas.openxmlformats.org/officeDocument/2006/relationships/image" Target="../media/image1194.png"/><Relationship Id="rId88" Type="http://schemas.openxmlformats.org/officeDocument/2006/relationships/image" Target="../media/image1199.png"/><Relationship Id="rId111" Type="http://schemas.openxmlformats.org/officeDocument/2006/relationships/image" Target="../media/image1221.png"/><Relationship Id="rId132" Type="http://schemas.openxmlformats.org/officeDocument/2006/relationships/image" Target="../media/image1242.png"/><Relationship Id="rId153" Type="http://schemas.openxmlformats.org/officeDocument/2006/relationships/image" Target="../media/image1262.png"/><Relationship Id="rId15" Type="http://schemas.openxmlformats.org/officeDocument/2006/relationships/image" Target="../media/image1126.png"/><Relationship Id="rId36" Type="http://schemas.openxmlformats.org/officeDocument/2006/relationships/image" Target="../media/image1147.png"/><Relationship Id="rId57" Type="http://schemas.openxmlformats.org/officeDocument/2006/relationships/image" Target="../media/image1168.png"/><Relationship Id="rId106" Type="http://schemas.openxmlformats.org/officeDocument/2006/relationships/image" Target="../media/image1217.png"/><Relationship Id="rId127" Type="http://schemas.openxmlformats.org/officeDocument/2006/relationships/image" Target="../media/image1237.png"/><Relationship Id="rId10" Type="http://schemas.openxmlformats.org/officeDocument/2006/relationships/image" Target="../media/image1121.png"/><Relationship Id="rId31" Type="http://schemas.openxmlformats.org/officeDocument/2006/relationships/image" Target="../media/image1142.png"/><Relationship Id="rId52" Type="http://schemas.openxmlformats.org/officeDocument/2006/relationships/image" Target="../media/image1163.png"/><Relationship Id="rId73" Type="http://schemas.openxmlformats.org/officeDocument/2006/relationships/image" Target="../media/image1184.png"/><Relationship Id="rId78" Type="http://schemas.openxmlformats.org/officeDocument/2006/relationships/image" Target="../media/image1189.png"/><Relationship Id="rId94" Type="http://schemas.openxmlformats.org/officeDocument/2006/relationships/image" Target="../media/image1205.png"/><Relationship Id="rId99" Type="http://schemas.openxmlformats.org/officeDocument/2006/relationships/image" Target="../media/image1210.png"/><Relationship Id="rId101" Type="http://schemas.openxmlformats.org/officeDocument/2006/relationships/image" Target="../media/image1212.png"/><Relationship Id="rId122" Type="http://schemas.openxmlformats.org/officeDocument/2006/relationships/image" Target="../media/image1232.png"/><Relationship Id="rId143" Type="http://schemas.openxmlformats.org/officeDocument/2006/relationships/image" Target="../media/image1252.png"/><Relationship Id="rId148" Type="http://schemas.openxmlformats.org/officeDocument/2006/relationships/image" Target="../media/image1257.png"/><Relationship Id="rId4" Type="http://schemas.openxmlformats.org/officeDocument/2006/relationships/image" Target="../media/image1116.png"/><Relationship Id="rId9" Type="http://schemas.openxmlformats.org/officeDocument/2006/relationships/image" Target="../media/image1120.png"/><Relationship Id="rId26" Type="http://schemas.openxmlformats.org/officeDocument/2006/relationships/image" Target="../media/image1137.png"/><Relationship Id="rId47" Type="http://schemas.openxmlformats.org/officeDocument/2006/relationships/image" Target="../media/image1158.png"/><Relationship Id="rId68" Type="http://schemas.openxmlformats.org/officeDocument/2006/relationships/image" Target="../media/image1179.png"/><Relationship Id="rId89" Type="http://schemas.openxmlformats.org/officeDocument/2006/relationships/image" Target="../media/image1200.png"/><Relationship Id="rId112" Type="http://schemas.openxmlformats.org/officeDocument/2006/relationships/image" Target="../media/image1222.png"/><Relationship Id="rId133" Type="http://schemas.openxmlformats.org/officeDocument/2006/relationships/image" Target="../media/image1243.png"/><Relationship Id="rId154" Type="http://schemas.openxmlformats.org/officeDocument/2006/relationships/image" Target="../media/image1263.png"/><Relationship Id="rId16" Type="http://schemas.openxmlformats.org/officeDocument/2006/relationships/image" Target="../media/image1127.png"/><Relationship Id="rId37" Type="http://schemas.openxmlformats.org/officeDocument/2006/relationships/image" Target="../media/image1148.png"/><Relationship Id="rId58" Type="http://schemas.openxmlformats.org/officeDocument/2006/relationships/image" Target="../media/image1169.png"/><Relationship Id="rId79" Type="http://schemas.openxmlformats.org/officeDocument/2006/relationships/image" Target="../media/image1190.png"/><Relationship Id="rId102" Type="http://schemas.openxmlformats.org/officeDocument/2006/relationships/image" Target="../media/image1213.png"/><Relationship Id="rId123" Type="http://schemas.openxmlformats.org/officeDocument/2006/relationships/image" Target="../media/image1233.png"/><Relationship Id="rId144" Type="http://schemas.openxmlformats.org/officeDocument/2006/relationships/image" Target="../media/image1253.png"/><Relationship Id="rId90" Type="http://schemas.openxmlformats.org/officeDocument/2006/relationships/image" Target="../media/image1201.png"/><Relationship Id="rId27" Type="http://schemas.openxmlformats.org/officeDocument/2006/relationships/image" Target="../media/image1138.png"/><Relationship Id="rId48" Type="http://schemas.openxmlformats.org/officeDocument/2006/relationships/image" Target="../media/image1159.png"/><Relationship Id="rId69" Type="http://schemas.openxmlformats.org/officeDocument/2006/relationships/image" Target="../media/image1180.png"/><Relationship Id="rId113" Type="http://schemas.openxmlformats.org/officeDocument/2006/relationships/image" Target="../media/image1223.png"/><Relationship Id="rId134" Type="http://schemas.openxmlformats.org/officeDocument/2006/relationships/image" Target="../media/image1244.png"/><Relationship Id="rId80" Type="http://schemas.openxmlformats.org/officeDocument/2006/relationships/image" Target="../media/image1191.png"/><Relationship Id="rId155" Type="http://schemas.openxmlformats.org/officeDocument/2006/relationships/image" Target="../media/image126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8.png"/><Relationship Id="rId13" Type="http://schemas.openxmlformats.org/officeDocument/2006/relationships/image" Target="../media/image1283.png"/><Relationship Id="rId18" Type="http://schemas.openxmlformats.org/officeDocument/2006/relationships/image" Target="../media/image1288.png"/><Relationship Id="rId26" Type="http://schemas.openxmlformats.org/officeDocument/2006/relationships/image" Target="../media/image350.png"/><Relationship Id="rId3" Type="http://schemas.openxmlformats.org/officeDocument/2006/relationships/image" Target="../media/image1273.png"/><Relationship Id="rId21" Type="http://schemas.openxmlformats.org/officeDocument/2006/relationships/image" Target="../media/image1291.png"/><Relationship Id="rId7" Type="http://schemas.openxmlformats.org/officeDocument/2006/relationships/image" Target="../media/image1277.png"/><Relationship Id="rId12" Type="http://schemas.openxmlformats.org/officeDocument/2006/relationships/image" Target="../media/image1282.png"/><Relationship Id="rId17" Type="http://schemas.openxmlformats.org/officeDocument/2006/relationships/image" Target="../media/image1287.png"/><Relationship Id="rId25" Type="http://schemas.openxmlformats.org/officeDocument/2006/relationships/image" Target="../media/image1295.png"/><Relationship Id="rId2" Type="http://schemas.openxmlformats.org/officeDocument/2006/relationships/image" Target="../media/image1272.png"/><Relationship Id="rId16" Type="http://schemas.openxmlformats.org/officeDocument/2006/relationships/image" Target="../media/image1286.png"/><Relationship Id="rId20" Type="http://schemas.openxmlformats.org/officeDocument/2006/relationships/image" Target="../media/image129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76.png"/><Relationship Id="rId11" Type="http://schemas.openxmlformats.org/officeDocument/2006/relationships/image" Target="../media/image1281.png"/><Relationship Id="rId24" Type="http://schemas.openxmlformats.org/officeDocument/2006/relationships/image" Target="../media/image1294.png"/><Relationship Id="rId5" Type="http://schemas.openxmlformats.org/officeDocument/2006/relationships/image" Target="../media/image1275.png"/><Relationship Id="rId15" Type="http://schemas.openxmlformats.org/officeDocument/2006/relationships/image" Target="../media/image1285.png"/><Relationship Id="rId23" Type="http://schemas.openxmlformats.org/officeDocument/2006/relationships/image" Target="../media/image1293.png"/><Relationship Id="rId10" Type="http://schemas.openxmlformats.org/officeDocument/2006/relationships/image" Target="../media/image1280.png"/><Relationship Id="rId19" Type="http://schemas.openxmlformats.org/officeDocument/2006/relationships/image" Target="../media/image1289.png"/><Relationship Id="rId4" Type="http://schemas.openxmlformats.org/officeDocument/2006/relationships/image" Target="../media/image1274.png"/><Relationship Id="rId9" Type="http://schemas.openxmlformats.org/officeDocument/2006/relationships/image" Target="../media/image1279.png"/><Relationship Id="rId14" Type="http://schemas.openxmlformats.org/officeDocument/2006/relationships/image" Target="../media/image1284.png"/><Relationship Id="rId22" Type="http://schemas.openxmlformats.org/officeDocument/2006/relationships/image" Target="../media/image12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3994" y="2489408"/>
            <a:ext cx="9794005" cy="779759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722666" y="2538335"/>
            <a:ext cx="136525" cy="486409"/>
          </a:xfrm>
          <a:custGeom>
            <a:avLst/>
            <a:gdLst/>
            <a:ahLst/>
            <a:cxnLst/>
            <a:rect l="l" t="t" r="r" b="b"/>
            <a:pathLst>
              <a:path w="136525" h="486410">
                <a:moveTo>
                  <a:pt x="0" y="0"/>
                </a:moveTo>
                <a:lnTo>
                  <a:pt x="0" y="486073"/>
                </a:lnTo>
                <a:lnTo>
                  <a:pt x="136115" y="486073"/>
                </a:lnTo>
                <a:lnTo>
                  <a:pt x="136115" y="0"/>
                </a:lnTo>
                <a:lnTo>
                  <a:pt x="0" y="0"/>
                </a:lnTo>
                <a:close/>
              </a:path>
            </a:pathLst>
          </a:custGeom>
          <a:ln w="21990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6766" y="2559954"/>
            <a:ext cx="850265" cy="932180"/>
          </a:xfrm>
          <a:custGeom>
            <a:avLst/>
            <a:gdLst/>
            <a:ahLst/>
            <a:cxnLst/>
            <a:rect l="l" t="t" r="r" b="b"/>
            <a:pathLst>
              <a:path w="850264" h="932179">
                <a:moveTo>
                  <a:pt x="309111" y="266147"/>
                </a:moveTo>
                <a:lnTo>
                  <a:pt x="333956" y="307228"/>
                </a:lnTo>
                <a:lnTo>
                  <a:pt x="364410" y="344798"/>
                </a:lnTo>
                <a:lnTo>
                  <a:pt x="400504" y="378393"/>
                </a:lnTo>
                <a:lnTo>
                  <a:pt x="442269" y="407546"/>
                </a:lnTo>
                <a:lnTo>
                  <a:pt x="489737" y="431790"/>
                </a:lnTo>
                <a:lnTo>
                  <a:pt x="542940" y="450661"/>
                </a:lnTo>
                <a:lnTo>
                  <a:pt x="610238" y="347035"/>
                </a:lnTo>
                <a:lnTo>
                  <a:pt x="554207" y="327114"/>
                </a:lnTo>
                <a:lnTo>
                  <a:pt x="506321" y="301664"/>
                </a:lnTo>
                <a:lnTo>
                  <a:pt x="466384" y="271408"/>
                </a:lnTo>
                <a:lnTo>
                  <a:pt x="434200" y="237072"/>
                </a:lnTo>
                <a:lnTo>
                  <a:pt x="409573" y="199381"/>
                </a:lnTo>
                <a:lnTo>
                  <a:pt x="392306" y="159061"/>
                </a:lnTo>
                <a:lnTo>
                  <a:pt x="382203" y="116836"/>
                </a:lnTo>
                <a:lnTo>
                  <a:pt x="379070" y="73432"/>
                </a:lnTo>
                <a:lnTo>
                  <a:pt x="379070" y="0"/>
                </a:lnTo>
                <a:lnTo>
                  <a:pt x="236871" y="0"/>
                </a:lnTo>
                <a:lnTo>
                  <a:pt x="236871" y="73432"/>
                </a:lnTo>
                <a:lnTo>
                  <a:pt x="233289" y="118104"/>
                </a:lnTo>
                <a:lnTo>
                  <a:pt x="222690" y="162072"/>
                </a:lnTo>
                <a:lnTo>
                  <a:pt x="204864" y="204459"/>
                </a:lnTo>
                <a:lnTo>
                  <a:pt x="179602" y="244387"/>
                </a:lnTo>
                <a:lnTo>
                  <a:pt x="146693" y="280978"/>
                </a:lnTo>
                <a:lnTo>
                  <a:pt x="105930" y="313353"/>
                </a:lnTo>
                <a:lnTo>
                  <a:pt x="57102" y="340634"/>
                </a:lnTo>
                <a:lnTo>
                  <a:pt x="0" y="361945"/>
                </a:lnTo>
                <a:lnTo>
                  <a:pt x="68057" y="467062"/>
                </a:lnTo>
                <a:lnTo>
                  <a:pt x="115709" y="450143"/>
                </a:lnTo>
                <a:lnTo>
                  <a:pt x="158944" y="428698"/>
                </a:lnTo>
                <a:lnTo>
                  <a:pt x="197770" y="403086"/>
                </a:lnTo>
                <a:lnTo>
                  <a:pt x="232193" y="373667"/>
                </a:lnTo>
                <a:lnTo>
                  <a:pt x="262220" y="340798"/>
                </a:lnTo>
                <a:lnTo>
                  <a:pt x="287857" y="304839"/>
                </a:lnTo>
                <a:lnTo>
                  <a:pt x="309111" y="266147"/>
                </a:lnTo>
                <a:close/>
              </a:path>
              <a:path w="850264" h="932179">
                <a:moveTo>
                  <a:pt x="303027" y="766012"/>
                </a:moveTo>
                <a:lnTo>
                  <a:pt x="823536" y="766012"/>
                </a:lnTo>
                <a:lnTo>
                  <a:pt x="823536" y="506574"/>
                </a:lnTo>
                <a:lnTo>
                  <a:pt x="166912" y="506574"/>
                </a:lnTo>
                <a:lnTo>
                  <a:pt x="166912" y="610573"/>
                </a:lnTo>
                <a:lnTo>
                  <a:pt x="686660" y="610573"/>
                </a:lnTo>
                <a:lnTo>
                  <a:pt x="686660" y="666859"/>
                </a:lnTo>
                <a:lnTo>
                  <a:pt x="169193" y="666859"/>
                </a:lnTo>
                <a:lnTo>
                  <a:pt x="169193" y="931889"/>
                </a:lnTo>
                <a:lnTo>
                  <a:pt x="850151" y="931889"/>
                </a:lnTo>
                <a:lnTo>
                  <a:pt x="850151" y="826026"/>
                </a:lnTo>
                <a:lnTo>
                  <a:pt x="303027" y="826026"/>
                </a:lnTo>
                <a:lnTo>
                  <a:pt x="303027" y="766012"/>
                </a:lnTo>
                <a:close/>
              </a:path>
            </a:pathLst>
          </a:custGeom>
          <a:ln w="2180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69438" y="2538335"/>
            <a:ext cx="832485" cy="962660"/>
          </a:xfrm>
          <a:custGeom>
            <a:avLst/>
            <a:gdLst/>
            <a:ahLst/>
            <a:cxnLst/>
            <a:rect l="l" t="t" r="r" b="b"/>
            <a:pathLst>
              <a:path w="832485" h="962660">
                <a:moveTo>
                  <a:pt x="693123" y="962454"/>
                </a:moveTo>
                <a:lnTo>
                  <a:pt x="831900" y="962454"/>
                </a:lnTo>
                <a:lnTo>
                  <a:pt x="831900" y="0"/>
                </a:lnTo>
                <a:lnTo>
                  <a:pt x="693123" y="0"/>
                </a:lnTo>
                <a:lnTo>
                  <a:pt x="693123" y="962454"/>
                </a:lnTo>
                <a:close/>
              </a:path>
              <a:path w="832485" h="962660">
                <a:moveTo>
                  <a:pt x="393898" y="74178"/>
                </a:moveTo>
                <a:lnTo>
                  <a:pt x="254740" y="74178"/>
                </a:lnTo>
                <a:lnTo>
                  <a:pt x="254740" y="217689"/>
                </a:lnTo>
                <a:lnTo>
                  <a:pt x="252492" y="268371"/>
                </a:lnTo>
                <a:lnTo>
                  <a:pt x="246145" y="318427"/>
                </a:lnTo>
                <a:lnTo>
                  <a:pt x="235669" y="367359"/>
                </a:lnTo>
                <a:lnTo>
                  <a:pt x="221040" y="414669"/>
                </a:lnTo>
                <a:lnTo>
                  <a:pt x="202228" y="459860"/>
                </a:lnTo>
                <a:lnTo>
                  <a:pt x="179207" y="502436"/>
                </a:lnTo>
                <a:lnTo>
                  <a:pt x="151949" y="541897"/>
                </a:lnTo>
                <a:lnTo>
                  <a:pt x="120427" y="577747"/>
                </a:lnTo>
                <a:lnTo>
                  <a:pt x="84612" y="609489"/>
                </a:lnTo>
                <a:lnTo>
                  <a:pt x="44479" y="636625"/>
                </a:lnTo>
                <a:lnTo>
                  <a:pt x="0" y="658658"/>
                </a:lnTo>
                <a:lnTo>
                  <a:pt x="82885" y="770485"/>
                </a:lnTo>
                <a:lnTo>
                  <a:pt x="125809" y="748137"/>
                </a:lnTo>
                <a:lnTo>
                  <a:pt x="165070" y="721281"/>
                </a:lnTo>
                <a:lnTo>
                  <a:pt x="200714" y="690232"/>
                </a:lnTo>
                <a:lnTo>
                  <a:pt x="232783" y="655303"/>
                </a:lnTo>
                <a:lnTo>
                  <a:pt x="261324" y="616811"/>
                </a:lnTo>
                <a:lnTo>
                  <a:pt x="286381" y="575068"/>
                </a:lnTo>
                <a:lnTo>
                  <a:pt x="307998" y="530390"/>
                </a:lnTo>
                <a:lnTo>
                  <a:pt x="326220" y="483090"/>
                </a:lnTo>
                <a:lnTo>
                  <a:pt x="347314" y="532412"/>
                </a:lnTo>
                <a:lnTo>
                  <a:pt x="372477" y="578512"/>
                </a:lnTo>
                <a:lnTo>
                  <a:pt x="401731" y="620999"/>
                </a:lnTo>
                <a:lnTo>
                  <a:pt x="435096" y="659483"/>
                </a:lnTo>
                <a:lnTo>
                  <a:pt x="472590" y="693573"/>
                </a:lnTo>
                <a:lnTo>
                  <a:pt x="514235" y="722876"/>
                </a:lnTo>
                <a:lnTo>
                  <a:pt x="560050" y="747002"/>
                </a:lnTo>
                <a:lnTo>
                  <a:pt x="641034" y="639275"/>
                </a:lnTo>
                <a:lnTo>
                  <a:pt x="597726" y="617971"/>
                </a:lnTo>
                <a:lnTo>
                  <a:pt x="558627" y="591795"/>
                </a:lnTo>
                <a:lnTo>
                  <a:pt x="523723" y="561237"/>
                </a:lnTo>
                <a:lnTo>
                  <a:pt x="493002" y="526786"/>
                </a:lnTo>
                <a:lnTo>
                  <a:pt x="466449" y="488931"/>
                </a:lnTo>
                <a:lnTo>
                  <a:pt x="444051" y="448160"/>
                </a:lnTo>
                <a:lnTo>
                  <a:pt x="425793" y="404962"/>
                </a:lnTo>
                <a:lnTo>
                  <a:pt x="411663" y="359828"/>
                </a:lnTo>
                <a:lnTo>
                  <a:pt x="401646" y="313244"/>
                </a:lnTo>
                <a:lnTo>
                  <a:pt x="395729" y="265702"/>
                </a:lnTo>
                <a:lnTo>
                  <a:pt x="393898" y="217689"/>
                </a:lnTo>
                <a:lnTo>
                  <a:pt x="393898" y="74178"/>
                </a:lnTo>
                <a:close/>
              </a:path>
            </a:pathLst>
          </a:custGeom>
          <a:ln w="2180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60254" y="2538335"/>
            <a:ext cx="271145" cy="688340"/>
          </a:xfrm>
          <a:custGeom>
            <a:avLst/>
            <a:gdLst/>
            <a:ahLst/>
            <a:cxnLst/>
            <a:rect l="l" t="t" r="r" b="b"/>
            <a:pathLst>
              <a:path w="271145" h="688339">
                <a:moveTo>
                  <a:pt x="139537" y="0"/>
                </a:moveTo>
                <a:lnTo>
                  <a:pt x="0" y="0"/>
                </a:lnTo>
                <a:lnTo>
                  <a:pt x="0" y="688106"/>
                </a:lnTo>
                <a:lnTo>
                  <a:pt x="139537" y="688106"/>
                </a:lnTo>
                <a:lnTo>
                  <a:pt x="139537" y="379837"/>
                </a:lnTo>
                <a:lnTo>
                  <a:pt x="271090" y="379837"/>
                </a:lnTo>
                <a:lnTo>
                  <a:pt x="271090" y="268756"/>
                </a:lnTo>
                <a:lnTo>
                  <a:pt x="139537" y="268756"/>
                </a:lnTo>
                <a:lnTo>
                  <a:pt x="139537" y="0"/>
                </a:lnTo>
                <a:close/>
              </a:path>
            </a:pathLst>
          </a:custGeom>
          <a:ln w="21963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16938" y="2610276"/>
            <a:ext cx="815975" cy="871855"/>
          </a:xfrm>
          <a:custGeom>
            <a:avLst/>
            <a:gdLst/>
            <a:ahLst/>
            <a:cxnLst/>
            <a:rect l="l" t="t" r="r" b="b"/>
            <a:pathLst>
              <a:path w="815975" h="871854">
                <a:moveTo>
                  <a:pt x="515565" y="0"/>
                </a:moveTo>
                <a:lnTo>
                  <a:pt x="42583" y="0"/>
                </a:lnTo>
                <a:lnTo>
                  <a:pt x="42583" y="109963"/>
                </a:lnTo>
                <a:lnTo>
                  <a:pt x="365002" y="109963"/>
                </a:lnTo>
                <a:lnTo>
                  <a:pt x="355336" y="149610"/>
                </a:lnTo>
                <a:lnTo>
                  <a:pt x="339598" y="187701"/>
                </a:lnTo>
                <a:lnTo>
                  <a:pt x="317828" y="224066"/>
                </a:lnTo>
                <a:lnTo>
                  <a:pt x="290067" y="258534"/>
                </a:lnTo>
                <a:lnTo>
                  <a:pt x="256357" y="290935"/>
                </a:lnTo>
                <a:lnTo>
                  <a:pt x="216738" y="321100"/>
                </a:lnTo>
                <a:lnTo>
                  <a:pt x="171252" y="348858"/>
                </a:lnTo>
                <a:lnTo>
                  <a:pt x="119939" y="374040"/>
                </a:lnTo>
                <a:lnTo>
                  <a:pt x="62841" y="396476"/>
                </a:lnTo>
                <a:lnTo>
                  <a:pt x="0" y="415994"/>
                </a:lnTo>
                <a:lnTo>
                  <a:pt x="57031" y="522603"/>
                </a:lnTo>
                <a:lnTo>
                  <a:pt x="110552" y="506136"/>
                </a:lnTo>
                <a:lnTo>
                  <a:pt x="161007" y="487366"/>
                </a:lnTo>
                <a:lnTo>
                  <a:pt x="208343" y="466325"/>
                </a:lnTo>
                <a:lnTo>
                  <a:pt x="252507" y="443043"/>
                </a:lnTo>
                <a:lnTo>
                  <a:pt x="293445" y="417551"/>
                </a:lnTo>
                <a:lnTo>
                  <a:pt x="331104" y="389879"/>
                </a:lnTo>
                <a:lnTo>
                  <a:pt x="365430" y="360057"/>
                </a:lnTo>
                <a:lnTo>
                  <a:pt x="396369" y="328118"/>
                </a:lnTo>
                <a:lnTo>
                  <a:pt x="423869" y="294090"/>
                </a:lnTo>
                <a:lnTo>
                  <a:pt x="447876" y="258005"/>
                </a:lnTo>
                <a:lnTo>
                  <a:pt x="468336" y="219893"/>
                </a:lnTo>
                <a:lnTo>
                  <a:pt x="485196" y="179784"/>
                </a:lnTo>
                <a:lnTo>
                  <a:pt x="498402" y="137710"/>
                </a:lnTo>
                <a:lnTo>
                  <a:pt x="507902" y="93701"/>
                </a:lnTo>
                <a:lnTo>
                  <a:pt x="513640" y="47787"/>
                </a:lnTo>
                <a:lnTo>
                  <a:pt x="515565" y="0"/>
                </a:lnTo>
                <a:close/>
              </a:path>
              <a:path w="815975" h="871854">
                <a:moveTo>
                  <a:pt x="145620" y="545714"/>
                </a:moveTo>
                <a:lnTo>
                  <a:pt x="145620" y="871502"/>
                </a:lnTo>
                <a:lnTo>
                  <a:pt x="815932" y="871502"/>
                </a:lnTo>
                <a:lnTo>
                  <a:pt x="815932" y="763030"/>
                </a:lnTo>
                <a:lnTo>
                  <a:pt x="284777" y="763030"/>
                </a:lnTo>
                <a:lnTo>
                  <a:pt x="284777" y="545714"/>
                </a:lnTo>
                <a:lnTo>
                  <a:pt x="145620" y="545714"/>
                </a:lnTo>
                <a:close/>
              </a:path>
            </a:pathLst>
          </a:custGeom>
          <a:ln w="2180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88513" y="2538335"/>
            <a:ext cx="136525" cy="486409"/>
          </a:xfrm>
          <a:custGeom>
            <a:avLst/>
            <a:gdLst/>
            <a:ahLst/>
            <a:cxnLst/>
            <a:rect l="l" t="t" r="r" b="b"/>
            <a:pathLst>
              <a:path w="136525" h="486410">
                <a:moveTo>
                  <a:pt x="0" y="0"/>
                </a:moveTo>
                <a:lnTo>
                  <a:pt x="0" y="486073"/>
                </a:lnTo>
                <a:lnTo>
                  <a:pt x="136115" y="486073"/>
                </a:lnTo>
                <a:lnTo>
                  <a:pt x="136115" y="0"/>
                </a:lnTo>
                <a:lnTo>
                  <a:pt x="0" y="0"/>
                </a:lnTo>
                <a:close/>
              </a:path>
            </a:pathLst>
          </a:custGeom>
          <a:ln w="21990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2613" y="2559954"/>
            <a:ext cx="850265" cy="932180"/>
          </a:xfrm>
          <a:custGeom>
            <a:avLst/>
            <a:gdLst/>
            <a:ahLst/>
            <a:cxnLst/>
            <a:rect l="l" t="t" r="r" b="b"/>
            <a:pathLst>
              <a:path w="850264" h="932179">
                <a:moveTo>
                  <a:pt x="309111" y="266147"/>
                </a:moveTo>
                <a:lnTo>
                  <a:pt x="333957" y="307228"/>
                </a:lnTo>
                <a:lnTo>
                  <a:pt x="364410" y="344798"/>
                </a:lnTo>
                <a:lnTo>
                  <a:pt x="400504" y="378393"/>
                </a:lnTo>
                <a:lnTo>
                  <a:pt x="442269" y="407546"/>
                </a:lnTo>
                <a:lnTo>
                  <a:pt x="489737" y="431790"/>
                </a:lnTo>
                <a:lnTo>
                  <a:pt x="542940" y="450661"/>
                </a:lnTo>
                <a:lnTo>
                  <a:pt x="610238" y="347035"/>
                </a:lnTo>
                <a:lnTo>
                  <a:pt x="554207" y="327114"/>
                </a:lnTo>
                <a:lnTo>
                  <a:pt x="506321" y="301664"/>
                </a:lnTo>
                <a:lnTo>
                  <a:pt x="466384" y="271408"/>
                </a:lnTo>
                <a:lnTo>
                  <a:pt x="434200" y="237072"/>
                </a:lnTo>
                <a:lnTo>
                  <a:pt x="409573" y="199381"/>
                </a:lnTo>
                <a:lnTo>
                  <a:pt x="392306" y="159061"/>
                </a:lnTo>
                <a:lnTo>
                  <a:pt x="382203" y="116836"/>
                </a:lnTo>
                <a:lnTo>
                  <a:pt x="379069" y="73432"/>
                </a:lnTo>
                <a:lnTo>
                  <a:pt x="379069" y="0"/>
                </a:lnTo>
                <a:lnTo>
                  <a:pt x="236871" y="0"/>
                </a:lnTo>
                <a:lnTo>
                  <a:pt x="236871" y="73432"/>
                </a:lnTo>
                <a:lnTo>
                  <a:pt x="233289" y="118104"/>
                </a:lnTo>
                <a:lnTo>
                  <a:pt x="222690" y="162072"/>
                </a:lnTo>
                <a:lnTo>
                  <a:pt x="204864" y="204459"/>
                </a:lnTo>
                <a:lnTo>
                  <a:pt x="179602" y="244387"/>
                </a:lnTo>
                <a:lnTo>
                  <a:pt x="146693" y="280978"/>
                </a:lnTo>
                <a:lnTo>
                  <a:pt x="105930" y="313353"/>
                </a:lnTo>
                <a:lnTo>
                  <a:pt x="57102" y="340634"/>
                </a:lnTo>
                <a:lnTo>
                  <a:pt x="0" y="361945"/>
                </a:lnTo>
                <a:lnTo>
                  <a:pt x="68057" y="467062"/>
                </a:lnTo>
                <a:lnTo>
                  <a:pt x="115709" y="450143"/>
                </a:lnTo>
                <a:lnTo>
                  <a:pt x="158944" y="428698"/>
                </a:lnTo>
                <a:lnTo>
                  <a:pt x="197770" y="403086"/>
                </a:lnTo>
                <a:lnTo>
                  <a:pt x="232193" y="373667"/>
                </a:lnTo>
                <a:lnTo>
                  <a:pt x="262220" y="340798"/>
                </a:lnTo>
                <a:lnTo>
                  <a:pt x="287857" y="304839"/>
                </a:lnTo>
                <a:lnTo>
                  <a:pt x="309111" y="266147"/>
                </a:lnTo>
                <a:close/>
              </a:path>
              <a:path w="850264" h="932179">
                <a:moveTo>
                  <a:pt x="303027" y="766012"/>
                </a:moveTo>
                <a:lnTo>
                  <a:pt x="823536" y="766012"/>
                </a:lnTo>
                <a:lnTo>
                  <a:pt x="823536" y="506574"/>
                </a:lnTo>
                <a:lnTo>
                  <a:pt x="166912" y="506574"/>
                </a:lnTo>
                <a:lnTo>
                  <a:pt x="166912" y="610573"/>
                </a:lnTo>
                <a:lnTo>
                  <a:pt x="686660" y="610573"/>
                </a:lnTo>
                <a:lnTo>
                  <a:pt x="686660" y="666859"/>
                </a:lnTo>
                <a:lnTo>
                  <a:pt x="169193" y="666859"/>
                </a:lnTo>
                <a:lnTo>
                  <a:pt x="169193" y="931889"/>
                </a:lnTo>
                <a:lnTo>
                  <a:pt x="850151" y="931889"/>
                </a:lnTo>
                <a:lnTo>
                  <a:pt x="850151" y="826026"/>
                </a:lnTo>
                <a:lnTo>
                  <a:pt x="303027" y="826026"/>
                </a:lnTo>
                <a:lnTo>
                  <a:pt x="303027" y="766012"/>
                </a:lnTo>
                <a:close/>
              </a:path>
            </a:pathLst>
          </a:custGeom>
          <a:ln w="2180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48212" y="2579710"/>
            <a:ext cx="892810" cy="918844"/>
          </a:xfrm>
          <a:custGeom>
            <a:avLst/>
            <a:gdLst/>
            <a:ahLst/>
            <a:cxnLst/>
            <a:rect l="l" t="t" r="r" b="b"/>
            <a:pathLst>
              <a:path w="892810" h="918845">
                <a:moveTo>
                  <a:pt x="86308" y="357100"/>
                </a:moveTo>
                <a:lnTo>
                  <a:pt x="152536" y="348253"/>
                </a:lnTo>
                <a:lnTo>
                  <a:pt x="212852" y="335043"/>
                </a:lnTo>
                <a:lnTo>
                  <a:pt x="267153" y="317753"/>
                </a:lnTo>
                <a:lnTo>
                  <a:pt x="315337" y="296667"/>
                </a:lnTo>
                <a:lnTo>
                  <a:pt x="357300" y="272068"/>
                </a:lnTo>
                <a:lnTo>
                  <a:pt x="392941" y="244242"/>
                </a:lnTo>
                <a:lnTo>
                  <a:pt x="422157" y="213472"/>
                </a:lnTo>
                <a:lnTo>
                  <a:pt x="444846" y="180041"/>
                </a:lnTo>
                <a:lnTo>
                  <a:pt x="464855" y="209883"/>
                </a:lnTo>
                <a:lnTo>
                  <a:pt x="520466" y="263138"/>
                </a:lnTo>
                <a:lnTo>
                  <a:pt x="555880" y="286151"/>
                </a:lnTo>
                <a:lnTo>
                  <a:pt x="596242" y="306489"/>
                </a:lnTo>
                <a:lnTo>
                  <a:pt x="641457" y="323952"/>
                </a:lnTo>
                <a:lnTo>
                  <a:pt x="691432" y="338341"/>
                </a:lnTo>
                <a:lnTo>
                  <a:pt x="746073" y="349457"/>
                </a:lnTo>
                <a:lnTo>
                  <a:pt x="805286" y="357100"/>
                </a:lnTo>
                <a:lnTo>
                  <a:pt x="853953" y="252355"/>
                </a:lnTo>
                <a:lnTo>
                  <a:pt x="780346" y="242442"/>
                </a:lnTo>
                <a:lnTo>
                  <a:pt x="716835" y="227592"/>
                </a:lnTo>
                <a:lnTo>
                  <a:pt x="663274" y="208576"/>
                </a:lnTo>
                <a:lnTo>
                  <a:pt x="619517" y="186163"/>
                </a:lnTo>
                <a:lnTo>
                  <a:pt x="585417" y="161122"/>
                </a:lnTo>
                <a:lnTo>
                  <a:pt x="545602" y="106235"/>
                </a:lnTo>
                <a:lnTo>
                  <a:pt x="812130" y="106235"/>
                </a:lnTo>
                <a:lnTo>
                  <a:pt x="812130" y="0"/>
                </a:lnTo>
                <a:lnTo>
                  <a:pt x="80985" y="0"/>
                </a:lnTo>
                <a:lnTo>
                  <a:pt x="80985" y="106235"/>
                </a:lnTo>
                <a:lnTo>
                  <a:pt x="345611" y="106235"/>
                </a:lnTo>
                <a:lnTo>
                  <a:pt x="330230" y="134340"/>
                </a:lnTo>
                <a:lnTo>
                  <a:pt x="271387" y="186320"/>
                </a:lnTo>
                <a:lnTo>
                  <a:pt x="227713" y="208694"/>
                </a:lnTo>
                <a:lnTo>
                  <a:pt x="174395" y="227658"/>
                </a:lnTo>
                <a:lnTo>
                  <a:pt x="111326" y="242461"/>
                </a:lnTo>
                <a:lnTo>
                  <a:pt x="38401" y="252355"/>
                </a:lnTo>
                <a:lnTo>
                  <a:pt x="86308" y="357100"/>
                </a:lnTo>
                <a:close/>
              </a:path>
              <a:path w="892810" h="918845">
                <a:moveTo>
                  <a:pt x="512904" y="302677"/>
                </a:moveTo>
                <a:lnTo>
                  <a:pt x="376788" y="302677"/>
                </a:lnTo>
                <a:lnTo>
                  <a:pt x="376788" y="418232"/>
                </a:lnTo>
                <a:lnTo>
                  <a:pt x="0" y="418232"/>
                </a:lnTo>
                <a:lnTo>
                  <a:pt x="0" y="525958"/>
                </a:lnTo>
                <a:lnTo>
                  <a:pt x="892734" y="525958"/>
                </a:lnTo>
                <a:lnTo>
                  <a:pt x="892734" y="418232"/>
                </a:lnTo>
                <a:lnTo>
                  <a:pt x="512904" y="418232"/>
                </a:lnTo>
                <a:lnTo>
                  <a:pt x="512904" y="302677"/>
                </a:lnTo>
                <a:close/>
              </a:path>
              <a:path w="892810" h="918845">
                <a:moveTo>
                  <a:pt x="444466" y="578889"/>
                </a:moveTo>
                <a:lnTo>
                  <a:pt x="376340" y="581220"/>
                </a:lnTo>
                <a:lnTo>
                  <a:pt x="314905" y="587902"/>
                </a:lnTo>
                <a:lnTo>
                  <a:pt x="260514" y="598838"/>
                </a:lnTo>
                <a:lnTo>
                  <a:pt x="213521" y="613935"/>
                </a:lnTo>
                <a:lnTo>
                  <a:pt x="174279" y="633097"/>
                </a:lnTo>
                <a:lnTo>
                  <a:pt x="143142" y="656229"/>
                </a:lnTo>
                <a:lnTo>
                  <a:pt x="106597" y="714022"/>
                </a:lnTo>
                <a:lnTo>
                  <a:pt x="101896" y="748493"/>
                </a:lnTo>
                <a:lnTo>
                  <a:pt x="106597" y="783197"/>
                </a:lnTo>
                <a:lnTo>
                  <a:pt x="143142" y="841351"/>
                </a:lnTo>
                <a:lnTo>
                  <a:pt x="174279" y="864596"/>
                </a:lnTo>
                <a:lnTo>
                  <a:pt x="213521" y="883820"/>
                </a:lnTo>
                <a:lnTo>
                  <a:pt x="260514" y="898921"/>
                </a:lnTo>
                <a:lnTo>
                  <a:pt x="314905" y="909797"/>
                </a:lnTo>
                <a:lnTo>
                  <a:pt x="376340" y="916347"/>
                </a:lnTo>
                <a:lnTo>
                  <a:pt x="444466" y="918470"/>
                </a:lnTo>
                <a:lnTo>
                  <a:pt x="512414" y="916347"/>
                </a:lnTo>
                <a:lnTo>
                  <a:pt x="573594" y="909797"/>
                </a:lnTo>
                <a:lnTo>
                  <a:pt x="627685" y="898921"/>
                </a:lnTo>
                <a:lnTo>
                  <a:pt x="674370" y="883820"/>
                </a:lnTo>
                <a:lnTo>
                  <a:pt x="713328" y="864596"/>
                </a:lnTo>
                <a:lnTo>
                  <a:pt x="744241" y="841351"/>
                </a:lnTo>
                <a:lnTo>
                  <a:pt x="780654" y="783197"/>
                </a:lnTo>
                <a:lnTo>
                  <a:pt x="785515" y="748493"/>
                </a:lnTo>
                <a:lnTo>
                  <a:pt x="780654" y="714022"/>
                </a:lnTo>
                <a:lnTo>
                  <a:pt x="744241" y="656229"/>
                </a:lnTo>
                <a:lnTo>
                  <a:pt x="713328" y="633097"/>
                </a:lnTo>
                <a:lnTo>
                  <a:pt x="674370" y="613935"/>
                </a:lnTo>
                <a:lnTo>
                  <a:pt x="627685" y="598838"/>
                </a:lnTo>
                <a:lnTo>
                  <a:pt x="573594" y="587902"/>
                </a:lnTo>
                <a:lnTo>
                  <a:pt x="512414" y="581220"/>
                </a:lnTo>
                <a:lnTo>
                  <a:pt x="444466" y="578889"/>
                </a:lnTo>
                <a:close/>
              </a:path>
              <a:path w="892810" h="918845">
                <a:moveTo>
                  <a:pt x="444466" y="818198"/>
                </a:moveTo>
                <a:lnTo>
                  <a:pt x="370903" y="815494"/>
                </a:lnTo>
                <a:lnTo>
                  <a:pt x="313947" y="807296"/>
                </a:lnTo>
                <a:lnTo>
                  <a:pt x="273508" y="793480"/>
                </a:lnTo>
                <a:lnTo>
                  <a:pt x="241814" y="748493"/>
                </a:lnTo>
                <a:lnTo>
                  <a:pt x="249494" y="724052"/>
                </a:lnTo>
                <a:lnTo>
                  <a:pt x="273508" y="705229"/>
                </a:lnTo>
                <a:lnTo>
                  <a:pt x="313947" y="691918"/>
                </a:lnTo>
                <a:lnTo>
                  <a:pt x="370903" y="684009"/>
                </a:lnTo>
                <a:lnTo>
                  <a:pt x="444466" y="681397"/>
                </a:lnTo>
                <a:lnTo>
                  <a:pt x="517123" y="684009"/>
                </a:lnTo>
                <a:lnTo>
                  <a:pt x="573938" y="691918"/>
                </a:lnTo>
                <a:lnTo>
                  <a:pt x="614767" y="705229"/>
                </a:lnTo>
                <a:lnTo>
                  <a:pt x="639462" y="724052"/>
                </a:lnTo>
                <a:lnTo>
                  <a:pt x="647879" y="748493"/>
                </a:lnTo>
                <a:lnTo>
                  <a:pt x="639462" y="773921"/>
                </a:lnTo>
                <a:lnTo>
                  <a:pt x="614767" y="793480"/>
                </a:lnTo>
                <a:lnTo>
                  <a:pt x="573938" y="807296"/>
                </a:lnTo>
                <a:lnTo>
                  <a:pt x="517123" y="815494"/>
                </a:lnTo>
                <a:lnTo>
                  <a:pt x="444466" y="818198"/>
                </a:lnTo>
                <a:close/>
              </a:path>
            </a:pathLst>
          </a:custGeom>
          <a:ln w="2180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66436" y="2538335"/>
            <a:ext cx="939165" cy="960755"/>
          </a:xfrm>
          <a:custGeom>
            <a:avLst/>
            <a:gdLst/>
            <a:ahLst/>
            <a:cxnLst/>
            <a:rect l="l" t="t" r="r" b="b"/>
            <a:pathLst>
              <a:path w="939165" h="960754">
                <a:moveTo>
                  <a:pt x="794639" y="366790"/>
                </a:moveTo>
                <a:lnTo>
                  <a:pt x="794639" y="0"/>
                </a:lnTo>
                <a:lnTo>
                  <a:pt x="657383" y="0"/>
                </a:lnTo>
                <a:lnTo>
                  <a:pt x="657383" y="960218"/>
                </a:lnTo>
                <a:lnTo>
                  <a:pt x="794639" y="960218"/>
                </a:lnTo>
                <a:lnTo>
                  <a:pt x="794639" y="478990"/>
                </a:lnTo>
                <a:lnTo>
                  <a:pt x="939120" y="478990"/>
                </a:lnTo>
                <a:lnTo>
                  <a:pt x="939120" y="366790"/>
                </a:lnTo>
                <a:lnTo>
                  <a:pt x="794639" y="366790"/>
                </a:lnTo>
                <a:close/>
              </a:path>
              <a:path w="939165" h="960754">
                <a:moveTo>
                  <a:pt x="384012" y="202778"/>
                </a:moveTo>
                <a:lnTo>
                  <a:pt x="580961" y="202778"/>
                </a:lnTo>
                <a:lnTo>
                  <a:pt x="580961" y="92815"/>
                </a:lnTo>
                <a:lnTo>
                  <a:pt x="38781" y="92815"/>
                </a:lnTo>
                <a:lnTo>
                  <a:pt x="38781" y="202778"/>
                </a:lnTo>
                <a:lnTo>
                  <a:pt x="245995" y="202778"/>
                </a:lnTo>
                <a:lnTo>
                  <a:pt x="245995" y="261674"/>
                </a:lnTo>
                <a:lnTo>
                  <a:pt x="243771" y="305378"/>
                </a:lnTo>
                <a:lnTo>
                  <a:pt x="237514" y="349504"/>
                </a:lnTo>
                <a:lnTo>
                  <a:pt x="227225" y="393494"/>
                </a:lnTo>
                <a:lnTo>
                  <a:pt x="212907" y="436790"/>
                </a:lnTo>
                <a:lnTo>
                  <a:pt x="194561" y="478834"/>
                </a:lnTo>
                <a:lnTo>
                  <a:pt x="172190" y="519068"/>
                </a:lnTo>
                <a:lnTo>
                  <a:pt x="145793" y="556935"/>
                </a:lnTo>
                <a:lnTo>
                  <a:pt x="115375" y="591876"/>
                </a:lnTo>
                <a:lnTo>
                  <a:pt x="80935" y="623334"/>
                </a:lnTo>
                <a:lnTo>
                  <a:pt x="42476" y="650751"/>
                </a:lnTo>
                <a:lnTo>
                  <a:pt x="0" y="673568"/>
                </a:lnTo>
                <a:lnTo>
                  <a:pt x="79843" y="779804"/>
                </a:lnTo>
                <a:lnTo>
                  <a:pt x="120541" y="757717"/>
                </a:lnTo>
                <a:lnTo>
                  <a:pt x="158191" y="730874"/>
                </a:lnTo>
                <a:lnTo>
                  <a:pt x="192739" y="699688"/>
                </a:lnTo>
                <a:lnTo>
                  <a:pt x="224133" y="664576"/>
                </a:lnTo>
                <a:lnTo>
                  <a:pt x="252320" y="625951"/>
                </a:lnTo>
                <a:lnTo>
                  <a:pt x="277244" y="584230"/>
                </a:lnTo>
                <a:lnTo>
                  <a:pt x="298854" y="539826"/>
                </a:lnTo>
                <a:lnTo>
                  <a:pt x="317095" y="493155"/>
                </a:lnTo>
                <a:lnTo>
                  <a:pt x="337758" y="541355"/>
                </a:lnTo>
                <a:lnTo>
                  <a:pt x="362565" y="586870"/>
                </a:lnTo>
                <a:lnTo>
                  <a:pt x="391469" y="629156"/>
                </a:lnTo>
                <a:lnTo>
                  <a:pt x="424423" y="667674"/>
                </a:lnTo>
                <a:lnTo>
                  <a:pt x="461381" y="701882"/>
                </a:lnTo>
                <a:lnTo>
                  <a:pt x="502296" y="731238"/>
                </a:lnTo>
                <a:lnTo>
                  <a:pt x="547123" y="755202"/>
                </a:lnTo>
                <a:lnTo>
                  <a:pt x="623544" y="649712"/>
                </a:lnTo>
                <a:lnTo>
                  <a:pt x="577736" y="625139"/>
                </a:lnTo>
                <a:lnTo>
                  <a:pt x="536802" y="595508"/>
                </a:lnTo>
                <a:lnTo>
                  <a:pt x="500736" y="561528"/>
                </a:lnTo>
                <a:lnTo>
                  <a:pt x="469532" y="523912"/>
                </a:lnTo>
                <a:lnTo>
                  <a:pt x="443182" y="483370"/>
                </a:lnTo>
                <a:lnTo>
                  <a:pt x="421680" y="440614"/>
                </a:lnTo>
                <a:lnTo>
                  <a:pt x="405019" y="396355"/>
                </a:lnTo>
                <a:lnTo>
                  <a:pt x="393192" y="351305"/>
                </a:lnTo>
                <a:lnTo>
                  <a:pt x="386192" y="306174"/>
                </a:lnTo>
                <a:lnTo>
                  <a:pt x="384012" y="261674"/>
                </a:lnTo>
                <a:lnTo>
                  <a:pt x="384012" y="202778"/>
                </a:lnTo>
                <a:close/>
              </a:path>
            </a:pathLst>
          </a:custGeom>
          <a:ln w="2180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11929" y="2538335"/>
            <a:ext cx="269240" cy="561975"/>
          </a:xfrm>
          <a:custGeom>
            <a:avLst/>
            <a:gdLst/>
            <a:ahLst/>
            <a:cxnLst/>
            <a:rect l="l" t="t" r="r" b="b"/>
            <a:pathLst>
              <a:path w="269240" h="561975">
                <a:moveTo>
                  <a:pt x="137635" y="224771"/>
                </a:moveTo>
                <a:lnTo>
                  <a:pt x="137635" y="0"/>
                </a:lnTo>
                <a:lnTo>
                  <a:pt x="0" y="0"/>
                </a:lnTo>
                <a:lnTo>
                  <a:pt x="0" y="561369"/>
                </a:lnTo>
                <a:lnTo>
                  <a:pt x="137635" y="561369"/>
                </a:lnTo>
                <a:lnTo>
                  <a:pt x="137635" y="336225"/>
                </a:lnTo>
                <a:lnTo>
                  <a:pt x="269188" y="336225"/>
                </a:lnTo>
                <a:lnTo>
                  <a:pt x="269188" y="224771"/>
                </a:lnTo>
                <a:lnTo>
                  <a:pt x="137635" y="224771"/>
                </a:lnTo>
                <a:close/>
              </a:path>
            </a:pathLst>
          </a:custGeom>
          <a:ln w="21941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09295" y="2593130"/>
            <a:ext cx="530860" cy="473709"/>
          </a:xfrm>
          <a:custGeom>
            <a:avLst/>
            <a:gdLst/>
            <a:ahLst/>
            <a:cxnLst/>
            <a:rect l="l" t="t" r="r" b="b"/>
            <a:pathLst>
              <a:path w="530859" h="473710">
                <a:moveTo>
                  <a:pt x="515185" y="341443"/>
                </a:moveTo>
                <a:lnTo>
                  <a:pt x="466639" y="349580"/>
                </a:lnTo>
                <a:lnTo>
                  <a:pt x="418305" y="355917"/>
                </a:lnTo>
                <a:lnTo>
                  <a:pt x="369001" y="360663"/>
                </a:lnTo>
                <a:lnTo>
                  <a:pt x="317542" y="364026"/>
                </a:lnTo>
                <a:lnTo>
                  <a:pt x="262744" y="366216"/>
                </a:lnTo>
                <a:lnTo>
                  <a:pt x="203423" y="367441"/>
                </a:lnTo>
                <a:lnTo>
                  <a:pt x="138396" y="367909"/>
                </a:lnTo>
                <a:lnTo>
                  <a:pt x="138396" y="289257"/>
                </a:lnTo>
                <a:lnTo>
                  <a:pt x="442565" y="289257"/>
                </a:lnTo>
                <a:lnTo>
                  <a:pt x="442565" y="183023"/>
                </a:lnTo>
                <a:lnTo>
                  <a:pt x="138396" y="183023"/>
                </a:lnTo>
                <a:lnTo>
                  <a:pt x="138396" y="108471"/>
                </a:lnTo>
                <a:lnTo>
                  <a:pt x="463096" y="108471"/>
                </a:lnTo>
                <a:lnTo>
                  <a:pt x="463096" y="0"/>
                </a:lnTo>
                <a:lnTo>
                  <a:pt x="0" y="0"/>
                </a:lnTo>
                <a:lnTo>
                  <a:pt x="0" y="473399"/>
                </a:lnTo>
                <a:lnTo>
                  <a:pt x="81364" y="473399"/>
                </a:lnTo>
                <a:lnTo>
                  <a:pt x="144692" y="473351"/>
                </a:lnTo>
                <a:lnTo>
                  <a:pt x="202875" y="472876"/>
                </a:lnTo>
                <a:lnTo>
                  <a:pt x="256684" y="471853"/>
                </a:lnTo>
                <a:lnTo>
                  <a:pt x="306887" y="470157"/>
                </a:lnTo>
                <a:lnTo>
                  <a:pt x="354256" y="467667"/>
                </a:lnTo>
                <a:lnTo>
                  <a:pt x="399558" y="464259"/>
                </a:lnTo>
                <a:lnTo>
                  <a:pt x="443566" y="459812"/>
                </a:lnTo>
                <a:lnTo>
                  <a:pt x="487048" y="454202"/>
                </a:lnTo>
                <a:lnTo>
                  <a:pt x="530773" y="447306"/>
                </a:lnTo>
                <a:lnTo>
                  <a:pt x="515185" y="341443"/>
                </a:lnTo>
                <a:close/>
              </a:path>
            </a:pathLst>
          </a:custGeom>
          <a:ln w="21781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09671" y="3141453"/>
            <a:ext cx="640080" cy="346710"/>
          </a:xfrm>
          <a:custGeom>
            <a:avLst/>
            <a:gdLst/>
            <a:ahLst/>
            <a:cxnLst/>
            <a:rect l="l" t="t" r="r" b="b"/>
            <a:pathLst>
              <a:path w="640079" h="346710">
                <a:moveTo>
                  <a:pt x="639894" y="346289"/>
                </a:moveTo>
                <a:lnTo>
                  <a:pt x="639894" y="0"/>
                </a:lnTo>
                <a:lnTo>
                  <a:pt x="0" y="0"/>
                </a:lnTo>
                <a:lnTo>
                  <a:pt x="0" y="346289"/>
                </a:lnTo>
                <a:lnTo>
                  <a:pt x="639894" y="346289"/>
                </a:lnTo>
                <a:close/>
              </a:path>
              <a:path w="640079" h="346710">
                <a:moveTo>
                  <a:pt x="504159" y="105489"/>
                </a:moveTo>
                <a:lnTo>
                  <a:pt x="504159" y="238563"/>
                </a:lnTo>
                <a:lnTo>
                  <a:pt x="135354" y="238563"/>
                </a:lnTo>
                <a:lnTo>
                  <a:pt x="135354" y="105489"/>
                </a:lnTo>
                <a:lnTo>
                  <a:pt x="504159" y="105489"/>
                </a:lnTo>
                <a:close/>
              </a:path>
            </a:pathLst>
          </a:custGeom>
          <a:ln w="2180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06988" y="2538335"/>
            <a:ext cx="826769" cy="960755"/>
          </a:xfrm>
          <a:custGeom>
            <a:avLst/>
            <a:gdLst/>
            <a:ahLst/>
            <a:cxnLst/>
            <a:rect l="l" t="t" r="r" b="b"/>
            <a:pathLst>
              <a:path w="826770" h="960754">
                <a:moveTo>
                  <a:pt x="687420" y="960218"/>
                </a:moveTo>
                <a:lnTo>
                  <a:pt x="826197" y="960218"/>
                </a:lnTo>
                <a:lnTo>
                  <a:pt x="826197" y="0"/>
                </a:lnTo>
                <a:lnTo>
                  <a:pt x="687420" y="0"/>
                </a:lnTo>
                <a:lnTo>
                  <a:pt x="687420" y="960218"/>
                </a:lnTo>
                <a:close/>
              </a:path>
              <a:path w="826770" h="960754">
                <a:moveTo>
                  <a:pt x="385913" y="202778"/>
                </a:moveTo>
                <a:lnTo>
                  <a:pt x="590847" y="202778"/>
                </a:lnTo>
                <a:lnTo>
                  <a:pt x="590847" y="92815"/>
                </a:lnTo>
                <a:lnTo>
                  <a:pt x="38401" y="92815"/>
                </a:lnTo>
                <a:lnTo>
                  <a:pt x="38401" y="202778"/>
                </a:lnTo>
                <a:lnTo>
                  <a:pt x="246376" y="202778"/>
                </a:lnTo>
                <a:lnTo>
                  <a:pt x="246376" y="261674"/>
                </a:lnTo>
                <a:lnTo>
                  <a:pt x="244203" y="306378"/>
                </a:lnTo>
                <a:lnTo>
                  <a:pt x="237908" y="351273"/>
                </a:lnTo>
                <a:lnTo>
                  <a:pt x="227516" y="395813"/>
                </a:lnTo>
                <a:lnTo>
                  <a:pt x="213054" y="439448"/>
                </a:lnTo>
                <a:lnTo>
                  <a:pt x="194546" y="481632"/>
                </a:lnTo>
                <a:lnTo>
                  <a:pt x="172020" y="521815"/>
                </a:lnTo>
                <a:lnTo>
                  <a:pt x="145500" y="559452"/>
                </a:lnTo>
                <a:lnTo>
                  <a:pt x="115012" y="593993"/>
                </a:lnTo>
                <a:lnTo>
                  <a:pt x="80582" y="624892"/>
                </a:lnTo>
                <a:lnTo>
                  <a:pt x="42236" y="651599"/>
                </a:lnTo>
                <a:lnTo>
                  <a:pt x="0" y="673568"/>
                </a:lnTo>
                <a:lnTo>
                  <a:pt x="77943" y="779058"/>
                </a:lnTo>
                <a:lnTo>
                  <a:pt x="119661" y="757192"/>
                </a:lnTo>
                <a:lnTo>
                  <a:pt x="158108" y="730705"/>
                </a:lnTo>
                <a:lnTo>
                  <a:pt x="193258" y="699972"/>
                </a:lnTo>
                <a:lnTo>
                  <a:pt x="225084" y="665368"/>
                </a:lnTo>
                <a:lnTo>
                  <a:pt x="253560" y="627270"/>
                </a:lnTo>
                <a:lnTo>
                  <a:pt x="278658" y="586053"/>
                </a:lnTo>
                <a:lnTo>
                  <a:pt x="300353" y="542092"/>
                </a:lnTo>
                <a:lnTo>
                  <a:pt x="318616" y="495764"/>
                </a:lnTo>
                <a:lnTo>
                  <a:pt x="339685" y="544251"/>
                </a:lnTo>
                <a:lnTo>
                  <a:pt x="365097" y="589712"/>
                </a:lnTo>
                <a:lnTo>
                  <a:pt x="394865" y="631678"/>
                </a:lnTo>
                <a:lnTo>
                  <a:pt x="429003" y="669679"/>
                </a:lnTo>
                <a:lnTo>
                  <a:pt x="467524" y="703247"/>
                </a:lnTo>
                <a:lnTo>
                  <a:pt x="510442" y="731911"/>
                </a:lnTo>
                <a:lnTo>
                  <a:pt x="557768" y="755202"/>
                </a:lnTo>
                <a:lnTo>
                  <a:pt x="631530" y="649712"/>
                </a:lnTo>
                <a:lnTo>
                  <a:pt x="584832" y="626830"/>
                </a:lnTo>
                <a:lnTo>
                  <a:pt x="543059" y="598657"/>
                </a:lnTo>
                <a:lnTo>
                  <a:pt x="506209" y="565849"/>
                </a:lnTo>
                <a:lnTo>
                  <a:pt x="474280" y="529065"/>
                </a:lnTo>
                <a:lnTo>
                  <a:pt x="447270" y="488961"/>
                </a:lnTo>
                <a:lnTo>
                  <a:pt x="425175" y="446196"/>
                </a:lnTo>
                <a:lnTo>
                  <a:pt x="407995" y="401428"/>
                </a:lnTo>
                <a:lnTo>
                  <a:pt x="395726" y="355313"/>
                </a:lnTo>
                <a:lnTo>
                  <a:pt x="388366" y="308509"/>
                </a:lnTo>
                <a:lnTo>
                  <a:pt x="385913" y="261674"/>
                </a:lnTo>
                <a:lnTo>
                  <a:pt x="385913" y="202778"/>
                </a:lnTo>
                <a:close/>
              </a:path>
            </a:pathLst>
          </a:custGeom>
          <a:ln w="2180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025889" y="2527339"/>
            <a:ext cx="872490" cy="975360"/>
            <a:chOff x="1025889" y="2527339"/>
            <a:chExt cx="872490" cy="975360"/>
          </a:xfrm>
        </p:grpSpPr>
        <p:sp>
          <p:nvSpPr>
            <p:cNvPr id="17" name="object 17"/>
            <p:cNvSpPr/>
            <p:nvPr/>
          </p:nvSpPr>
          <p:spPr>
            <a:xfrm>
              <a:off x="1036766" y="2538334"/>
              <a:ext cx="850265" cy="953769"/>
            </a:xfrm>
            <a:custGeom>
              <a:avLst/>
              <a:gdLst/>
              <a:ahLst/>
              <a:cxnLst/>
              <a:rect l="l" t="t" r="r" b="b"/>
              <a:pathLst>
                <a:path w="850264" h="953770">
                  <a:moveTo>
                    <a:pt x="822015" y="0"/>
                  </a:moveTo>
                  <a:lnTo>
                    <a:pt x="685900" y="0"/>
                  </a:lnTo>
                  <a:lnTo>
                    <a:pt x="685900" y="486073"/>
                  </a:lnTo>
                  <a:lnTo>
                    <a:pt x="822015" y="486073"/>
                  </a:lnTo>
                  <a:lnTo>
                    <a:pt x="822015" y="0"/>
                  </a:lnTo>
                  <a:close/>
                </a:path>
                <a:path w="850264" h="953770">
                  <a:moveTo>
                    <a:pt x="379070" y="21619"/>
                  </a:moveTo>
                  <a:lnTo>
                    <a:pt x="236871" y="21619"/>
                  </a:lnTo>
                  <a:lnTo>
                    <a:pt x="236871" y="95052"/>
                  </a:lnTo>
                  <a:lnTo>
                    <a:pt x="233289" y="139724"/>
                  </a:lnTo>
                  <a:lnTo>
                    <a:pt x="222690" y="183692"/>
                  </a:lnTo>
                  <a:lnTo>
                    <a:pt x="204864" y="226079"/>
                  </a:lnTo>
                  <a:lnTo>
                    <a:pt x="179602" y="266007"/>
                  </a:lnTo>
                  <a:lnTo>
                    <a:pt x="146693" y="302597"/>
                  </a:lnTo>
                  <a:lnTo>
                    <a:pt x="105930" y="334972"/>
                  </a:lnTo>
                  <a:lnTo>
                    <a:pt x="57102" y="362254"/>
                  </a:lnTo>
                  <a:lnTo>
                    <a:pt x="0" y="383564"/>
                  </a:lnTo>
                  <a:lnTo>
                    <a:pt x="68057" y="488682"/>
                  </a:lnTo>
                  <a:lnTo>
                    <a:pt x="115709" y="471762"/>
                  </a:lnTo>
                  <a:lnTo>
                    <a:pt x="158944" y="450317"/>
                  </a:lnTo>
                  <a:lnTo>
                    <a:pt x="197770" y="424706"/>
                  </a:lnTo>
                  <a:lnTo>
                    <a:pt x="232193" y="395287"/>
                  </a:lnTo>
                  <a:lnTo>
                    <a:pt x="262220" y="362418"/>
                  </a:lnTo>
                  <a:lnTo>
                    <a:pt x="287857" y="326458"/>
                  </a:lnTo>
                  <a:lnTo>
                    <a:pt x="309111" y="287767"/>
                  </a:lnTo>
                  <a:lnTo>
                    <a:pt x="461453" y="287767"/>
                  </a:lnTo>
                  <a:lnTo>
                    <a:pt x="434200" y="258692"/>
                  </a:lnTo>
                  <a:lnTo>
                    <a:pt x="409573" y="221001"/>
                  </a:lnTo>
                  <a:lnTo>
                    <a:pt x="392306" y="180681"/>
                  </a:lnTo>
                  <a:lnTo>
                    <a:pt x="382203" y="138456"/>
                  </a:lnTo>
                  <a:lnTo>
                    <a:pt x="379070" y="95052"/>
                  </a:lnTo>
                  <a:lnTo>
                    <a:pt x="379070" y="21619"/>
                  </a:lnTo>
                  <a:close/>
                </a:path>
                <a:path w="850264" h="953770">
                  <a:moveTo>
                    <a:pt x="461453" y="287767"/>
                  </a:moveTo>
                  <a:lnTo>
                    <a:pt x="309111" y="287767"/>
                  </a:lnTo>
                  <a:lnTo>
                    <a:pt x="333956" y="328847"/>
                  </a:lnTo>
                  <a:lnTo>
                    <a:pt x="364410" y="366418"/>
                  </a:lnTo>
                  <a:lnTo>
                    <a:pt x="400504" y="400013"/>
                  </a:lnTo>
                  <a:lnTo>
                    <a:pt x="442269" y="429165"/>
                  </a:lnTo>
                  <a:lnTo>
                    <a:pt x="489737" y="453410"/>
                  </a:lnTo>
                  <a:lnTo>
                    <a:pt x="542940" y="472281"/>
                  </a:lnTo>
                  <a:lnTo>
                    <a:pt x="610238" y="368654"/>
                  </a:lnTo>
                  <a:lnTo>
                    <a:pt x="554207" y="348734"/>
                  </a:lnTo>
                  <a:lnTo>
                    <a:pt x="506321" y="323283"/>
                  </a:lnTo>
                  <a:lnTo>
                    <a:pt x="466384" y="293027"/>
                  </a:lnTo>
                  <a:lnTo>
                    <a:pt x="461453" y="287767"/>
                  </a:lnTo>
                  <a:close/>
                </a:path>
                <a:path w="850264" h="953770">
                  <a:moveTo>
                    <a:pt x="823536" y="528194"/>
                  </a:moveTo>
                  <a:lnTo>
                    <a:pt x="166912" y="528194"/>
                  </a:lnTo>
                  <a:lnTo>
                    <a:pt x="166912" y="632193"/>
                  </a:lnTo>
                  <a:lnTo>
                    <a:pt x="686660" y="632193"/>
                  </a:lnTo>
                  <a:lnTo>
                    <a:pt x="686660" y="688479"/>
                  </a:lnTo>
                  <a:lnTo>
                    <a:pt x="169193" y="688479"/>
                  </a:lnTo>
                  <a:lnTo>
                    <a:pt x="169193" y="953508"/>
                  </a:lnTo>
                  <a:lnTo>
                    <a:pt x="850151" y="953508"/>
                  </a:lnTo>
                  <a:lnTo>
                    <a:pt x="850151" y="847645"/>
                  </a:lnTo>
                  <a:lnTo>
                    <a:pt x="303027" y="847645"/>
                  </a:lnTo>
                  <a:lnTo>
                    <a:pt x="303027" y="787632"/>
                  </a:lnTo>
                  <a:lnTo>
                    <a:pt x="823536" y="787632"/>
                  </a:lnTo>
                  <a:lnTo>
                    <a:pt x="823536" y="52819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36766" y="2538335"/>
              <a:ext cx="850265" cy="953769"/>
            </a:xfrm>
            <a:custGeom>
              <a:avLst/>
              <a:gdLst/>
              <a:ahLst/>
              <a:cxnLst/>
              <a:rect l="l" t="t" r="r" b="b"/>
              <a:pathLst>
                <a:path w="850264" h="953770">
                  <a:moveTo>
                    <a:pt x="685900" y="0"/>
                  </a:moveTo>
                  <a:lnTo>
                    <a:pt x="685900" y="486073"/>
                  </a:lnTo>
                  <a:lnTo>
                    <a:pt x="822015" y="486073"/>
                  </a:lnTo>
                  <a:lnTo>
                    <a:pt x="822015" y="0"/>
                  </a:lnTo>
                  <a:lnTo>
                    <a:pt x="685900" y="0"/>
                  </a:lnTo>
                  <a:close/>
                </a:path>
                <a:path w="850264" h="953770">
                  <a:moveTo>
                    <a:pt x="309111" y="287767"/>
                  </a:moveTo>
                  <a:lnTo>
                    <a:pt x="333956" y="328847"/>
                  </a:lnTo>
                  <a:lnTo>
                    <a:pt x="364410" y="366418"/>
                  </a:lnTo>
                  <a:lnTo>
                    <a:pt x="400504" y="400013"/>
                  </a:lnTo>
                  <a:lnTo>
                    <a:pt x="442269" y="429165"/>
                  </a:lnTo>
                  <a:lnTo>
                    <a:pt x="489737" y="453410"/>
                  </a:lnTo>
                  <a:lnTo>
                    <a:pt x="542940" y="472281"/>
                  </a:lnTo>
                  <a:lnTo>
                    <a:pt x="610238" y="368654"/>
                  </a:lnTo>
                  <a:lnTo>
                    <a:pt x="554207" y="348734"/>
                  </a:lnTo>
                  <a:lnTo>
                    <a:pt x="506321" y="323283"/>
                  </a:lnTo>
                  <a:lnTo>
                    <a:pt x="466384" y="293027"/>
                  </a:lnTo>
                  <a:lnTo>
                    <a:pt x="434200" y="258692"/>
                  </a:lnTo>
                  <a:lnTo>
                    <a:pt x="409573" y="221001"/>
                  </a:lnTo>
                  <a:lnTo>
                    <a:pt x="392306" y="180681"/>
                  </a:lnTo>
                  <a:lnTo>
                    <a:pt x="382203" y="138456"/>
                  </a:lnTo>
                  <a:lnTo>
                    <a:pt x="379070" y="95052"/>
                  </a:lnTo>
                  <a:lnTo>
                    <a:pt x="379070" y="21619"/>
                  </a:lnTo>
                  <a:lnTo>
                    <a:pt x="236871" y="21619"/>
                  </a:lnTo>
                  <a:lnTo>
                    <a:pt x="236871" y="95052"/>
                  </a:lnTo>
                  <a:lnTo>
                    <a:pt x="233289" y="139724"/>
                  </a:lnTo>
                  <a:lnTo>
                    <a:pt x="222690" y="183692"/>
                  </a:lnTo>
                  <a:lnTo>
                    <a:pt x="204864" y="226079"/>
                  </a:lnTo>
                  <a:lnTo>
                    <a:pt x="179602" y="266007"/>
                  </a:lnTo>
                  <a:lnTo>
                    <a:pt x="146693" y="302597"/>
                  </a:lnTo>
                  <a:lnTo>
                    <a:pt x="105930" y="334972"/>
                  </a:lnTo>
                  <a:lnTo>
                    <a:pt x="57102" y="362254"/>
                  </a:lnTo>
                  <a:lnTo>
                    <a:pt x="0" y="383564"/>
                  </a:lnTo>
                  <a:lnTo>
                    <a:pt x="68057" y="488682"/>
                  </a:lnTo>
                  <a:lnTo>
                    <a:pt x="115709" y="471762"/>
                  </a:lnTo>
                  <a:lnTo>
                    <a:pt x="158944" y="450317"/>
                  </a:lnTo>
                  <a:lnTo>
                    <a:pt x="197770" y="424706"/>
                  </a:lnTo>
                  <a:lnTo>
                    <a:pt x="232193" y="395287"/>
                  </a:lnTo>
                  <a:lnTo>
                    <a:pt x="262220" y="362418"/>
                  </a:lnTo>
                  <a:lnTo>
                    <a:pt x="287857" y="326458"/>
                  </a:lnTo>
                  <a:lnTo>
                    <a:pt x="309111" y="287767"/>
                  </a:lnTo>
                  <a:close/>
                </a:path>
                <a:path w="850264" h="953770">
                  <a:moveTo>
                    <a:pt x="303027" y="787632"/>
                  </a:moveTo>
                  <a:lnTo>
                    <a:pt x="823536" y="787632"/>
                  </a:lnTo>
                  <a:lnTo>
                    <a:pt x="823536" y="528194"/>
                  </a:lnTo>
                  <a:lnTo>
                    <a:pt x="166912" y="528194"/>
                  </a:lnTo>
                  <a:lnTo>
                    <a:pt x="166912" y="632193"/>
                  </a:lnTo>
                  <a:lnTo>
                    <a:pt x="686660" y="632193"/>
                  </a:lnTo>
                  <a:lnTo>
                    <a:pt x="686660" y="688479"/>
                  </a:lnTo>
                  <a:lnTo>
                    <a:pt x="169193" y="688479"/>
                  </a:lnTo>
                  <a:lnTo>
                    <a:pt x="169193" y="953508"/>
                  </a:lnTo>
                  <a:lnTo>
                    <a:pt x="850151" y="953508"/>
                  </a:lnTo>
                  <a:lnTo>
                    <a:pt x="850151" y="847645"/>
                  </a:lnTo>
                  <a:lnTo>
                    <a:pt x="303027" y="847645"/>
                  </a:lnTo>
                  <a:lnTo>
                    <a:pt x="303027" y="787632"/>
                  </a:lnTo>
                  <a:close/>
                </a:path>
              </a:pathLst>
            </a:custGeom>
            <a:ln w="2180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958524" y="2527328"/>
            <a:ext cx="854075" cy="984885"/>
            <a:chOff x="1958524" y="2527328"/>
            <a:chExt cx="854075" cy="984885"/>
          </a:xfrm>
        </p:grpSpPr>
        <p:sp>
          <p:nvSpPr>
            <p:cNvPr id="20" name="object 20"/>
            <p:cNvSpPr/>
            <p:nvPr/>
          </p:nvSpPr>
          <p:spPr>
            <a:xfrm>
              <a:off x="1969438" y="2538334"/>
              <a:ext cx="832485" cy="962660"/>
            </a:xfrm>
            <a:custGeom>
              <a:avLst/>
              <a:gdLst/>
              <a:ahLst/>
              <a:cxnLst/>
              <a:rect l="l" t="t" r="r" b="b"/>
              <a:pathLst>
                <a:path w="832485" h="962660">
                  <a:moveTo>
                    <a:pt x="831900" y="0"/>
                  </a:moveTo>
                  <a:lnTo>
                    <a:pt x="693123" y="0"/>
                  </a:lnTo>
                  <a:lnTo>
                    <a:pt x="693123" y="962454"/>
                  </a:lnTo>
                  <a:lnTo>
                    <a:pt x="831900" y="962454"/>
                  </a:lnTo>
                  <a:lnTo>
                    <a:pt x="831900" y="0"/>
                  </a:lnTo>
                  <a:close/>
                </a:path>
                <a:path w="832485" h="962660">
                  <a:moveTo>
                    <a:pt x="393898" y="74178"/>
                  </a:moveTo>
                  <a:lnTo>
                    <a:pt x="254740" y="74178"/>
                  </a:lnTo>
                  <a:lnTo>
                    <a:pt x="254740" y="217689"/>
                  </a:lnTo>
                  <a:lnTo>
                    <a:pt x="252492" y="268371"/>
                  </a:lnTo>
                  <a:lnTo>
                    <a:pt x="246145" y="318427"/>
                  </a:lnTo>
                  <a:lnTo>
                    <a:pt x="235669" y="367359"/>
                  </a:lnTo>
                  <a:lnTo>
                    <a:pt x="221040" y="414669"/>
                  </a:lnTo>
                  <a:lnTo>
                    <a:pt x="202228" y="459860"/>
                  </a:lnTo>
                  <a:lnTo>
                    <a:pt x="179207" y="502436"/>
                  </a:lnTo>
                  <a:lnTo>
                    <a:pt x="151949" y="541897"/>
                  </a:lnTo>
                  <a:lnTo>
                    <a:pt x="120427" y="577747"/>
                  </a:lnTo>
                  <a:lnTo>
                    <a:pt x="84612" y="609489"/>
                  </a:lnTo>
                  <a:lnTo>
                    <a:pt x="44479" y="636625"/>
                  </a:lnTo>
                  <a:lnTo>
                    <a:pt x="0" y="658658"/>
                  </a:lnTo>
                  <a:lnTo>
                    <a:pt x="82885" y="770485"/>
                  </a:lnTo>
                  <a:lnTo>
                    <a:pt x="125809" y="748137"/>
                  </a:lnTo>
                  <a:lnTo>
                    <a:pt x="165070" y="721281"/>
                  </a:lnTo>
                  <a:lnTo>
                    <a:pt x="200714" y="690232"/>
                  </a:lnTo>
                  <a:lnTo>
                    <a:pt x="232783" y="655303"/>
                  </a:lnTo>
                  <a:lnTo>
                    <a:pt x="261324" y="616811"/>
                  </a:lnTo>
                  <a:lnTo>
                    <a:pt x="286381" y="575068"/>
                  </a:lnTo>
                  <a:lnTo>
                    <a:pt x="307998" y="530390"/>
                  </a:lnTo>
                  <a:lnTo>
                    <a:pt x="326220" y="483090"/>
                  </a:lnTo>
                  <a:lnTo>
                    <a:pt x="463241" y="483090"/>
                  </a:lnTo>
                  <a:lnTo>
                    <a:pt x="444051" y="448160"/>
                  </a:lnTo>
                  <a:lnTo>
                    <a:pt x="425793" y="404962"/>
                  </a:lnTo>
                  <a:lnTo>
                    <a:pt x="411663" y="359828"/>
                  </a:lnTo>
                  <a:lnTo>
                    <a:pt x="401646" y="313244"/>
                  </a:lnTo>
                  <a:lnTo>
                    <a:pt x="395729" y="265702"/>
                  </a:lnTo>
                  <a:lnTo>
                    <a:pt x="393898" y="217689"/>
                  </a:lnTo>
                  <a:lnTo>
                    <a:pt x="393898" y="74178"/>
                  </a:lnTo>
                  <a:close/>
                </a:path>
                <a:path w="832485" h="962660">
                  <a:moveTo>
                    <a:pt x="463241" y="483090"/>
                  </a:moveTo>
                  <a:lnTo>
                    <a:pt x="326220" y="483090"/>
                  </a:lnTo>
                  <a:lnTo>
                    <a:pt x="347314" y="532412"/>
                  </a:lnTo>
                  <a:lnTo>
                    <a:pt x="372477" y="578512"/>
                  </a:lnTo>
                  <a:lnTo>
                    <a:pt x="401731" y="620999"/>
                  </a:lnTo>
                  <a:lnTo>
                    <a:pt x="435096" y="659483"/>
                  </a:lnTo>
                  <a:lnTo>
                    <a:pt x="472590" y="693573"/>
                  </a:lnTo>
                  <a:lnTo>
                    <a:pt x="514235" y="722876"/>
                  </a:lnTo>
                  <a:lnTo>
                    <a:pt x="560050" y="747002"/>
                  </a:lnTo>
                  <a:lnTo>
                    <a:pt x="641035" y="639275"/>
                  </a:lnTo>
                  <a:lnTo>
                    <a:pt x="597726" y="617971"/>
                  </a:lnTo>
                  <a:lnTo>
                    <a:pt x="558627" y="591795"/>
                  </a:lnTo>
                  <a:lnTo>
                    <a:pt x="523723" y="561237"/>
                  </a:lnTo>
                  <a:lnTo>
                    <a:pt x="493002" y="526786"/>
                  </a:lnTo>
                  <a:lnTo>
                    <a:pt x="466449" y="488931"/>
                  </a:lnTo>
                  <a:lnTo>
                    <a:pt x="463241" y="48309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69438" y="2538335"/>
              <a:ext cx="832485" cy="962660"/>
            </a:xfrm>
            <a:custGeom>
              <a:avLst/>
              <a:gdLst/>
              <a:ahLst/>
              <a:cxnLst/>
              <a:rect l="l" t="t" r="r" b="b"/>
              <a:pathLst>
                <a:path w="832485" h="962660">
                  <a:moveTo>
                    <a:pt x="693123" y="962454"/>
                  </a:moveTo>
                  <a:lnTo>
                    <a:pt x="831900" y="962454"/>
                  </a:lnTo>
                  <a:lnTo>
                    <a:pt x="831900" y="0"/>
                  </a:lnTo>
                  <a:lnTo>
                    <a:pt x="693123" y="0"/>
                  </a:lnTo>
                  <a:lnTo>
                    <a:pt x="693123" y="962454"/>
                  </a:lnTo>
                  <a:close/>
                </a:path>
                <a:path w="832485" h="962660">
                  <a:moveTo>
                    <a:pt x="393898" y="74178"/>
                  </a:moveTo>
                  <a:lnTo>
                    <a:pt x="254740" y="74178"/>
                  </a:lnTo>
                  <a:lnTo>
                    <a:pt x="254740" y="217689"/>
                  </a:lnTo>
                  <a:lnTo>
                    <a:pt x="252492" y="268371"/>
                  </a:lnTo>
                  <a:lnTo>
                    <a:pt x="246145" y="318427"/>
                  </a:lnTo>
                  <a:lnTo>
                    <a:pt x="235669" y="367359"/>
                  </a:lnTo>
                  <a:lnTo>
                    <a:pt x="221040" y="414669"/>
                  </a:lnTo>
                  <a:lnTo>
                    <a:pt x="202228" y="459860"/>
                  </a:lnTo>
                  <a:lnTo>
                    <a:pt x="179207" y="502436"/>
                  </a:lnTo>
                  <a:lnTo>
                    <a:pt x="151949" y="541897"/>
                  </a:lnTo>
                  <a:lnTo>
                    <a:pt x="120427" y="577747"/>
                  </a:lnTo>
                  <a:lnTo>
                    <a:pt x="84612" y="609489"/>
                  </a:lnTo>
                  <a:lnTo>
                    <a:pt x="44479" y="636625"/>
                  </a:lnTo>
                  <a:lnTo>
                    <a:pt x="0" y="658658"/>
                  </a:lnTo>
                  <a:lnTo>
                    <a:pt x="82885" y="770485"/>
                  </a:lnTo>
                  <a:lnTo>
                    <a:pt x="125809" y="748137"/>
                  </a:lnTo>
                  <a:lnTo>
                    <a:pt x="165070" y="721281"/>
                  </a:lnTo>
                  <a:lnTo>
                    <a:pt x="200714" y="690232"/>
                  </a:lnTo>
                  <a:lnTo>
                    <a:pt x="232783" y="655303"/>
                  </a:lnTo>
                  <a:lnTo>
                    <a:pt x="261324" y="616811"/>
                  </a:lnTo>
                  <a:lnTo>
                    <a:pt x="286381" y="575068"/>
                  </a:lnTo>
                  <a:lnTo>
                    <a:pt x="307998" y="530390"/>
                  </a:lnTo>
                  <a:lnTo>
                    <a:pt x="326220" y="483090"/>
                  </a:lnTo>
                  <a:lnTo>
                    <a:pt x="347314" y="532412"/>
                  </a:lnTo>
                  <a:lnTo>
                    <a:pt x="372477" y="578512"/>
                  </a:lnTo>
                  <a:lnTo>
                    <a:pt x="401731" y="620999"/>
                  </a:lnTo>
                  <a:lnTo>
                    <a:pt x="435096" y="659483"/>
                  </a:lnTo>
                  <a:lnTo>
                    <a:pt x="472590" y="693573"/>
                  </a:lnTo>
                  <a:lnTo>
                    <a:pt x="514235" y="722876"/>
                  </a:lnTo>
                  <a:lnTo>
                    <a:pt x="560050" y="747002"/>
                  </a:lnTo>
                  <a:lnTo>
                    <a:pt x="641034" y="639275"/>
                  </a:lnTo>
                  <a:lnTo>
                    <a:pt x="597726" y="617971"/>
                  </a:lnTo>
                  <a:lnTo>
                    <a:pt x="558627" y="591795"/>
                  </a:lnTo>
                  <a:lnTo>
                    <a:pt x="523723" y="561237"/>
                  </a:lnTo>
                  <a:lnTo>
                    <a:pt x="493002" y="526786"/>
                  </a:lnTo>
                  <a:lnTo>
                    <a:pt x="466449" y="488931"/>
                  </a:lnTo>
                  <a:lnTo>
                    <a:pt x="444051" y="448160"/>
                  </a:lnTo>
                  <a:lnTo>
                    <a:pt x="425793" y="404962"/>
                  </a:lnTo>
                  <a:lnTo>
                    <a:pt x="411663" y="359828"/>
                  </a:lnTo>
                  <a:lnTo>
                    <a:pt x="401646" y="313244"/>
                  </a:lnTo>
                  <a:lnTo>
                    <a:pt x="395729" y="265702"/>
                  </a:lnTo>
                  <a:lnTo>
                    <a:pt x="393898" y="217689"/>
                  </a:lnTo>
                  <a:lnTo>
                    <a:pt x="393898" y="74178"/>
                  </a:lnTo>
                  <a:close/>
                </a:path>
              </a:pathLst>
            </a:custGeom>
            <a:ln w="2180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906031" y="2527352"/>
            <a:ext cx="936625" cy="965835"/>
            <a:chOff x="2906031" y="2527352"/>
            <a:chExt cx="936625" cy="965835"/>
          </a:xfrm>
        </p:grpSpPr>
        <p:sp>
          <p:nvSpPr>
            <p:cNvPr id="23" name="object 23"/>
            <p:cNvSpPr/>
            <p:nvPr/>
          </p:nvSpPr>
          <p:spPr>
            <a:xfrm>
              <a:off x="2916938" y="2538334"/>
              <a:ext cx="915035" cy="943610"/>
            </a:xfrm>
            <a:custGeom>
              <a:avLst/>
              <a:gdLst/>
              <a:ahLst/>
              <a:cxnLst/>
              <a:rect l="l" t="t" r="r" b="b"/>
              <a:pathLst>
                <a:path w="915035" h="943610">
                  <a:moveTo>
                    <a:pt x="284777" y="617655"/>
                  </a:moveTo>
                  <a:lnTo>
                    <a:pt x="145620" y="617655"/>
                  </a:lnTo>
                  <a:lnTo>
                    <a:pt x="145620" y="943444"/>
                  </a:lnTo>
                  <a:lnTo>
                    <a:pt x="815932" y="943444"/>
                  </a:lnTo>
                  <a:lnTo>
                    <a:pt x="815932" y="834972"/>
                  </a:lnTo>
                  <a:lnTo>
                    <a:pt x="284777" y="834972"/>
                  </a:lnTo>
                  <a:lnTo>
                    <a:pt x="284777" y="617655"/>
                  </a:lnTo>
                  <a:close/>
                </a:path>
                <a:path w="915035" h="943610">
                  <a:moveTo>
                    <a:pt x="782853" y="0"/>
                  </a:moveTo>
                  <a:lnTo>
                    <a:pt x="643316" y="0"/>
                  </a:lnTo>
                  <a:lnTo>
                    <a:pt x="643316" y="688106"/>
                  </a:lnTo>
                  <a:lnTo>
                    <a:pt x="782853" y="688106"/>
                  </a:lnTo>
                  <a:lnTo>
                    <a:pt x="782853" y="379837"/>
                  </a:lnTo>
                  <a:lnTo>
                    <a:pt x="914406" y="379837"/>
                  </a:lnTo>
                  <a:lnTo>
                    <a:pt x="914406" y="268756"/>
                  </a:lnTo>
                  <a:lnTo>
                    <a:pt x="782853" y="268756"/>
                  </a:lnTo>
                  <a:lnTo>
                    <a:pt x="782853" y="0"/>
                  </a:lnTo>
                  <a:close/>
                </a:path>
                <a:path w="915035" h="943610">
                  <a:moveTo>
                    <a:pt x="515565" y="71941"/>
                  </a:moveTo>
                  <a:lnTo>
                    <a:pt x="42583" y="71941"/>
                  </a:lnTo>
                  <a:lnTo>
                    <a:pt x="42583" y="181904"/>
                  </a:lnTo>
                  <a:lnTo>
                    <a:pt x="365002" y="181904"/>
                  </a:lnTo>
                  <a:lnTo>
                    <a:pt x="355336" y="221552"/>
                  </a:lnTo>
                  <a:lnTo>
                    <a:pt x="339598" y="259643"/>
                  </a:lnTo>
                  <a:lnTo>
                    <a:pt x="317828" y="296007"/>
                  </a:lnTo>
                  <a:lnTo>
                    <a:pt x="290067" y="330475"/>
                  </a:lnTo>
                  <a:lnTo>
                    <a:pt x="256357" y="362877"/>
                  </a:lnTo>
                  <a:lnTo>
                    <a:pt x="216738" y="393042"/>
                  </a:lnTo>
                  <a:lnTo>
                    <a:pt x="171252" y="420800"/>
                  </a:lnTo>
                  <a:lnTo>
                    <a:pt x="119939" y="445982"/>
                  </a:lnTo>
                  <a:lnTo>
                    <a:pt x="62841" y="468417"/>
                  </a:lnTo>
                  <a:lnTo>
                    <a:pt x="0" y="487936"/>
                  </a:lnTo>
                  <a:lnTo>
                    <a:pt x="57031" y="594545"/>
                  </a:lnTo>
                  <a:lnTo>
                    <a:pt x="110552" y="578077"/>
                  </a:lnTo>
                  <a:lnTo>
                    <a:pt x="161007" y="559307"/>
                  </a:lnTo>
                  <a:lnTo>
                    <a:pt x="208343" y="538266"/>
                  </a:lnTo>
                  <a:lnTo>
                    <a:pt x="252507" y="514984"/>
                  </a:lnTo>
                  <a:lnTo>
                    <a:pt x="293445" y="489492"/>
                  </a:lnTo>
                  <a:lnTo>
                    <a:pt x="331104" y="461820"/>
                  </a:lnTo>
                  <a:lnTo>
                    <a:pt x="365430" y="431999"/>
                  </a:lnTo>
                  <a:lnTo>
                    <a:pt x="396369" y="400059"/>
                  </a:lnTo>
                  <a:lnTo>
                    <a:pt x="423869" y="366031"/>
                  </a:lnTo>
                  <a:lnTo>
                    <a:pt x="447876" y="329946"/>
                  </a:lnTo>
                  <a:lnTo>
                    <a:pt x="468336" y="291834"/>
                  </a:lnTo>
                  <a:lnTo>
                    <a:pt x="485196" y="251726"/>
                  </a:lnTo>
                  <a:lnTo>
                    <a:pt x="498402" y="209652"/>
                  </a:lnTo>
                  <a:lnTo>
                    <a:pt x="507902" y="165643"/>
                  </a:lnTo>
                  <a:lnTo>
                    <a:pt x="513640" y="119729"/>
                  </a:lnTo>
                  <a:lnTo>
                    <a:pt x="515565" y="7194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16938" y="2538335"/>
              <a:ext cx="915035" cy="943610"/>
            </a:xfrm>
            <a:custGeom>
              <a:avLst/>
              <a:gdLst/>
              <a:ahLst/>
              <a:cxnLst/>
              <a:rect l="l" t="t" r="r" b="b"/>
              <a:pathLst>
                <a:path w="915035" h="943610">
                  <a:moveTo>
                    <a:pt x="782853" y="0"/>
                  </a:moveTo>
                  <a:lnTo>
                    <a:pt x="643316" y="0"/>
                  </a:lnTo>
                  <a:lnTo>
                    <a:pt x="643316" y="688106"/>
                  </a:lnTo>
                  <a:lnTo>
                    <a:pt x="782853" y="688106"/>
                  </a:lnTo>
                  <a:lnTo>
                    <a:pt x="782853" y="379837"/>
                  </a:lnTo>
                  <a:lnTo>
                    <a:pt x="914406" y="379837"/>
                  </a:lnTo>
                  <a:lnTo>
                    <a:pt x="914406" y="268756"/>
                  </a:lnTo>
                  <a:lnTo>
                    <a:pt x="782853" y="268756"/>
                  </a:lnTo>
                  <a:lnTo>
                    <a:pt x="782853" y="0"/>
                  </a:lnTo>
                  <a:close/>
                </a:path>
                <a:path w="915035" h="943610">
                  <a:moveTo>
                    <a:pt x="515565" y="71941"/>
                  </a:moveTo>
                  <a:lnTo>
                    <a:pt x="42583" y="71941"/>
                  </a:lnTo>
                  <a:lnTo>
                    <a:pt x="42583" y="181904"/>
                  </a:lnTo>
                  <a:lnTo>
                    <a:pt x="365002" y="181904"/>
                  </a:lnTo>
                  <a:lnTo>
                    <a:pt x="355336" y="221552"/>
                  </a:lnTo>
                  <a:lnTo>
                    <a:pt x="339598" y="259643"/>
                  </a:lnTo>
                  <a:lnTo>
                    <a:pt x="317828" y="296007"/>
                  </a:lnTo>
                  <a:lnTo>
                    <a:pt x="290067" y="330475"/>
                  </a:lnTo>
                  <a:lnTo>
                    <a:pt x="256357" y="362877"/>
                  </a:lnTo>
                  <a:lnTo>
                    <a:pt x="216738" y="393042"/>
                  </a:lnTo>
                  <a:lnTo>
                    <a:pt x="171252" y="420800"/>
                  </a:lnTo>
                  <a:lnTo>
                    <a:pt x="119939" y="445982"/>
                  </a:lnTo>
                  <a:lnTo>
                    <a:pt x="62841" y="468417"/>
                  </a:lnTo>
                  <a:lnTo>
                    <a:pt x="0" y="487936"/>
                  </a:lnTo>
                  <a:lnTo>
                    <a:pt x="57031" y="594545"/>
                  </a:lnTo>
                  <a:lnTo>
                    <a:pt x="110552" y="578077"/>
                  </a:lnTo>
                  <a:lnTo>
                    <a:pt x="161007" y="559307"/>
                  </a:lnTo>
                  <a:lnTo>
                    <a:pt x="208343" y="538266"/>
                  </a:lnTo>
                  <a:lnTo>
                    <a:pt x="252507" y="514984"/>
                  </a:lnTo>
                  <a:lnTo>
                    <a:pt x="293445" y="489492"/>
                  </a:lnTo>
                  <a:lnTo>
                    <a:pt x="331104" y="461820"/>
                  </a:lnTo>
                  <a:lnTo>
                    <a:pt x="365430" y="431999"/>
                  </a:lnTo>
                  <a:lnTo>
                    <a:pt x="396369" y="400059"/>
                  </a:lnTo>
                  <a:lnTo>
                    <a:pt x="423869" y="366031"/>
                  </a:lnTo>
                  <a:lnTo>
                    <a:pt x="447876" y="329946"/>
                  </a:lnTo>
                  <a:lnTo>
                    <a:pt x="468336" y="291834"/>
                  </a:lnTo>
                  <a:lnTo>
                    <a:pt x="485196" y="251726"/>
                  </a:lnTo>
                  <a:lnTo>
                    <a:pt x="498402" y="209652"/>
                  </a:lnTo>
                  <a:lnTo>
                    <a:pt x="507902" y="165643"/>
                  </a:lnTo>
                  <a:lnTo>
                    <a:pt x="513640" y="119729"/>
                  </a:lnTo>
                  <a:lnTo>
                    <a:pt x="515565" y="71941"/>
                  </a:lnTo>
                  <a:close/>
                </a:path>
                <a:path w="915035" h="943610">
                  <a:moveTo>
                    <a:pt x="145620" y="617655"/>
                  </a:moveTo>
                  <a:lnTo>
                    <a:pt x="145620" y="943444"/>
                  </a:lnTo>
                  <a:lnTo>
                    <a:pt x="815932" y="943444"/>
                  </a:lnTo>
                  <a:lnTo>
                    <a:pt x="815932" y="834972"/>
                  </a:lnTo>
                  <a:lnTo>
                    <a:pt x="284777" y="834972"/>
                  </a:lnTo>
                  <a:lnTo>
                    <a:pt x="284777" y="617655"/>
                  </a:lnTo>
                  <a:lnTo>
                    <a:pt x="145620" y="617655"/>
                  </a:lnTo>
                  <a:close/>
                </a:path>
              </a:pathLst>
            </a:custGeom>
            <a:ln w="2180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091737" y="2527339"/>
            <a:ext cx="872490" cy="975360"/>
            <a:chOff x="4091737" y="2527339"/>
            <a:chExt cx="872490" cy="975360"/>
          </a:xfrm>
        </p:grpSpPr>
        <p:sp>
          <p:nvSpPr>
            <p:cNvPr id="26" name="object 26"/>
            <p:cNvSpPr/>
            <p:nvPr/>
          </p:nvSpPr>
          <p:spPr>
            <a:xfrm>
              <a:off x="4102613" y="2538334"/>
              <a:ext cx="850265" cy="953769"/>
            </a:xfrm>
            <a:custGeom>
              <a:avLst/>
              <a:gdLst/>
              <a:ahLst/>
              <a:cxnLst/>
              <a:rect l="l" t="t" r="r" b="b"/>
              <a:pathLst>
                <a:path w="850264" h="953770">
                  <a:moveTo>
                    <a:pt x="822015" y="0"/>
                  </a:moveTo>
                  <a:lnTo>
                    <a:pt x="685900" y="0"/>
                  </a:lnTo>
                  <a:lnTo>
                    <a:pt x="685900" y="486073"/>
                  </a:lnTo>
                  <a:lnTo>
                    <a:pt x="822015" y="486073"/>
                  </a:lnTo>
                  <a:lnTo>
                    <a:pt x="822015" y="0"/>
                  </a:lnTo>
                  <a:close/>
                </a:path>
                <a:path w="850264" h="953770">
                  <a:moveTo>
                    <a:pt x="379069" y="21619"/>
                  </a:moveTo>
                  <a:lnTo>
                    <a:pt x="236871" y="21619"/>
                  </a:lnTo>
                  <a:lnTo>
                    <a:pt x="236871" y="95052"/>
                  </a:lnTo>
                  <a:lnTo>
                    <a:pt x="233289" y="139724"/>
                  </a:lnTo>
                  <a:lnTo>
                    <a:pt x="222690" y="183692"/>
                  </a:lnTo>
                  <a:lnTo>
                    <a:pt x="204864" y="226079"/>
                  </a:lnTo>
                  <a:lnTo>
                    <a:pt x="179602" y="266007"/>
                  </a:lnTo>
                  <a:lnTo>
                    <a:pt x="146693" y="302597"/>
                  </a:lnTo>
                  <a:lnTo>
                    <a:pt x="105930" y="334972"/>
                  </a:lnTo>
                  <a:lnTo>
                    <a:pt x="57102" y="362254"/>
                  </a:lnTo>
                  <a:lnTo>
                    <a:pt x="0" y="383564"/>
                  </a:lnTo>
                  <a:lnTo>
                    <a:pt x="68057" y="488682"/>
                  </a:lnTo>
                  <a:lnTo>
                    <a:pt x="115709" y="471762"/>
                  </a:lnTo>
                  <a:lnTo>
                    <a:pt x="158944" y="450317"/>
                  </a:lnTo>
                  <a:lnTo>
                    <a:pt x="197770" y="424706"/>
                  </a:lnTo>
                  <a:lnTo>
                    <a:pt x="232193" y="395287"/>
                  </a:lnTo>
                  <a:lnTo>
                    <a:pt x="262220" y="362418"/>
                  </a:lnTo>
                  <a:lnTo>
                    <a:pt x="287857" y="326458"/>
                  </a:lnTo>
                  <a:lnTo>
                    <a:pt x="309111" y="287767"/>
                  </a:lnTo>
                  <a:lnTo>
                    <a:pt x="461453" y="287767"/>
                  </a:lnTo>
                  <a:lnTo>
                    <a:pt x="434200" y="258692"/>
                  </a:lnTo>
                  <a:lnTo>
                    <a:pt x="409573" y="221001"/>
                  </a:lnTo>
                  <a:lnTo>
                    <a:pt x="392306" y="180681"/>
                  </a:lnTo>
                  <a:lnTo>
                    <a:pt x="382203" y="138456"/>
                  </a:lnTo>
                  <a:lnTo>
                    <a:pt x="379069" y="95052"/>
                  </a:lnTo>
                  <a:lnTo>
                    <a:pt x="379069" y="21619"/>
                  </a:lnTo>
                  <a:close/>
                </a:path>
                <a:path w="850264" h="953770">
                  <a:moveTo>
                    <a:pt x="461453" y="287767"/>
                  </a:moveTo>
                  <a:lnTo>
                    <a:pt x="309111" y="287767"/>
                  </a:lnTo>
                  <a:lnTo>
                    <a:pt x="333957" y="328847"/>
                  </a:lnTo>
                  <a:lnTo>
                    <a:pt x="364410" y="366418"/>
                  </a:lnTo>
                  <a:lnTo>
                    <a:pt x="400504" y="400013"/>
                  </a:lnTo>
                  <a:lnTo>
                    <a:pt x="442269" y="429165"/>
                  </a:lnTo>
                  <a:lnTo>
                    <a:pt x="489737" y="453410"/>
                  </a:lnTo>
                  <a:lnTo>
                    <a:pt x="542940" y="472281"/>
                  </a:lnTo>
                  <a:lnTo>
                    <a:pt x="610238" y="368654"/>
                  </a:lnTo>
                  <a:lnTo>
                    <a:pt x="554207" y="348734"/>
                  </a:lnTo>
                  <a:lnTo>
                    <a:pt x="506321" y="323283"/>
                  </a:lnTo>
                  <a:lnTo>
                    <a:pt x="466384" y="293027"/>
                  </a:lnTo>
                  <a:lnTo>
                    <a:pt x="461453" y="287767"/>
                  </a:lnTo>
                  <a:close/>
                </a:path>
                <a:path w="850264" h="953770">
                  <a:moveTo>
                    <a:pt x="823536" y="528194"/>
                  </a:moveTo>
                  <a:lnTo>
                    <a:pt x="166912" y="528194"/>
                  </a:lnTo>
                  <a:lnTo>
                    <a:pt x="166912" y="632193"/>
                  </a:lnTo>
                  <a:lnTo>
                    <a:pt x="686660" y="632193"/>
                  </a:lnTo>
                  <a:lnTo>
                    <a:pt x="686660" y="688479"/>
                  </a:lnTo>
                  <a:lnTo>
                    <a:pt x="169193" y="688479"/>
                  </a:lnTo>
                  <a:lnTo>
                    <a:pt x="169193" y="953508"/>
                  </a:lnTo>
                  <a:lnTo>
                    <a:pt x="850151" y="953508"/>
                  </a:lnTo>
                  <a:lnTo>
                    <a:pt x="850151" y="847645"/>
                  </a:lnTo>
                  <a:lnTo>
                    <a:pt x="303027" y="847645"/>
                  </a:lnTo>
                  <a:lnTo>
                    <a:pt x="303027" y="787632"/>
                  </a:lnTo>
                  <a:lnTo>
                    <a:pt x="823536" y="787632"/>
                  </a:lnTo>
                  <a:lnTo>
                    <a:pt x="823536" y="52819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02613" y="2538335"/>
              <a:ext cx="850265" cy="953769"/>
            </a:xfrm>
            <a:custGeom>
              <a:avLst/>
              <a:gdLst/>
              <a:ahLst/>
              <a:cxnLst/>
              <a:rect l="l" t="t" r="r" b="b"/>
              <a:pathLst>
                <a:path w="850264" h="953770">
                  <a:moveTo>
                    <a:pt x="685900" y="0"/>
                  </a:moveTo>
                  <a:lnTo>
                    <a:pt x="685900" y="486073"/>
                  </a:lnTo>
                  <a:lnTo>
                    <a:pt x="822015" y="486073"/>
                  </a:lnTo>
                  <a:lnTo>
                    <a:pt x="822015" y="0"/>
                  </a:lnTo>
                  <a:lnTo>
                    <a:pt x="685900" y="0"/>
                  </a:lnTo>
                  <a:close/>
                </a:path>
                <a:path w="850264" h="953770">
                  <a:moveTo>
                    <a:pt x="309111" y="287767"/>
                  </a:moveTo>
                  <a:lnTo>
                    <a:pt x="333957" y="328847"/>
                  </a:lnTo>
                  <a:lnTo>
                    <a:pt x="364410" y="366418"/>
                  </a:lnTo>
                  <a:lnTo>
                    <a:pt x="400504" y="400013"/>
                  </a:lnTo>
                  <a:lnTo>
                    <a:pt x="442269" y="429165"/>
                  </a:lnTo>
                  <a:lnTo>
                    <a:pt x="489737" y="453410"/>
                  </a:lnTo>
                  <a:lnTo>
                    <a:pt x="542940" y="472281"/>
                  </a:lnTo>
                  <a:lnTo>
                    <a:pt x="610238" y="368654"/>
                  </a:lnTo>
                  <a:lnTo>
                    <a:pt x="554207" y="348734"/>
                  </a:lnTo>
                  <a:lnTo>
                    <a:pt x="506321" y="323283"/>
                  </a:lnTo>
                  <a:lnTo>
                    <a:pt x="466384" y="293027"/>
                  </a:lnTo>
                  <a:lnTo>
                    <a:pt x="434200" y="258692"/>
                  </a:lnTo>
                  <a:lnTo>
                    <a:pt x="409573" y="221001"/>
                  </a:lnTo>
                  <a:lnTo>
                    <a:pt x="392306" y="180681"/>
                  </a:lnTo>
                  <a:lnTo>
                    <a:pt x="382203" y="138456"/>
                  </a:lnTo>
                  <a:lnTo>
                    <a:pt x="379069" y="95052"/>
                  </a:lnTo>
                  <a:lnTo>
                    <a:pt x="379069" y="21619"/>
                  </a:lnTo>
                  <a:lnTo>
                    <a:pt x="236871" y="21619"/>
                  </a:lnTo>
                  <a:lnTo>
                    <a:pt x="236871" y="95052"/>
                  </a:lnTo>
                  <a:lnTo>
                    <a:pt x="233289" y="139724"/>
                  </a:lnTo>
                  <a:lnTo>
                    <a:pt x="222690" y="183692"/>
                  </a:lnTo>
                  <a:lnTo>
                    <a:pt x="204864" y="226079"/>
                  </a:lnTo>
                  <a:lnTo>
                    <a:pt x="179602" y="266007"/>
                  </a:lnTo>
                  <a:lnTo>
                    <a:pt x="146693" y="302597"/>
                  </a:lnTo>
                  <a:lnTo>
                    <a:pt x="105930" y="334972"/>
                  </a:lnTo>
                  <a:lnTo>
                    <a:pt x="57102" y="362254"/>
                  </a:lnTo>
                  <a:lnTo>
                    <a:pt x="0" y="383564"/>
                  </a:lnTo>
                  <a:lnTo>
                    <a:pt x="68057" y="488682"/>
                  </a:lnTo>
                  <a:lnTo>
                    <a:pt x="115709" y="471762"/>
                  </a:lnTo>
                  <a:lnTo>
                    <a:pt x="158944" y="450317"/>
                  </a:lnTo>
                  <a:lnTo>
                    <a:pt x="197770" y="424706"/>
                  </a:lnTo>
                  <a:lnTo>
                    <a:pt x="232193" y="395287"/>
                  </a:lnTo>
                  <a:lnTo>
                    <a:pt x="262220" y="362418"/>
                  </a:lnTo>
                  <a:lnTo>
                    <a:pt x="287857" y="326458"/>
                  </a:lnTo>
                  <a:lnTo>
                    <a:pt x="309111" y="287767"/>
                  </a:lnTo>
                  <a:close/>
                </a:path>
                <a:path w="850264" h="953770">
                  <a:moveTo>
                    <a:pt x="303027" y="787632"/>
                  </a:moveTo>
                  <a:lnTo>
                    <a:pt x="823536" y="787632"/>
                  </a:lnTo>
                  <a:lnTo>
                    <a:pt x="823536" y="528194"/>
                  </a:lnTo>
                  <a:lnTo>
                    <a:pt x="166912" y="528194"/>
                  </a:lnTo>
                  <a:lnTo>
                    <a:pt x="166912" y="632193"/>
                  </a:lnTo>
                  <a:lnTo>
                    <a:pt x="686660" y="632193"/>
                  </a:lnTo>
                  <a:lnTo>
                    <a:pt x="686660" y="688479"/>
                  </a:lnTo>
                  <a:lnTo>
                    <a:pt x="169193" y="688479"/>
                  </a:lnTo>
                  <a:lnTo>
                    <a:pt x="169193" y="953508"/>
                  </a:lnTo>
                  <a:lnTo>
                    <a:pt x="850151" y="953508"/>
                  </a:lnTo>
                  <a:lnTo>
                    <a:pt x="850151" y="847645"/>
                  </a:lnTo>
                  <a:lnTo>
                    <a:pt x="303027" y="847645"/>
                  </a:lnTo>
                  <a:lnTo>
                    <a:pt x="303027" y="787632"/>
                  </a:lnTo>
                  <a:close/>
                </a:path>
              </a:pathLst>
            </a:custGeom>
            <a:ln w="2180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5037404" y="2527340"/>
            <a:ext cx="1879600" cy="982344"/>
            <a:chOff x="5037404" y="2527340"/>
            <a:chExt cx="1879600" cy="982344"/>
          </a:xfrm>
        </p:grpSpPr>
        <p:sp>
          <p:nvSpPr>
            <p:cNvPr id="29" name="object 29"/>
            <p:cNvSpPr/>
            <p:nvPr/>
          </p:nvSpPr>
          <p:spPr>
            <a:xfrm>
              <a:off x="5048212" y="2579710"/>
              <a:ext cx="892810" cy="918844"/>
            </a:xfrm>
            <a:custGeom>
              <a:avLst/>
              <a:gdLst/>
              <a:ahLst/>
              <a:cxnLst/>
              <a:rect l="l" t="t" r="r" b="b"/>
              <a:pathLst>
                <a:path w="892810" h="918845">
                  <a:moveTo>
                    <a:pt x="892734" y="418232"/>
                  </a:moveTo>
                  <a:lnTo>
                    <a:pt x="0" y="418232"/>
                  </a:lnTo>
                  <a:lnTo>
                    <a:pt x="0" y="525958"/>
                  </a:lnTo>
                  <a:lnTo>
                    <a:pt x="892734" y="525958"/>
                  </a:lnTo>
                  <a:lnTo>
                    <a:pt x="892734" y="418232"/>
                  </a:lnTo>
                  <a:close/>
                </a:path>
                <a:path w="892810" h="918845">
                  <a:moveTo>
                    <a:pt x="512904" y="302677"/>
                  </a:moveTo>
                  <a:lnTo>
                    <a:pt x="376788" y="302677"/>
                  </a:lnTo>
                  <a:lnTo>
                    <a:pt x="376788" y="418232"/>
                  </a:lnTo>
                  <a:lnTo>
                    <a:pt x="512904" y="418232"/>
                  </a:lnTo>
                  <a:lnTo>
                    <a:pt x="512904" y="302677"/>
                  </a:lnTo>
                  <a:close/>
                </a:path>
                <a:path w="892810" h="918845">
                  <a:moveTo>
                    <a:pt x="545602" y="106235"/>
                  </a:moveTo>
                  <a:lnTo>
                    <a:pt x="345611" y="106235"/>
                  </a:lnTo>
                  <a:lnTo>
                    <a:pt x="330230" y="134340"/>
                  </a:lnTo>
                  <a:lnTo>
                    <a:pt x="305524" y="161285"/>
                  </a:lnTo>
                  <a:lnTo>
                    <a:pt x="271387" y="186320"/>
                  </a:lnTo>
                  <a:lnTo>
                    <a:pt x="227713" y="208694"/>
                  </a:lnTo>
                  <a:lnTo>
                    <a:pt x="174395" y="227658"/>
                  </a:lnTo>
                  <a:lnTo>
                    <a:pt x="111326" y="242461"/>
                  </a:lnTo>
                  <a:lnTo>
                    <a:pt x="38401" y="252355"/>
                  </a:lnTo>
                  <a:lnTo>
                    <a:pt x="86308" y="357100"/>
                  </a:lnTo>
                  <a:lnTo>
                    <a:pt x="152536" y="348253"/>
                  </a:lnTo>
                  <a:lnTo>
                    <a:pt x="212852" y="335043"/>
                  </a:lnTo>
                  <a:lnTo>
                    <a:pt x="267153" y="317753"/>
                  </a:lnTo>
                  <a:lnTo>
                    <a:pt x="315337" y="296667"/>
                  </a:lnTo>
                  <a:lnTo>
                    <a:pt x="357300" y="272068"/>
                  </a:lnTo>
                  <a:lnTo>
                    <a:pt x="392941" y="244242"/>
                  </a:lnTo>
                  <a:lnTo>
                    <a:pt x="422157" y="213472"/>
                  </a:lnTo>
                  <a:lnTo>
                    <a:pt x="444846" y="180041"/>
                  </a:lnTo>
                  <a:lnTo>
                    <a:pt x="611179" y="180041"/>
                  </a:lnTo>
                  <a:lnTo>
                    <a:pt x="585417" y="161122"/>
                  </a:lnTo>
                  <a:lnTo>
                    <a:pt x="560827" y="134223"/>
                  </a:lnTo>
                  <a:lnTo>
                    <a:pt x="545602" y="106235"/>
                  </a:lnTo>
                  <a:close/>
                </a:path>
                <a:path w="892810" h="918845">
                  <a:moveTo>
                    <a:pt x="611179" y="180041"/>
                  </a:moveTo>
                  <a:lnTo>
                    <a:pt x="444846" y="180041"/>
                  </a:lnTo>
                  <a:lnTo>
                    <a:pt x="464855" y="209883"/>
                  </a:lnTo>
                  <a:lnTo>
                    <a:pt x="520466" y="263138"/>
                  </a:lnTo>
                  <a:lnTo>
                    <a:pt x="555880" y="286151"/>
                  </a:lnTo>
                  <a:lnTo>
                    <a:pt x="596242" y="306489"/>
                  </a:lnTo>
                  <a:lnTo>
                    <a:pt x="641457" y="323952"/>
                  </a:lnTo>
                  <a:lnTo>
                    <a:pt x="691432" y="338341"/>
                  </a:lnTo>
                  <a:lnTo>
                    <a:pt x="746073" y="349457"/>
                  </a:lnTo>
                  <a:lnTo>
                    <a:pt x="805286" y="357100"/>
                  </a:lnTo>
                  <a:lnTo>
                    <a:pt x="853953" y="252355"/>
                  </a:lnTo>
                  <a:lnTo>
                    <a:pt x="780346" y="242442"/>
                  </a:lnTo>
                  <a:lnTo>
                    <a:pt x="716835" y="227592"/>
                  </a:lnTo>
                  <a:lnTo>
                    <a:pt x="663274" y="208576"/>
                  </a:lnTo>
                  <a:lnTo>
                    <a:pt x="619517" y="186163"/>
                  </a:lnTo>
                  <a:lnTo>
                    <a:pt x="611179" y="180041"/>
                  </a:lnTo>
                  <a:close/>
                </a:path>
                <a:path w="892810" h="918845">
                  <a:moveTo>
                    <a:pt x="812130" y="0"/>
                  </a:moveTo>
                  <a:lnTo>
                    <a:pt x="80985" y="0"/>
                  </a:lnTo>
                  <a:lnTo>
                    <a:pt x="80985" y="106235"/>
                  </a:lnTo>
                  <a:lnTo>
                    <a:pt x="812130" y="106235"/>
                  </a:lnTo>
                  <a:lnTo>
                    <a:pt x="812130" y="0"/>
                  </a:lnTo>
                  <a:close/>
                </a:path>
                <a:path w="892810" h="918845">
                  <a:moveTo>
                    <a:pt x="444466" y="578889"/>
                  </a:moveTo>
                  <a:lnTo>
                    <a:pt x="376340" y="581220"/>
                  </a:lnTo>
                  <a:lnTo>
                    <a:pt x="314905" y="587902"/>
                  </a:lnTo>
                  <a:lnTo>
                    <a:pt x="260514" y="598838"/>
                  </a:lnTo>
                  <a:lnTo>
                    <a:pt x="213521" y="613935"/>
                  </a:lnTo>
                  <a:lnTo>
                    <a:pt x="174279" y="633097"/>
                  </a:lnTo>
                  <a:lnTo>
                    <a:pt x="143142" y="656229"/>
                  </a:lnTo>
                  <a:lnTo>
                    <a:pt x="106597" y="714022"/>
                  </a:lnTo>
                  <a:lnTo>
                    <a:pt x="101896" y="748493"/>
                  </a:lnTo>
                  <a:lnTo>
                    <a:pt x="106597" y="783197"/>
                  </a:lnTo>
                  <a:lnTo>
                    <a:pt x="143142" y="841351"/>
                  </a:lnTo>
                  <a:lnTo>
                    <a:pt x="174279" y="864596"/>
                  </a:lnTo>
                  <a:lnTo>
                    <a:pt x="213521" y="883820"/>
                  </a:lnTo>
                  <a:lnTo>
                    <a:pt x="260514" y="898921"/>
                  </a:lnTo>
                  <a:lnTo>
                    <a:pt x="314905" y="909797"/>
                  </a:lnTo>
                  <a:lnTo>
                    <a:pt x="376340" y="916347"/>
                  </a:lnTo>
                  <a:lnTo>
                    <a:pt x="444466" y="918470"/>
                  </a:lnTo>
                  <a:lnTo>
                    <a:pt x="512414" y="916347"/>
                  </a:lnTo>
                  <a:lnTo>
                    <a:pt x="573594" y="909797"/>
                  </a:lnTo>
                  <a:lnTo>
                    <a:pt x="627685" y="898921"/>
                  </a:lnTo>
                  <a:lnTo>
                    <a:pt x="674370" y="883820"/>
                  </a:lnTo>
                  <a:lnTo>
                    <a:pt x="713328" y="864596"/>
                  </a:lnTo>
                  <a:lnTo>
                    <a:pt x="744241" y="841351"/>
                  </a:lnTo>
                  <a:lnTo>
                    <a:pt x="763457" y="818198"/>
                  </a:lnTo>
                  <a:lnTo>
                    <a:pt x="444466" y="818198"/>
                  </a:lnTo>
                  <a:lnTo>
                    <a:pt x="370903" y="815494"/>
                  </a:lnTo>
                  <a:lnTo>
                    <a:pt x="313947" y="807296"/>
                  </a:lnTo>
                  <a:lnTo>
                    <a:pt x="273508" y="793480"/>
                  </a:lnTo>
                  <a:lnTo>
                    <a:pt x="249494" y="773921"/>
                  </a:lnTo>
                  <a:lnTo>
                    <a:pt x="241814" y="748493"/>
                  </a:lnTo>
                  <a:lnTo>
                    <a:pt x="249494" y="724052"/>
                  </a:lnTo>
                  <a:lnTo>
                    <a:pt x="273508" y="705229"/>
                  </a:lnTo>
                  <a:lnTo>
                    <a:pt x="313947" y="691918"/>
                  </a:lnTo>
                  <a:lnTo>
                    <a:pt x="370903" y="684009"/>
                  </a:lnTo>
                  <a:lnTo>
                    <a:pt x="444466" y="681397"/>
                  </a:lnTo>
                  <a:lnTo>
                    <a:pt x="765254" y="681397"/>
                  </a:lnTo>
                  <a:lnTo>
                    <a:pt x="744241" y="656229"/>
                  </a:lnTo>
                  <a:lnTo>
                    <a:pt x="713328" y="633097"/>
                  </a:lnTo>
                  <a:lnTo>
                    <a:pt x="674370" y="613935"/>
                  </a:lnTo>
                  <a:lnTo>
                    <a:pt x="627685" y="598838"/>
                  </a:lnTo>
                  <a:lnTo>
                    <a:pt x="573594" y="587902"/>
                  </a:lnTo>
                  <a:lnTo>
                    <a:pt x="512414" y="581220"/>
                  </a:lnTo>
                  <a:lnTo>
                    <a:pt x="444466" y="578889"/>
                  </a:lnTo>
                  <a:close/>
                </a:path>
                <a:path w="892810" h="918845">
                  <a:moveTo>
                    <a:pt x="765254" y="681397"/>
                  </a:moveTo>
                  <a:lnTo>
                    <a:pt x="444466" y="681397"/>
                  </a:lnTo>
                  <a:lnTo>
                    <a:pt x="517123" y="684009"/>
                  </a:lnTo>
                  <a:lnTo>
                    <a:pt x="573938" y="691918"/>
                  </a:lnTo>
                  <a:lnTo>
                    <a:pt x="614767" y="705229"/>
                  </a:lnTo>
                  <a:lnTo>
                    <a:pt x="639462" y="724052"/>
                  </a:lnTo>
                  <a:lnTo>
                    <a:pt x="647879" y="748493"/>
                  </a:lnTo>
                  <a:lnTo>
                    <a:pt x="639462" y="773921"/>
                  </a:lnTo>
                  <a:lnTo>
                    <a:pt x="614767" y="793480"/>
                  </a:lnTo>
                  <a:lnTo>
                    <a:pt x="573938" y="807296"/>
                  </a:lnTo>
                  <a:lnTo>
                    <a:pt x="517123" y="815494"/>
                  </a:lnTo>
                  <a:lnTo>
                    <a:pt x="444466" y="818198"/>
                  </a:lnTo>
                  <a:lnTo>
                    <a:pt x="763457" y="818198"/>
                  </a:lnTo>
                  <a:lnTo>
                    <a:pt x="766789" y="814184"/>
                  </a:lnTo>
                  <a:lnTo>
                    <a:pt x="780654" y="783197"/>
                  </a:lnTo>
                  <a:lnTo>
                    <a:pt x="785515" y="748493"/>
                  </a:lnTo>
                  <a:lnTo>
                    <a:pt x="780654" y="714022"/>
                  </a:lnTo>
                  <a:lnTo>
                    <a:pt x="766789" y="683236"/>
                  </a:lnTo>
                  <a:lnTo>
                    <a:pt x="765254" y="68139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48212" y="2579710"/>
              <a:ext cx="892810" cy="918844"/>
            </a:xfrm>
            <a:custGeom>
              <a:avLst/>
              <a:gdLst/>
              <a:ahLst/>
              <a:cxnLst/>
              <a:rect l="l" t="t" r="r" b="b"/>
              <a:pathLst>
                <a:path w="892810" h="918845">
                  <a:moveTo>
                    <a:pt x="86308" y="357100"/>
                  </a:moveTo>
                  <a:lnTo>
                    <a:pt x="152536" y="348253"/>
                  </a:lnTo>
                  <a:lnTo>
                    <a:pt x="212852" y="335043"/>
                  </a:lnTo>
                  <a:lnTo>
                    <a:pt x="267153" y="317753"/>
                  </a:lnTo>
                  <a:lnTo>
                    <a:pt x="315337" y="296667"/>
                  </a:lnTo>
                  <a:lnTo>
                    <a:pt x="357300" y="272068"/>
                  </a:lnTo>
                  <a:lnTo>
                    <a:pt x="392941" y="244242"/>
                  </a:lnTo>
                  <a:lnTo>
                    <a:pt x="422157" y="213472"/>
                  </a:lnTo>
                  <a:lnTo>
                    <a:pt x="444846" y="180041"/>
                  </a:lnTo>
                  <a:lnTo>
                    <a:pt x="464855" y="209883"/>
                  </a:lnTo>
                  <a:lnTo>
                    <a:pt x="520466" y="263138"/>
                  </a:lnTo>
                  <a:lnTo>
                    <a:pt x="555880" y="286151"/>
                  </a:lnTo>
                  <a:lnTo>
                    <a:pt x="596242" y="306489"/>
                  </a:lnTo>
                  <a:lnTo>
                    <a:pt x="641457" y="323952"/>
                  </a:lnTo>
                  <a:lnTo>
                    <a:pt x="691432" y="338341"/>
                  </a:lnTo>
                  <a:lnTo>
                    <a:pt x="746073" y="349457"/>
                  </a:lnTo>
                  <a:lnTo>
                    <a:pt x="805286" y="357100"/>
                  </a:lnTo>
                  <a:lnTo>
                    <a:pt x="853953" y="252355"/>
                  </a:lnTo>
                  <a:lnTo>
                    <a:pt x="780346" y="242442"/>
                  </a:lnTo>
                  <a:lnTo>
                    <a:pt x="716835" y="227592"/>
                  </a:lnTo>
                  <a:lnTo>
                    <a:pt x="663274" y="208576"/>
                  </a:lnTo>
                  <a:lnTo>
                    <a:pt x="619517" y="186163"/>
                  </a:lnTo>
                  <a:lnTo>
                    <a:pt x="585417" y="161122"/>
                  </a:lnTo>
                  <a:lnTo>
                    <a:pt x="545602" y="106235"/>
                  </a:lnTo>
                  <a:lnTo>
                    <a:pt x="812130" y="106235"/>
                  </a:lnTo>
                  <a:lnTo>
                    <a:pt x="812130" y="0"/>
                  </a:lnTo>
                  <a:lnTo>
                    <a:pt x="80985" y="0"/>
                  </a:lnTo>
                  <a:lnTo>
                    <a:pt x="80985" y="106235"/>
                  </a:lnTo>
                  <a:lnTo>
                    <a:pt x="345611" y="106235"/>
                  </a:lnTo>
                  <a:lnTo>
                    <a:pt x="330230" y="134340"/>
                  </a:lnTo>
                  <a:lnTo>
                    <a:pt x="271387" y="186320"/>
                  </a:lnTo>
                  <a:lnTo>
                    <a:pt x="227713" y="208694"/>
                  </a:lnTo>
                  <a:lnTo>
                    <a:pt x="174395" y="227658"/>
                  </a:lnTo>
                  <a:lnTo>
                    <a:pt x="111326" y="242461"/>
                  </a:lnTo>
                  <a:lnTo>
                    <a:pt x="38401" y="252355"/>
                  </a:lnTo>
                  <a:lnTo>
                    <a:pt x="86308" y="357100"/>
                  </a:lnTo>
                  <a:close/>
                </a:path>
                <a:path w="892810" h="918845">
                  <a:moveTo>
                    <a:pt x="512904" y="302677"/>
                  </a:moveTo>
                  <a:lnTo>
                    <a:pt x="376788" y="302677"/>
                  </a:lnTo>
                  <a:lnTo>
                    <a:pt x="376788" y="418232"/>
                  </a:lnTo>
                  <a:lnTo>
                    <a:pt x="0" y="418232"/>
                  </a:lnTo>
                  <a:lnTo>
                    <a:pt x="0" y="525958"/>
                  </a:lnTo>
                  <a:lnTo>
                    <a:pt x="892734" y="525958"/>
                  </a:lnTo>
                  <a:lnTo>
                    <a:pt x="892734" y="418232"/>
                  </a:lnTo>
                  <a:lnTo>
                    <a:pt x="512904" y="418232"/>
                  </a:lnTo>
                  <a:lnTo>
                    <a:pt x="512904" y="302677"/>
                  </a:lnTo>
                  <a:close/>
                </a:path>
                <a:path w="892810" h="918845">
                  <a:moveTo>
                    <a:pt x="444466" y="578889"/>
                  </a:moveTo>
                  <a:lnTo>
                    <a:pt x="376340" y="581220"/>
                  </a:lnTo>
                  <a:lnTo>
                    <a:pt x="314905" y="587902"/>
                  </a:lnTo>
                  <a:lnTo>
                    <a:pt x="260514" y="598838"/>
                  </a:lnTo>
                  <a:lnTo>
                    <a:pt x="213521" y="613935"/>
                  </a:lnTo>
                  <a:lnTo>
                    <a:pt x="174279" y="633097"/>
                  </a:lnTo>
                  <a:lnTo>
                    <a:pt x="143142" y="656229"/>
                  </a:lnTo>
                  <a:lnTo>
                    <a:pt x="106597" y="714022"/>
                  </a:lnTo>
                  <a:lnTo>
                    <a:pt x="101896" y="748493"/>
                  </a:lnTo>
                  <a:lnTo>
                    <a:pt x="106597" y="783197"/>
                  </a:lnTo>
                  <a:lnTo>
                    <a:pt x="143142" y="841351"/>
                  </a:lnTo>
                  <a:lnTo>
                    <a:pt x="174279" y="864596"/>
                  </a:lnTo>
                  <a:lnTo>
                    <a:pt x="213521" y="883820"/>
                  </a:lnTo>
                  <a:lnTo>
                    <a:pt x="260514" y="898921"/>
                  </a:lnTo>
                  <a:lnTo>
                    <a:pt x="314905" y="909797"/>
                  </a:lnTo>
                  <a:lnTo>
                    <a:pt x="376340" y="916347"/>
                  </a:lnTo>
                  <a:lnTo>
                    <a:pt x="444466" y="918470"/>
                  </a:lnTo>
                  <a:lnTo>
                    <a:pt x="512414" y="916347"/>
                  </a:lnTo>
                  <a:lnTo>
                    <a:pt x="573594" y="909797"/>
                  </a:lnTo>
                  <a:lnTo>
                    <a:pt x="627685" y="898921"/>
                  </a:lnTo>
                  <a:lnTo>
                    <a:pt x="674370" y="883820"/>
                  </a:lnTo>
                  <a:lnTo>
                    <a:pt x="713328" y="864596"/>
                  </a:lnTo>
                  <a:lnTo>
                    <a:pt x="744241" y="841351"/>
                  </a:lnTo>
                  <a:lnTo>
                    <a:pt x="780654" y="783197"/>
                  </a:lnTo>
                  <a:lnTo>
                    <a:pt x="785515" y="748493"/>
                  </a:lnTo>
                  <a:lnTo>
                    <a:pt x="780654" y="714022"/>
                  </a:lnTo>
                  <a:lnTo>
                    <a:pt x="744241" y="656229"/>
                  </a:lnTo>
                  <a:lnTo>
                    <a:pt x="713328" y="633097"/>
                  </a:lnTo>
                  <a:lnTo>
                    <a:pt x="674370" y="613935"/>
                  </a:lnTo>
                  <a:lnTo>
                    <a:pt x="627685" y="598838"/>
                  </a:lnTo>
                  <a:lnTo>
                    <a:pt x="573594" y="587902"/>
                  </a:lnTo>
                  <a:lnTo>
                    <a:pt x="512414" y="581220"/>
                  </a:lnTo>
                  <a:lnTo>
                    <a:pt x="444466" y="578889"/>
                  </a:lnTo>
                  <a:close/>
                </a:path>
                <a:path w="892810" h="918845">
                  <a:moveTo>
                    <a:pt x="444466" y="818198"/>
                  </a:moveTo>
                  <a:lnTo>
                    <a:pt x="370903" y="815494"/>
                  </a:lnTo>
                  <a:lnTo>
                    <a:pt x="313947" y="807296"/>
                  </a:lnTo>
                  <a:lnTo>
                    <a:pt x="273508" y="793480"/>
                  </a:lnTo>
                  <a:lnTo>
                    <a:pt x="241814" y="748493"/>
                  </a:lnTo>
                  <a:lnTo>
                    <a:pt x="249494" y="724052"/>
                  </a:lnTo>
                  <a:lnTo>
                    <a:pt x="273508" y="705229"/>
                  </a:lnTo>
                  <a:lnTo>
                    <a:pt x="313947" y="691918"/>
                  </a:lnTo>
                  <a:lnTo>
                    <a:pt x="370903" y="684009"/>
                  </a:lnTo>
                  <a:lnTo>
                    <a:pt x="444466" y="681397"/>
                  </a:lnTo>
                  <a:lnTo>
                    <a:pt x="517123" y="684009"/>
                  </a:lnTo>
                  <a:lnTo>
                    <a:pt x="573938" y="691918"/>
                  </a:lnTo>
                  <a:lnTo>
                    <a:pt x="614767" y="705229"/>
                  </a:lnTo>
                  <a:lnTo>
                    <a:pt x="639462" y="724052"/>
                  </a:lnTo>
                  <a:lnTo>
                    <a:pt x="647879" y="748493"/>
                  </a:lnTo>
                  <a:lnTo>
                    <a:pt x="639462" y="773921"/>
                  </a:lnTo>
                  <a:lnTo>
                    <a:pt x="614767" y="793480"/>
                  </a:lnTo>
                  <a:lnTo>
                    <a:pt x="573938" y="807296"/>
                  </a:lnTo>
                  <a:lnTo>
                    <a:pt x="517123" y="815494"/>
                  </a:lnTo>
                  <a:lnTo>
                    <a:pt x="444466" y="818198"/>
                  </a:lnTo>
                  <a:close/>
                </a:path>
              </a:pathLst>
            </a:custGeom>
            <a:ln w="2180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66436" y="2538334"/>
              <a:ext cx="939165" cy="960755"/>
            </a:xfrm>
            <a:custGeom>
              <a:avLst/>
              <a:gdLst/>
              <a:ahLst/>
              <a:cxnLst/>
              <a:rect l="l" t="t" r="r" b="b"/>
              <a:pathLst>
                <a:path w="939165" h="960754">
                  <a:moveTo>
                    <a:pt x="794639" y="0"/>
                  </a:moveTo>
                  <a:lnTo>
                    <a:pt x="657383" y="0"/>
                  </a:lnTo>
                  <a:lnTo>
                    <a:pt x="657383" y="960218"/>
                  </a:lnTo>
                  <a:lnTo>
                    <a:pt x="794639" y="960218"/>
                  </a:lnTo>
                  <a:lnTo>
                    <a:pt x="794639" y="478990"/>
                  </a:lnTo>
                  <a:lnTo>
                    <a:pt x="939120" y="478990"/>
                  </a:lnTo>
                  <a:lnTo>
                    <a:pt x="939120" y="366790"/>
                  </a:lnTo>
                  <a:lnTo>
                    <a:pt x="794639" y="366790"/>
                  </a:lnTo>
                  <a:lnTo>
                    <a:pt x="794639" y="0"/>
                  </a:lnTo>
                  <a:close/>
                </a:path>
                <a:path w="939165" h="960754">
                  <a:moveTo>
                    <a:pt x="384012" y="202778"/>
                  </a:moveTo>
                  <a:lnTo>
                    <a:pt x="245995" y="202778"/>
                  </a:lnTo>
                  <a:lnTo>
                    <a:pt x="245995" y="261674"/>
                  </a:lnTo>
                  <a:lnTo>
                    <a:pt x="243771" y="305378"/>
                  </a:lnTo>
                  <a:lnTo>
                    <a:pt x="237514" y="349504"/>
                  </a:lnTo>
                  <a:lnTo>
                    <a:pt x="227225" y="393494"/>
                  </a:lnTo>
                  <a:lnTo>
                    <a:pt x="212907" y="436790"/>
                  </a:lnTo>
                  <a:lnTo>
                    <a:pt x="194561" y="478834"/>
                  </a:lnTo>
                  <a:lnTo>
                    <a:pt x="172190" y="519068"/>
                  </a:lnTo>
                  <a:lnTo>
                    <a:pt x="145793" y="556935"/>
                  </a:lnTo>
                  <a:lnTo>
                    <a:pt x="115375" y="591876"/>
                  </a:lnTo>
                  <a:lnTo>
                    <a:pt x="80935" y="623334"/>
                  </a:lnTo>
                  <a:lnTo>
                    <a:pt x="42476" y="650751"/>
                  </a:lnTo>
                  <a:lnTo>
                    <a:pt x="0" y="673568"/>
                  </a:lnTo>
                  <a:lnTo>
                    <a:pt x="79843" y="779804"/>
                  </a:lnTo>
                  <a:lnTo>
                    <a:pt x="120541" y="757717"/>
                  </a:lnTo>
                  <a:lnTo>
                    <a:pt x="158191" y="730874"/>
                  </a:lnTo>
                  <a:lnTo>
                    <a:pt x="192739" y="699688"/>
                  </a:lnTo>
                  <a:lnTo>
                    <a:pt x="224133" y="664576"/>
                  </a:lnTo>
                  <a:lnTo>
                    <a:pt x="252320" y="625951"/>
                  </a:lnTo>
                  <a:lnTo>
                    <a:pt x="277244" y="584230"/>
                  </a:lnTo>
                  <a:lnTo>
                    <a:pt x="298854" y="539826"/>
                  </a:lnTo>
                  <a:lnTo>
                    <a:pt x="317095" y="493155"/>
                  </a:lnTo>
                  <a:lnTo>
                    <a:pt x="449542" y="493155"/>
                  </a:lnTo>
                  <a:lnTo>
                    <a:pt x="421680" y="440614"/>
                  </a:lnTo>
                  <a:lnTo>
                    <a:pt x="405019" y="396355"/>
                  </a:lnTo>
                  <a:lnTo>
                    <a:pt x="393192" y="351305"/>
                  </a:lnTo>
                  <a:lnTo>
                    <a:pt x="386192" y="306174"/>
                  </a:lnTo>
                  <a:lnTo>
                    <a:pt x="384012" y="261674"/>
                  </a:lnTo>
                  <a:lnTo>
                    <a:pt x="384012" y="202778"/>
                  </a:lnTo>
                  <a:close/>
                </a:path>
                <a:path w="939165" h="960754">
                  <a:moveTo>
                    <a:pt x="449542" y="493155"/>
                  </a:moveTo>
                  <a:lnTo>
                    <a:pt x="317095" y="493155"/>
                  </a:lnTo>
                  <a:lnTo>
                    <a:pt x="337758" y="541355"/>
                  </a:lnTo>
                  <a:lnTo>
                    <a:pt x="362565" y="586870"/>
                  </a:lnTo>
                  <a:lnTo>
                    <a:pt x="391469" y="629156"/>
                  </a:lnTo>
                  <a:lnTo>
                    <a:pt x="424423" y="667674"/>
                  </a:lnTo>
                  <a:lnTo>
                    <a:pt x="461381" y="701882"/>
                  </a:lnTo>
                  <a:lnTo>
                    <a:pt x="502296" y="731238"/>
                  </a:lnTo>
                  <a:lnTo>
                    <a:pt x="547123" y="755202"/>
                  </a:lnTo>
                  <a:lnTo>
                    <a:pt x="623544" y="649712"/>
                  </a:lnTo>
                  <a:lnTo>
                    <a:pt x="577736" y="625139"/>
                  </a:lnTo>
                  <a:lnTo>
                    <a:pt x="536802" y="595508"/>
                  </a:lnTo>
                  <a:lnTo>
                    <a:pt x="500736" y="561528"/>
                  </a:lnTo>
                  <a:lnTo>
                    <a:pt x="469532" y="523912"/>
                  </a:lnTo>
                  <a:lnTo>
                    <a:pt x="449542" y="493155"/>
                  </a:lnTo>
                  <a:close/>
                </a:path>
                <a:path w="939165" h="960754">
                  <a:moveTo>
                    <a:pt x="580961" y="92815"/>
                  </a:moveTo>
                  <a:lnTo>
                    <a:pt x="38781" y="92815"/>
                  </a:lnTo>
                  <a:lnTo>
                    <a:pt x="38781" y="202778"/>
                  </a:lnTo>
                  <a:lnTo>
                    <a:pt x="580961" y="202778"/>
                  </a:lnTo>
                  <a:lnTo>
                    <a:pt x="580961" y="9281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66436" y="2538335"/>
              <a:ext cx="939165" cy="960755"/>
            </a:xfrm>
            <a:custGeom>
              <a:avLst/>
              <a:gdLst/>
              <a:ahLst/>
              <a:cxnLst/>
              <a:rect l="l" t="t" r="r" b="b"/>
              <a:pathLst>
                <a:path w="939165" h="960754">
                  <a:moveTo>
                    <a:pt x="794639" y="366790"/>
                  </a:moveTo>
                  <a:lnTo>
                    <a:pt x="794639" y="0"/>
                  </a:lnTo>
                  <a:lnTo>
                    <a:pt x="657383" y="0"/>
                  </a:lnTo>
                  <a:lnTo>
                    <a:pt x="657383" y="960218"/>
                  </a:lnTo>
                  <a:lnTo>
                    <a:pt x="794639" y="960218"/>
                  </a:lnTo>
                  <a:lnTo>
                    <a:pt x="794639" y="478990"/>
                  </a:lnTo>
                  <a:lnTo>
                    <a:pt x="939120" y="478990"/>
                  </a:lnTo>
                  <a:lnTo>
                    <a:pt x="939120" y="366790"/>
                  </a:lnTo>
                  <a:lnTo>
                    <a:pt x="794639" y="366790"/>
                  </a:lnTo>
                  <a:close/>
                </a:path>
                <a:path w="939165" h="960754">
                  <a:moveTo>
                    <a:pt x="384012" y="202778"/>
                  </a:moveTo>
                  <a:lnTo>
                    <a:pt x="580961" y="202778"/>
                  </a:lnTo>
                  <a:lnTo>
                    <a:pt x="580961" y="92815"/>
                  </a:lnTo>
                  <a:lnTo>
                    <a:pt x="38781" y="92815"/>
                  </a:lnTo>
                  <a:lnTo>
                    <a:pt x="38781" y="202778"/>
                  </a:lnTo>
                  <a:lnTo>
                    <a:pt x="245995" y="202778"/>
                  </a:lnTo>
                  <a:lnTo>
                    <a:pt x="245995" y="261674"/>
                  </a:lnTo>
                  <a:lnTo>
                    <a:pt x="243771" y="305378"/>
                  </a:lnTo>
                  <a:lnTo>
                    <a:pt x="237514" y="349504"/>
                  </a:lnTo>
                  <a:lnTo>
                    <a:pt x="227225" y="393494"/>
                  </a:lnTo>
                  <a:lnTo>
                    <a:pt x="212907" y="436790"/>
                  </a:lnTo>
                  <a:lnTo>
                    <a:pt x="194561" y="478834"/>
                  </a:lnTo>
                  <a:lnTo>
                    <a:pt x="172190" y="519068"/>
                  </a:lnTo>
                  <a:lnTo>
                    <a:pt x="145793" y="556935"/>
                  </a:lnTo>
                  <a:lnTo>
                    <a:pt x="115375" y="591876"/>
                  </a:lnTo>
                  <a:lnTo>
                    <a:pt x="80935" y="623334"/>
                  </a:lnTo>
                  <a:lnTo>
                    <a:pt x="42476" y="650751"/>
                  </a:lnTo>
                  <a:lnTo>
                    <a:pt x="0" y="673568"/>
                  </a:lnTo>
                  <a:lnTo>
                    <a:pt x="79843" y="779804"/>
                  </a:lnTo>
                  <a:lnTo>
                    <a:pt x="120541" y="757717"/>
                  </a:lnTo>
                  <a:lnTo>
                    <a:pt x="158191" y="730874"/>
                  </a:lnTo>
                  <a:lnTo>
                    <a:pt x="192739" y="699688"/>
                  </a:lnTo>
                  <a:lnTo>
                    <a:pt x="224133" y="664576"/>
                  </a:lnTo>
                  <a:lnTo>
                    <a:pt x="252320" y="625951"/>
                  </a:lnTo>
                  <a:lnTo>
                    <a:pt x="277244" y="584230"/>
                  </a:lnTo>
                  <a:lnTo>
                    <a:pt x="298854" y="539826"/>
                  </a:lnTo>
                  <a:lnTo>
                    <a:pt x="317095" y="493155"/>
                  </a:lnTo>
                  <a:lnTo>
                    <a:pt x="337758" y="541355"/>
                  </a:lnTo>
                  <a:lnTo>
                    <a:pt x="362565" y="586870"/>
                  </a:lnTo>
                  <a:lnTo>
                    <a:pt x="391469" y="629156"/>
                  </a:lnTo>
                  <a:lnTo>
                    <a:pt x="424423" y="667674"/>
                  </a:lnTo>
                  <a:lnTo>
                    <a:pt x="461381" y="701882"/>
                  </a:lnTo>
                  <a:lnTo>
                    <a:pt x="502296" y="731238"/>
                  </a:lnTo>
                  <a:lnTo>
                    <a:pt x="547123" y="755202"/>
                  </a:lnTo>
                  <a:lnTo>
                    <a:pt x="623544" y="649712"/>
                  </a:lnTo>
                  <a:lnTo>
                    <a:pt x="577736" y="625139"/>
                  </a:lnTo>
                  <a:lnTo>
                    <a:pt x="536802" y="595508"/>
                  </a:lnTo>
                  <a:lnTo>
                    <a:pt x="500736" y="561528"/>
                  </a:lnTo>
                  <a:lnTo>
                    <a:pt x="469532" y="523912"/>
                  </a:lnTo>
                  <a:lnTo>
                    <a:pt x="443182" y="483370"/>
                  </a:lnTo>
                  <a:lnTo>
                    <a:pt x="421680" y="440614"/>
                  </a:lnTo>
                  <a:lnTo>
                    <a:pt x="405019" y="396355"/>
                  </a:lnTo>
                  <a:lnTo>
                    <a:pt x="393192" y="351305"/>
                  </a:lnTo>
                  <a:lnTo>
                    <a:pt x="386192" y="306174"/>
                  </a:lnTo>
                  <a:lnTo>
                    <a:pt x="384012" y="261674"/>
                  </a:lnTo>
                  <a:lnTo>
                    <a:pt x="384012" y="202778"/>
                  </a:lnTo>
                  <a:close/>
                </a:path>
              </a:pathLst>
            </a:custGeom>
            <a:ln w="2180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7198403" y="2527328"/>
            <a:ext cx="1746250" cy="982344"/>
            <a:chOff x="7198403" y="2527328"/>
            <a:chExt cx="1746250" cy="982344"/>
          </a:xfrm>
        </p:grpSpPr>
        <p:sp>
          <p:nvSpPr>
            <p:cNvPr id="34" name="object 34"/>
            <p:cNvSpPr/>
            <p:nvPr/>
          </p:nvSpPr>
          <p:spPr>
            <a:xfrm>
              <a:off x="7209296" y="2538334"/>
              <a:ext cx="871855" cy="949960"/>
            </a:xfrm>
            <a:custGeom>
              <a:avLst/>
              <a:gdLst/>
              <a:ahLst/>
              <a:cxnLst/>
              <a:rect l="l" t="t" r="r" b="b"/>
              <a:pathLst>
                <a:path w="871854" h="949960">
                  <a:moveTo>
                    <a:pt x="740269" y="0"/>
                  </a:moveTo>
                  <a:lnTo>
                    <a:pt x="602633" y="0"/>
                  </a:lnTo>
                  <a:lnTo>
                    <a:pt x="602633" y="561369"/>
                  </a:lnTo>
                  <a:lnTo>
                    <a:pt x="740269" y="561369"/>
                  </a:lnTo>
                  <a:lnTo>
                    <a:pt x="740269" y="336225"/>
                  </a:lnTo>
                  <a:lnTo>
                    <a:pt x="871822" y="336225"/>
                  </a:lnTo>
                  <a:lnTo>
                    <a:pt x="871822" y="224771"/>
                  </a:lnTo>
                  <a:lnTo>
                    <a:pt x="740269" y="224771"/>
                  </a:lnTo>
                  <a:lnTo>
                    <a:pt x="740269" y="0"/>
                  </a:lnTo>
                  <a:close/>
                </a:path>
                <a:path w="871854" h="949960">
                  <a:moveTo>
                    <a:pt x="463096" y="54794"/>
                  </a:moveTo>
                  <a:lnTo>
                    <a:pt x="0" y="54794"/>
                  </a:lnTo>
                  <a:lnTo>
                    <a:pt x="0" y="528194"/>
                  </a:lnTo>
                  <a:lnTo>
                    <a:pt x="81364" y="528194"/>
                  </a:lnTo>
                  <a:lnTo>
                    <a:pt x="202875" y="527671"/>
                  </a:lnTo>
                  <a:lnTo>
                    <a:pt x="256684" y="526648"/>
                  </a:lnTo>
                  <a:lnTo>
                    <a:pt x="306887" y="524952"/>
                  </a:lnTo>
                  <a:lnTo>
                    <a:pt x="354256" y="522462"/>
                  </a:lnTo>
                  <a:lnTo>
                    <a:pt x="399558" y="519054"/>
                  </a:lnTo>
                  <a:lnTo>
                    <a:pt x="443566" y="514607"/>
                  </a:lnTo>
                  <a:lnTo>
                    <a:pt x="487048" y="508997"/>
                  </a:lnTo>
                  <a:lnTo>
                    <a:pt x="530773" y="502101"/>
                  </a:lnTo>
                  <a:lnTo>
                    <a:pt x="519082" y="422704"/>
                  </a:lnTo>
                  <a:lnTo>
                    <a:pt x="138396" y="422704"/>
                  </a:lnTo>
                  <a:lnTo>
                    <a:pt x="138396" y="344052"/>
                  </a:lnTo>
                  <a:lnTo>
                    <a:pt x="442565" y="344052"/>
                  </a:lnTo>
                  <a:lnTo>
                    <a:pt x="442565" y="237818"/>
                  </a:lnTo>
                  <a:lnTo>
                    <a:pt x="138396" y="237818"/>
                  </a:lnTo>
                  <a:lnTo>
                    <a:pt x="138396" y="163266"/>
                  </a:lnTo>
                  <a:lnTo>
                    <a:pt x="463096" y="163266"/>
                  </a:lnTo>
                  <a:lnTo>
                    <a:pt x="463096" y="54794"/>
                  </a:lnTo>
                  <a:close/>
                </a:path>
                <a:path w="871854" h="949960">
                  <a:moveTo>
                    <a:pt x="515185" y="396238"/>
                  </a:moveTo>
                  <a:lnTo>
                    <a:pt x="466639" y="404375"/>
                  </a:lnTo>
                  <a:lnTo>
                    <a:pt x="418305" y="410712"/>
                  </a:lnTo>
                  <a:lnTo>
                    <a:pt x="369001" y="415458"/>
                  </a:lnTo>
                  <a:lnTo>
                    <a:pt x="317542" y="418821"/>
                  </a:lnTo>
                  <a:lnTo>
                    <a:pt x="262744" y="421011"/>
                  </a:lnTo>
                  <a:lnTo>
                    <a:pt x="203423" y="422236"/>
                  </a:lnTo>
                  <a:lnTo>
                    <a:pt x="138396" y="422704"/>
                  </a:lnTo>
                  <a:lnTo>
                    <a:pt x="519082" y="422704"/>
                  </a:lnTo>
                  <a:lnTo>
                    <a:pt x="515185" y="396238"/>
                  </a:lnTo>
                  <a:close/>
                </a:path>
                <a:path w="871854" h="949960">
                  <a:moveTo>
                    <a:pt x="740269" y="603118"/>
                  </a:moveTo>
                  <a:lnTo>
                    <a:pt x="100375" y="603118"/>
                  </a:lnTo>
                  <a:lnTo>
                    <a:pt x="100375" y="949408"/>
                  </a:lnTo>
                  <a:lnTo>
                    <a:pt x="740269" y="949408"/>
                  </a:lnTo>
                  <a:lnTo>
                    <a:pt x="740269" y="841681"/>
                  </a:lnTo>
                  <a:lnTo>
                    <a:pt x="235730" y="841681"/>
                  </a:lnTo>
                  <a:lnTo>
                    <a:pt x="235730" y="708607"/>
                  </a:lnTo>
                  <a:lnTo>
                    <a:pt x="740269" y="708607"/>
                  </a:lnTo>
                  <a:lnTo>
                    <a:pt x="740269" y="603118"/>
                  </a:lnTo>
                  <a:close/>
                </a:path>
                <a:path w="871854" h="949960">
                  <a:moveTo>
                    <a:pt x="740269" y="708607"/>
                  </a:moveTo>
                  <a:lnTo>
                    <a:pt x="604534" y="708607"/>
                  </a:lnTo>
                  <a:lnTo>
                    <a:pt x="604534" y="841681"/>
                  </a:lnTo>
                  <a:lnTo>
                    <a:pt x="740269" y="841681"/>
                  </a:lnTo>
                  <a:lnTo>
                    <a:pt x="740269" y="70860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209296" y="2538335"/>
              <a:ext cx="871855" cy="949960"/>
            </a:xfrm>
            <a:custGeom>
              <a:avLst/>
              <a:gdLst/>
              <a:ahLst/>
              <a:cxnLst/>
              <a:rect l="l" t="t" r="r" b="b"/>
              <a:pathLst>
                <a:path w="871854" h="949960">
                  <a:moveTo>
                    <a:pt x="740269" y="224771"/>
                  </a:moveTo>
                  <a:lnTo>
                    <a:pt x="740269" y="0"/>
                  </a:lnTo>
                  <a:lnTo>
                    <a:pt x="602633" y="0"/>
                  </a:lnTo>
                  <a:lnTo>
                    <a:pt x="602633" y="561369"/>
                  </a:lnTo>
                  <a:lnTo>
                    <a:pt x="740269" y="561369"/>
                  </a:lnTo>
                  <a:lnTo>
                    <a:pt x="740269" y="336225"/>
                  </a:lnTo>
                  <a:lnTo>
                    <a:pt x="871822" y="336225"/>
                  </a:lnTo>
                  <a:lnTo>
                    <a:pt x="871822" y="224771"/>
                  </a:lnTo>
                  <a:lnTo>
                    <a:pt x="740269" y="224771"/>
                  </a:lnTo>
                  <a:close/>
                </a:path>
                <a:path w="871854" h="949960">
                  <a:moveTo>
                    <a:pt x="515185" y="396238"/>
                  </a:moveTo>
                  <a:lnTo>
                    <a:pt x="466639" y="404375"/>
                  </a:lnTo>
                  <a:lnTo>
                    <a:pt x="418305" y="410712"/>
                  </a:lnTo>
                  <a:lnTo>
                    <a:pt x="369001" y="415458"/>
                  </a:lnTo>
                  <a:lnTo>
                    <a:pt x="317542" y="418821"/>
                  </a:lnTo>
                  <a:lnTo>
                    <a:pt x="262744" y="421011"/>
                  </a:lnTo>
                  <a:lnTo>
                    <a:pt x="203423" y="422236"/>
                  </a:lnTo>
                  <a:lnTo>
                    <a:pt x="138396" y="422704"/>
                  </a:lnTo>
                  <a:lnTo>
                    <a:pt x="138396" y="344052"/>
                  </a:lnTo>
                  <a:lnTo>
                    <a:pt x="442565" y="344052"/>
                  </a:lnTo>
                  <a:lnTo>
                    <a:pt x="442565" y="237818"/>
                  </a:lnTo>
                  <a:lnTo>
                    <a:pt x="138396" y="237818"/>
                  </a:lnTo>
                  <a:lnTo>
                    <a:pt x="138396" y="163266"/>
                  </a:lnTo>
                  <a:lnTo>
                    <a:pt x="463096" y="163266"/>
                  </a:lnTo>
                  <a:lnTo>
                    <a:pt x="463096" y="54794"/>
                  </a:lnTo>
                  <a:lnTo>
                    <a:pt x="0" y="54794"/>
                  </a:lnTo>
                  <a:lnTo>
                    <a:pt x="0" y="528194"/>
                  </a:lnTo>
                  <a:lnTo>
                    <a:pt x="81364" y="528194"/>
                  </a:lnTo>
                  <a:lnTo>
                    <a:pt x="144692" y="528146"/>
                  </a:lnTo>
                  <a:lnTo>
                    <a:pt x="202875" y="527671"/>
                  </a:lnTo>
                  <a:lnTo>
                    <a:pt x="256684" y="526648"/>
                  </a:lnTo>
                  <a:lnTo>
                    <a:pt x="306887" y="524952"/>
                  </a:lnTo>
                  <a:lnTo>
                    <a:pt x="354256" y="522462"/>
                  </a:lnTo>
                  <a:lnTo>
                    <a:pt x="399558" y="519054"/>
                  </a:lnTo>
                  <a:lnTo>
                    <a:pt x="443566" y="514607"/>
                  </a:lnTo>
                  <a:lnTo>
                    <a:pt x="487048" y="508997"/>
                  </a:lnTo>
                  <a:lnTo>
                    <a:pt x="530773" y="502101"/>
                  </a:lnTo>
                  <a:lnTo>
                    <a:pt x="515185" y="396238"/>
                  </a:lnTo>
                  <a:close/>
                </a:path>
                <a:path w="871854" h="949960">
                  <a:moveTo>
                    <a:pt x="740269" y="949408"/>
                  </a:moveTo>
                  <a:lnTo>
                    <a:pt x="740269" y="603118"/>
                  </a:lnTo>
                  <a:lnTo>
                    <a:pt x="100375" y="603118"/>
                  </a:lnTo>
                  <a:lnTo>
                    <a:pt x="100375" y="949408"/>
                  </a:lnTo>
                  <a:lnTo>
                    <a:pt x="740269" y="949408"/>
                  </a:lnTo>
                  <a:close/>
                </a:path>
                <a:path w="871854" h="949960">
                  <a:moveTo>
                    <a:pt x="604534" y="708607"/>
                  </a:moveTo>
                  <a:lnTo>
                    <a:pt x="604534" y="841681"/>
                  </a:lnTo>
                  <a:lnTo>
                    <a:pt x="235730" y="841681"/>
                  </a:lnTo>
                  <a:lnTo>
                    <a:pt x="235730" y="708607"/>
                  </a:lnTo>
                  <a:lnTo>
                    <a:pt x="604534" y="708607"/>
                  </a:lnTo>
                  <a:close/>
                </a:path>
              </a:pathLst>
            </a:custGeom>
            <a:ln w="2180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06988" y="2538334"/>
              <a:ext cx="826769" cy="960755"/>
            </a:xfrm>
            <a:custGeom>
              <a:avLst/>
              <a:gdLst/>
              <a:ahLst/>
              <a:cxnLst/>
              <a:rect l="l" t="t" r="r" b="b"/>
              <a:pathLst>
                <a:path w="826770" h="960754">
                  <a:moveTo>
                    <a:pt x="826197" y="0"/>
                  </a:moveTo>
                  <a:lnTo>
                    <a:pt x="687420" y="0"/>
                  </a:lnTo>
                  <a:lnTo>
                    <a:pt x="687420" y="960218"/>
                  </a:lnTo>
                  <a:lnTo>
                    <a:pt x="826197" y="960218"/>
                  </a:lnTo>
                  <a:lnTo>
                    <a:pt x="826197" y="0"/>
                  </a:lnTo>
                  <a:close/>
                </a:path>
                <a:path w="826770" h="960754">
                  <a:moveTo>
                    <a:pt x="385913" y="202778"/>
                  </a:moveTo>
                  <a:lnTo>
                    <a:pt x="246376" y="202778"/>
                  </a:lnTo>
                  <a:lnTo>
                    <a:pt x="246376" y="261674"/>
                  </a:lnTo>
                  <a:lnTo>
                    <a:pt x="244203" y="306378"/>
                  </a:lnTo>
                  <a:lnTo>
                    <a:pt x="237908" y="351273"/>
                  </a:lnTo>
                  <a:lnTo>
                    <a:pt x="227516" y="395813"/>
                  </a:lnTo>
                  <a:lnTo>
                    <a:pt x="213054" y="439448"/>
                  </a:lnTo>
                  <a:lnTo>
                    <a:pt x="194546" y="481632"/>
                  </a:lnTo>
                  <a:lnTo>
                    <a:pt x="172020" y="521815"/>
                  </a:lnTo>
                  <a:lnTo>
                    <a:pt x="145500" y="559452"/>
                  </a:lnTo>
                  <a:lnTo>
                    <a:pt x="115012" y="593993"/>
                  </a:lnTo>
                  <a:lnTo>
                    <a:pt x="80582" y="624892"/>
                  </a:lnTo>
                  <a:lnTo>
                    <a:pt x="42236" y="651599"/>
                  </a:lnTo>
                  <a:lnTo>
                    <a:pt x="0" y="673568"/>
                  </a:lnTo>
                  <a:lnTo>
                    <a:pt x="77943" y="779058"/>
                  </a:lnTo>
                  <a:lnTo>
                    <a:pt x="119661" y="757192"/>
                  </a:lnTo>
                  <a:lnTo>
                    <a:pt x="158108" y="730705"/>
                  </a:lnTo>
                  <a:lnTo>
                    <a:pt x="193258" y="699972"/>
                  </a:lnTo>
                  <a:lnTo>
                    <a:pt x="225084" y="665368"/>
                  </a:lnTo>
                  <a:lnTo>
                    <a:pt x="253560" y="627270"/>
                  </a:lnTo>
                  <a:lnTo>
                    <a:pt x="278658" y="586053"/>
                  </a:lnTo>
                  <a:lnTo>
                    <a:pt x="300353" y="542092"/>
                  </a:lnTo>
                  <a:lnTo>
                    <a:pt x="318616" y="495764"/>
                  </a:lnTo>
                  <a:lnTo>
                    <a:pt x="451852" y="495764"/>
                  </a:lnTo>
                  <a:lnTo>
                    <a:pt x="425175" y="446196"/>
                  </a:lnTo>
                  <a:lnTo>
                    <a:pt x="407995" y="401428"/>
                  </a:lnTo>
                  <a:lnTo>
                    <a:pt x="395726" y="355313"/>
                  </a:lnTo>
                  <a:lnTo>
                    <a:pt x="388366" y="308509"/>
                  </a:lnTo>
                  <a:lnTo>
                    <a:pt x="385913" y="261674"/>
                  </a:lnTo>
                  <a:lnTo>
                    <a:pt x="385913" y="202778"/>
                  </a:lnTo>
                  <a:close/>
                </a:path>
                <a:path w="826770" h="960754">
                  <a:moveTo>
                    <a:pt x="451852" y="495764"/>
                  </a:moveTo>
                  <a:lnTo>
                    <a:pt x="318616" y="495764"/>
                  </a:lnTo>
                  <a:lnTo>
                    <a:pt x="339685" y="544251"/>
                  </a:lnTo>
                  <a:lnTo>
                    <a:pt x="365097" y="589712"/>
                  </a:lnTo>
                  <a:lnTo>
                    <a:pt x="394865" y="631678"/>
                  </a:lnTo>
                  <a:lnTo>
                    <a:pt x="429003" y="669679"/>
                  </a:lnTo>
                  <a:lnTo>
                    <a:pt x="467524" y="703247"/>
                  </a:lnTo>
                  <a:lnTo>
                    <a:pt x="510442" y="731911"/>
                  </a:lnTo>
                  <a:lnTo>
                    <a:pt x="557768" y="755202"/>
                  </a:lnTo>
                  <a:lnTo>
                    <a:pt x="631530" y="649712"/>
                  </a:lnTo>
                  <a:lnTo>
                    <a:pt x="584832" y="626830"/>
                  </a:lnTo>
                  <a:lnTo>
                    <a:pt x="543059" y="598657"/>
                  </a:lnTo>
                  <a:lnTo>
                    <a:pt x="506209" y="565849"/>
                  </a:lnTo>
                  <a:lnTo>
                    <a:pt x="474280" y="529065"/>
                  </a:lnTo>
                  <a:lnTo>
                    <a:pt x="451852" y="495764"/>
                  </a:lnTo>
                  <a:close/>
                </a:path>
                <a:path w="826770" h="960754">
                  <a:moveTo>
                    <a:pt x="590847" y="92815"/>
                  </a:moveTo>
                  <a:lnTo>
                    <a:pt x="38401" y="92815"/>
                  </a:lnTo>
                  <a:lnTo>
                    <a:pt x="38401" y="202778"/>
                  </a:lnTo>
                  <a:lnTo>
                    <a:pt x="590847" y="202778"/>
                  </a:lnTo>
                  <a:lnTo>
                    <a:pt x="590847" y="9281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106988" y="2538335"/>
              <a:ext cx="826769" cy="960755"/>
            </a:xfrm>
            <a:custGeom>
              <a:avLst/>
              <a:gdLst/>
              <a:ahLst/>
              <a:cxnLst/>
              <a:rect l="l" t="t" r="r" b="b"/>
              <a:pathLst>
                <a:path w="826770" h="960754">
                  <a:moveTo>
                    <a:pt x="687420" y="960218"/>
                  </a:moveTo>
                  <a:lnTo>
                    <a:pt x="826197" y="960218"/>
                  </a:lnTo>
                  <a:lnTo>
                    <a:pt x="826197" y="0"/>
                  </a:lnTo>
                  <a:lnTo>
                    <a:pt x="687420" y="0"/>
                  </a:lnTo>
                  <a:lnTo>
                    <a:pt x="687420" y="960218"/>
                  </a:lnTo>
                  <a:close/>
                </a:path>
                <a:path w="826770" h="960754">
                  <a:moveTo>
                    <a:pt x="385913" y="202778"/>
                  </a:moveTo>
                  <a:lnTo>
                    <a:pt x="590847" y="202778"/>
                  </a:lnTo>
                  <a:lnTo>
                    <a:pt x="590847" y="92815"/>
                  </a:lnTo>
                  <a:lnTo>
                    <a:pt x="38401" y="92815"/>
                  </a:lnTo>
                  <a:lnTo>
                    <a:pt x="38401" y="202778"/>
                  </a:lnTo>
                  <a:lnTo>
                    <a:pt x="246376" y="202778"/>
                  </a:lnTo>
                  <a:lnTo>
                    <a:pt x="246376" y="261674"/>
                  </a:lnTo>
                  <a:lnTo>
                    <a:pt x="244203" y="306378"/>
                  </a:lnTo>
                  <a:lnTo>
                    <a:pt x="237908" y="351273"/>
                  </a:lnTo>
                  <a:lnTo>
                    <a:pt x="227516" y="395813"/>
                  </a:lnTo>
                  <a:lnTo>
                    <a:pt x="213054" y="439448"/>
                  </a:lnTo>
                  <a:lnTo>
                    <a:pt x="194546" y="481632"/>
                  </a:lnTo>
                  <a:lnTo>
                    <a:pt x="172020" y="521815"/>
                  </a:lnTo>
                  <a:lnTo>
                    <a:pt x="145500" y="559452"/>
                  </a:lnTo>
                  <a:lnTo>
                    <a:pt x="115012" y="593993"/>
                  </a:lnTo>
                  <a:lnTo>
                    <a:pt x="80582" y="624892"/>
                  </a:lnTo>
                  <a:lnTo>
                    <a:pt x="42236" y="651599"/>
                  </a:lnTo>
                  <a:lnTo>
                    <a:pt x="0" y="673568"/>
                  </a:lnTo>
                  <a:lnTo>
                    <a:pt x="77943" y="779058"/>
                  </a:lnTo>
                  <a:lnTo>
                    <a:pt x="119661" y="757192"/>
                  </a:lnTo>
                  <a:lnTo>
                    <a:pt x="158108" y="730705"/>
                  </a:lnTo>
                  <a:lnTo>
                    <a:pt x="193258" y="699972"/>
                  </a:lnTo>
                  <a:lnTo>
                    <a:pt x="225084" y="665368"/>
                  </a:lnTo>
                  <a:lnTo>
                    <a:pt x="253560" y="627270"/>
                  </a:lnTo>
                  <a:lnTo>
                    <a:pt x="278658" y="586053"/>
                  </a:lnTo>
                  <a:lnTo>
                    <a:pt x="300353" y="542092"/>
                  </a:lnTo>
                  <a:lnTo>
                    <a:pt x="318616" y="495764"/>
                  </a:lnTo>
                  <a:lnTo>
                    <a:pt x="339685" y="544251"/>
                  </a:lnTo>
                  <a:lnTo>
                    <a:pt x="365097" y="589712"/>
                  </a:lnTo>
                  <a:lnTo>
                    <a:pt x="394865" y="631678"/>
                  </a:lnTo>
                  <a:lnTo>
                    <a:pt x="429003" y="669679"/>
                  </a:lnTo>
                  <a:lnTo>
                    <a:pt x="467524" y="703247"/>
                  </a:lnTo>
                  <a:lnTo>
                    <a:pt x="510442" y="731911"/>
                  </a:lnTo>
                  <a:lnTo>
                    <a:pt x="557768" y="755202"/>
                  </a:lnTo>
                  <a:lnTo>
                    <a:pt x="631530" y="649712"/>
                  </a:lnTo>
                  <a:lnTo>
                    <a:pt x="584832" y="626830"/>
                  </a:lnTo>
                  <a:lnTo>
                    <a:pt x="543059" y="598657"/>
                  </a:lnTo>
                  <a:lnTo>
                    <a:pt x="506209" y="565849"/>
                  </a:lnTo>
                  <a:lnTo>
                    <a:pt x="474280" y="529065"/>
                  </a:lnTo>
                  <a:lnTo>
                    <a:pt x="447270" y="488961"/>
                  </a:lnTo>
                  <a:lnTo>
                    <a:pt x="425175" y="446196"/>
                  </a:lnTo>
                  <a:lnTo>
                    <a:pt x="407995" y="401428"/>
                  </a:lnTo>
                  <a:lnTo>
                    <a:pt x="395726" y="355313"/>
                  </a:lnTo>
                  <a:lnTo>
                    <a:pt x="388366" y="308509"/>
                  </a:lnTo>
                  <a:lnTo>
                    <a:pt x="385913" y="261674"/>
                  </a:lnTo>
                  <a:lnTo>
                    <a:pt x="385913" y="202778"/>
                  </a:lnTo>
                  <a:close/>
                </a:path>
              </a:pathLst>
            </a:custGeom>
            <a:ln w="2180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9347565" y="2538334"/>
            <a:ext cx="823594" cy="958215"/>
          </a:xfrm>
          <a:custGeom>
            <a:avLst/>
            <a:gdLst/>
            <a:ahLst/>
            <a:cxnLst/>
            <a:rect l="l" t="t" r="r" b="b"/>
            <a:pathLst>
              <a:path w="823595" h="958214">
                <a:moveTo>
                  <a:pt x="511383" y="697052"/>
                </a:moveTo>
                <a:lnTo>
                  <a:pt x="365001" y="697052"/>
                </a:lnTo>
                <a:lnTo>
                  <a:pt x="355314" y="722620"/>
                </a:lnTo>
                <a:lnTo>
                  <a:pt x="337335" y="748184"/>
                </a:lnTo>
                <a:lnTo>
                  <a:pt x="276270" y="796065"/>
                </a:lnTo>
                <a:lnTo>
                  <a:pt x="233068" y="816767"/>
                </a:lnTo>
                <a:lnTo>
                  <a:pt x="181342" y="834232"/>
                </a:lnTo>
                <a:lnTo>
                  <a:pt x="121035" y="847652"/>
                </a:lnTo>
                <a:lnTo>
                  <a:pt x="52088" y="856219"/>
                </a:lnTo>
                <a:lnTo>
                  <a:pt x="98854" y="957981"/>
                </a:lnTo>
                <a:lnTo>
                  <a:pt x="158060" y="950246"/>
                </a:lnTo>
                <a:lnTo>
                  <a:pt x="212703" y="938941"/>
                </a:lnTo>
                <a:lnTo>
                  <a:pt x="262677" y="924308"/>
                </a:lnTo>
                <a:lnTo>
                  <a:pt x="307875" y="906587"/>
                </a:lnTo>
                <a:lnTo>
                  <a:pt x="348189" y="886018"/>
                </a:lnTo>
                <a:lnTo>
                  <a:pt x="383513" y="862841"/>
                </a:lnTo>
                <a:lnTo>
                  <a:pt x="413740" y="837296"/>
                </a:lnTo>
                <a:lnTo>
                  <a:pt x="438763" y="809625"/>
                </a:lnTo>
                <a:lnTo>
                  <a:pt x="631801" y="809625"/>
                </a:lnTo>
                <a:lnTo>
                  <a:pt x="600162" y="794388"/>
                </a:lnTo>
                <a:lnTo>
                  <a:pt x="565505" y="771428"/>
                </a:lnTo>
                <a:lnTo>
                  <a:pt x="539197" y="747031"/>
                </a:lnTo>
                <a:lnTo>
                  <a:pt x="521178" y="721978"/>
                </a:lnTo>
                <a:lnTo>
                  <a:pt x="511383" y="697052"/>
                </a:lnTo>
                <a:close/>
              </a:path>
              <a:path w="823595" h="958214">
                <a:moveTo>
                  <a:pt x="631801" y="809625"/>
                </a:moveTo>
                <a:lnTo>
                  <a:pt x="438763" y="809625"/>
                </a:lnTo>
                <a:lnTo>
                  <a:pt x="463876" y="837113"/>
                </a:lnTo>
                <a:lnTo>
                  <a:pt x="494101" y="862631"/>
                </a:lnTo>
                <a:lnTo>
                  <a:pt x="529343" y="885887"/>
                </a:lnTo>
                <a:lnTo>
                  <a:pt x="569508" y="906588"/>
                </a:lnTo>
                <a:lnTo>
                  <a:pt x="614502" y="924440"/>
                </a:lnTo>
                <a:lnTo>
                  <a:pt x="664234" y="939151"/>
                </a:lnTo>
                <a:lnTo>
                  <a:pt x="718608" y="950429"/>
                </a:lnTo>
                <a:lnTo>
                  <a:pt x="777531" y="957981"/>
                </a:lnTo>
                <a:lnTo>
                  <a:pt x="823536" y="856219"/>
                </a:lnTo>
                <a:lnTo>
                  <a:pt x="754856" y="846826"/>
                </a:lnTo>
                <a:lnTo>
                  <a:pt x="694775" y="832869"/>
                </a:lnTo>
                <a:lnTo>
                  <a:pt x="643231" y="815129"/>
                </a:lnTo>
                <a:lnTo>
                  <a:pt x="631801" y="809625"/>
                </a:lnTo>
                <a:close/>
              </a:path>
              <a:path w="823595" h="958214">
                <a:moveTo>
                  <a:pt x="785515" y="597526"/>
                </a:moveTo>
                <a:lnTo>
                  <a:pt x="91630" y="597526"/>
                </a:lnTo>
                <a:lnTo>
                  <a:pt x="91630" y="697052"/>
                </a:lnTo>
                <a:lnTo>
                  <a:pt x="785515" y="697052"/>
                </a:lnTo>
                <a:lnTo>
                  <a:pt x="785515" y="597526"/>
                </a:lnTo>
                <a:close/>
              </a:path>
              <a:path w="823595" h="958214">
                <a:moveTo>
                  <a:pt x="507200" y="518130"/>
                </a:moveTo>
                <a:lnTo>
                  <a:pt x="369564" y="518130"/>
                </a:lnTo>
                <a:lnTo>
                  <a:pt x="369564" y="597526"/>
                </a:lnTo>
                <a:lnTo>
                  <a:pt x="507200" y="597526"/>
                </a:lnTo>
                <a:lnTo>
                  <a:pt x="507200" y="518130"/>
                </a:lnTo>
                <a:close/>
              </a:path>
              <a:path w="823595" h="958214">
                <a:moveTo>
                  <a:pt x="768025" y="0"/>
                </a:moveTo>
                <a:lnTo>
                  <a:pt x="631910" y="0"/>
                </a:lnTo>
                <a:lnTo>
                  <a:pt x="631910" y="544595"/>
                </a:lnTo>
                <a:lnTo>
                  <a:pt x="768025" y="544595"/>
                </a:lnTo>
                <a:lnTo>
                  <a:pt x="768025" y="0"/>
                </a:lnTo>
                <a:close/>
              </a:path>
              <a:path w="823595" h="958214">
                <a:moveTo>
                  <a:pt x="477924" y="58522"/>
                </a:moveTo>
                <a:lnTo>
                  <a:pt x="0" y="58522"/>
                </a:lnTo>
                <a:lnTo>
                  <a:pt x="0" y="462216"/>
                </a:lnTo>
                <a:lnTo>
                  <a:pt x="477924" y="462216"/>
                </a:lnTo>
                <a:lnTo>
                  <a:pt x="477924" y="357099"/>
                </a:lnTo>
                <a:lnTo>
                  <a:pt x="134974" y="357099"/>
                </a:lnTo>
                <a:lnTo>
                  <a:pt x="134974" y="163266"/>
                </a:lnTo>
                <a:lnTo>
                  <a:pt x="477924" y="163266"/>
                </a:lnTo>
                <a:lnTo>
                  <a:pt x="477924" y="58522"/>
                </a:lnTo>
                <a:close/>
              </a:path>
              <a:path w="823595" h="958214">
                <a:moveTo>
                  <a:pt x="477924" y="163266"/>
                </a:moveTo>
                <a:lnTo>
                  <a:pt x="342189" y="163266"/>
                </a:lnTo>
                <a:lnTo>
                  <a:pt x="342189" y="357099"/>
                </a:lnTo>
                <a:lnTo>
                  <a:pt x="477924" y="357099"/>
                </a:lnTo>
                <a:lnTo>
                  <a:pt x="477924" y="16326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37526" y="3694731"/>
            <a:ext cx="848994" cy="942340"/>
          </a:xfrm>
          <a:custGeom>
            <a:avLst/>
            <a:gdLst/>
            <a:ahLst/>
            <a:cxnLst/>
            <a:rect l="l" t="t" r="r" b="b"/>
            <a:pathLst>
              <a:path w="848994" h="942339">
                <a:moveTo>
                  <a:pt x="305689" y="632193"/>
                </a:moveTo>
                <a:lnTo>
                  <a:pt x="166912" y="632193"/>
                </a:lnTo>
                <a:lnTo>
                  <a:pt x="166912" y="941953"/>
                </a:lnTo>
                <a:lnTo>
                  <a:pt x="848630" y="941953"/>
                </a:lnTo>
                <a:lnTo>
                  <a:pt x="848630" y="833481"/>
                </a:lnTo>
                <a:lnTo>
                  <a:pt x="305689" y="833481"/>
                </a:lnTo>
                <a:lnTo>
                  <a:pt x="305689" y="632193"/>
                </a:lnTo>
                <a:close/>
              </a:path>
              <a:path w="848994" h="942339">
                <a:moveTo>
                  <a:pt x="822775" y="0"/>
                </a:moveTo>
                <a:lnTo>
                  <a:pt x="685139" y="0"/>
                </a:lnTo>
                <a:lnTo>
                  <a:pt x="685139" y="700407"/>
                </a:lnTo>
                <a:lnTo>
                  <a:pt x="822775" y="700407"/>
                </a:lnTo>
                <a:lnTo>
                  <a:pt x="822775" y="0"/>
                </a:lnTo>
                <a:close/>
              </a:path>
              <a:path w="848994" h="942339">
                <a:moveTo>
                  <a:pt x="378309" y="52558"/>
                </a:moveTo>
                <a:lnTo>
                  <a:pt x="236110" y="52558"/>
                </a:lnTo>
                <a:lnTo>
                  <a:pt x="236110" y="145002"/>
                </a:lnTo>
                <a:lnTo>
                  <a:pt x="233333" y="188598"/>
                </a:lnTo>
                <a:lnTo>
                  <a:pt x="225130" y="231713"/>
                </a:lnTo>
                <a:lnTo>
                  <a:pt x="211312" y="273671"/>
                </a:lnTo>
                <a:lnTo>
                  <a:pt x="191693" y="313798"/>
                </a:lnTo>
                <a:lnTo>
                  <a:pt x="166084" y="351418"/>
                </a:lnTo>
                <a:lnTo>
                  <a:pt x="134298" y="385857"/>
                </a:lnTo>
                <a:lnTo>
                  <a:pt x="96147" y="416439"/>
                </a:lnTo>
                <a:lnTo>
                  <a:pt x="51444" y="442490"/>
                </a:lnTo>
                <a:lnTo>
                  <a:pt x="0" y="463335"/>
                </a:lnTo>
                <a:lnTo>
                  <a:pt x="71479" y="569570"/>
                </a:lnTo>
                <a:lnTo>
                  <a:pt x="118319" y="550689"/>
                </a:lnTo>
                <a:lnTo>
                  <a:pt x="160763" y="527198"/>
                </a:lnTo>
                <a:lnTo>
                  <a:pt x="198837" y="499462"/>
                </a:lnTo>
                <a:lnTo>
                  <a:pt x="232569" y="467846"/>
                </a:lnTo>
                <a:lnTo>
                  <a:pt x="261983" y="432716"/>
                </a:lnTo>
                <a:lnTo>
                  <a:pt x="287108" y="394436"/>
                </a:lnTo>
                <a:lnTo>
                  <a:pt x="307970" y="353372"/>
                </a:lnTo>
                <a:lnTo>
                  <a:pt x="456390" y="353372"/>
                </a:lnTo>
                <a:lnTo>
                  <a:pt x="420813" y="306805"/>
                </a:lnTo>
                <a:lnTo>
                  <a:pt x="401770" y="268756"/>
                </a:lnTo>
                <a:lnTo>
                  <a:pt x="388452" y="228720"/>
                </a:lnTo>
                <a:lnTo>
                  <a:pt x="380689" y="187275"/>
                </a:lnTo>
                <a:lnTo>
                  <a:pt x="378309" y="145002"/>
                </a:lnTo>
                <a:lnTo>
                  <a:pt x="378309" y="52558"/>
                </a:lnTo>
                <a:close/>
              </a:path>
              <a:path w="848994" h="942339">
                <a:moveTo>
                  <a:pt x="456390" y="353372"/>
                </a:moveTo>
                <a:lnTo>
                  <a:pt x="307970" y="353372"/>
                </a:lnTo>
                <a:lnTo>
                  <a:pt x="332376" y="397473"/>
                </a:lnTo>
                <a:lnTo>
                  <a:pt x="362284" y="437794"/>
                </a:lnTo>
                <a:lnTo>
                  <a:pt x="397747" y="473912"/>
                </a:lnTo>
                <a:lnTo>
                  <a:pt x="438819" y="505401"/>
                </a:lnTo>
                <a:lnTo>
                  <a:pt x="485551" y="531837"/>
                </a:lnTo>
                <a:lnTo>
                  <a:pt x="537998" y="552796"/>
                </a:lnTo>
                <a:lnTo>
                  <a:pt x="607956" y="446933"/>
                </a:lnTo>
                <a:lnTo>
                  <a:pt x="557698" y="427522"/>
                </a:lnTo>
                <a:lnTo>
                  <a:pt x="514026" y="403224"/>
                </a:lnTo>
                <a:lnTo>
                  <a:pt x="476770" y="374619"/>
                </a:lnTo>
                <a:lnTo>
                  <a:pt x="456390" y="35337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82365" y="3709642"/>
            <a:ext cx="892810" cy="944244"/>
          </a:xfrm>
          <a:custGeom>
            <a:avLst/>
            <a:gdLst/>
            <a:ahLst/>
            <a:cxnLst/>
            <a:rect l="l" t="t" r="r" b="b"/>
            <a:pathLst>
              <a:path w="892810" h="944245">
                <a:moveTo>
                  <a:pt x="892734" y="450661"/>
                </a:moveTo>
                <a:lnTo>
                  <a:pt x="0" y="450661"/>
                </a:lnTo>
                <a:lnTo>
                  <a:pt x="0" y="558387"/>
                </a:lnTo>
                <a:lnTo>
                  <a:pt x="892734" y="558387"/>
                </a:lnTo>
                <a:lnTo>
                  <a:pt x="892734" y="450661"/>
                </a:lnTo>
                <a:close/>
              </a:path>
              <a:path w="892810" h="944245">
                <a:moveTo>
                  <a:pt x="512904" y="323924"/>
                </a:moveTo>
                <a:lnTo>
                  <a:pt x="376788" y="323924"/>
                </a:lnTo>
                <a:lnTo>
                  <a:pt x="376788" y="450661"/>
                </a:lnTo>
                <a:lnTo>
                  <a:pt x="512904" y="450661"/>
                </a:lnTo>
                <a:lnTo>
                  <a:pt x="512904" y="323924"/>
                </a:lnTo>
                <a:close/>
              </a:path>
              <a:path w="892810" h="944245">
                <a:moveTo>
                  <a:pt x="514424" y="0"/>
                </a:moveTo>
                <a:lnTo>
                  <a:pt x="374887" y="0"/>
                </a:lnTo>
                <a:lnTo>
                  <a:pt x="374887" y="31684"/>
                </a:lnTo>
                <a:lnTo>
                  <a:pt x="371427" y="64084"/>
                </a:lnTo>
                <a:lnTo>
                  <a:pt x="344559" y="127161"/>
                </a:lnTo>
                <a:lnTo>
                  <a:pt x="291383" y="184514"/>
                </a:lnTo>
                <a:lnTo>
                  <a:pt x="255039" y="209757"/>
                </a:lnTo>
                <a:lnTo>
                  <a:pt x="212247" y="232025"/>
                </a:lnTo>
                <a:lnTo>
                  <a:pt x="163052" y="250805"/>
                </a:lnTo>
                <a:lnTo>
                  <a:pt x="107497" y="265581"/>
                </a:lnTo>
                <a:lnTo>
                  <a:pt x="45625" y="275839"/>
                </a:lnTo>
                <a:lnTo>
                  <a:pt x="94672" y="380956"/>
                </a:lnTo>
                <a:lnTo>
                  <a:pt x="154472" y="369824"/>
                </a:lnTo>
                <a:lnTo>
                  <a:pt x="209995" y="354735"/>
                </a:lnTo>
                <a:lnTo>
                  <a:pt x="261062" y="335889"/>
                </a:lnTo>
                <a:lnTo>
                  <a:pt x="307495" y="313487"/>
                </a:lnTo>
                <a:lnTo>
                  <a:pt x="349116" y="287731"/>
                </a:lnTo>
                <a:lnTo>
                  <a:pt x="385747" y="258820"/>
                </a:lnTo>
                <a:lnTo>
                  <a:pt x="417209" y="226957"/>
                </a:lnTo>
                <a:lnTo>
                  <a:pt x="443325" y="192342"/>
                </a:lnTo>
                <a:lnTo>
                  <a:pt x="605909" y="192342"/>
                </a:lnTo>
                <a:lnTo>
                  <a:pt x="567082" y="158582"/>
                </a:lnTo>
                <a:lnTo>
                  <a:pt x="527577" y="97656"/>
                </a:lnTo>
                <a:lnTo>
                  <a:pt x="514424" y="31684"/>
                </a:lnTo>
                <a:lnTo>
                  <a:pt x="514424" y="0"/>
                </a:lnTo>
                <a:close/>
              </a:path>
              <a:path w="892810" h="944245">
                <a:moveTo>
                  <a:pt x="605909" y="192342"/>
                </a:moveTo>
                <a:lnTo>
                  <a:pt x="443325" y="192342"/>
                </a:lnTo>
                <a:lnTo>
                  <a:pt x="469331" y="227064"/>
                </a:lnTo>
                <a:lnTo>
                  <a:pt x="500737" y="258978"/>
                </a:lnTo>
                <a:lnTo>
                  <a:pt x="537347" y="287895"/>
                </a:lnTo>
                <a:lnTo>
                  <a:pt x="578965" y="313627"/>
                </a:lnTo>
                <a:lnTo>
                  <a:pt x="625395" y="335987"/>
                </a:lnTo>
                <a:lnTo>
                  <a:pt x="676442" y="354787"/>
                </a:lnTo>
                <a:lnTo>
                  <a:pt x="731908" y="369839"/>
                </a:lnTo>
                <a:lnTo>
                  <a:pt x="791598" y="380956"/>
                </a:lnTo>
                <a:lnTo>
                  <a:pt x="844447" y="275839"/>
                </a:lnTo>
                <a:lnTo>
                  <a:pt x="781620" y="265691"/>
                </a:lnTo>
                <a:lnTo>
                  <a:pt x="725444" y="251198"/>
                </a:lnTo>
                <a:lnTo>
                  <a:pt x="675912" y="232800"/>
                </a:lnTo>
                <a:lnTo>
                  <a:pt x="633014" y="210938"/>
                </a:lnTo>
                <a:lnTo>
                  <a:pt x="605909" y="192342"/>
                </a:lnTo>
                <a:close/>
              </a:path>
              <a:path w="892810" h="944245">
                <a:moveTo>
                  <a:pt x="783994" y="626602"/>
                </a:moveTo>
                <a:lnTo>
                  <a:pt x="98854" y="626602"/>
                </a:lnTo>
                <a:lnTo>
                  <a:pt x="98854" y="730973"/>
                </a:lnTo>
                <a:lnTo>
                  <a:pt x="646738" y="730973"/>
                </a:lnTo>
                <a:lnTo>
                  <a:pt x="646738" y="943817"/>
                </a:lnTo>
                <a:lnTo>
                  <a:pt x="783994" y="943817"/>
                </a:lnTo>
                <a:lnTo>
                  <a:pt x="783994" y="62660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66138" y="3749900"/>
            <a:ext cx="892810" cy="904875"/>
          </a:xfrm>
          <a:custGeom>
            <a:avLst/>
            <a:gdLst/>
            <a:ahLst/>
            <a:cxnLst/>
            <a:rect l="l" t="t" r="r" b="b"/>
            <a:pathLst>
              <a:path w="892810" h="904875">
                <a:moveTo>
                  <a:pt x="787796" y="0"/>
                </a:moveTo>
                <a:lnTo>
                  <a:pt x="102276" y="0"/>
                </a:lnTo>
                <a:lnTo>
                  <a:pt x="102276" y="106980"/>
                </a:lnTo>
                <a:lnTo>
                  <a:pt x="651300" y="106980"/>
                </a:lnTo>
                <a:lnTo>
                  <a:pt x="650857" y="149533"/>
                </a:lnTo>
                <a:lnTo>
                  <a:pt x="649526" y="194426"/>
                </a:lnTo>
                <a:lnTo>
                  <a:pt x="646738" y="242197"/>
                </a:lnTo>
                <a:lnTo>
                  <a:pt x="641922" y="293386"/>
                </a:lnTo>
                <a:lnTo>
                  <a:pt x="634508" y="348529"/>
                </a:lnTo>
                <a:lnTo>
                  <a:pt x="623925" y="408166"/>
                </a:lnTo>
                <a:lnTo>
                  <a:pt x="0" y="408166"/>
                </a:lnTo>
                <a:lnTo>
                  <a:pt x="0" y="516638"/>
                </a:lnTo>
                <a:lnTo>
                  <a:pt x="372606" y="516638"/>
                </a:lnTo>
                <a:lnTo>
                  <a:pt x="372606" y="904304"/>
                </a:lnTo>
                <a:lnTo>
                  <a:pt x="511003" y="904304"/>
                </a:lnTo>
                <a:lnTo>
                  <a:pt x="511003" y="516638"/>
                </a:lnTo>
                <a:lnTo>
                  <a:pt x="892734" y="516638"/>
                </a:lnTo>
                <a:lnTo>
                  <a:pt x="892734" y="408166"/>
                </a:lnTo>
                <a:lnTo>
                  <a:pt x="762322" y="408166"/>
                </a:lnTo>
                <a:lnTo>
                  <a:pt x="772896" y="343799"/>
                </a:lnTo>
                <a:lnTo>
                  <a:pt x="779995" y="284743"/>
                </a:lnTo>
                <a:lnTo>
                  <a:pt x="784327" y="230223"/>
                </a:lnTo>
                <a:lnTo>
                  <a:pt x="786599" y="179460"/>
                </a:lnTo>
                <a:lnTo>
                  <a:pt x="787520" y="131680"/>
                </a:lnTo>
                <a:lnTo>
                  <a:pt x="787796" y="86106"/>
                </a:lnTo>
                <a:lnTo>
                  <a:pt x="787796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07175" y="3766673"/>
            <a:ext cx="895350" cy="775335"/>
          </a:xfrm>
          <a:custGeom>
            <a:avLst/>
            <a:gdLst/>
            <a:ahLst/>
            <a:cxnLst/>
            <a:rect l="l" t="t" r="r" b="b"/>
            <a:pathLst>
              <a:path w="895350" h="775335">
                <a:moveTo>
                  <a:pt x="895015" y="665741"/>
                </a:moveTo>
                <a:lnTo>
                  <a:pt x="0" y="665741"/>
                </a:lnTo>
                <a:lnTo>
                  <a:pt x="0" y="774958"/>
                </a:lnTo>
                <a:lnTo>
                  <a:pt x="895015" y="774958"/>
                </a:lnTo>
                <a:lnTo>
                  <a:pt x="895015" y="665741"/>
                </a:lnTo>
                <a:close/>
              </a:path>
              <a:path w="895350" h="775335">
                <a:moveTo>
                  <a:pt x="515565" y="451779"/>
                </a:moveTo>
                <a:lnTo>
                  <a:pt x="377929" y="451779"/>
                </a:lnTo>
                <a:lnTo>
                  <a:pt x="377929" y="665741"/>
                </a:lnTo>
                <a:lnTo>
                  <a:pt x="515565" y="665741"/>
                </a:lnTo>
                <a:lnTo>
                  <a:pt x="515565" y="451779"/>
                </a:lnTo>
                <a:close/>
              </a:path>
              <a:path w="895350" h="775335">
                <a:moveTo>
                  <a:pt x="518607" y="108844"/>
                </a:moveTo>
                <a:lnTo>
                  <a:pt x="372226" y="108844"/>
                </a:lnTo>
                <a:lnTo>
                  <a:pt x="365433" y="146684"/>
                </a:lnTo>
                <a:lnTo>
                  <a:pt x="352236" y="183613"/>
                </a:lnTo>
                <a:lnTo>
                  <a:pt x="332802" y="219147"/>
                </a:lnTo>
                <a:lnTo>
                  <a:pt x="307298" y="252799"/>
                </a:lnTo>
                <a:lnTo>
                  <a:pt x="275890" y="284086"/>
                </a:lnTo>
                <a:lnTo>
                  <a:pt x="238744" y="312521"/>
                </a:lnTo>
                <a:lnTo>
                  <a:pt x="196028" y="337619"/>
                </a:lnTo>
                <a:lnTo>
                  <a:pt x="147908" y="358894"/>
                </a:lnTo>
                <a:lnTo>
                  <a:pt x="94549" y="375863"/>
                </a:lnTo>
                <a:lnTo>
                  <a:pt x="36120" y="388038"/>
                </a:lnTo>
                <a:lnTo>
                  <a:pt x="90110" y="494273"/>
                </a:lnTo>
                <a:lnTo>
                  <a:pt x="144748" y="482225"/>
                </a:lnTo>
                <a:lnTo>
                  <a:pt x="196009" y="466336"/>
                </a:lnTo>
                <a:lnTo>
                  <a:pt x="243729" y="446795"/>
                </a:lnTo>
                <a:lnTo>
                  <a:pt x="287740" y="423794"/>
                </a:lnTo>
                <a:lnTo>
                  <a:pt x="327877" y="397523"/>
                </a:lnTo>
                <a:lnTo>
                  <a:pt x="363974" y="368171"/>
                </a:lnTo>
                <a:lnTo>
                  <a:pt x="395865" y="335930"/>
                </a:lnTo>
                <a:lnTo>
                  <a:pt x="423385" y="300989"/>
                </a:lnTo>
                <a:lnTo>
                  <a:pt x="446367" y="263537"/>
                </a:lnTo>
                <a:lnTo>
                  <a:pt x="597092" y="263537"/>
                </a:lnTo>
                <a:lnTo>
                  <a:pt x="584240" y="251207"/>
                </a:lnTo>
                <a:lnTo>
                  <a:pt x="558379" y="218127"/>
                </a:lnTo>
                <a:lnTo>
                  <a:pt x="538731" y="183067"/>
                </a:lnTo>
                <a:lnTo>
                  <a:pt x="525428" y="146487"/>
                </a:lnTo>
                <a:lnTo>
                  <a:pt x="518607" y="108844"/>
                </a:lnTo>
                <a:close/>
              </a:path>
              <a:path w="895350" h="775335">
                <a:moveTo>
                  <a:pt x="597092" y="263537"/>
                </a:moveTo>
                <a:lnTo>
                  <a:pt x="446367" y="263537"/>
                </a:lnTo>
                <a:lnTo>
                  <a:pt x="469744" y="300232"/>
                </a:lnTo>
                <a:lnTo>
                  <a:pt x="497694" y="334408"/>
                </a:lnTo>
                <a:lnTo>
                  <a:pt x="530055" y="365894"/>
                </a:lnTo>
                <a:lnTo>
                  <a:pt x="566670" y="394517"/>
                </a:lnTo>
                <a:lnTo>
                  <a:pt x="607377" y="420105"/>
                </a:lnTo>
                <a:lnTo>
                  <a:pt x="652019" y="442488"/>
                </a:lnTo>
                <a:lnTo>
                  <a:pt x="700434" y="461493"/>
                </a:lnTo>
                <a:lnTo>
                  <a:pt x="752463" y="476948"/>
                </a:lnTo>
                <a:lnTo>
                  <a:pt x="807947" y="488682"/>
                </a:lnTo>
                <a:lnTo>
                  <a:pt x="862317" y="382447"/>
                </a:lnTo>
                <a:lnTo>
                  <a:pt x="802012" y="370871"/>
                </a:lnTo>
                <a:lnTo>
                  <a:pt x="747110" y="354565"/>
                </a:lnTo>
                <a:lnTo>
                  <a:pt x="697748" y="333987"/>
                </a:lnTo>
                <a:lnTo>
                  <a:pt x="654059" y="309595"/>
                </a:lnTo>
                <a:lnTo>
                  <a:pt x="616178" y="281849"/>
                </a:lnTo>
                <a:lnTo>
                  <a:pt x="597092" y="263537"/>
                </a:lnTo>
                <a:close/>
              </a:path>
              <a:path w="895350" h="775335">
                <a:moveTo>
                  <a:pt x="816692" y="0"/>
                </a:moveTo>
                <a:lnTo>
                  <a:pt x="74521" y="0"/>
                </a:lnTo>
                <a:lnTo>
                  <a:pt x="74521" y="108844"/>
                </a:lnTo>
                <a:lnTo>
                  <a:pt x="816692" y="108844"/>
                </a:lnTo>
                <a:lnTo>
                  <a:pt x="816692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283877" y="3693241"/>
            <a:ext cx="826769" cy="960755"/>
          </a:xfrm>
          <a:custGeom>
            <a:avLst/>
            <a:gdLst/>
            <a:ahLst/>
            <a:cxnLst/>
            <a:rect l="l" t="t" r="r" b="b"/>
            <a:pathLst>
              <a:path w="826770" h="960754">
                <a:moveTo>
                  <a:pt x="826197" y="0"/>
                </a:moveTo>
                <a:lnTo>
                  <a:pt x="687420" y="0"/>
                </a:lnTo>
                <a:lnTo>
                  <a:pt x="687420" y="960218"/>
                </a:lnTo>
                <a:lnTo>
                  <a:pt x="826197" y="960218"/>
                </a:lnTo>
                <a:lnTo>
                  <a:pt x="826197" y="0"/>
                </a:lnTo>
                <a:close/>
              </a:path>
              <a:path w="826770" h="960754">
                <a:moveTo>
                  <a:pt x="385914" y="202778"/>
                </a:moveTo>
                <a:lnTo>
                  <a:pt x="246376" y="202778"/>
                </a:lnTo>
                <a:lnTo>
                  <a:pt x="246376" y="261674"/>
                </a:lnTo>
                <a:lnTo>
                  <a:pt x="244203" y="306378"/>
                </a:lnTo>
                <a:lnTo>
                  <a:pt x="237908" y="351273"/>
                </a:lnTo>
                <a:lnTo>
                  <a:pt x="227516" y="395813"/>
                </a:lnTo>
                <a:lnTo>
                  <a:pt x="213054" y="439448"/>
                </a:lnTo>
                <a:lnTo>
                  <a:pt x="194546" y="481632"/>
                </a:lnTo>
                <a:lnTo>
                  <a:pt x="172020" y="521815"/>
                </a:lnTo>
                <a:lnTo>
                  <a:pt x="145500" y="559452"/>
                </a:lnTo>
                <a:lnTo>
                  <a:pt x="115012" y="593993"/>
                </a:lnTo>
                <a:lnTo>
                  <a:pt x="80582" y="624892"/>
                </a:lnTo>
                <a:lnTo>
                  <a:pt x="42236" y="651599"/>
                </a:lnTo>
                <a:lnTo>
                  <a:pt x="0" y="673568"/>
                </a:lnTo>
                <a:lnTo>
                  <a:pt x="77943" y="779058"/>
                </a:lnTo>
                <a:lnTo>
                  <a:pt x="119661" y="757192"/>
                </a:lnTo>
                <a:lnTo>
                  <a:pt x="158108" y="730705"/>
                </a:lnTo>
                <a:lnTo>
                  <a:pt x="193258" y="699972"/>
                </a:lnTo>
                <a:lnTo>
                  <a:pt x="225084" y="665368"/>
                </a:lnTo>
                <a:lnTo>
                  <a:pt x="253560" y="627270"/>
                </a:lnTo>
                <a:lnTo>
                  <a:pt x="278658" y="586053"/>
                </a:lnTo>
                <a:lnTo>
                  <a:pt x="300353" y="542092"/>
                </a:lnTo>
                <a:lnTo>
                  <a:pt x="318616" y="495764"/>
                </a:lnTo>
                <a:lnTo>
                  <a:pt x="451852" y="495764"/>
                </a:lnTo>
                <a:lnTo>
                  <a:pt x="425176" y="446196"/>
                </a:lnTo>
                <a:lnTo>
                  <a:pt x="407995" y="401428"/>
                </a:lnTo>
                <a:lnTo>
                  <a:pt x="395726" y="355313"/>
                </a:lnTo>
                <a:lnTo>
                  <a:pt x="388366" y="308509"/>
                </a:lnTo>
                <a:lnTo>
                  <a:pt x="385914" y="261674"/>
                </a:lnTo>
                <a:lnTo>
                  <a:pt x="385914" y="202778"/>
                </a:lnTo>
                <a:close/>
              </a:path>
              <a:path w="826770" h="960754">
                <a:moveTo>
                  <a:pt x="451852" y="495764"/>
                </a:moveTo>
                <a:lnTo>
                  <a:pt x="318616" y="495764"/>
                </a:lnTo>
                <a:lnTo>
                  <a:pt x="339685" y="544251"/>
                </a:lnTo>
                <a:lnTo>
                  <a:pt x="365097" y="589712"/>
                </a:lnTo>
                <a:lnTo>
                  <a:pt x="394866" y="631678"/>
                </a:lnTo>
                <a:lnTo>
                  <a:pt x="429004" y="669679"/>
                </a:lnTo>
                <a:lnTo>
                  <a:pt x="467525" y="703247"/>
                </a:lnTo>
                <a:lnTo>
                  <a:pt x="510442" y="731911"/>
                </a:lnTo>
                <a:lnTo>
                  <a:pt x="557768" y="755202"/>
                </a:lnTo>
                <a:lnTo>
                  <a:pt x="631530" y="649712"/>
                </a:lnTo>
                <a:lnTo>
                  <a:pt x="584832" y="626830"/>
                </a:lnTo>
                <a:lnTo>
                  <a:pt x="543059" y="598657"/>
                </a:lnTo>
                <a:lnTo>
                  <a:pt x="506209" y="565849"/>
                </a:lnTo>
                <a:lnTo>
                  <a:pt x="474281" y="529065"/>
                </a:lnTo>
                <a:lnTo>
                  <a:pt x="451852" y="495764"/>
                </a:lnTo>
                <a:close/>
              </a:path>
              <a:path w="826770" h="960754">
                <a:moveTo>
                  <a:pt x="590847" y="92815"/>
                </a:moveTo>
                <a:lnTo>
                  <a:pt x="38401" y="92815"/>
                </a:lnTo>
                <a:lnTo>
                  <a:pt x="38401" y="202778"/>
                </a:lnTo>
                <a:lnTo>
                  <a:pt x="590847" y="202778"/>
                </a:lnTo>
                <a:lnTo>
                  <a:pt x="590847" y="9281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227955" y="3694731"/>
            <a:ext cx="854710" cy="942340"/>
          </a:xfrm>
          <a:custGeom>
            <a:avLst/>
            <a:gdLst/>
            <a:ahLst/>
            <a:cxnLst/>
            <a:rect l="l" t="t" r="r" b="b"/>
            <a:pathLst>
              <a:path w="854709" h="942339">
                <a:moveTo>
                  <a:pt x="399981" y="527449"/>
                </a:moveTo>
                <a:lnTo>
                  <a:pt x="262345" y="527449"/>
                </a:lnTo>
                <a:lnTo>
                  <a:pt x="262345" y="655304"/>
                </a:lnTo>
                <a:lnTo>
                  <a:pt x="125089" y="655304"/>
                </a:lnTo>
                <a:lnTo>
                  <a:pt x="125089" y="941953"/>
                </a:lnTo>
                <a:lnTo>
                  <a:pt x="854713" y="941953"/>
                </a:lnTo>
                <a:lnTo>
                  <a:pt x="854713" y="833481"/>
                </a:lnTo>
                <a:lnTo>
                  <a:pt x="262345" y="833481"/>
                </a:lnTo>
                <a:lnTo>
                  <a:pt x="262345" y="701898"/>
                </a:lnTo>
                <a:lnTo>
                  <a:pt x="399981" y="701898"/>
                </a:lnTo>
                <a:lnTo>
                  <a:pt x="399981" y="527449"/>
                </a:lnTo>
                <a:close/>
              </a:path>
              <a:path w="854709" h="942339">
                <a:moveTo>
                  <a:pt x="833041" y="0"/>
                </a:moveTo>
                <a:lnTo>
                  <a:pt x="695405" y="0"/>
                </a:lnTo>
                <a:lnTo>
                  <a:pt x="695405" y="556524"/>
                </a:lnTo>
                <a:lnTo>
                  <a:pt x="508341" y="556524"/>
                </a:lnTo>
                <a:lnTo>
                  <a:pt x="508341" y="648222"/>
                </a:lnTo>
                <a:lnTo>
                  <a:pt x="695405" y="648222"/>
                </a:lnTo>
                <a:lnTo>
                  <a:pt x="695405" y="725009"/>
                </a:lnTo>
                <a:lnTo>
                  <a:pt x="833041" y="725009"/>
                </a:lnTo>
                <a:lnTo>
                  <a:pt x="833041" y="0"/>
                </a:lnTo>
                <a:close/>
              </a:path>
              <a:path w="854709" h="942339">
                <a:moveTo>
                  <a:pt x="628488" y="395866"/>
                </a:moveTo>
                <a:lnTo>
                  <a:pt x="576107" y="401820"/>
                </a:lnTo>
                <a:lnTo>
                  <a:pt x="522605" y="406874"/>
                </a:lnTo>
                <a:lnTo>
                  <a:pt x="468318" y="411108"/>
                </a:lnTo>
                <a:lnTo>
                  <a:pt x="413585" y="414600"/>
                </a:lnTo>
                <a:lnTo>
                  <a:pt x="358740" y="417430"/>
                </a:lnTo>
                <a:lnTo>
                  <a:pt x="304121" y="419676"/>
                </a:lnTo>
                <a:lnTo>
                  <a:pt x="196907" y="422732"/>
                </a:lnTo>
                <a:lnTo>
                  <a:pt x="0" y="425314"/>
                </a:lnTo>
                <a:lnTo>
                  <a:pt x="16349" y="531549"/>
                </a:lnTo>
                <a:lnTo>
                  <a:pt x="159274" y="530341"/>
                </a:lnTo>
                <a:lnTo>
                  <a:pt x="262345" y="527449"/>
                </a:lnTo>
                <a:lnTo>
                  <a:pt x="399981" y="527449"/>
                </a:lnTo>
                <a:lnTo>
                  <a:pt x="399981" y="519621"/>
                </a:lnTo>
                <a:lnTo>
                  <a:pt x="447535" y="515717"/>
                </a:lnTo>
                <a:lnTo>
                  <a:pt x="495162" y="511116"/>
                </a:lnTo>
                <a:lnTo>
                  <a:pt x="542661" y="505745"/>
                </a:lnTo>
                <a:lnTo>
                  <a:pt x="589831" y="499534"/>
                </a:lnTo>
                <a:lnTo>
                  <a:pt x="636473" y="492410"/>
                </a:lnTo>
                <a:lnTo>
                  <a:pt x="628488" y="395866"/>
                </a:lnTo>
                <a:close/>
              </a:path>
              <a:path w="854709" h="942339">
                <a:moveTo>
                  <a:pt x="318616" y="32429"/>
                </a:moveTo>
                <a:lnTo>
                  <a:pt x="259258" y="36492"/>
                </a:lnTo>
                <a:lnTo>
                  <a:pt x="206331" y="48542"/>
                </a:lnTo>
                <a:lnTo>
                  <a:pt x="160820" y="67894"/>
                </a:lnTo>
                <a:lnTo>
                  <a:pt x="123709" y="93866"/>
                </a:lnTo>
                <a:lnTo>
                  <a:pt x="95983" y="125770"/>
                </a:lnTo>
                <a:lnTo>
                  <a:pt x="78625" y="162924"/>
                </a:lnTo>
                <a:lnTo>
                  <a:pt x="72620" y="204642"/>
                </a:lnTo>
                <a:lnTo>
                  <a:pt x="78625" y="246411"/>
                </a:lnTo>
                <a:lnTo>
                  <a:pt x="95983" y="283184"/>
                </a:lnTo>
                <a:lnTo>
                  <a:pt x="123709" y="314441"/>
                </a:lnTo>
                <a:lnTo>
                  <a:pt x="160820" y="339660"/>
                </a:lnTo>
                <a:lnTo>
                  <a:pt x="206331" y="358320"/>
                </a:lnTo>
                <a:lnTo>
                  <a:pt x="259258" y="369898"/>
                </a:lnTo>
                <a:lnTo>
                  <a:pt x="318616" y="373873"/>
                </a:lnTo>
                <a:lnTo>
                  <a:pt x="377032" y="369898"/>
                </a:lnTo>
                <a:lnTo>
                  <a:pt x="429369" y="358320"/>
                </a:lnTo>
                <a:lnTo>
                  <a:pt x="474577" y="339660"/>
                </a:lnTo>
                <a:lnTo>
                  <a:pt x="511604" y="314441"/>
                </a:lnTo>
                <a:lnTo>
                  <a:pt x="539399" y="283184"/>
                </a:lnTo>
                <a:lnTo>
                  <a:pt x="542542" y="276584"/>
                </a:lnTo>
                <a:lnTo>
                  <a:pt x="318616" y="276584"/>
                </a:lnTo>
                <a:lnTo>
                  <a:pt x="271090" y="271896"/>
                </a:lnTo>
                <a:lnTo>
                  <a:pt x="234400" y="258086"/>
                </a:lnTo>
                <a:lnTo>
                  <a:pt x="210827" y="235540"/>
                </a:lnTo>
                <a:lnTo>
                  <a:pt x="202652" y="204642"/>
                </a:lnTo>
                <a:lnTo>
                  <a:pt x="210827" y="172982"/>
                </a:lnTo>
                <a:lnTo>
                  <a:pt x="234400" y="149847"/>
                </a:lnTo>
                <a:lnTo>
                  <a:pt x="271090" y="135659"/>
                </a:lnTo>
                <a:lnTo>
                  <a:pt x="318616" y="130837"/>
                </a:lnTo>
                <a:lnTo>
                  <a:pt x="541787" y="130837"/>
                </a:lnTo>
                <a:lnTo>
                  <a:pt x="539399" y="125770"/>
                </a:lnTo>
                <a:lnTo>
                  <a:pt x="511604" y="93866"/>
                </a:lnTo>
                <a:lnTo>
                  <a:pt x="474577" y="67894"/>
                </a:lnTo>
                <a:lnTo>
                  <a:pt x="429369" y="48542"/>
                </a:lnTo>
                <a:lnTo>
                  <a:pt x="377032" y="36492"/>
                </a:lnTo>
                <a:lnTo>
                  <a:pt x="318616" y="32429"/>
                </a:lnTo>
                <a:close/>
              </a:path>
              <a:path w="854709" h="942339">
                <a:moveTo>
                  <a:pt x="541787" y="130837"/>
                </a:moveTo>
                <a:lnTo>
                  <a:pt x="318616" y="130837"/>
                </a:lnTo>
                <a:lnTo>
                  <a:pt x="364295" y="135659"/>
                </a:lnTo>
                <a:lnTo>
                  <a:pt x="400314" y="149847"/>
                </a:lnTo>
                <a:lnTo>
                  <a:pt x="424000" y="172982"/>
                </a:lnTo>
                <a:lnTo>
                  <a:pt x="432680" y="204642"/>
                </a:lnTo>
                <a:lnTo>
                  <a:pt x="424000" y="235540"/>
                </a:lnTo>
                <a:lnTo>
                  <a:pt x="400314" y="258086"/>
                </a:lnTo>
                <a:lnTo>
                  <a:pt x="364295" y="271896"/>
                </a:lnTo>
                <a:lnTo>
                  <a:pt x="318616" y="276584"/>
                </a:lnTo>
                <a:lnTo>
                  <a:pt x="542542" y="276584"/>
                </a:lnTo>
                <a:lnTo>
                  <a:pt x="556912" y="246411"/>
                </a:lnTo>
                <a:lnTo>
                  <a:pt x="563092" y="204642"/>
                </a:lnTo>
                <a:lnTo>
                  <a:pt x="556912" y="162924"/>
                </a:lnTo>
                <a:lnTo>
                  <a:pt x="541787" y="130837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60246" y="3693241"/>
            <a:ext cx="832485" cy="962660"/>
          </a:xfrm>
          <a:custGeom>
            <a:avLst/>
            <a:gdLst/>
            <a:ahLst/>
            <a:cxnLst/>
            <a:rect l="l" t="t" r="r" b="b"/>
            <a:pathLst>
              <a:path w="832484" h="962660">
                <a:moveTo>
                  <a:pt x="831900" y="0"/>
                </a:moveTo>
                <a:lnTo>
                  <a:pt x="693124" y="0"/>
                </a:lnTo>
                <a:lnTo>
                  <a:pt x="693124" y="962454"/>
                </a:lnTo>
                <a:lnTo>
                  <a:pt x="831900" y="962454"/>
                </a:lnTo>
                <a:lnTo>
                  <a:pt x="831900" y="0"/>
                </a:lnTo>
                <a:close/>
              </a:path>
              <a:path w="832484" h="962660">
                <a:moveTo>
                  <a:pt x="393898" y="74178"/>
                </a:moveTo>
                <a:lnTo>
                  <a:pt x="254741" y="74178"/>
                </a:lnTo>
                <a:lnTo>
                  <a:pt x="254741" y="217689"/>
                </a:lnTo>
                <a:lnTo>
                  <a:pt x="252493" y="268371"/>
                </a:lnTo>
                <a:lnTo>
                  <a:pt x="246145" y="318427"/>
                </a:lnTo>
                <a:lnTo>
                  <a:pt x="235670" y="367359"/>
                </a:lnTo>
                <a:lnTo>
                  <a:pt x="221040" y="414669"/>
                </a:lnTo>
                <a:lnTo>
                  <a:pt x="202228" y="459860"/>
                </a:lnTo>
                <a:lnTo>
                  <a:pt x="179207" y="502436"/>
                </a:lnTo>
                <a:lnTo>
                  <a:pt x="151949" y="541897"/>
                </a:lnTo>
                <a:lnTo>
                  <a:pt x="120427" y="577747"/>
                </a:lnTo>
                <a:lnTo>
                  <a:pt x="84613" y="609489"/>
                </a:lnTo>
                <a:lnTo>
                  <a:pt x="44479" y="636625"/>
                </a:lnTo>
                <a:lnTo>
                  <a:pt x="0" y="658658"/>
                </a:lnTo>
                <a:lnTo>
                  <a:pt x="82885" y="770485"/>
                </a:lnTo>
                <a:lnTo>
                  <a:pt x="125809" y="748137"/>
                </a:lnTo>
                <a:lnTo>
                  <a:pt x="165070" y="721281"/>
                </a:lnTo>
                <a:lnTo>
                  <a:pt x="200714" y="690232"/>
                </a:lnTo>
                <a:lnTo>
                  <a:pt x="232784" y="655303"/>
                </a:lnTo>
                <a:lnTo>
                  <a:pt x="261325" y="616811"/>
                </a:lnTo>
                <a:lnTo>
                  <a:pt x="286381" y="575068"/>
                </a:lnTo>
                <a:lnTo>
                  <a:pt x="307998" y="530390"/>
                </a:lnTo>
                <a:lnTo>
                  <a:pt x="326220" y="483090"/>
                </a:lnTo>
                <a:lnTo>
                  <a:pt x="463241" y="483090"/>
                </a:lnTo>
                <a:lnTo>
                  <a:pt x="444051" y="448160"/>
                </a:lnTo>
                <a:lnTo>
                  <a:pt x="425793" y="404962"/>
                </a:lnTo>
                <a:lnTo>
                  <a:pt x="411663" y="359828"/>
                </a:lnTo>
                <a:lnTo>
                  <a:pt x="401646" y="313244"/>
                </a:lnTo>
                <a:lnTo>
                  <a:pt x="395729" y="265702"/>
                </a:lnTo>
                <a:lnTo>
                  <a:pt x="393898" y="217689"/>
                </a:lnTo>
                <a:lnTo>
                  <a:pt x="393898" y="74178"/>
                </a:lnTo>
                <a:close/>
              </a:path>
              <a:path w="832484" h="962660">
                <a:moveTo>
                  <a:pt x="463241" y="483090"/>
                </a:moveTo>
                <a:lnTo>
                  <a:pt x="326220" y="483090"/>
                </a:lnTo>
                <a:lnTo>
                  <a:pt x="347313" y="532412"/>
                </a:lnTo>
                <a:lnTo>
                  <a:pt x="372477" y="578512"/>
                </a:lnTo>
                <a:lnTo>
                  <a:pt x="401731" y="620999"/>
                </a:lnTo>
                <a:lnTo>
                  <a:pt x="435096" y="659483"/>
                </a:lnTo>
                <a:lnTo>
                  <a:pt x="472590" y="693573"/>
                </a:lnTo>
                <a:lnTo>
                  <a:pt x="514235" y="722876"/>
                </a:lnTo>
                <a:lnTo>
                  <a:pt x="560050" y="747002"/>
                </a:lnTo>
                <a:lnTo>
                  <a:pt x="641035" y="639275"/>
                </a:lnTo>
                <a:lnTo>
                  <a:pt x="597726" y="617971"/>
                </a:lnTo>
                <a:lnTo>
                  <a:pt x="558627" y="591795"/>
                </a:lnTo>
                <a:lnTo>
                  <a:pt x="523723" y="561237"/>
                </a:lnTo>
                <a:lnTo>
                  <a:pt x="493002" y="526786"/>
                </a:lnTo>
                <a:lnTo>
                  <a:pt x="466449" y="488931"/>
                </a:lnTo>
                <a:lnTo>
                  <a:pt x="463241" y="48309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114210" y="3751017"/>
            <a:ext cx="895350" cy="784860"/>
          </a:xfrm>
          <a:custGeom>
            <a:avLst/>
            <a:gdLst/>
            <a:ahLst/>
            <a:cxnLst/>
            <a:rect l="l" t="t" r="r" b="b"/>
            <a:pathLst>
              <a:path w="895350" h="784860">
                <a:moveTo>
                  <a:pt x="514805" y="0"/>
                </a:moveTo>
                <a:lnTo>
                  <a:pt x="368424" y="0"/>
                </a:lnTo>
                <a:lnTo>
                  <a:pt x="368424" y="68959"/>
                </a:lnTo>
                <a:lnTo>
                  <a:pt x="365096" y="107165"/>
                </a:lnTo>
                <a:lnTo>
                  <a:pt x="355639" y="145367"/>
                </a:lnTo>
                <a:lnTo>
                  <a:pt x="340221" y="183007"/>
                </a:lnTo>
                <a:lnTo>
                  <a:pt x="319009" y="219529"/>
                </a:lnTo>
                <a:lnTo>
                  <a:pt x="292173" y="254374"/>
                </a:lnTo>
                <a:lnTo>
                  <a:pt x="259880" y="286984"/>
                </a:lnTo>
                <a:lnTo>
                  <a:pt x="222297" y="316801"/>
                </a:lnTo>
                <a:lnTo>
                  <a:pt x="179593" y="343267"/>
                </a:lnTo>
                <a:lnTo>
                  <a:pt x="131935" y="365825"/>
                </a:lnTo>
                <a:lnTo>
                  <a:pt x="79492" y="383917"/>
                </a:lnTo>
                <a:lnTo>
                  <a:pt x="22432" y="396985"/>
                </a:lnTo>
                <a:lnTo>
                  <a:pt x="81364" y="508811"/>
                </a:lnTo>
                <a:lnTo>
                  <a:pt x="136284" y="495410"/>
                </a:lnTo>
                <a:lnTo>
                  <a:pt x="187884" y="477757"/>
                </a:lnTo>
                <a:lnTo>
                  <a:pt x="235998" y="456128"/>
                </a:lnTo>
                <a:lnTo>
                  <a:pt x="280459" y="430799"/>
                </a:lnTo>
                <a:lnTo>
                  <a:pt x="321103" y="402046"/>
                </a:lnTo>
                <a:lnTo>
                  <a:pt x="357764" y="370146"/>
                </a:lnTo>
                <a:lnTo>
                  <a:pt x="390275" y="335374"/>
                </a:lnTo>
                <a:lnTo>
                  <a:pt x="418470" y="298006"/>
                </a:lnTo>
                <a:lnTo>
                  <a:pt x="442185" y="258319"/>
                </a:lnTo>
                <a:lnTo>
                  <a:pt x="593110" y="258319"/>
                </a:lnTo>
                <a:lnTo>
                  <a:pt x="563345" y="220470"/>
                </a:lnTo>
                <a:lnTo>
                  <a:pt x="542252" y="183834"/>
                </a:lnTo>
                <a:lnTo>
                  <a:pt x="527033" y="146002"/>
                </a:lnTo>
                <a:lnTo>
                  <a:pt x="517834" y="107526"/>
                </a:lnTo>
                <a:lnTo>
                  <a:pt x="514805" y="68959"/>
                </a:lnTo>
                <a:lnTo>
                  <a:pt x="514805" y="0"/>
                </a:lnTo>
                <a:close/>
              </a:path>
              <a:path w="895350" h="784860">
                <a:moveTo>
                  <a:pt x="593110" y="258319"/>
                </a:moveTo>
                <a:lnTo>
                  <a:pt x="442185" y="258319"/>
                </a:lnTo>
                <a:lnTo>
                  <a:pt x="465548" y="298215"/>
                </a:lnTo>
                <a:lnTo>
                  <a:pt x="493455" y="335717"/>
                </a:lnTo>
                <a:lnTo>
                  <a:pt x="525746" y="370560"/>
                </a:lnTo>
                <a:lnTo>
                  <a:pt x="562262" y="402476"/>
                </a:lnTo>
                <a:lnTo>
                  <a:pt x="602843" y="431198"/>
                </a:lnTo>
                <a:lnTo>
                  <a:pt x="647329" y="456459"/>
                </a:lnTo>
                <a:lnTo>
                  <a:pt x="695561" y="477993"/>
                </a:lnTo>
                <a:lnTo>
                  <a:pt x="747379" y="495533"/>
                </a:lnTo>
                <a:lnTo>
                  <a:pt x="802624" y="508811"/>
                </a:lnTo>
                <a:lnTo>
                  <a:pt x="863078" y="396985"/>
                </a:lnTo>
                <a:lnTo>
                  <a:pt x="804996" y="384203"/>
                </a:lnTo>
                <a:lnTo>
                  <a:pt x="751756" y="366355"/>
                </a:lnTo>
                <a:lnTo>
                  <a:pt x="703506" y="343993"/>
                </a:lnTo>
                <a:lnTo>
                  <a:pt x="660392" y="317671"/>
                </a:lnTo>
                <a:lnTo>
                  <a:pt x="622562" y="287941"/>
                </a:lnTo>
                <a:lnTo>
                  <a:pt x="593110" y="258319"/>
                </a:lnTo>
                <a:close/>
              </a:path>
              <a:path w="895350" h="784860">
                <a:moveTo>
                  <a:pt x="895016" y="673941"/>
                </a:moveTo>
                <a:lnTo>
                  <a:pt x="0" y="673941"/>
                </a:lnTo>
                <a:lnTo>
                  <a:pt x="0" y="784650"/>
                </a:lnTo>
                <a:lnTo>
                  <a:pt x="895016" y="784650"/>
                </a:lnTo>
                <a:lnTo>
                  <a:pt x="895016" y="673941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093648" y="3693241"/>
            <a:ext cx="802640" cy="949960"/>
          </a:xfrm>
          <a:custGeom>
            <a:avLst/>
            <a:gdLst/>
            <a:ahLst/>
            <a:cxnLst/>
            <a:rect l="l" t="t" r="r" b="b"/>
            <a:pathLst>
              <a:path w="802640" h="949960">
                <a:moveTo>
                  <a:pt x="802244" y="0"/>
                </a:moveTo>
                <a:lnTo>
                  <a:pt x="672212" y="0"/>
                </a:lnTo>
                <a:lnTo>
                  <a:pt x="672212" y="572924"/>
                </a:lnTo>
                <a:lnTo>
                  <a:pt x="802244" y="572924"/>
                </a:lnTo>
                <a:lnTo>
                  <a:pt x="802244" y="0"/>
                </a:lnTo>
                <a:close/>
              </a:path>
              <a:path w="802640" h="949960">
                <a:moveTo>
                  <a:pt x="607576" y="15282"/>
                </a:moveTo>
                <a:lnTo>
                  <a:pt x="477544" y="15282"/>
                </a:lnTo>
                <a:lnTo>
                  <a:pt x="477544" y="231108"/>
                </a:lnTo>
                <a:lnTo>
                  <a:pt x="378689" y="231108"/>
                </a:lnTo>
                <a:lnTo>
                  <a:pt x="378689" y="338834"/>
                </a:lnTo>
                <a:lnTo>
                  <a:pt x="477544" y="338834"/>
                </a:lnTo>
                <a:lnTo>
                  <a:pt x="477544" y="566588"/>
                </a:lnTo>
                <a:lnTo>
                  <a:pt x="607576" y="566588"/>
                </a:lnTo>
                <a:lnTo>
                  <a:pt x="607576" y="15282"/>
                </a:lnTo>
                <a:close/>
              </a:path>
              <a:path w="802640" h="949960">
                <a:moveTo>
                  <a:pt x="372986" y="57404"/>
                </a:moveTo>
                <a:lnTo>
                  <a:pt x="0" y="57404"/>
                </a:lnTo>
                <a:lnTo>
                  <a:pt x="0" y="535649"/>
                </a:lnTo>
                <a:lnTo>
                  <a:pt x="66536" y="535649"/>
                </a:lnTo>
                <a:lnTo>
                  <a:pt x="126807" y="535386"/>
                </a:lnTo>
                <a:lnTo>
                  <a:pt x="181697" y="534458"/>
                </a:lnTo>
                <a:lnTo>
                  <a:pt x="232483" y="532656"/>
                </a:lnTo>
                <a:lnTo>
                  <a:pt x="280443" y="529772"/>
                </a:lnTo>
                <a:lnTo>
                  <a:pt x="326853" y="525597"/>
                </a:lnTo>
                <a:lnTo>
                  <a:pt x="372990" y="519922"/>
                </a:lnTo>
                <a:lnTo>
                  <a:pt x="420132" y="512538"/>
                </a:lnTo>
                <a:lnTo>
                  <a:pt x="409439" y="428668"/>
                </a:lnTo>
                <a:lnTo>
                  <a:pt x="131933" y="428668"/>
                </a:lnTo>
                <a:lnTo>
                  <a:pt x="131933" y="345171"/>
                </a:lnTo>
                <a:lnTo>
                  <a:pt x="336866" y="345171"/>
                </a:lnTo>
                <a:lnTo>
                  <a:pt x="336866" y="242291"/>
                </a:lnTo>
                <a:lnTo>
                  <a:pt x="131933" y="242291"/>
                </a:lnTo>
                <a:lnTo>
                  <a:pt x="131933" y="165503"/>
                </a:lnTo>
                <a:lnTo>
                  <a:pt x="372986" y="165503"/>
                </a:lnTo>
                <a:lnTo>
                  <a:pt x="372986" y="57404"/>
                </a:lnTo>
                <a:close/>
              </a:path>
              <a:path w="802640" h="949960">
                <a:moveTo>
                  <a:pt x="406825" y="408167"/>
                </a:moveTo>
                <a:lnTo>
                  <a:pt x="353525" y="415774"/>
                </a:lnTo>
                <a:lnTo>
                  <a:pt x="301357" y="421341"/>
                </a:lnTo>
                <a:lnTo>
                  <a:pt x="248350" y="425155"/>
                </a:lnTo>
                <a:lnTo>
                  <a:pt x="192532" y="427502"/>
                </a:lnTo>
                <a:lnTo>
                  <a:pt x="131933" y="428668"/>
                </a:lnTo>
                <a:lnTo>
                  <a:pt x="409439" y="428668"/>
                </a:lnTo>
                <a:lnTo>
                  <a:pt x="406825" y="408167"/>
                </a:lnTo>
                <a:close/>
              </a:path>
              <a:path w="802640" h="949960">
                <a:moveTo>
                  <a:pt x="802244" y="610573"/>
                </a:moveTo>
                <a:lnTo>
                  <a:pt x="134214" y="610573"/>
                </a:lnTo>
                <a:lnTo>
                  <a:pt x="134214" y="949408"/>
                </a:lnTo>
                <a:lnTo>
                  <a:pt x="802244" y="949408"/>
                </a:lnTo>
                <a:lnTo>
                  <a:pt x="802244" y="841681"/>
                </a:lnTo>
                <a:lnTo>
                  <a:pt x="270709" y="841681"/>
                </a:lnTo>
                <a:lnTo>
                  <a:pt x="270709" y="716435"/>
                </a:lnTo>
                <a:lnTo>
                  <a:pt x="802244" y="716435"/>
                </a:lnTo>
                <a:lnTo>
                  <a:pt x="802244" y="610573"/>
                </a:lnTo>
                <a:close/>
              </a:path>
              <a:path w="802640" h="949960">
                <a:moveTo>
                  <a:pt x="802244" y="716435"/>
                </a:moveTo>
                <a:lnTo>
                  <a:pt x="666509" y="716435"/>
                </a:lnTo>
                <a:lnTo>
                  <a:pt x="666509" y="841681"/>
                </a:lnTo>
                <a:lnTo>
                  <a:pt x="802244" y="841681"/>
                </a:lnTo>
                <a:lnTo>
                  <a:pt x="802244" y="71643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93120" y="1811052"/>
            <a:ext cx="1383665" cy="406400"/>
          </a:xfrm>
          <a:custGeom>
            <a:avLst/>
            <a:gdLst/>
            <a:ahLst/>
            <a:cxnLst/>
            <a:rect l="l" t="t" r="r" b="b"/>
            <a:pathLst>
              <a:path w="1383664" h="406400">
                <a:moveTo>
                  <a:pt x="328796" y="129473"/>
                </a:moveTo>
                <a:lnTo>
                  <a:pt x="315369" y="87333"/>
                </a:lnTo>
                <a:lnTo>
                  <a:pt x="291819" y="51639"/>
                </a:lnTo>
                <a:lnTo>
                  <a:pt x="259276" y="24068"/>
                </a:lnTo>
                <a:lnTo>
                  <a:pt x="218870" y="6296"/>
                </a:lnTo>
                <a:lnTo>
                  <a:pt x="171730" y="0"/>
                </a:lnTo>
                <a:lnTo>
                  <a:pt x="130624" y="4743"/>
                </a:lnTo>
                <a:lnTo>
                  <a:pt x="93805" y="18573"/>
                </a:lnTo>
                <a:lnTo>
                  <a:pt x="62015" y="40888"/>
                </a:lnTo>
                <a:lnTo>
                  <a:pt x="35997" y="71088"/>
                </a:lnTo>
                <a:lnTo>
                  <a:pt x="16494" y="108572"/>
                </a:lnTo>
                <a:lnTo>
                  <a:pt x="4247" y="152739"/>
                </a:lnTo>
                <a:lnTo>
                  <a:pt x="0" y="202989"/>
                </a:lnTo>
                <a:lnTo>
                  <a:pt x="4247" y="253238"/>
                </a:lnTo>
                <a:lnTo>
                  <a:pt x="16494" y="297406"/>
                </a:lnTo>
                <a:lnTo>
                  <a:pt x="35997" y="334890"/>
                </a:lnTo>
                <a:lnTo>
                  <a:pt x="62015" y="365090"/>
                </a:lnTo>
                <a:lnTo>
                  <a:pt x="93805" y="387406"/>
                </a:lnTo>
                <a:lnTo>
                  <a:pt x="130624" y="401235"/>
                </a:lnTo>
                <a:lnTo>
                  <a:pt x="171730" y="405979"/>
                </a:lnTo>
                <a:lnTo>
                  <a:pt x="219055" y="399611"/>
                </a:lnTo>
                <a:lnTo>
                  <a:pt x="259554" y="381713"/>
                </a:lnTo>
                <a:lnTo>
                  <a:pt x="292097" y="354089"/>
                </a:lnTo>
                <a:lnTo>
                  <a:pt x="315555" y="318547"/>
                </a:lnTo>
                <a:lnTo>
                  <a:pt x="328796" y="276891"/>
                </a:lnTo>
                <a:lnTo>
                  <a:pt x="289626" y="276891"/>
                </a:lnTo>
                <a:lnTo>
                  <a:pt x="275031" y="313993"/>
                </a:lnTo>
                <a:lnTo>
                  <a:pt x="249129" y="343316"/>
                </a:lnTo>
                <a:lnTo>
                  <a:pt x="214002" y="362582"/>
                </a:lnTo>
                <a:lnTo>
                  <a:pt x="171730" y="369510"/>
                </a:lnTo>
                <a:lnTo>
                  <a:pt x="129351" y="362584"/>
                </a:lnTo>
                <a:lnTo>
                  <a:pt x="92584" y="342070"/>
                </a:lnTo>
                <a:lnTo>
                  <a:pt x="63616" y="308368"/>
                </a:lnTo>
                <a:lnTo>
                  <a:pt x="44632" y="261875"/>
                </a:lnTo>
                <a:lnTo>
                  <a:pt x="37819" y="202989"/>
                </a:lnTo>
                <a:lnTo>
                  <a:pt x="44632" y="144326"/>
                </a:lnTo>
                <a:lnTo>
                  <a:pt x="63616" y="97861"/>
                </a:lnTo>
                <a:lnTo>
                  <a:pt x="92584" y="64075"/>
                </a:lnTo>
                <a:lnTo>
                  <a:pt x="129351" y="43450"/>
                </a:lnTo>
                <a:lnTo>
                  <a:pt x="171730" y="36468"/>
                </a:lnTo>
                <a:lnTo>
                  <a:pt x="214030" y="43430"/>
                </a:lnTo>
                <a:lnTo>
                  <a:pt x="249202" y="62783"/>
                </a:lnTo>
                <a:lnTo>
                  <a:pt x="275112" y="92230"/>
                </a:lnTo>
                <a:lnTo>
                  <a:pt x="289626" y="129473"/>
                </a:lnTo>
                <a:lnTo>
                  <a:pt x="328796" y="129473"/>
                </a:lnTo>
                <a:close/>
              </a:path>
              <a:path w="1383664" h="406400">
                <a:moveTo>
                  <a:pt x="703146" y="129473"/>
                </a:moveTo>
                <a:lnTo>
                  <a:pt x="689719" y="87333"/>
                </a:lnTo>
                <a:lnTo>
                  <a:pt x="666169" y="51639"/>
                </a:lnTo>
                <a:lnTo>
                  <a:pt x="633626" y="24068"/>
                </a:lnTo>
                <a:lnTo>
                  <a:pt x="593220" y="6296"/>
                </a:lnTo>
                <a:lnTo>
                  <a:pt x="546080" y="0"/>
                </a:lnTo>
                <a:lnTo>
                  <a:pt x="504974" y="4743"/>
                </a:lnTo>
                <a:lnTo>
                  <a:pt x="468155" y="18573"/>
                </a:lnTo>
                <a:lnTo>
                  <a:pt x="436365" y="40888"/>
                </a:lnTo>
                <a:lnTo>
                  <a:pt x="410347" y="71088"/>
                </a:lnTo>
                <a:lnTo>
                  <a:pt x="390843" y="108572"/>
                </a:lnTo>
                <a:lnTo>
                  <a:pt x="378596" y="152739"/>
                </a:lnTo>
                <a:lnTo>
                  <a:pt x="374349" y="202989"/>
                </a:lnTo>
                <a:lnTo>
                  <a:pt x="378596" y="253238"/>
                </a:lnTo>
                <a:lnTo>
                  <a:pt x="390843" y="297406"/>
                </a:lnTo>
                <a:lnTo>
                  <a:pt x="410347" y="334890"/>
                </a:lnTo>
                <a:lnTo>
                  <a:pt x="436365" y="365090"/>
                </a:lnTo>
                <a:lnTo>
                  <a:pt x="468155" y="387406"/>
                </a:lnTo>
                <a:lnTo>
                  <a:pt x="504974" y="401235"/>
                </a:lnTo>
                <a:lnTo>
                  <a:pt x="546080" y="405979"/>
                </a:lnTo>
                <a:lnTo>
                  <a:pt x="593405" y="399611"/>
                </a:lnTo>
                <a:lnTo>
                  <a:pt x="633904" y="381713"/>
                </a:lnTo>
                <a:lnTo>
                  <a:pt x="666447" y="354089"/>
                </a:lnTo>
                <a:lnTo>
                  <a:pt x="689904" y="318547"/>
                </a:lnTo>
                <a:lnTo>
                  <a:pt x="703146" y="276891"/>
                </a:lnTo>
                <a:lnTo>
                  <a:pt x="663976" y="276891"/>
                </a:lnTo>
                <a:lnTo>
                  <a:pt x="649381" y="313993"/>
                </a:lnTo>
                <a:lnTo>
                  <a:pt x="623479" y="343316"/>
                </a:lnTo>
                <a:lnTo>
                  <a:pt x="588352" y="362582"/>
                </a:lnTo>
                <a:lnTo>
                  <a:pt x="546080" y="369510"/>
                </a:lnTo>
                <a:lnTo>
                  <a:pt x="503701" y="362584"/>
                </a:lnTo>
                <a:lnTo>
                  <a:pt x="466934" y="342070"/>
                </a:lnTo>
                <a:lnTo>
                  <a:pt x="437966" y="308368"/>
                </a:lnTo>
                <a:lnTo>
                  <a:pt x="418982" y="261875"/>
                </a:lnTo>
                <a:lnTo>
                  <a:pt x="412169" y="202989"/>
                </a:lnTo>
                <a:lnTo>
                  <a:pt x="418982" y="144326"/>
                </a:lnTo>
                <a:lnTo>
                  <a:pt x="437966" y="97861"/>
                </a:lnTo>
                <a:lnTo>
                  <a:pt x="466934" y="64075"/>
                </a:lnTo>
                <a:lnTo>
                  <a:pt x="503701" y="43450"/>
                </a:lnTo>
                <a:lnTo>
                  <a:pt x="546080" y="36468"/>
                </a:lnTo>
                <a:lnTo>
                  <a:pt x="588379" y="43430"/>
                </a:lnTo>
                <a:lnTo>
                  <a:pt x="623551" y="62783"/>
                </a:lnTo>
                <a:lnTo>
                  <a:pt x="649462" y="92230"/>
                </a:lnTo>
                <a:lnTo>
                  <a:pt x="663976" y="129473"/>
                </a:lnTo>
                <a:lnTo>
                  <a:pt x="703146" y="129473"/>
                </a:lnTo>
                <a:close/>
              </a:path>
              <a:path w="1383664" h="406400">
                <a:moveTo>
                  <a:pt x="867752" y="40134"/>
                </a:moveTo>
                <a:lnTo>
                  <a:pt x="867752" y="400576"/>
                </a:lnTo>
                <a:lnTo>
                  <a:pt x="906730" y="400576"/>
                </a:lnTo>
                <a:lnTo>
                  <a:pt x="906730" y="40134"/>
                </a:lnTo>
                <a:lnTo>
                  <a:pt x="1031572" y="40134"/>
                </a:lnTo>
                <a:lnTo>
                  <a:pt x="1031572" y="5403"/>
                </a:lnTo>
                <a:lnTo>
                  <a:pt x="742524" y="5403"/>
                </a:lnTo>
                <a:lnTo>
                  <a:pt x="742524" y="40134"/>
                </a:lnTo>
                <a:lnTo>
                  <a:pt x="867752" y="40134"/>
                </a:lnTo>
                <a:close/>
              </a:path>
              <a:path w="1383664" h="406400">
                <a:moveTo>
                  <a:pt x="1053970" y="5403"/>
                </a:moveTo>
                <a:lnTo>
                  <a:pt x="1197722" y="400576"/>
                </a:lnTo>
                <a:lnTo>
                  <a:pt x="1239594" y="400576"/>
                </a:lnTo>
                <a:lnTo>
                  <a:pt x="1383346" y="5403"/>
                </a:lnTo>
                <a:lnTo>
                  <a:pt x="1342439" y="5403"/>
                </a:lnTo>
                <a:lnTo>
                  <a:pt x="1220491" y="350407"/>
                </a:lnTo>
                <a:lnTo>
                  <a:pt x="1216825" y="350407"/>
                </a:lnTo>
                <a:lnTo>
                  <a:pt x="1095070" y="5403"/>
                </a:lnTo>
                <a:lnTo>
                  <a:pt x="1053970" y="5403"/>
                </a:lnTo>
                <a:close/>
              </a:path>
            </a:pathLst>
          </a:custGeom>
          <a:ln w="1117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4222992" y="1767065"/>
            <a:ext cx="401955" cy="491490"/>
            <a:chOff x="4222992" y="1767065"/>
            <a:chExt cx="401955" cy="491490"/>
          </a:xfrm>
        </p:grpSpPr>
        <p:sp>
          <p:nvSpPr>
            <p:cNvPr id="50" name="object 50"/>
            <p:cNvSpPr/>
            <p:nvPr/>
          </p:nvSpPr>
          <p:spPr>
            <a:xfrm>
              <a:off x="4228580" y="1772653"/>
              <a:ext cx="388620" cy="286385"/>
            </a:xfrm>
            <a:custGeom>
              <a:avLst/>
              <a:gdLst/>
              <a:ahLst/>
              <a:cxnLst/>
              <a:rect l="l" t="t" r="r" b="b"/>
              <a:pathLst>
                <a:path w="388620" h="286385">
                  <a:moveTo>
                    <a:pt x="123684" y="255859"/>
                  </a:moveTo>
                  <a:lnTo>
                    <a:pt x="153499" y="253082"/>
                  </a:lnTo>
                  <a:lnTo>
                    <a:pt x="180292" y="244788"/>
                  </a:lnTo>
                  <a:lnTo>
                    <a:pt x="203432" y="231465"/>
                  </a:lnTo>
                  <a:lnTo>
                    <a:pt x="222284" y="213602"/>
                  </a:lnTo>
                  <a:lnTo>
                    <a:pt x="354073" y="213602"/>
                  </a:lnTo>
                  <a:lnTo>
                    <a:pt x="354073" y="286346"/>
                  </a:lnTo>
                  <a:lnTo>
                    <a:pt x="388612" y="286346"/>
                  </a:lnTo>
                  <a:lnTo>
                    <a:pt x="388612" y="0"/>
                  </a:lnTo>
                  <a:lnTo>
                    <a:pt x="354073" y="0"/>
                  </a:lnTo>
                  <a:lnTo>
                    <a:pt x="354073" y="71779"/>
                  </a:lnTo>
                  <a:lnTo>
                    <a:pt x="221898" y="71779"/>
                  </a:lnTo>
                  <a:lnTo>
                    <a:pt x="202971" y="54166"/>
                  </a:lnTo>
                  <a:lnTo>
                    <a:pt x="179882" y="41003"/>
                  </a:lnTo>
                  <a:lnTo>
                    <a:pt x="153248" y="32760"/>
                  </a:lnTo>
                  <a:lnTo>
                    <a:pt x="123684" y="29908"/>
                  </a:lnTo>
                  <a:lnTo>
                    <a:pt x="74103" y="38187"/>
                  </a:lnTo>
                  <a:lnTo>
                    <a:pt x="34852" y="61408"/>
                  </a:lnTo>
                  <a:lnTo>
                    <a:pt x="9095" y="97147"/>
                  </a:lnTo>
                  <a:lnTo>
                    <a:pt x="0" y="142980"/>
                  </a:lnTo>
                  <a:lnTo>
                    <a:pt x="9095" y="188810"/>
                  </a:lnTo>
                  <a:lnTo>
                    <a:pt x="34852" y="224528"/>
                  </a:lnTo>
                  <a:lnTo>
                    <a:pt x="74103" y="247691"/>
                  </a:lnTo>
                  <a:lnTo>
                    <a:pt x="123684" y="255859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5987" y="1827075"/>
              <a:ext cx="332254" cy="17711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299202" y="2070577"/>
              <a:ext cx="320040" cy="182245"/>
            </a:xfrm>
            <a:custGeom>
              <a:avLst/>
              <a:gdLst/>
              <a:ahLst/>
              <a:cxnLst/>
              <a:rect l="l" t="t" r="r" b="b"/>
              <a:pathLst>
                <a:path w="320039" h="182244">
                  <a:moveTo>
                    <a:pt x="159767" y="0"/>
                  </a:moveTo>
                  <a:lnTo>
                    <a:pt x="92908" y="6117"/>
                  </a:lnTo>
                  <a:lnTo>
                    <a:pt x="42546" y="23902"/>
                  </a:lnTo>
                  <a:lnTo>
                    <a:pt x="10853" y="52505"/>
                  </a:lnTo>
                  <a:lnTo>
                    <a:pt x="0" y="91075"/>
                  </a:lnTo>
                  <a:lnTo>
                    <a:pt x="10853" y="129645"/>
                  </a:lnTo>
                  <a:lnTo>
                    <a:pt x="42546" y="158248"/>
                  </a:lnTo>
                  <a:lnTo>
                    <a:pt x="92908" y="176033"/>
                  </a:lnTo>
                  <a:lnTo>
                    <a:pt x="159767" y="182150"/>
                  </a:lnTo>
                  <a:lnTo>
                    <a:pt x="226491" y="176033"/>
                  </a:lnTo>
                  <a:lnTo>
                    <a:pt x="276771" y="158248"/>
                  </a:lnTo>
                  <a:lnTo>
                    <a:pt x="308491" y="129645"/>
                  </a:lnTo>
                  <a:lnTo>
                    <a:pt x="319534" y="91075"/>
                  </a:lnTo>
                  <a:lnTo>
                    <a:pt x="308491" y="52505"/>
                  </a:lnTo>
                  <a:lnTo>
                    <a:pt x="276771" y="23902"/>
                  </a:lnTo>
                  <a:lnTo>
                    <a:pt x="226491" y="6117"/>
                  </a:lnTo>
                  <a:lnTo>
                    <a:pt x="159767" y="0"/>
                  </a:lnTo>
                  <a:close/>
                </a:path>
                <a:path w="320039" h="182244">
                  <a:moveTo>
                    <a:pt x="159767" y="153979"/>
                  </a:moveTo>
                  <a:lnTo>
                    <a:pt x="107545" y="149577"/>
                  </a:lnTo>
                  <a:lnTo>
                    <a:pt x="67751" y="136998"/>
                  </a:lnTo>
                  <a:lnTo>
                    <a:pt x="42465" y="117184"/>
                  </a:lnTo>
                  <a:lnTo>
                    <a:pt x="33767" y="91075"/>
                  </a:lnTo>
                  <a:lnTo>
                    <a:pt x="42465" y="64631"/>
                  </a:lnTo>
                  <a:lnTo>
                    <a:pt x="67751" y="44645"/>
                  </a:lnTo>
                  <a:lnTo>
                    <a:pt x="107545" y="32004"/>
                  </a:lnTo>
                  <a:lnTo>
                    <a:pt x="159767" y="27593"/>
                  </a:lnTo>
                  <a:lnTo>
                    <a:pt x="211995" y="32004"/>
                  </a:lnTo>
                  <a:lnTo>
                    <a:pt x="251831" y="44645"/>
                  </a:lnTo>
                  <a:lnTo>
                    <a:pt x="277232" y="64631"/>
                  </a:lnTo>
                  <a:lnTo>
                    <a:pt x="286153" y="91075"/>
                  </a:lnTo>
                  <a:lnTo>
                    <a:pt x="277232" y="117184"/>
                  </a:lnTo>
                  <a:lnTo>
                    <a:pt x="251831" y="136998"/>
                  </a:lnTo>
                  <a:lnTo>
                    <a:pt x="211995" y="149577"/>
                  </a:lnTo>
                  <a:lnTo>
                    <a:pt x="159767" y="153979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5032642" y="1772654"/>
            <a:ext cx="109220" cy="295910"/>
          </a:xfrm>
          <a:custGeom>
            <a:avLst/>
            <a:gdLst/>
            <a:ahLst/>
            <a:cxnLst/>
            <a:rect l="l" t="t" r="r" b="b"/>
            <a:pathLst>
              <a:path w="109220" h="295910">
                <a:moveTo>
                  <a:pt x="34539" y="0"/>
                </a:moveTo>
                <a:lnTo>
                  <a:pt x="0" y="0"/>
                </a:lnTo>
                <a:lnTo>
                  <a:pt x="0" y="295415"/>
                </a:lnTo>
                <a:lnTo>
                  <a:pt x="34539" y="295415"/>
                </a:lnTo>
                <a:lnTo>
                  <a:pt x="34539" y="158995"/>
                </a:lnTo>
                <a:lnTo>
                  <a:pt x="109020" y="158995"/>
                </a:lnTo>
                <a:lnTo>
                  <a:pt x="109020" y="129666"/>
                </a:lnTo>
                <a:lnTo>
                  <a:pt x="34539" y="129666"/>
                </a:lnTo>
                <a:lnTo>
                  <a:pt x="34539" y="0"/>
                </a:lnTo>
                <a:close/>
              </a:path>
            </a:pathLst>
          </a:custGeom>
          <a:ln w="1117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692075" y="1797159"/>
            <a:ext cx="379730" cy="455930"/>
          </a:xfrm>
          <a:custGeom>
            <a:avLst/>
            <a:gdLst/>
            <a:ahLst/>
            <a:cxnLst/>
            <a:rect l="l" t="t" r="r" b="b"/>
            <a:pathLst>
              <a:path w="379729" h="455930">
                <a:moveTo>
                  <a:pt x="140857" y="119246"/>
                </a:moveTo>
                <a:lnTo>
                  <a:pt x="160735" y="156731"/>
                </a:lnTo>
                <a:lnTo>
                  <a:pt x="188155" y="189169"/>
                </a:lnTo>
                <a:lnTo>
                  <a:pt x="221691" y="215492"/>
                </a:lnTo>
                <a:lnTo>
                  <a:pt x="259911" y="234634"/>
                </a:lnTo>
                <a:lnTo>
                  <a:pt x="279013" y="207234"/>
                </a:lnTo>
                <a:lnTo>
                  <a:pt x="231184" y="182726"/>
                </a:lnTo>
                <a:lnTo>
                  <a:pt x="192183" y="147056"/>
                </a:lnTo>
                <a:lnTo>
                  <a:pt x="165917" y="103174"/>
                </a:lnTo>
                <a:lnTo>
                  <a:pt x="156294" y="54027"/>
                </a:lnTo>
                <a:lnTo>
                  <a:pt x="156294" y="0"/>
                </a:lnTo>
                <a:lnTo>
                  <a:pt x="123105" y="0"/>
                </a:lnTo>
                <a:lnTo>
                  <a:pt x="123105" y="51904"/>
                </a:lnTo>
                <a:lnTo>
                  <a:pt x="116860" y="96411"/>
                </a:lnTo>
                <a:lnTo>
                  <a:pt x="99722" y="136722"/>
                </a:lnTo>
                <a:lnTo>
                  <a:pt x="73397" y="171605"/>
                </a:lnTo>
                <a:lnTo>
                  <a:pt x="39588" y="199829"/>
                </a:lnTo>
                <a:lnTo>
                  <a:pt x="0" y="220162"/>
                </a:lnTo>
                <a:lnTo>
                  <a:pt x="18523" y="247948"/>
                </a:lnTo>
                <a:lnTo>
                  <a:pt x="58586" y="226726"/>
                </a:lnTo>
                <a:lnTo>
                  <a:pt x="93294" y="197562"/>
                </a:lnTo>
                <a:lnTo>
                  <a:pt x="121200" y="161416"/>
                </a:lnTo>
                <a:lnTo>
                  <a:pt x="140857" y="119246"/>
                </a:lnTo>
                <a:close/>
              </a:path>
              <a:path w="379729" h="455930">
                <a:moveTo>
                  <a:pt x="221899" y="284030"/>
                </a:moveTo>
                <a:lnTo>
                  <a:pt x="155501" y="289792"/>
                </a:lnTo>
                <a:lnTo>
                  <a:pt x="105763" y="306534"/>
                </a:lnTo>
                <a:lnTo>
                  <a:pt x="74586" y="333442"/>
                </a:lnTo>
                <a:lnTo>
                  <a:pt x="63868" y="369703"/>
                </a:lnTo>
                <a:lnTo>
                  <a:pt x="74586" y="406238"/>
                </a:lnTo>
                <a:lnTo>
                  <a:pt x="105763" y="433185"/>
                </a:lnTo>
                <a:lnTo>
                  <a:pt x="155501" y="449858"/>
                </a:lnTo>
                <a:lnTo>
                  <a:pt x="221899" y="455568"/>
                </a:lnTo>
                <a:lnTo>
                  <a:pt x="287878" y="449858"/>
                </a:lnTo>
                <a:lnTo>
                  <a:pt x="337286" y="433185"/>
                </a:lnTo>
                <a:lnTo>
                  <a:pt x="368316" y="406238"/>
                </a:lnTo>
                <a:lnTo>
                  <a:pt x="379158" y="369703"/>
                </a:lnTo>
                <a:lnTo>
                  <a:pt x="368316" y="333442"/>
                </a:lnTo>
                <a:lnTo>
                  <a:pt x="337286" y="306534"/>
                </a:lnTo>
                <a:lnTo>
                  <a:pt x="287878" y="289792"/>
                </a:lnTo>
                <a:lnTo>
                  <a:pt x="221899" y="284030"/>
                </a:lnTo>
                <a:close/>
              </a:path>
              <a:path w="379729" h="455930">
                <a:moveTo>
                  <a:pt x="221899" y="427783"/>
                </a:moveTo>
                <a:lnTo>
                  <a:pt x="170386" y="423700"/>
                </a:lnTo>
                <a:lnTo>
                  <a:pt x="131209" y="412202"/>
                </a:lnTo>
                <a:lnTo>
                  <a:pt x="106360" y="393973"/>
                </a:lnTo>
                <a:lnTo>
                  <a:pt x="97828" y="369703"/>
                </a:lnTo>
                <a:lnTo>
                  <a:pt x="106360" y="345822"/>
                </a:lnTo>
                <a:lnTo>
                  <a:pt x="131209" y="327711"/>
                </a:lnTo>
                <a:lnTo>
                  <a:pt x="170386" y="316221"/>
                </a:lnTo>
                <a:lnTo>
                  <a:pt x="221899" y="312202"/>
                </a:lnTo>
                <a:lnTo>
                  <a:pt x="273246" y="316221"/>
                </a:lnTo>
                <a:lnTo>
                  <a:pt x="312274" y="327711"/>
                </a:lnTo>
                <a:lnTo>
                  <a:pt x="337084" y="345822"/>
                </a:lnTo>
                <a:lnTo>
                  <a:pt x="345776" y="369703"/>
                </a:lnTo>
                <a:lnTo>
                  <a:pt x="337084" y="393973"/>
                </a:lnTo>
                <a:lnTo>
                  <a:pt x="312274" y="412202"/>
                </a:lnTo>
                <a:lnTo>
                  <a:pt x="273246" y="423700"/>
                </a:lnTo>
                <a:lnTo>
                  <a:pt x="221899" y="427783"/>
                </a:lnTo>
                <a:close/>
              </a:path>
            </a:pathLst>
          </a:custGeom>
          <a:ln w="1117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163482" y="1787897"/>
            <a:ext cx="441325" cy="455295"/>
          </a:xfrm>
          <a:custGeom>
            <a:avLst/>
            <a:gdLst/>
            <a:ahLst/>
            <a:cxnLst/>
            <a:rect l="l" t="t" r="r" b="b"/>
            <a:pathLst>
              <a:path w="441325" h="455294">
                <a:moveTo>
                  <a:pt x="347320" y="0"/>
                </a:moveTo>
                <a:lnTo>
                  <a:pt x="347320" y="65990"/>
                </a:lnTo>
                <a:lnTo>
                  <a:pt x="94162" y="65990"/>
                </a:lnTo>
                <a:lnTo>
                  <a:pt x="94162" y="0"/>
                </a:lnTo>
                <a:lnTo>
                  <a:pt x="59816" y="0"/>
                </a:lnTo>
                <a:lnTo>
                  <a:pt x="59816" y="190640"/>
                </a:lnTo>
                <a:lnTo>
                  <a:pt x="381666" y="190640"/>
                </a:lnTo>
                <a:lnTo>
                  <a:pt x="381666" y="0"/>
                </a:lnTo>
                <a:lnTo>
                  <a:pt x="347320" y="0"/>
                </a:lnTo>
                <a:close/>
              </a:path>
              <a:path w="441325" h="455294">
                <a:moveTo>
                  <a:pt x="94162" y="162082"/>
                </a:moveTo>
                <a:lnTo>
                  <a:pt x="94162" y="93004"/>
                </a:lnTo>
                <a:lnTo>
                  <a:pt x="347320" y="93004"/>
                </a:lnTo>
                <a:lnTo>
                  <a:pt x="347320" y="162082"/>
                </a:lnTo>
                <a:lnTo>
                  <a:pt x="94162" y="162082"/>
                </a:lnTo>
                <a:close/>
              </a:path>
              <a:path w="441325" h="455294">
                <a:moveTo>
                  <a:pt x="0" y="270716"/>
                </a:moveTo>
                <a:lnTo>
                  <a:pt x="205690" y="270716"/>
                </a:lnTo>
                <a:lnTo>
                  <a:pt x="205690" y="370475"/>
                </a:lnTo>
                <a:lnTo>
                  <a:pt x="239844" y="370475"/>
                </a:lnTo>
                <a:lnTo>
                  <a:pt x="239844" y="270716"/>
                </a:lnTo>
                <a:lnTo>
                  <a:pt x="440904" y="270716"/>
                </a:lnTo>
                <a:lnTo>
                  <a:pt x="440904" y="241773"/>
                </a:lnTo>
                <a:lnTo>
                  <a:pt x="0" y="241773"/>
                </a:lnTo>
                <a:lnTo>
                  <a:pt x="0" y="270716"/>
                </a:lnTo>
                <a:close/>
              </a:path>
              <a:path w="441325" h="455294">
                <a:moveTo>
                  <a:pt x="58272" y="323972"/>
                </a:moveTo>
                <a:lnTo>
                  <a:pt x="58272" y="454796"/>
                </a:lnTo>
                <a:lnTo>
                  <a:pt x="391700" y="454796"/>
                </a:lnTo>
                <a:lnTo>
                  <a:pt x="391700" y="425660"/>
                </a:lnTo>
                <a:lnTo>
                  <a:pt x="92233" y="425660"/>
                </a:lnTo>
                <a:lnTo>
                  <a:pt x="92233" y="323972"/>
                </a:lnTo>
                <a:lnTo>
                  <a:pt x="58272" y="323972"/>
                </a:lnTo>
                <a:close/>
              </a:path>
            </a:pathLst>
          </a:custGeom>
          <a:ln w="1117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638361" y="1772654"/>
            <a:ext cx="394970" cy="481965"/>
          </a:xfrm>
          <a:custGeom>
            <a:avLst/>
            <a:gdLst/>
            <a:ahLst/>
            <a:cxnLst/>
            <a:rect l="l" t="t" r="r" b="b"/>
            <a:pathLst>
              <a:path w="394970" h="481964">
                <a:moveTo>
                  <a:pt x="360248" y="104775"/>
                </a:moveTo>
                <a:lnTo>
                  <a:pt x="247755" y="104775"/>
                </a:lnTo>
                <a:lnTo>
                  <a:pt x="247755" y="134104"/>
                </a:lnTo>
                <a:lnTo>
                  <a:pt x="360248" y="134104"/>
                </a:lnTo>
                <a:lnTo>
                  <a:pt x="360248" y="284030"/>
                </a:lnTo>
                <a:lnTo>
                  <a:pt x="394787" y="284030"/>
                </a:lnTo>
                <a:lnTo>
                  <a:pt x="394787" y="0"/>
                </a:lnTo>
                <a:lnTo>
                  <a:pt x="360248" y="0"/>
                </a:lnTo>
                <a:lnTo>
                  <a:pt x="360248" y="104775"/>
                </a:lnTo>
                <a:close/>
              </a:path>
              <a:path w="394970" h="481964">
                <a:moveTo>
                  <a:pt x="141050" y="142980"/>
                </a:moveTo>
                <a:lnTo>
                  <a:pt x="160599" y="181152"/>
                </a:lnTo>
                <a:lnTo>
                  <a:pt x="187890" y="214205"/>
                </a:lnTo>
                <a:lnTo>
                  <a:pt x="221477" y="241071"/>
                </a:lnTo>
                <a:lnTo>
                  <a:pt x="259911" y="260683"/>
                </a:lnTo>
                <a:lnTo>
                  <a:pt x="279207" y="232897"/>
                </a:lnTo>
                <a:lnTo>
                  <a:pt x="231414" y="208151"/>
                </a:lnTo>
                <a:lnTo>
                  <a:pt x="192521" y="172116"/>
                </a:lnTo>
                <a:lnTo>
                  <a:pt x="166436" y="127833"/>
                </a:lnTo>
                <a:lnTo>
                  <a:pt x="157066" y="78339"/>
                </a:lnTo>
                <a:lnTo>
                  <a:pt x="157066" y="24312"/>
                </a:lnTo>
                <a:lnTo>
                  <a:pt x="123298" y="24312"/>
                </a:lnTo>
                <a:lnTo>
                  <a:pt x="123298" y="76989"/>
                </a:lnTo>
                <a:lnTo>
                  <a:pt x="117144" y="121431"/>
                </a:lnTo>
                <a:lnTo>
                  <a:pt x="100042" y="161565"/>
                </a:lnTo>
                <a:lnTo>
                  <a:pt x="73687" y="196189"/>
                </a:lnTo>
                <a:lnTo>
                  <a:pt x="39775" y="224098"/>
                </a:lnTo>
                <a:lnTo>
                  <a:pt x="0" y="244089"/>
                </a:lnTo>
                <a:lnTo>
                  <a:pt x="18523" y="272453"/>
                </a:lnTo>
                <a:lnTo>
                  <a:pt x="58887" y="250894"/>
                </a:lnTo>
                <a:lnTo>
                  <a:pt x="93680" y="221537"/>
                </a:lnTo>
                <a:lnTo>
                  <a:pt x="121526" y="185270"/>
                </a:lnTo>
                <a:lnTo>
                  <a:pt x="141050" y="142980"/>
                </a:lnTo>
                <a:close/>
              </a:path>
              <a:path w="394970" h="481964">
                <a:moveTo>
                  <a:pt x="360248" y="340373"/>
                </a:moveTo>
                <a:lnTo>
                  <a:pt x="360248" y="481617"/>
                </a:lnTo>
                <a:lnTo>
                  <a:pt x="394787" y="481617"/>
                </a:lnTo>
                <a:lnTo>
                  <a:pt x="394787" y="312202"/>
                </a:lnTo>
                <a:lnTo>
                  <a:pt x="73130" y="312202"/>
                </a:lnTo>
                <a:lnTo>
                  <a:pt x="73130" y="340373"/>
                </a:lnTo>
                <a:lnTo>
                  <a:pt x="360248" y="340373"/>
                </a:lnTo>
                <a:close/>
              </a:path>
            </a:pathLst>
          </a:custGeom>
          <a:ln w="11175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022279" y="1816455"/>
            <a:ext cx="329565" cy="395605"/>
          </a:xfrm>
          <a:custGeom>
            <a:avLst/>
            <a:gdLst/>
            <a:ahLst/>
            <a:cxnLst/>
            <a:rect l="l" t="t" r="r" b="b"/>
            <a:pathLst>
              <a:path w="329565" h="395605">
                <a:moveTo>
                  <a:pt x="185623" y="0"/>
                </a:moveTo>
                <a:lnTo>
                  <a:pt x="143752" y="0"/>
                </a:lnTo>
                <a:lnTo>
                  <a:pt x="0" y="395173"/>
                </a:lnTo>
                <a:lnTo>
                  <a:pt x="40713" y="395173"/>
                </a:lnTo>
                <a:lnTo>
                  <a:pt x="82585" y="277663"/>
                </a:lnTo>
                <a:lnTo>
                  <a:pt x="286629" y="277663"/>
                </a:lnTo>
                <a:lnTo>
                  <a:pt x="274064" y="243124"/>
                </a:lnTo>
                <a:lnTo>
                  <a:pt x="94741" y="243124"/>
                </a:lnTo>
                <a:lnTo>
                  <a:pt x="163433" y="50168"/>
                </a:lnTo>
                <a:lnTo>
                  <a:pt x="203873" y="50168"/>
                </a:lnTo>
                <a:lnTo>
                  <a:pt x="185623" y="0"/>
                </a:lnTo>
                <a:close/>
              </a:path>
              <a:path w="329565" h="395605">
                <a:moveTo>
                  <a:pt x="286629" y="277663"/>
                </a:moveTo>
                <a:lnTo>
                  <a:pt x="246790" y="277663"/>
                </a:lnTo>
                <a:lnTo>
                  <a:pt x="288468" y="395173"/>
                </a:lnTo>
                <a:lnTo>
                  <a:pt x="329375" y="395173"/>
                </a:lnTo>
                <a:lnTo>
                  <a:pt x="286629" y="277663"/>
                </a:lnTo>
                <a:close/>
              </a:path>
              <a:path w="329565" h="395605">
                <a:moveTo>
                  <a:pt x="203873" y="50168"/>
                </a:moveTo>
                <a:lnTo>
                  <a:pt x="165941" y="50168"/>
                </a:lnTo>
                <a:lnTo>
                  <a:pt x="234441" y="243124"/>
                </a:lnTo>
                <a:lnTo>
                  <a:pt x="274064" y="243124"/>
                </a:lnTo>
                <a:lnTo>
                  <a:pt x="203873" y="5016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397593" y="1816455"/>
            <a:ext cx="39370" cy="395605"/>
          </a:xfrm>
          <a:custGeom>
            <a:avLst/>
            <a:gdLst/>
            <a:ahLst/>
            <a:cxnLst/>
            <a:rect l="l" t="t" r="r" b="b"/>
            <a:pathLst>
              <a:path w="39369" h="395605">
                <a:moveTo>
                  <a:pt x="38784" y="0"/>
                </a:moveTo>
                <a:lnTo>
                  <a:pt x="0" y="0"/>
                </a:lnTo>
                <a:lnTo>
                  <a:pt x="0" y="395173"/>
                </a:lnTo>
                <a:lnTo>
                  <a:pt x="38784" y="395173"/>
                </a:lnTo>
                <a:lnTo>
                  <a:pt x="38784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624699" y="1772653"/>
            <a:ext cx="388620" cy="481965"/>
          </a:xfrm>
          <a:custGeom>
            <a:avLst/>
            <a:gdLst/>
            <a:ahLst/>
            <a:cxnLst/>
            <a:rect l="l" t="t" r="r" b="b"/>
            <a:pathLst>
              <a:path w="388619" h="481964">
                <a:moveTo>
                  <a:pt x="388227" y="0"/>
                </a:moveTo>
                <a:lnTo>
                  <a:pt x="353881" y="0"/>
                </a:lnTo>
                <a:lnTo>
                  <a:pt x="353881" y="481617"/>
                </a:lnTo>
                <a:lnTo>
                  <a:pt x="388227" y="481617"/>
                </a:lnTo>
                <a:lnTo>
                  <a:pt x="388227" y="0"/>
                </a:lnTo>
                <a:close/>
              </a:path>
              <a:path w="388619" h="481964">
                <a:moveTo>
                  <a:pt x="246018" y="53063"/>
                </a:moveTo>
                <a:lnTo>
                  <a:pt x="21032" y="53063"/>
                </a:lnTo>
                <a:lnTo>
                  <a:pt x="21032" y="81427"/>
                </a:lnTo>
                <a:lnTo>
                  <a:pt x="211286" y="81427"/>
                </a:lnTo>
                <a:lnTo>
                  <a:pt x="205191" y="124494"/>
                </a:lnTo>
                <a:lnTo>
                  <a:pt x="193278" y="165580"/>
                </a:lnTo>
                <a:lnTo>
                  <a:pt x="175554" y="204495"/>
                </a:lnTo>
                <a:lnTo>
                  <a:pt x="152025" y="241050"/>
                </a:lnTo>
                <a:lnTo>
                  <a:pt x="122698" y="275054"/>
                </a:lnTo>
                <a:lnTo>
                  <a:pt x="87580" y="306317"/>
                </a:lnTo>
                <a:lnTo>
                  <a:pt x="46679" y="334650"/>
                </a:lnTo>
                <a:lnTo>
                  <a:pt x="0" y="359862"/>
                </a:lnTo>
                <a:lnTo>
                  <a:pt x="18909" y="388419"/>
                </a:lnTo>
                <a:lnTo>
                  <a:pt x="68363" y="361216"/>
                </a:lnTo>
                <a:lnTo>
                  <a:pt x="111359" y="330856"/>
                </a:lnTo>
                <a:lnTo>
                  <a:pt x="148068" y="297616"/>
                </a:lnTo>
                <a:lnTo>
                  <a:pt x="178665" y="261769"/>
                </a:lnTo>
                <a:lnTo>
                  <a:pt x="203322" y="223592"/>
                </a:lnTo>
                <a:lnTo>
                  <a:pt x="222213" y="183357"/>
                </a:lnTo>
                <a:lnTo>
                  <a:pt x="235511" y="141341"/>
                </a:lnTo>
                <a:lnTo>
                  <a:pt x="243388" y="97818"/>
                </a:lnTo>
                <a:lnTo>
                  <a:pt x="246018" y="5306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111540" y="1772919"/>
            <a:ext cx="427355" cy="469900"/>
          </a:xfrm>
          <a:custGeom>
            <a:avLst/>
            <a:gdLst/>
            <a:ahLst/>
            <a:cxnLst/>
            <a:rect l="l" t="t" r="r" b="b"/>
            <a:pathLst>
              <a:path w="427355" h="469900">
                <a:moveTo>
                  <a:pt x="221322" y="147548"/>
                </a:moveTo>
                <a:lnTo>
                  <a:pt x="187350" y="147548"/>
                </a:lnTo>
                <a:lnTo>
                  <a:pt x="187350" y="242087"/>
                </a:lnTo>
                <a:lnTo>
                  <a:pt x="221322" y="242087"/>
                </a:lnTo>
                <a:lnTo>
                  <a:pt x="221322" y="147548"/>
                </a:lnTo>
                <a:close/>
              </a:path>
              <a:path w="427355" h="469900">
                <a:moveTo>
                  <a:pt x="221322" y="34671"/>
                </a:moveTo>
                <a:lnTo>
                  <a:pt x="187350" y="34671"/>
                </a:lnTo>
                <a:lnTo>
                  <a:pt x="187350" y="119380"/>
                </a:lnTo>
                <a:lnTo>
                  <a:pt x="33769" y="119380"/>
                </a:lnTo>
                <a:lnTo>
                  <a:pt x="33769" y="34290"/>
                </a:lnTo>
                <a:lnTo>
                  <a:pt x="0" y="34290"/>
                </a:lnTo>
                <a:lnTo>
                  <a:pt x="0" y="119380"/>
                </a:lnTo>
                <a:lnTo>
                  <a:pt x="0" y="147320"/>
                </a:lnTo>
                <a:lnTo>
                  <a:pt x="0" y="242570"/>
                </a:lnTo>
                <a:lnTo>
                  <a:pt x="0" y="270510"/>
                </a:lnTo>
                <a:lnTo>
                  <a:pt x="221322" y="270510"/>
                </a:lnTo>
                <a:lnTo>
                  <a:pt x="221322" y="242570"/>
                </a:lnTo>
                <a:lnTo>
                  <a:pt x="33769" y="242570"/>
                </a:lnTo>
                <a:lnTo>
                  <a:pt x="33769" y="147320"/>
                </a:lnTo>
                <a:lnTo>
                  <a:pt x="221322" y="147320"/>
                </a:lnTo>
                <a:lnTo>
                  <a:pt x="221322" y="119761"/>
                </a:lnTo>
                <a:lnTo>
                  <a:pt x="221322" y="119380"/>
                </a:lnTo>
                <a:lnTo>
                  <a:pt x="221322" y="34671"/>
                </a:lnTo>
                <a:close/>
              </a:path>
              <a:path w="427355" h="469900">
                <a:moveTo>
                  <a:pt x="375869" y="440690"/>
                </a:moveTo>
                <a:lnTo>
                  <a:pt x="88176" y="440690"/>
                </a:lnTo>
                <a:lnTo>
                  <a:pt x="88176" y="320040"/>
                </a:lnTo>
                <a:lnTo>
                  <a:pt x="54216" y="320040"/>
                </a:lnTo>
                <a:lnTo>
                  <a:pt x="54216" y="440690"/>
                </a:lnTo>
                <a:lnTo>
                  <a:pt x="54216" y="469900"/>
                </a:lnTo>
                <a:lnTo>
                  <a:pt x="375869" y="469900"/>
                </a:lnTo>
                <a:lnTo>
                  <a:pt x="375869" y="440690"/>
                </a:lnTo>
                <a:close/>
              </a:path>
              <a:path w="427355" h="469900">
                <a:moveTo>
                  <a:pt x="426808" y="148590"/>
                </a:moveTo>
                <a:lnTo>
                  <a:pt x="352336" y="148590"/>
                </a:lnTo>
                <a:lnTo>
                  <a:pt x="352336" y="0"/>
                </a:lnTo>
                <a:lnTo>
                  <a:pt x="317792" y="0"/>
                </a:lnTo>
                <a:lnTo>
                  <a:pt x="317792" y="148590"/>
                </a:lnTo>
                <a:lnTo>
                  <a:pt x="317792" y="179070"/>
                </a:lnTo>
                <a:lnTo>
                  <a:pt x="317792" y="353060"/>
                </a:lnTo>
                <a:lnTo>
                  <a:pt x="352336" y="353060"/>
                </a:lnTo>
                <a:lnTo>
                  <a:pt x="352336" y="179070"/>
                </a:lnTo>
                <a:lnTo>
                  <a:pt x="426808" y="179070"/>
                </a:lnTo>
                <a:lnTo>
                  <a:pt x="426808" y="14859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object 61"/>
          <p:cNvGrpSpPr/>
          <p:nvPr/>
        </p:nvGrpSpPr>
        <p:grpSpPr>
          <a:xfrm>
            <a:off x="2687532" y="1805464"/>
            <a:ext cx="714375" cy="417195"/>
            <a:chOff x="2687532" y="1805464"/>
            <a:chExt cx="714375" cy="417195"/>
          </a:xfrm>
        </p:grpSpPr>
        <p:sp>
          <p:nvSpPr>
            <p:cNvPr id="62" name="object 62"/>
            <p:cNvSpPr/>
            <p:nvPr/>
          </p:nvSpPr>
          <p:spPr>
            <a:xfrm>
              <a:off x="2693120" y="1811052"/>
              <a:ext cx="328930" cy="406400"/>
            </a:xfrm>
            <a:custGeom>
              <a:avLst/>
              <a:gdLst/>
              <a:ahLst/>
              <a:cxnLst/>
              <a:rect l="l" t="t" r="r" b="b"/>
              <a:pathLst>
                <a:path w="328930" h="406400">
                  <a:moveTo>
                    <a:pt x="171730" y="0"/>
                  </a:moveTo>
                  <a:lnTo>
                    <a:pt x="130624" y="4743"/>
                  </a:lnTo>
                  <a:lnTo>
                    <a:pt x="93805" y="18573"/>
                  </a:lnTo>
                  <a:lnTo>
                    <a:pt x="62015" y="40888"/>
                  </a:lnTo>
                  <a:lnTo>
                    <a:pt x="35997" y="71088"/>
                  </a:lnTo>
                  <a:lnTo>
                    <a:pt x="16494" y="108572"/>
                  </a:lnTo>
                  <a:lnTo>
                    <a:pt x="4247" y="152739"/>
                  </a:lnTo>
                  <a:lnTo>
                    <a:pt x="0" y="202989"/>
                  </a:lnTo>
                  <a:lnTo>
                    <a:pt x="4247" y="253238"/>
                  </a:lnTo>
                  <a:lnTo>
                    <a:pt x="16494" y="297406"/>
                  </a:lnTo>
                  <a:lnTo>
                    <a:pt x="35997" y="334890"/>
                  </a:lnTo>
                  <a:lnTo>
                    <a:pt x="62015" y="365090"/>
                  </a:lnTo>
                  <a:lnTo>
                    <a:pt x="93805" y="387406"/>
                  </a:lnTo>
                  <a:lnTo>
                    <a:pt x="130624" y="401235"/>
                  </a:lnTo>
                  <a:lnTo>
                    <a:pt x="171730" y="405979"/>
                  </a:lnTo>
                  <a:lnTo>
                    <a:pt x="219055" y="399611"/>
                  </a:lnTo>
                  <a:lnTo>
                    <a:pt x="259554" y="381713"/>
                  </a:lnTo>
                  <a:lnTo>
                    <a:pt x="292097" y="354089"/>
                  </a:lnTo>
                  <a:lnTo>
                    <a:pt x="315555" y="318547"/>
                  </a:lnTo>
                  <a:lnTo>
                    <a:pt x="328796" y="276891"/>
                  </a:lnTo>
                  <a:lnTo>
                    <a:pt x="289626" y="276891"/>
                  </a:lnTo>
                  <a:lnTo>
                    <a:pt x="275031" y="313993"/>
                  </a:lnTo>
                  <a:lnTo>
                    <a:pt x="249129" y="343316"/>
                  </a:lnTo>
                  <a:lnTo>
                    <a:pt x="214002" y="362582"/>
                  </a:lnTo>
                  <a:lnTo>
                    <a:pt x="171730" y="369510"/>
                  </a:lnTo>
                  <a:lnTo>
                    <a:pt x="129351" y="362584"/>
                  </a:lnTo>
                  <a:lnTo>
                    <a:pt x="92584" y="342070"/>
                  </a:lnTo>
                  <a:lnTo>
                    <a:pt x="63616" y="308368"/>
                  </a:lnTo>
                  <a:lnTo>
                    <a:pt x="44632" y="261875"/>
                  </a:lnTo>
                  <a:lnTo>
                    <a:pt x="37819" y="202989"/>
                  </a:lnTo>
                  <a:lnTo>
                    <a:pt x="44632" y="144326"/>
                  </a:lnTo>
                  <a:lnTo>
                    <a:pt x="63616" y="97861"/>
                  </a:lnTo>
                  <a:lnTo>
                    <a:pt x="92584" y="64075"/>
                  </a:lnTo>
                  <a:lnTo>
                    <a:pt x="129351" y="43450"/>
                  </a:lnTo>
                  <a:lnTo>
                    <a:pt x="171730" y="36468"/>
                  </a:lnTo>
                  <a:lnTo>
                    <a:pt x="214030" y="43430"/>
                  </a:lnTo>
                  <a:lnTo>
                    <a:pt x="249202" y="62783"/>
                  </a:lnTo>
                  <a:lnTo>
                    <a:pt x="275112" y="92230"/>
                  </a:lnTo>
                  <a:lnTo>
                    <a:pt x="289626" y="129473"/>
                  </a:lnTo>
                  <a:lnTo>
                    <a:pt x="328796" y="129473"/>
                  </a:lnTo>
                  <a:lnTo>
                    <a:pt x="315369" y="87333"/>
                  </a:lnTo>
                  <a:lnTo>
                    <a:pt x="291819" y="51639"/>
                  </a:lnTo>
                  <a:lnTo>
                    <a:pt x="259276" y="24068"/>
                  </a:lnTo>
                  <a:lnTo>
                    <a:pt x="218870" y="6296"/>
                  </a:lnTo>
                  <a:lnTo>
                    <a:pt x="17173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693120" y="1811052"/>
              <a:ext cx="328930" cy="406400"/>
            </a:xfrm>
            <a:custGeom>
              <a:avLst/>
              <a:gdLst/>
              <a:ahLst/>
              <a:cxnLst/>
              <a:rect l="l" t="t" r="r" b="b"/>
              <a:pathLst>
                <a:path w="328930" h="406400">
                  <a:moveTo>
                    <a:pt x="328796" y="129473"/>
                  </a:moveTo>
                  <a:lnTo>
                    <a:pt x="315369" y="87333"/>
                  </a:lnTo>
                  <a:lnTo>
                    <a:pt x="291819" y="51639"/>
                  </a:lnTo>
                  <a:lnTo>
                    <a:pt x="259276" y="24068"/>
                  </a:lnTo>
                  <a:lnTo>
                    <a:pt x="218870" y="6296"/>
                  </a:lnTo>
                  <a:lnTo>
                    <a:pt x="171730" y="0"/>
                  </a:lnTo>
                  <a:lnTo>
                    <a:pt x="130624" y="4743"/>
                  </a:lnTo>
                  <a:lnTo>
                    <a:pt x="93805" y="18573"/>
                  </a:lnTo>
                  <a:lnTo>
                    <a:pt x="62015" y="40888"/>
                  </a:lnTo>
                  <a:lnTo>
                    <a:pt x="35997" y="71088"/>
                  </a:lnTo>
                  <a:lnTo>
                    <a:pt x="16494" y="108572"/>
                  </a:lnTo>
                  <a:lnTo>
                    <a:pt x="4247" y="152739"/>
                  </a:lnTo>
                  <a:lnTo>
                    <a:pt x="0" y="202989"/>
                  </a:lnTo>
                  <a:lnTo>
                    <a:pt x="4247" y="253238"/>
                  </a:lnTo>
                  <a:lnTo>
                    <a:pt x="16494" y="297406"/>
                  </a:lnTo>
                  <a:lnTo>
                    <a:pt x="35997" y="334890"/>
                  </a:lnTo>
                  <a:lnTo>
                    <a:pt x="62015" y="365090"/>
                  </a:lnTo>
                  <a:lnTo>
                    <a:pt x="93805" y="387406"/>
                  </a:lnTo>
                  <a:lnTo>
                    <a:pt x="130624" y="401235"/>
                  </a:lnTo>
                  <a:lnTo>
                    <a:pt x="171730" y="405979"/>
                  </a:lnTo>
                  <a:lnTo>
                    <a:pt x="219055" y="399611"/>
                  </a:lnTo>
                  <a:lnTo>
                    <a:pt x="259554" y="381713"/>
                  </a:lnTo>
                  <a:lnTo>
                    <a:pt x="292097" y="354089"/>
                  </a:lnTo>
                  <a:lnTo>
                    <a:pt x="315555" y="318547"/>
                  </a:lnTo>
                  <a:lnTo>
                    <a:pt x="328796" y="276891"/>
                  </a:lnTo>
                  <a:lnTo>
                    <a:pt x="289626" y="276891"/>
                  </a:lnTo>
                  <a:lnTo>
                    <a:pt x="275031" y="313993"/>
                  </a:lnTo>
                  <a:lnTo>
                    <a:pt x="249129" y="343316"/>
                  </a:lnTo>
                  <a:lnTo>
                    <a:pt x="214002" y="362582"/>
                  </a:lnTo>
                  <a:lnTo>
                    <a:pt x="171730" y="369510"/>
                  </a:lnTo>
                  <a:lnTo>
                    <a:pt x="129351" y="362584"/>
                  </a:lnTo>
                  <a:lnTo>
                    <a:pt x="92584" y="342070"/>
                  </a:lnTo>
                  <a:lnTo>
                    <a:pt x="63616" y="308368"/>
                  </a:lnTo>
                  <a:lnTo>
                    <a:pt x="44632" y="261875"/>
                  </a:lnTo>
                  <a:lnTo>
                    <a:pt x="37819" y="202989"/>
                  </a:lnTo>
                  <a:lnTo>
                    <a:pt x="44632" y="144326"/>
                  </a:lnTo>
                  <a:lnTo>
                    <a:pt x="63616" y="97861"/>
                  </a:lnTo>
                  <a:lnTo>
                    <a:pt x="92584" y="64075"/>
                  </a:lnTo>
                  <a:lnTo>
                    <a:pt x="129351" y="43450"/>
                  </a:lnTo>
                  <a:lnTo>
                    <a:pt x="171730" y="36468"/>
                  </a:lnTo>
                  <a:lnTo>
                    <a:pt x="214030" y="43430"/>
                  </a:lnTo>
                  <a:lnTo>
                    <a:pt x="249202" y="62783"/>
                  </a:lnTo>
                  <a:lnTo>
                    <a:pt x="275112" y="92230"/>
                  </a:lnTo>
                  <a:lnTo>
                    <a:pt x="289626" y="129473"/>
                  </a:lnTo>
                  <a:lnTo>
                    <a:pt x="328796" y="129473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067470" y="1811052"/>
              <a:ext cx="328930" cy="406400"/>
            </a:xfrm>
            <a:custGeom>
              <a:avLst/>
              <a:gdLst/>
              <a:ahLst/>
              <a:cxnLst/>
              <a:rect l="l" t="t" r="r" b="b"/>
              <a:pathLst>
                <a:path w="328929" h="406400">
                  <a:moveTo>
                    <a:pt x="171730" y="0"/>
                  </a:moveTo>
                  <a:lnTo>
                    <a:pt x="130624" y="4743"/>
                  </a:lnTo>
                  <a:lnTo>
                    <a:pt x="93805" y="18573"/>
                  </a:lnTo>
                  <a:lnTo>
                    <a:pt x="62015" y="40888"/>
                  </a:lnTo>
                  <a:lnTo>
                    <a:pt x="35997" y="71088"/>
                  </a:lnTo>
                  <a:lnTo>
                    <a:pt x="16494" y="108572"/>
                  </a:lnTo>
                  <a:lnTo>
                    <a:pt x="4247" y="152739"/>
                  </a:lnTo>
                  <a:lnTo>
                    <a:pt x="0" y="202989"/>
                  </a:lnTo>
                  <a:lnTo>
                    <a:pt x="4247" y="253238"/>
                  </a:lnTo>
                  <a:lnTo>
                    <a:pt x="16494" y="297406"/>
                  </a:lnTo>
                  <a:lnTo>
                    <a:pt x="35997" y="334890"/>
                  </a:lnTo>
                  <a:lnTo>
                    <a:pt x="62015" y="365090"/>
                  </a:lnTo>
                  <a:lnTo>
                    <a:pt x="93805" y="387406"/>
                  </a:lnTo>
                  <a:lnTo>
                    <a:pt x="130624" y="401235"/>
                  </a:lnTo>
                  <a:lnTo>
                    <a:pt x="171730" y="405979"/>
                  </a:lnTo>
                  <a:lnTo>
                    <a:pt x="219055" y="399611"/>
                  </a:lnTo>
                  <a:lnTo>
                    <a:pt x="259554" y="381713"/>
                  </a:lnTo>
                  <a:lnTo>
                    <a:pt x="292098" y="354089"/>
                  </a:lnTo>
                  <a:lnTo>
                    <a:pt x="315555" y="318547"/>
                  </a:lnTo>
                  <a:lnTo>
                    <a:pt x="328796" y="276891"/>
                  </a:lnTo>
                  <a:lnTo>
                    <a:pt x="289626" y="276891"/>
                  </a:lnTo>
                  <a:lnTo>
                    <a:pt x="275031" y="313993"/>
                  </a:lnTo>
                  <a:lnTo>
                    <a:pt x="249130" y="343316"/>
                  </a:lnTo>
                  <a:lnTo>
                    <a:pt x="214003" y="362582"/>
                  </a:lnTo>
                  <a:lnTo>
                    <a:pt x="171730" y="369510"/>
                  </a:lnTo>
                  <a:lnTo>
                    <a:pt x="129351" y="362584"/>
                  </a:lnTo>
                  <a:lnTo>
                    <a:pt x="92584" y="342070"/>
                  </a:lnTo>
                  <a:lnTo>
                    <a:pt x="63616" y="308368"/>
                  </a:lnTo>
                  <a:lnTo>
                    <a:pt x="44633" y="261875"/>
                  </a:lnTo>
                  <a:lnTo>
                    <a:pt x="37819" y="202989"/>
                  </a:lnTo>
                  <a:lnTo>
                    <a:pt x="44633" y="144326"/>
                  </a:lnTo>
                  <a:lnTo>
                    <a:pt x="63616" y="97861"/>
                  </a:lnTo>
                  <a:lnTo>
                    <a:pt x="92584" y="64075"/>
                  </a:lnTo>
                  <a:lnTo>
                    <a:pt x="129351" y="43450"/>
                  </a:lnTo>
                  <a:lnTo>
                    <a:pt x="171730" y="36468"/>
                  </a:lnTo>
                  <a:lnTo>
                    <a:pt x="214030" y="43430"/>
                  </a:lnTo>
                  <a:lnTo>
                    <a:pt x="249202" y="62783"/>
                  </a:lnTo>
                  <a:lnTo>
                    <a:pt x="275112" y="92230"/>
                  </a:lnTo>
                  <a:lnTo>
                    <a:pt x="289626" y="129473"/>
                  </a:lnTo>
                  <a:lnTo>
                    <a:pt x="328796" y="129473"/>
                  </a:lnTo>
                  <a:lnTo>
                    <a:pt x="315370" y="87333"/>
                  </a:lnTo>
                  <a:lnTo>
                    <a:pt x="291820" y="51639"/>
                  </a:lnTo>
                  <a:lnTo>
                    <a:pt x="259277" y="24068"/>
                  </a:lnTo>
                  <a:lnTo>
                    <a:pt x="218870" y="6296"/>
                  </a:lnTo>
                  <a:lnTo>
                    <a:pt x="17173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067470" y="1811052"/>
              <a:ext cx="328930" cy="406400"/>
            </a:xfrm>
            <a:custGeom>
              <a:avLst/>
              <a:gdLst/>
              <a:ahLst/>
              <a:cxnLst/>
              <a:rect l="l" t="t" r="r" b="b"/>
              <a:pathLst>
                <a:path w="328929" h="406400">
                  <a:moveTo>
                    <a:pt x="328796" y="129473"/>
                  </a:moveTo>
                  <a:lnTo>
                    <a:pt x="315370" y="87333"/>
                  </a:lnTo>
                  <a:lnTo>
                    <a:pt x="291820" y="51639"/>
                  </a:lnTo>
                  <a:lnTo>
                    <a:pt x="259277" y="24068"/>
                  </a:lnTo>
                  <a:lnTo>
                    <a:pt x="218870" y="6296"/>
                  </a:lnTo>
                  <a:lnTo>
                    <a:pt x="171730" y="0"/>
                  </a:lnTo>
                  <a:lnTo>
                    <a:pt x="130624" y="4743"/>
                  </a:lnTo>
                  <a:lnTo>
                    <a:pt x="93805" y="18573"/>
                  </a:lnTo>
                  <a:lnTo>
                    <a:pt x="62015" y="40888"/>
                  </a:lnTo>
                  <a:lnTo>
                    <a:pt x="35997" y="71088"/>
                  </a:lnTo>
                  <a:lnTo>
                    <a:pt x="16494" y="108572"/>
                  </a:lnTo>
                  <a:lnTo>
                    <a:pt x="4247" y="152739"/>
                  </a:lnTo>
                  <a:lnTo>
                    <a:pt x="0" y="202989"/>
                  </a:lnTo>
                  <a:lnTo>
                    <a:pt x="4247" y="253238"/>
                  </a:lnTo>
                  <a:lnTo>
                    <a:pt x="16494" y="297406"/>
                  </a:lnTo>
                  <a:lnTo>
                    <a:pt x="35997" y="334890"/>
                  </a:lnTo>
                  <a:lnTo>
                    <a:pt x="62015" y="365090"/>
                  </a:lnTo>
                  <a:lnTo>
                    <a:pt x="93805" y="387406"/>
                  </a:lnTo>
                  <a:lnTo>
                    <a:pt x="130624" y="401235"/>
                  </a:lnTo>
                  <a:lnTo>
                    <a:pt x="171730" y="405979"/>
                  </a:lnTo>
                  <a:lnTo>
                    <a:pt x="219055" y="399611"/>
                  </a:lnTo>
                  <a:lnTo>
                    <a:pt x="259554" y="381713"/>
                  </a:lnTo>
                  <a:lnTo>
                    <a:pt x="292098" y="354089"/>
                  </a:lnTo>
                  <a:lnTo>
                    <a:pt x="315555" y="318547"/>
                  </a:lnTo>
                  <a:lnTo>
                    <a:pt x="328796" y="276891"/>
                  </a:lnTo>
                  <a:lnTo>
                    <a:pt x="289626" y="276891"/>
                  </a:lnTo>
                  <a:lnTo>
                    <a:pt x="275031" y="313993"/>
                  </a:lnTo>
                  <a:lnTo>
                    <a:pt x="249130" y="343316"/>
                  </a:lnTo>
                  <a:lnTo>
                    <a:pt x="214003" y="362582"/>
                  </a:lnTo>
                  <a:lnTo>
                    <a:pt x="171730" y="369510"/>
                  </a:lnTo>
                  <a:lnTo>
                    <a:pt x="129351" y="362584"/>
                  </a:lnTo>
                  <a:lnTo>
                    <a:pt x="92584" y="342070"/>
                  </a:lnTo>
                  <a:lnTo>
                    <a:pt x="63616" y="308368"/>
                  </a:lnTo>
                  <a:lnTo>
                    <a:pt x="44633" y="261875"/>
                  </a:lnTo>
                  <a:lnTo>
                    <a:pt x="37819" y="202989"/>
                  </a:lnTo>
                  <a:lnTo>
                    <a:pt x="44633" y="144326"/>
                  </a:lnTo>
                  <a:lnTo>
                    <a:pt x="63616" y="97861"/>
                  </a:lnTo>
                  <a:lnTo>
                    <a:pt x="92584" y="64075"/>
                  </a:lnTo>
                  <a:lnTo>
                    <a:pt x="129351" y="43450"/>
                  </a:lnTo>
                  <a:lnTo>
                    <a:pt x="171730" y="36468"/>
                  </a:lnTo>
                  <a:lnTo>
                    <a:pt x="214030" y="43430"/>
                  </a:lnTo>
                  <a:lnTo>
                    <a:pt x="249202" y="62783"/>
                  </a:lnTo>
                  <a:lnTo>
                    <a:pt x="275112" y="92230"/>
                  </a:lnTo>
                  <a:lnTo>
                    <a:pt x="289626" y="129473"/>
                  </a:lnTo>
                  <a:lnTo>
                    <a:pt x="328796" y="129473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3430057" y="1810867"/>
            <a:ext cx="652145" cy="406400"/>
            <a:chOff x="3430057" y="1810867"/>
            <a:chExt cx="652145" cy="406400"/>
          </a:xfrm>
        </p:grpSpPr>
        <p:sp>
          <p:nvSpPr>
            <p:cNvPr id="67" name="object 67"/>
            <p:cNvSpPr/>
            <p:nvPr/>
          </p:nvSpPr>
          <p:spPr>
            <a:xfrm>
              <a:off x="3435642" y="1816099"/>
              <a:ext cx="289560" cy="394970"/>
            </a:xfrm>
            <a:custGeom>
              <a:avLst/>
              <a:gdLst/>
              <a:ahLst/>
              <a:cxnLst/>
              <a:rect l="l" t="t" r="r" b="b"/>
              <a:pathLst>
                <a:path w="289560" h="394969">
                  <a:moveTo>
                    <a:pt x="289039" y="0"/>
                  </a:moveTo>
                  <a:lnTo>
                    <a:pt x="0" y="0"/>
                  </a:lnTo>
                  <a:lnTo>
                    <a:pt x="0" y="35560"/>
                  </a:lnTo>
                  <a:lnTo>
                    <a:pt x="125222" y="35560"/>
                  </a:lnTo>
                  <a:lnTo>
                    <a:pt x="125222" y="394970"/>
                  </a:lnTo>
                  <a:lnTo>
                    <a:pt x="164198" y="394970"/>
                  </a:lnTo>
                  <a:lnTo>
                    <a:pt x="164198" y="35560"/>
                  </a:lnTo>
                  <a:lnTo>
                    <a:pt x="289039" y="35560"/>
                  </a:lnTo>
                  <a:lnTo>
                    <a:pt x="289039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435645" y="1816455"/>
              <a:ext cx="289560" cy="395605"/>
            </a:xfrm>
            <a:custGeom>
              <a:avLst/>
              <a:gdLst/>
              <a:ahLst/>
              <a:cxnLst/>
              <a:rect l="l" t="t" r="r" b="b"/>
              <a:pathLst>
                <a:path w="289560" h="395605">
                  <a:moveTo>
                    <a:pt x="125228" y="34731"/>
                  </a:moveTo>
                  <a:lnTo>
                    <a:pt x="125228" y="395173"/>
                  </a:lnTo>
                  <a:lnTo>
                    <a:pt x="164205" y="395173"/>
                  </a:lnTo>
                  <a:lnTo>
                    <a:pt x="164205" y="34731"/>
                  </a:lnTo>
                  <a:lnTo>
                    <a:pt x="289047" y="34731"/>
                  </a:lnTo>
                  <a:lnTo>
                    <a:pt x="289047" y="0"/>
                  </a:lnTo>
                  <a:lnTo>
                    <a:pt x="0" y="0"/>
                  </a:lnTo>
                  <a:lnTo>
                    <a:pt x="0" y="34731"/>
                  </a:lnTo>
                  <a:lnTo>
                    <a:pt x="125228" y="34731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747091" y="1816455"/>
              <a:ext cx="329565" cy="395605"/>
            </a:xfrm>
            <a:custGeom>
              <a:avLst/>
              <a:gdLst/>
              <a:ahLst/>
              <a:cxnLst/>
              <a:rect l="l" t="t" r="r" b="b"/>
              <a:pathLst>
                <a:path w="329564" h="395605">
                  <a:moveTo>
                    <a:pt x="329375" y="0"/>
                  </a:moveTo>
                  <a:lnTo>
                    <a:pt x="288468" y="0"/>
                  </a:lnTo>
                  <a:lnTo>
                    <a:pt x="166520" y="345004"/>
                  </a:lnTo>
                  <a:lnTo>
                    <a:pt x="162854" y="345004"/>
                  </a:lnTo>
                  <a:lnTo>
                    <a:pt x="41099" y="0"/>
                  </a:lnTo>
                  <a:lnTo>
                    <a:pt x="0" y="0"/>
                  </a:lnTo>
                  <a:lnTo>
                    <a:pt x="143751" y="395173"/>
                  </a:lnTo>
                  <a:lnTo>
                    <a:pt x="185623" y="395173"/>
                  </a:lnTo>
                  <a:lnTo>
                    <a:pt x="329375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747091" y="1816455"/>
              <a:ext cx="329565" cy="395605"/>
            </a:xfrm>
            <a:custGeom>
              <a:avLst/>
              <a:gdLst/>
              <a:ahLst/>
              <a:cxnLst/>
              <a:rect l="l" t="t" r="r" b="b"/>
              <a:pathLst>
                <a:path w="329564" h="395605">
                  <a:moveTo>
                    <a:pt x="0" y="0"/>
                  </a:moveTo>
                  <a:lnTo>
                    <a:pt x="143751" y="395173"/>
                  </a:lnTo>
                  <a:lnTo>
                    <a:pt x="185623" y="395173"/>
                  </a:lnTo>
                  <a:lnTo>
                    <a:pt x="329375" y="0"/>
                  </a:lnTo>
                  <a:lnTo>
                    <a:pt x="288468" y="0"/>
                  </a:lnTo>
                  <a:lnTo>
                    <a:pt x="166520" y="345004"/>
                  </a:lnTo>
                  <a:lnTo>
                    <a:pt x="162854" y="345004"/>
                  </a:lnTo>
                  <a:lnTo>
                    <a:pt x="41099" y="0"/>
                  </a:lnTo>
                  <a:lnTo>
                    <a:pt x="0" y="0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4222992" y="1767065"/>
            <a:ext cx="401955" cy="491490"/>
            <a:chOff x="4222992" y="1767065"/>
            <a:chExt cx="401955" cy="491490"/>
          </a:xfrm>
        </p:grpSpPr>
        <p:sp>
          <p:nvSpPr>
            <p:cNvPr id="72" name="object 72"/>
            <p:cNvSpPr/>
            <p:nvPr/>
          </p:nvSpPr>
          <p:spPr>
            <a:xfrm>
              <a:off x="4228580" y="1772653"/>
              <a:ext cx="390525" cy="480695"/>
            </a:xfrm>
            <a:custGeom>
              <a:avLst/>
              <a:gdLst/>
              <a:ahLst/>
              <a:cxnLst/>
              <a:rect l="l" t="t" r="r" b="b"/>
              <a:pathLst>
                <a:path w="390525" h="480694">
                  <a:moveTo>
                    <a:pt x="388612" y="213602"/>
                  </a:moveTo>
                  <a:lnTo>
                    <a:pt x="354073" y="213602"/>
                  </a:lnTo>
                  <a:lnTo>
                    <a:pt x="354073" y="286346"/>
                  </a:lnTo>
                  <a:lnTo>
                    <a:pt x="388612" y="286346"/>
                  </a:lnTo>
                  <a:lnTo>
                    <a:pt x="388612" y="213602"/>
                  </a:lnTo>
                  <a:close/>
                </a:path>
                <a:path w="390525" h="480694">
                  <a:moveTo>
                    <a:pt x="123684" y="29908"/>
                  </a:moveTo>
                  <a:lnTo>
                    <a:pt x="74103" y="38187"/>
                  </a:lnTo>
                  <a:lnTo>
                    <a:pt x="34852" y="61408"/>
                  </a:lnTo>
                  <a:lnTo>
                    <a:pt x="9095" y="97147"/>
                  </a:lnTo>
                  <a:lnTo>
                    <a:pt x="0" y="142980"/>
                  </a:lnTo>
                  <a:lnTo>
                    <a:pt x="9095" y="188810"/>
                  </a:lnTo>
                  <a:lnTo>
                    <a:pt x="34852" y="224528"/>
                  </a:lnTo>
                  <a:lnTo>
                    <a:pt x="74103" y="247691"/>
                  </a:lnTo>
                  <a:lnTo>
                    <a:pt x="123684" y="255859"/>
                  </a:lnTo>
                  <a:lnTo>
                    <a:pt x="153499" y="253082"/>
                  </a:lnTo>
                  <a:lnTo>
                    <a:pt x="180292" y="244788"/>
                  </a:lnTo>
                  <a:lnTo>
                    <a:pt x="203432" y="231465"/>
                  </a:lnTo>
                  <a:lnTo>
                    <a:pt x="209252" y="225951"/>
                  </a:lnTo>
                  <a:lnTo>
                    <a:pt x="123684" y="225951"/>
                  </a:lnTo>
                  <a:lnTo>
                    <a:pt x="87264" y="219825"/>
                  </a:lnTo>
                  <a:lnTo>
                    <a:pt x="58513" y="202410"/>
                  </a:lnTo>
                  <a:lnTo>
                    <a:pt x="39676" y="176024"/>
                  </a:lnTo>
                  <a:lnTo>
                    <a:pt x="32995" y="142980"/>
                  </a:lnTo>
                  <a:lnTo>
                    <a:pt x="39676" y="109801"/>
                  </a:lnTo>
                  <a:lnTo>
                    <a:pt x="58513" y="83477"/>
                  </a:lnTo>
                  <a:lnTo>
                    <a:pt x="87264" y="66162"/>
                  </a:lnTo>
                  <a:lnTo>
                    <a:pt x="123684" y="60009"/>
                  </a:lnTo>
                  <a:lnTo>
                    <a:pt x="209249" y="60009"/>
                  </a:lnTo>
                  <a:lnTo>
                    <a:pt x="202971" y="54166"/>
                  </a:lnTo>
                  <a:lnTo>
                    <a:pt x="179882" y="41003"/>
                  </a:lnTo>
                  <a:lnTo>
                    <a:pt x="153248" y="32760"/>
                  </a:lnTo>
                  <a:lnTo>
                    <a:pt x="123684" y="29908"/>
                  </a:lnTo>
                  <a:close/>
                </a:path>
                <a:path w="390525" h="480694">
                  <a:moveTo>
                    <a:pt x="209249" y="60009"/>
                  </a:moveTo>
                  <a:lnTo>
                    <a:pt x="123684" y="60009"/>
                  </a:lnTo>
                  <a:lnTo>
                    <a:pt x="159610" y="66162"/>
                  </a:lnTo>
                  <a:lnTo>
                    <a:pt x="188228" y="83477"/>
                  </a:lnTo>
                  <a:lnTo>
                    <a:pt x="207149" y="109801"/>
                  </a:lnTo>
                  <a:lnTo>
                    <a:pt x="213987" y="142980"/>
                  </a:lnTo>
                  <a:lnTo>
                    <a:pt x="207149" y="176024"/>
                  </a:lnTo>
                  <a:lnTo>
                    <a:pt x="188228" y="202410"/>
                  </a:lnTo>
                  <a:lnTo>
                    <a:pt x="159610" y="219825"/>
                  </a:lnTo>
                  <a:lnTo>
                    <a:pt x="123684" y="225951"/>
                  </a:lnTo>
                  <a:lnTo>
                    <a:pt x="209252" y="225951"/>
                  </a:lnTo>
                  <a:lnTo>
                    <a:pt x="222284" y="213602"/>
                  </a:lnTo>
                  <a:lnTo>
                    <a:pt x="388612" y="213602"/>
                  </a:lnTo>
                  <a:lnTo>
                    <a:pt x="388612" y="184466"/>
                  </a:lnTo>
                  <a:lnTo>
                    <a:pt x="239458" y="184466"/>
                  </a:lnTo>
                  <a:lnTo>
                    <a:pt x="242780" y="174781"/>
                  </a:lnTo>
                  <a:lnTo>
                    <a:pt x="245198" y="164591"/>
                  </a:lnTo>
                  <a:lnTo>
                    <a:pt x="246675" y="153966"/>
                  </a:lnTo>
                  <a:lnTo>
                    <a:pt x="247176" y="142980"/>
                  </a:lnTo>
                  <a:lnTo>
                    <a:pt x="246642" y="131734"/>
                  </a:lnTo>
                  <a:lnTo>
                    <a:pt x="245077" y="120886"/>
                  </a:lnTo>
                  <a:lnTo>
                    <a:pt x="242536" y="110473"/>
                  </a:lnTo>
                  <a:lnTo>
                    <a:pt x="239071" y="100529"/>
                  </a:lnTo>
                  <a:lnTo>
                    <a:pt x="388612" y="100529"/>
                  </a:lnTo>
                  <a:lnTo>
                    <a:pt x="388612" y="71779"/>
                  </a:lnTo>
                  <a:lnTo>
                    <a:pt x="221898" y="71779"/>
                  </a:lnTo>
                  <a:lnTo>
                    <a:pt x="209249" y="60009"/>
                  </a:lnTo>
                  <a:close/>
                </a:path>
                <a:path w="390525" h="480694">
                  <a:moveTo>
                    <a:pt x="388612" y="100529"/>
                  </a:moveTo>
                  <a:lnTo>
                    <a:pt x="354073" y="100529"/>
                  </a:lnTo>
                  <a:lnTo>
                    <a:pt x="354073" y="184466"/>
                  </a:lnTo>
                  <a:lnTo>
                    <a:pt x="388612" y="184466"/>
                  </a:lnTo>
                  <a:lnTo>
                    <a:pt x="388612" y="100529"/>
                  </a:lnTo>
                  <a:close/>
                </a:path>
                <a:path w="390525" h="480694">
                  <a:moveTo>
                    <a:pt x="388612" y="0"/>
                  </a:moveTo>
                  <a:lnTo>
                    <a:pt x="354073" y="0"/>
                  </a:lnTo>
                  <a:lnTo>
                    <a:pt x="354073" y="71779"/>
                  </a:lnTo>
                  <a:lnTo>
                    <a:pt x="388612" y="71779"/>
                  </a:lnTo>
                  <a:lnTo>
                    <a:pt x="388612" y="0"/>
                  </a:lnTo>
                  <a:close/>
                </a:path>
                <a:path w="390525" h="480694">
                  <a:moveTo>
                    <a:pt x="230389" y="297923"/>
                  </a:moveTo>
                  <a:lnTo>
                    <a:pt x="163529" y="304040"/>
                  </a:lnTo>
                  <a:lnTo>
                    <a:pt x="113168" y="321826"/>
                  </a:lnTo>
                  <a:lnTo>
                    <a:pt x="81475" y="350428"/>
                  </a:lnTo>
                  <a:lnTo>
                    <a:pt x="70621" y="388998"/>
                  </a:lnTo>
                  <a:lnTo>
                    <a:pt x="81475" y="427569"/>
                  </a:lnTo>
                  <a:lnTo>
                    <a:pt x="113168" y="456171"/>
                  </a:lnTo>
                  <a:lnTo>
                    <a:pt x="163529" y="473956"/>
                  </a:lnTo>
                  <a:lnTo>
                    <a:pt x="230389" y="480074"/>
                  </a:lnTo>
                  <a:lnTo>
                    <a:pt x="297112" y="473956"/>
                  </a:lnTo>
                  <a:lnTo>
                    <a:pt x="347392" y="456171"/>
                  </a:lnTo>
                  <a:lnTo>
                    <a:pt x="352127" y="451902"/>
                  </a:lnTo>
                  <a:lnTo>
                    <a:pt x="230389" y="451902"/>
                  </a:lnTo>
                  <a:lnTo>
                    <a:pt x="178167" y="447500"/>
                  </a:lnTo>
                  <a:lnTo>
                    <a:pt x="138373" y="434922"/>
                  </a:lnTo>
                  <a:lnTo>
                    <a:pt x="113086" y="415108"/>
                  </a:lnTo>
                  <a:lnTo>
                    <a:pt x="104388" y="388998"/>
                  </a:lnTo>
                  <a:lnTo>
                    <a:pt x="113086" y="362555"/>
                  </a:lnTo>
                  <a:lnTo>
                    <a:pt x="138373" y="342569"/>
                  </a:lnTo>
                  <a:lnTo>
                    <a:pt x="178167" y="329927"/>
                  </a:lnTo>
                  <a:lnTo>
                    <a:pt x="230389" y="325516"/>
                  </a:lnTo>
                  <a:lnTo>
                    <a:pt x="351485" y="325516"/>
                  </a:lnTo>
                  <a:lnTo>
                    <a:pt x="347392" y="321826"/>
                  </a:lnTo>
                  <a:lnTo>
                    <a:pt x="297112" y="304040"/>
                  </a:lnTo>
                  <a:lnTo>
                    <a:pt x="230389" y="297923"/>
                  </a:lnTo>
                  <a:close/>
                </a:path>
                <a:path w="390525" h="480694">
                  <a:moveTo>
                    <a:pt x="351485" y="325516"/>
                  </a:moveTo>
                  <a:lnTo>
                    <a:pt x="230389" y="325516"/>
                  </a:lnTo>
                  <a:lnTo>
                    <a:pt x="282616" y="329927"/>
                  </a:lnTo>
                  <a:lnTo>
                    <a:pt x="322453" y="342569"/>
                  </a:lnTo>
                  <a:lnTo>
                    <a:pt x="347853" y="362555"/>
                  </a:lnTo>
                  <a:lnTo>
                    <a:pt x="356774" y="388998"/>
                  </a:lnTo>
                  <a:lnTo>
                    <a:pt x="347853" y="415108"/>
                  </a:lnTo>
                  <a:lnTo>
                    <a:pt x="322453" y="434922"/>
                  </a:lnTo>
                  <a:lnTo>
                    <a:pt x="282616" y="447500"/>
                  </a:lnTo>
                  <a:lnTo>
                    <a:pt x="230389" y="451902"/>
                  </a:lnTo>
                  <a:lnTo>
                    <a:pt x="352127" y="451902"/>
                  </a:lnTo>
                  <a:lnTo>
                    <a:pt x="379112" y="427569"/>
                  </a:lnTo>
                  <a:lnTo>
                    <a:pt x="390156" y="388998"/>
                  </a:lnTo>
                  <a:lnTo>
                    <a:pt x="379112" y="350428"/>
                  </a:lnTo>
                  <a:lnTo>
                    <a:pt x="351485" y="32551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228580" y="1772653"/>
              <a:ext cx="388620" cy="286385"/>
            </a:xfrm>
            <a:custGeom>
              <a:avLst/>
              <a:gdLst/>
              <a:ahLst/>
              <a:cxnLst/>
              <a:rect l="l" t="t" r="r" b="b"/>
              <a:pathLst>
                <a:path w="388620" h="286385">
                  <a:moveTo>
                    <a:pt x="123684" y="255859"/>
                  </a:moveTo>
                  <a:lnTo>
                    <a:pt x="153499" y="253082"/>
                  </a:lnTo>
                  <a:lnTo>
                    <a:pt x="180292" y="244788"/>
                  </a:lnTo>
                  <a:lnTo>
                    <a:pt x="203432" y="231465"/>
                  </a:lnTo>
                  <a:lnTo>
                    <a:pt x="222284" y="213602"/>
                  </a:lnTo>
                  <a:lnTo>
                    <a:pt x="354073" y="213602"/>
                  </a:lnTo>
                  <a:lnTo>
                    <a:pt x="354073" y="286346"/>
                  </a:lnTo>
                  <a:lnTo>
                    <a:pt x="388612" y="286346"/>
                  </a:lnTo>
                  <a:lnTo>
                    <a:pt x="388612" y="0"/>
                  </a:lnTo>
                  <a:lnTo>
                    <a:pt x="354073" y="0"/>
                  </a:lnTo>
                  <a:lnTo>
                    <a:pt x="354073" y="71779"/>
                  </a:lnTo>
                  <a:lnTo>
                    <a:pt x="221898" y="71779"/>
                  </a:lnTo>
                  <a:lnTo>
                    <a:pt x="202971" y="54166"/>
                  </a:lnTo>
                  <a:lnTo>
                    <a:pt x="179882" y="41003"/>
                  </a:lnTo>
                  <a:lnTo>
                    <a:pt x="153248" y="32760"/>
                  </a:lnTo>
                  <a:lnTo>
                    <a:pt x="123684" y="29908"/>
                  </a:lnTo>
                  <a:lnTo>
                    <a:pt x="74103" y="38187"/>
                  </a:lnTo>
                  <a:lnTo>
                    <a:pt x="34852" y="61408"/>
                  </a:lnTo>
                  <a:lnTo>
                    <a:pt x="9095" y="97147"/>
                  </a:lnTo>
                  <a:lnTo>
                    <a:pt x="0" y="142980"/>
                  </a:lnTo>
                  <a:lnTo>
                    <a:pt x="9095" y="188810"/>
                  </a:lnTo>
                  <a:lnTo>
                    <a:pt x="34852" y="224528"/>
                  </a:lnTo>
                  <a:lnTo>
                    <a:pt x="74103" y="247691"/>
                  </a:lnTo>
                  <a:lnTo>
                    <a:pt x="123684" y="255859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5987" y="1827075"/>
              <a:ext cx="332254" cy="177118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4299202" y="2070577"/>
              <a:ext cx="320040" cy="182245"/>
            </a:xfrm>
            <a:custGeom>
              <a:avLst/>
              <a:gdLst/>
              <a:ahLst/>
              <a:cxnLst/>
              <a:rect l="l" t="t" r="r" b="b"/>
              <a:pathLst>
                <a:path w="320039" h="182244">
                  <a:moveTo>
                    <a:pt x="159767" y="0"/>
                  </a:moveTo>
                  <a:lnTo>
                    <a:pt x="92908" y="6117"/>
                  </a:lnTo>
                  <a:lnTo>
                    <a:pt x="42546" y="23902"/>
                  </a:lnTo>
                  <a:lnTo>
                    <a:pt x="10853" y="52505"/>
                  </a:lnTo>
                  <a:lnTo>
                    <a:pt x="0" y="91075"/>
                  </a:lnTo>
                  <a:lnTo>
                    <a:pt x="10853" y="129645"/>
                  </a:lnTo>
                  <a:lnTo>
                    <a:pt x="42546" y="158248"/>
                  </a:lnTo>
                  <a:lnTo>
                    <a:pt x="92908" y="176033"/>
                  </a:lnTo>
                  <a:lnTo>
                    <a:pt x="159767" y="182150"/>
                  </a:lnTo>
                  <a:lnTo>
                    <a:pt x="226491" y="176033"/>
                  </a:lnTo>
                  <a:lnTo>
                    <a:pt x="276771" y="158248"/>
                  </a:lnTo>
                  <a:lnTo>
                    <a:pt x="308491" y="129645"/>
                  </a:lnTo>
                  <a:lnTo>
                    <a:pt x="319534" y="91075"/>
                  </a:lnTo>
                  <a:lnTo>
                    <a:pt x="308491" y="52505"/>
                  </a:lnTo>
                  <a:lnTo>
                    <a:pt x="276771" y="23902"/>
                  </a:lnTo>
                  <a:lnTo>
                    <a:pt x="226491" y="6117"/>
                  </a:lnTo>
                  <a:lnTo>
                    <a:pt x="159767" y="0"/>
                  </a:lnTo>
                  <a:close/>
                </a:path>
                <a:path w="320039" h="182244">
                  <a:moveTo>
                    <a:pt x="159767" y="153979"/>
                  </a:moveTo>
                  <a:lnTo>
                    <a:pt x="107545" y="149577"/>
                  </a:lnTo>
                  <a:lnTo>
                    <a:pt x="67751" y="136998"/>
                  </a:lnTo>
                  <a:lnTo>
                    <a:pt x="42465" y="117184"/>
                  </a:lnTo>
                  <a:lnTo>
                    <a:pt x="33767" y="91075"/>
                  </a:lnTo>
                  <a:lnTo>
                    <a:pt x="42465" y="64631"/>
                  </a:lnTo>
                  <a:lnTo>
                    <a:pt x="67751" y="44645"/>
                  </a:lnTo>
                  <a:lnTo>
                    <a:pt x="107545" y="32004"/>
                  </a:lnTo>
                  <a:lnTo>
                    <a:pt x="159767" y="27593"/>
                  </a:lnTo>
                  <a:lnTo>
                    <a:pt x="211995" y="32004"/>
                  </a:lnTo>
                  <a:lnTo>
                    <a:pt x="251831" y="44645"/>
                  </a:lnTo>
                  <a:lnTo>
                    <a:pt x="277232" y="64631"/>
                  </a:lnTo>
                  <a:lnTo>
                    <a:pt x="286153" y="91075"/>
                  </a:lnTo>
                  <a:lnTo>
                    <a:pt x="277232" y="117184"/>
                  </a:lnTo>
                  <a:lnTo>
                    <a:pt x="251831" y="136998"/>
                  </a:lnTo>
                  <a:lnTo>
                    <a:pt x="211995" y="149577"/>
                  </a:lnTo>
                  <a:lnTo>
                    <a:pt x="159767" y="153979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4686487" y="1767065"/>
            <a:ext cx="461009" cy="491490"/>
            <a:chOff x="4686487" y="1767065"/>
            <a:chExt cx="461009" cy="491490"/>
          </a:xfrm>
        </p:grpSpPr>
        <p:sp>
          <p:nvSpPr>
            <p:cNvPr id="77" name="object 77"/>
            <p:cNvSpPr/>
            <p:nvPr/>
          </p:nvSpPr>
          <p:spPr>
            <a:xfrm>
              <a:off x="4692076" y="1772653"/>
              <a:ext cx="450215" cy="480695"/>
            </a:xfrm>
            <a:custGeom>
              <a:avLst/>
              <a:gdLst/>
              <a:ahLst/>
              <a:cxnLst/>
              <a:rect l="l" t="t" r="r" b="b"/>
              <a:pathLst>
                <a:path w="450214" h="480694">
                  <a:moveTo>
                    <a:pt x="375106" y="0"/>
                  </a:moveTo>
                  <a:lnTo>
                    <a:pt x="340567" y="0"/>
                  </a:lnTo>
                  <a:lnTo>
                    <a:pt x="340567" y="295415"/>
                  </a:lnTo>
                  <a:lnTo>
                    <a:pt x="375106" y="295415"/>
                  </a:lnTo>
                  <a:lnTo>
                    <a:pt x="375106" y="158995"/>
                  </a:lnTo>
                  <a:lnTo>
                    <a:pt x="449587" y="158995"/>
                  </a:lnTo>
                  <a:lnTo>
                    <a:pt x="449587" y="129666"/>
                  </a:lnTo>
                  <a:lnTo>
                    <a:pt x="375106" y="129666"/>
                  </a:lnTo>
                  <a:lnTo>
                    <a:pt x="375106" y="0"/>
                  </a:lnTo>
                  <a:close/>
                </a:path>
                <a:path w="450214" h="480694">
                  <a:moveTo>
                    <a:pt x="156294" y="24505"/>
                  </a:moveTo>
                  <a:lnTo>
                    <a:pt x="123105" y="24505"/>
                  </a:lnTo>
                  <a:lnTo>
                    <a:pt x="123105" y="76410"/>
                  </a:lnTo>
                  <a:lnTo>
                    <a:pt x="116860" y="120916"/>
                  </a:lnTo>
                  <a:lnTo>
                    <a:pt x="99722" y="161227"/>
                  </a:lnTo>
                  <a:lnTo>
                    <a:pt x="73397" y="196111"/>
                  </a:lnTo>
                  <a:lnTo>
                    <a:pt x="39588" y="224335"/>
                  </a:lnTo>
                  <a:lnTo>
                    <a:pt x="0" y="244668"/>
                  </a:lnTo>
                  <a:lnTo>
                    <a:pt x="18523" y="272453"/>
                  </a:lnTo>
                  <a:lnTo>
                    <a:pt x="58586" y="251231"/>
                  </a:lnTo>
                  <a:lnTo>
                    <a:pt x="93294" y="222068"/>
                  </a:lnTo>
                  <a:lnTo>
                    <a:pt x="121200" y="185922"/>
                  </a:lnTo>
                  <a:lnTo>
                    <a:pt x="140857" y="143752"/>
                  </a:lnTo>
                  <a:lnTo>
                    <a:pt x="175538" y="143752"/>
                  </a:lnTo>
                  <a:lnTo>
                    <a:pt x="165917" y="127679"/>
                  </a:lnTo>
                  <a:lnTo>
                    <a:pt x="156294" y="78532"/>
                  </a:lnTo>
                  <a:lnTo>
                    <a:pt x="156294" y="24505"/>
                  </a:lnTo>
                  <a:close/>
                </a:path>
                <a:path w="450214" h="480694">
                  <a:moveTo>
                    <a:pt x="175538" y="143752"/>
                  </a:moveTo>
                  <a:lnTo>
                    <a:pt x="140857" y="143752"/>
                  </a:lnTo>
                  <a:lnTo>
                    <a:pt x="160735" y="181237"/>
                  </a:lnTo>
                  <a:lnTo>
                    <a:pt x="188155" y="213674"/>
                  </a:lnTo>
                  <a:lnTo>
                    <a:pt x="221691" y="239998"/>
                  </a:lnTo>
                  <a:lnTo>
                    <a:pt x="259911" y="259140"/>
                  </a:lnTo>
                  <a:lnTo>
                    <a:pt x="279013" y="231739"/>
                  </a:lnTo>
                  <a:lnTo>
                    <a:pt x="231184" y="207231"/>
                  </a:lnTo>
                  <a:lnTo>
                    <a:pt x="192183" y="171561"/>
                  </a:lnTo>
                  <a:lnTo>
                    <a:pt x="175538" y="143752"/>
                  </a:lnTo>
                  <a:close/>
                </a:path>
                <a:path w="450214" h="480694">
                  <a:moveTo>
                    <a:pt x="221899" y="308536"/>
                  </a:moveTo>
                  <a:lnTo>
                    <a:pt x="155501" y="314297"/>
                  </a:lnTo>
                  <a:lnTo>
                    <a:pt x="105763" y="331040"/>
                  </a:lnTo>
                  <a:lnTo>
                    <a:pt x="74586" y="357948"/>
                  </a:lnTo>
                  <a:lnTo>
                    <a:pt x="63868" y="394209"/>
                  </a:lnTo>
                  <a:lnTo>
                    <a:pt x="74586" y="430743"/>
                  </a:lnTo>
                  <a:lnTo>
                    <a:pt x="105763" y="457691"/>
                  </a:lnTo>
                  <a:lnTo>
                    <a:pt x="155501" y="474363"/>
                  </a:lnTo>
                  <a:lnTo>
                    <a:pt x="221899" y="480074"/>
                  </a:lnTo>
                  <a:lnTo>
                    <a:pt x="287878" y="474363"/>
                  </a:lnTo>
                  <a:lnTo>
                    <a:pt x="337286" y="457691"/>
                  </a:lnTo>
                  <a:lnTo>
                    <a:pt x="343507" y="452288"/>
                  </a:lnTo>
                  <a:lnTo>
                    <a:pt x="221899" y="452288"/>
                  </a:lnTo>
                  <a:lnTo>
                    <a:pt x="170386" y="448206"/>
                  </a:lnTo>
                  <a:lnTo>
                    <a:pt x="131209" y="436707"/>
                  </a:lnTo>
                  <a:lnTo>
                    <a:pt x="106360" y="418479"/>
                  </a:lnTo>
                  <a:lnTo>
                    <a:pt x="97828" y="394209"/>
                  </a:lnTo>
                  <a:lnTo>
                    <a:pt x="106360" y="370327"/>
                  </a:lnTo>
                  <a:lnTo>
                    <a:pt x="131209" y="352216"/>
                  </a:lnTo>
                  <a:lnTo>
                    <a:pt x="170386" y="340726"/>
                  </a:lnTo>
                  <a:lnTo>
                    <a:pt x="221899" y="336707"/>
                  </a:lnTo>
                  <a:lnTo>
                    <a:pt x="343822" y="336707"/>
                  </a:lnTo>
                  <a:lnTo>
                    <a:pt x="337286" y="331040"/>
                  </a:lnTo>
                  <a:lnTo>
                    <a:pt x="287878" y="314297"/>
                  </a:lnTo>
                  <a:lnTo>
                    <a:pt x="221899" y="308536"/>
                  </a:lnTo>
                  <a:close/>
                </a:path>
                <a:path w="450214" h="480694">
                  <a:moveTo>
                    <a:pt x="343822" y="336707"/>
                  </a:moveTo>
                  <a:lnTo>
                    <a:pt x="221899" y="336707"/>
                  </a:lnTo>
                  <a:lnTo>
                    <a:pt x="273246" y="340726"/>
                  </a:lnTo>
                  <a:lnTo>
                    <a:pt x="312274" y="352216"/>
                  </a:lnTo>
                  <a:lnTo>
                    <a:pt x="337084" y="370327"/>
                  </a:lnTo>
                  <a:lnTo>
                    <a:pt x="345776" y="394209"/>
                  </a:lnTo>
                  <a:lnTo>
                    <a:pt x="337084" y="418479"/>
                  </a:lnTo>
                  <a:lnTo>
                    <a:pt x="312274" y="436707"/>
                  </a:lnTo>
                  <a:lnTo>
                    <a:pt x="273246" y="448206"/>
                  </a:lnTo>
                  <a:lnTo>
                    <a:pt x="221899" y="452288"/>
                  </a:lnTo>
                  <a:lnTo>
                    <a:pt x="343507" y="452288"/>
                  </a:lnTo>
                  <a:lnTo>
                    <a:pt x="368316" y="430743"/>
                  </a:lnTo>
                  <a:lnTo>
                    <a:pt x="379158" y="394209"/>
                  </a:lnTo>
                  <a:lnTo>
                    <a:pt x="368316" y="357948"/>
                  </a:lnTo>
                  <a:lnTo>
                    <a:pt x="343822" y="33670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692075" y="1772653"/>
              <a:ext cx="450215" cy="480695"/>
            </a:xfrm>
            <a:custGeom>
              <a:avLst/>
              <a:gdLst/>
              <a:ahLst/>
              <a:cxnLst/>
              <a:rect l="l" t="t" r="r" b="b"/>
              <a:pathLst>
                <a:path w="450214" h="480694">
                  <a:moveTo>
                    <a:pt x="375106" y="0"/>
                  </a:moveTo>
                  <a:lnTo>
                    <a:pt x="340567" y="0"/>
                  </a:lnTo>
                  <a:lnTo>
                    <a:pt x="340567" y="295415"/>
                  </a:lnTo>
                  <a:lnTo>
                    <a:pt x="375106" y="295415"/>
                  </a:lnTo>
                  <a:lnTo>
                    <a:pt x="375106" y="158995"/>
                  </a:lnTo>
                  <a:lnTo>
                    <a:pt x="449587" y="158995"/>
                  </a:lnTo>
                  <a:lnTo>
                    <a:pt x="449587" y="129666"/>
                  </a:lnTo>
                  <a:lnTo>
                    <a:pt x="375106" y="129666"/>
                  </a:lnTo>
                  <a:lnTo>
                    <a:pt x="375106" y="0"/>
                  </a:lnTo>
                  <a:close/>
                </a:path>
                <a:path w="450214" h="480694">
                  <a:moveTo>
                    <a:pt x="140857" y="143752"/>
                  </a:moveTo>
                  <a:lnTo>
                    <a:pt x="160735" y="181237"/>
                  </a:lnTo>
                  <a:lnTo>
                    <a:pt x="188155" y="213674"/>
                  </a:lnTo>
                  <a:lnTo>
                    <a:pt x="221691" y="239998"/>
                  </a:lnTo>
                  <a:lnTo>
                    <a:pt x="259911" y="259140"/>
                  </a:lnTo>
                  <a:lnTo>
                    <a:pt x="279013" y="231739"/>
                  </a:lnTo>
                  <a:lnTo>
                    <a:pt x="231184" y="207231"/>
                  </a:lnTo>
                  <a:lnTo>
                    <a:pt x="192183" y="171561"/>
                  </a:lnTo>
                  <a:lnTo>
                    <a:pt x="165917" y="127679"/>
                  </a:lnTo>
                  <a:lnTo>
                    <a:pt x="156294" y="78532"/>
                  </a:lnTo>
                  <a:lnTo>
                    <a:pt x="156294" y="24505"/>
                  </a:lnTo>
                  <a:lnTo>
                    <a:pt x="123105" y="24505"/>
                  </a:lnTo>
                  <a:lnTo>
                    <a:pt x="123105" y="76410"/>
                  </a:lnTo>
                  <a:lnTo>
                    <a:pt x="116860" y="120916"/>
                  </a:lnTo>
                  <a:lnTo>
                    <a:pt x="99722" y="161227"/>
                  </a:lnTo>
                  <a:lnTo>
                    <a:pt x="73397" y="196111"/>
                  </a:lnTo>
                  <a:lnTo>
                    <a:pt x="39588" y="224335"/>
                  </a:lnTo>
                  <a:lnTo>
                    <a:pt x="0" y="244668"/>
                  </a:lnTo>
                  <a:lnTo>
                    <a:pt x="18523" y="272453"/>
                  </a:lnTo>
                  <a:lnTo>
                    <a:pt x="58586" y="251231"/>
                  </a:lnTo>
                  <a:lnTo>
                    <a:pt x="93294" y="222068"/>
                  </a:lnTo>
                  <a:lnTo>
                    <a:pt x="121200" y="185922"/>
                  </a:lnTo>
                  <a:lnTo>
                    <a:pt x="140857" y="143752"/>
                  </a:lnTo>
                  <a:close/>
                </a:path>
                <a:path w="450214" h="480694">
                  <a:moveTo>
                    <a:pt x="221899" y="308536"/>
                  </a:moveTo>
                  <a:lnTo>
                    <a:pt x="155501" y="314297"/>
                  </a:lnTo>
                  <a:lnTo>
                    <a:pt x="105763" y="331040"/>
                  </a:lnTo>
                  <a:lnTo>
                    <a:pt x="74586" y="357948"/>
                  </a:lnTo>
                  <a:lnTo>
                    <a:pt x="63868" y="394209"/>
                  </a:lnTo>
                  <a:lnTo>
                    <a:pt x="74586" y="430743"/>
                  </a:lnTo>
                  <a:lnTo>
                    <a:pt x="105763" y="457691"/>
                  </a:lnTo>
                  <a:lnTo>
                    <a:pt x="155501" y="474363"/>
                  </a:lnTo>
                  <a:lnTo>
                    <a:pt x="221899" y="480074"/>
                  </a:lnTo>
                  <a:lnTo>
                    <a:pt x="287878" y="474363"/>
                  </a:lnTo>
                  <a:lnTo>
                    <a:pt x="337286" y="457691"/>
                  </a:lnTo>
                  <a:lnTo>
                    <a:pt x="368316" y="430743"/>
                  </a:lnTo>
                  <a:lnTo>
                    <a:pt x="379158" y="394209"/>
                  </a:lnTo>
                  <a:lnTo>
                    <a:pt x="368316" y="357948"/>
                  </a:lnTo>
                  <a:lnTo>
                    <a:pt x="337286" y="331040"/>
                  </a:lnTo>
                  <a:lnTo>
                    <a:pt x="287878" y="314297"/>
                  </a:lnTo>
                  <a:lnTo>
                    <a:pt x="221899" y="308536"/>
                  </a:lnTo>
                  <a:close/>
                </a:path>
                <a:path w="450214" h="480694">
                  <a:moveTo>
                    <a:pt x="221899" y="452288"/>
                  </a:moveTo>
                  <a:lnTo>
                    <a:pt x="170386" y="448206"/>
                  </a:lnTo>
                  <a:lnTo>
                    <a:pt x="131209" y="436707"/>
                  </a:lnTo>
                  <a:lnTo>
                    <a:pt x="106360" y="418479"/>
                  </a:lnTo>
                  <a:lnTo>
                    <a:pt x="97828" y="394209"/>
                  </a:lnTo>
                  <a:lnTo>
                    <a:pt x="106360" y="370327"/>
                  </a:lnTo>
                  <a:lnTo>
                    <a:pt x="131209" y="352216"/>
                  </a:lnTo>
                  <a:lnTo>
                    <a:pt x="170386" y="340726"/>
                  </a:lnTo>
                  <a:lnTo>
                    <a:pt x="221899" y="336707"/>
                  </a:lnTo>
                  <a:lnTo>
                    <a:pt x="273246" y="340726"/>
                  </a:lnTo>
                  <a:lnTo>
                    <a:pt x="312274" y="352216"/>
                  </a:lnTo>
                  <a:lnTo>
                    <a:pt x="337084" y="370327"/>
                  </a:lnTo>
                  <a:lnTo>
                    <a:pt x="345776" y="394209"/>
                  </a:lnTo>
                  <a:lnTo>
                    <a:pt x="337084" y="418479"/>
                  </a:lnTo>
                  <a:lnTo>
                    <a:pt x="312274" y="436707"/>
                  </a:lnTo>
                  <a:lnTo>
                    <a:pt x="273246" y="448206"/>
                  </a:lnTo>
                  <a:lnTo>
                    <a:pt x="221899" y="452288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/>
          <p:nvPr/>
        </p:nvSpPr>
        <p:spPr>
          <a:xfrm>
            <a:off x="5223294" y="1787905"/>
            <a:ext cx="321945" cy="191135"/>
          </a:xfrm>
          <a:custGeom>
            <a:avLst/>
            <a:gdLst/>
            <a:ahLst/>
            <a:cxnLst/>
            <a:rect l="l" t="t" r="r" b="b"/>
            <a:pathLst>
              <a:path w="321945" h="191135">
                <a:moveTo>
                  <a:pt x="321843" y="66294"/>
                </a:moveTo>
                <a:lnTo>
                  <a:pt x="34340" y="66294"/>
                </a:lnTo>
                <a:lnTo>
                  <a:pt x="34340" y="254"/>
                </a:lnTo>
                <a:lnTo>
                  <a:pt x="0" y="254"/>
                </a:lnTo>
                <a:lnTo>
                  <a:pt x="0" y="66294"/>
                </a:lnTo>
                <a:lnTo>
                  <a:pt x="0" y="92964"/>
                </a:lnTo>
                <a:lnTo>
                  <a:pt x="0" y="161544"/>
                </a:lnTo>
                <a:lnTo>
                  <a:pt x="0" y="190754"/>
                </a:lnTo>
                <a:lnTo>
                  <a:pt x="321843" y="190754"/>
                </a:lnTo>
                <a:lnTo>
                  <a:pt x="321843" y="162077"/>
                </a:lnTo>
                <a:lnTo>
                  <a:pt x="321843" y="161544"/>
                </a:lnTo>
                <a:lnTo>
                  <a:pt x="321843" y="93002"/>
                </a:lnTo>
                <a:lnTo>
                  <a:pt x="287502" y="93002"/>
                </a:lnTo>
                <a:lnTo>
                  <a:pt x="287502" y="161544"/>
                </a:lnTo>
                <a:lnTo>
                  <a:pt x="34340" y="161544"/>
                </a:lnTo>
                <a:lnTo>
                  <a:pt x="34340" y="92964"/>
                </a:lnTo>
                <a:lnTo>
                  <a:pt x="321843" y="92964"/>
                </a:lnTo>
                <a:lnTo>
                  <a:pt x="321843" y="66294"/>
                </a:lnTo>
                <a:close/>
              </a:path>
              <a:path w="321945" h="191135">
                <a:moveTo>
                  <a:pt x="321843" y="0"/>
                </a:moveTo>
                <a:lnTo>
                  <a:pt x="287502" y="0"/>
                </a:lnTo>
                <a:lnTo>
                  <a:pt x="287502" y="65989"/>
                </a:lnTo>
                <a:lnTo>
                  <a:pt x="321843" y="65989"/>
                </a:lnTo>
                <a:lnTo>
                  <a:pt x="321843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163477" y="2029675"/>
            <a:ext cx="441325" cy="213360"/>
          </a:xfrm>
          <a:custGeom>
            <a:avLst/>
            <a:gdLst/>
            <a:ahLst/>
            <a:cxnLst/>
            <a:rect l="l" t="t" r="r" b="b"/>
            <a:pathLst>
              <a:path w="441325" h="213360">
                <a:moveTo>
                  <a:pt x="391693" y="183934"/>
                </a:moveTo>
                <a:lnTo>
                  <a:pt x="92227" y="183934"/>
                </a:lnTo>
                <a:lnTo>
                  <a:pt x="92227" y="82334"/>
                </a:lnTo>
                <a:lnTo>
                  <a:pt x="58267" y="82334"/>
                </a:lnTo>
                <a:lnTo>
                  <a:pt x="58267" y="183934"/>
                </a:lnTo>
                <a:lnTo>
                  <a:pt x="58267" y="213144"/>
                </a:lnTo>
                <a:lnTo>
                  <a:pt x="391693" y="213144"/>
                </a:lnTo>
                <a:lnTo>
                  <a:pt x="391693" y="183934"/>
                </a:lnTo>
                <a:close/>
              </a:path>
              <a:path w="441325" h="213360">
                <a:moveTo>
                  <a:pt x="440905" y="0"/>
                </a:moveTo>
                <a:lnTo>
                  <a:pt x="0" y="0"/>
                </a:lnTo>
                <a:lnTo>
                  <a:pt x="0" y="28943"/>
                </a:lnTo>
                <a:lnTo>
                  <a:pt x="205689" y="28943"/>
                </a:lnTo>
                <a:lnTo>
                  <a:pt x="205689" y="128701"/>
                </a:lnTo>
                <a:lnTo>
                  <a:pt x="239839" y="128701"/>
                </a:lnTo>
                <a:lnTo>
                  <a:pt x="239839" y="28943"/>
                </a:lnTo>
                <a:lnTo>
                  <a:pt x="440905" y="28943"/>
                </a:lnTo>
                <a:lnTo>
                  <a:pt x="440905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1" name="object 81"/>
          <p:cNvGrpSpPr/>
          <p:nvPr/>
        </p:nvGrpSpPr>
        <p:grpSpPr>
          <a:xfrm>
            <a:off x="5157894" y="1767065"/>
            <a:ext cx="881380" cy="493395"/>
            <a:chOff x="5157894" y="1767065"/>
            <a:chExt cx="881380" cy="493395"/>
          </a:xfrm>
        </p:grpSpPr>
        <p:sp>
          <p:nvSpPr>
            <p:cNvPr id="82" name="object 82"/>
            <p:cNvSpPr/>
            <p:nvPr/>
          </p:nvSpPr>
          <p:spPr>
            <a:xfrm>
              <a:off x="5163482" y="1787897"/>
              <a:ext cx="441325" cy="455295"/>
            </a:xfrm>
            <a:custGeom>
              <a:avLst/>
              <a:gdLst/>
              <a:ahLst/>
              <a:cxnLst/>
              <a:rect l="l" t="t" r="r" b="b"/>
              <a:pathLst>
                <a:path w="441325" h="455294">
                  <a:moveTo>
                    <a:pt x="347320" y="0"/>
                  </a:moveTo>
                  <a:lnTo>
                    <a:pt x="347320" y="65990"/>
                  </a:lnTo>
                  <a:lnTo>
                    <a:pt x="94162" y="65990"/>
                  </a:lnTo>
                  <a:lnTo>
                    <a:pt x="94162" y="0"/>
                  </a:lnTo>
                  <a:lnTo>
                    <a:pt x="59816" y="0"/>
                  </a:lnTo>
                  <a:lnTo>
                    <a:pt x="59816" y="190640"/>
                  </a:lnTo>
                  <a:lnTo>
                    <a:pt x="381666" y="190640"/>
                  </a:lnTo>
                  <a:lnTo>
                    <a:pt x="381666" y="0"/>
                  </a:lnTo>
                  <a:lnTo>
                    <a:pt x="347320" y="0"/>
                  </a:lnTo>
                  <a:close/>
                </a:path>
                <a:path w="441325" h="455294">
                  <a:moveTo>
                    <a:pt x="94162" y="162082"/>
                  </a:moveTo>
                  <a:lnTo>
                    <a:pt x="94162" y="93004"/>
                  </a:lnTo>
                  <a:lnTo>
                    <a:pt x="347320" y="93004"/>
                  </a:lnTo>
                  <a:lnTo>
                    <a:pt x="347320" y="162082"/>
                  </a:lnTo>
                  <a:lnTo>
                    <a:pt x="94162" y="162082"/>
                  </a:lnTo>
                  <a:close/>
                </a:path>
                <a:path w="441325" h="455294">
                  <a:moveTo>
                    <a:pt x="0" y="270716"/>
                  </a:moveTo>
                  <a:lnTo>
                    <a:pt x="205690" y="270716"/>
                  </a:lnTo>
                  <a:lnTo>
                    <a:pt x="205690" y="370475"/>
                  </a:lnTo>
                  <a:lnTo>
                    <a:pt x="239844" y="370475"/>
                  </a:lnTo>
                  <a:lnTo>
                    <a:pt x="239844" y="270716"/>
                  </a:lnTo>
                  <a:lnTo>
                    <a:pt x="440904" y="270716"/>
                  </a:lnTo>
                  <a:lnTo>
                    <a:pt x="440904" y="241773"/>
                  </a:lnTo>
                  <a:lnTo>
                    <a:pt x="0" y="241773"/>
                  </a:lnTo>
                  <a:lnTo>
                    <a:pt x="0" y="270716"/>
                  </a:lnTo>
                  <a:close/>
                </a:path>
                <a:path w="441325" h="455294">
                  <a:moveTo>
                    <a:pt x="58272" y="323972"/>
                  </a:moveTo>
                  <a:lnTo>
                    <a:pt x="58272" y="454796"/>
                  </a:lnTo>
                  <a:lnTo>
                    <a:pt x="391700" y="454796"/>
                  </a:lnTo>
                  <a:lnTo>
                    <a:pt x="391700" y="425660"/>
                  </a:lnTo>
                  <a:lnTo>
                    <a:pt x="92233" y="425660"/>
                  </a:lnTo>
                  <a:lnTo>
                    <a:pt x="92233" y="323972"/>
                  </a:lnTo>
                  <a:lnTo>
                    <a:pt x="58272" y="323972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38361" y="1772653"/>
              <a:ext cx="394970" cy="481965"/>
            </a:xfrm>
            <a:custGeom>
              <a:avLst/>
              <a:gdLst/>
              <a:ahLst/>
              <a:cxnLst/>
              <a:rect l="l" t="t" r="r" b="b"/>
              <a:pathLst>
                <a:path w="394970" h="481964">
                  <a:moveTo>
                    <a:pt x="394787" y="0"/>
                  </a:moveTo>
                  <a:lnTo>
                    <a:pt x="360248" y="0"/>
                  </a:lnTo>
                  <a:lnTo>
                    <a:pt x="360248" y="104775"/>
                  </a:lnTo>
                  <a:lnTo>
                    <a:pt x="247755" y="104775"/>
                  </a:lnTo>
                  <a:lnTo>
                    <a:pt x="247755" y="134104"/>
                  </a:lnTo>
                  <a:lnTo>
                    <a:pt x="360248" y="134104"/>
                  </a:lnTo>
                  <a:lnTo>
                    <a:pt x="360248" y="284030"/>
                  </a:lnTo>
                  <a:lnTo>
                    <a:pt x="394787" y="284030"/>
                  </a:lnTo>
                  <a:lnTo>
                    <a:pt x="394787" y="0"/>
                  </a:lnTo>
                  <a:close/>
                </a:path>
                <a:path w="394970" h="481964">
                  <a:moveTo>
                    <a:pt x="157066" y="24312"/>
                  </a:moveTo>
                  <a:lnTo>
                    <a:pt x="123298" y="24312"/>
                  </a:lnTo>
                  <a:lnTo>
                    <a:pt x="123298" y="76989"/>
                  </a:lnTo>
                  <a:lnTo>
                    <a:pt x="117144" y="121431"/>
                  </a:lnTo>
                  <a:lnTo>
                    <a:pt x="100042" y="161565"/>
                  </a:lnTo>
                  <a:lnTo>
                    <a:pt x="73687" y="196189"/>
                  </a:lnTo>
                  <a:lnTo>
                    <a:pt x="39775" y="224098"/>
                  </a:lnTo>
                  <a:lnTo>
                    <a:pt x="0" y="244089"/>
                  </a:lnTo>
                  <a:lnTo>
                    <a:pt x="18523" y="272453"/>
                  </a:lnTo>
                  <a:lnTo>
                    <a:pt x="58887" y="250894"/>
                  </a:lnTo>
                  <a:lnTo>
                    <a:pt x="93680" y="221537"/>
                  </a:lnTo>
                  <a:lnTo>
                    <a:pt x="121526" y="185270"/>
                  </a:lnTo>
                  <a:lnTo>
                    <a:pt x="141050" y="142980"/>
                  </a:lnTo>
                  <a:lnTo>
                    <a:pt x="175358" y="142980"/>
                  </a:lnTo>
                  <a:lnTo>
                    <a:pt x="166436" y="127833"/>
                  </a:lnTo>
                  <a:lnTo>
                    <a:pt x="157066" y="78339"/>
                  </a:lnTo>
                  <a:lnTo>
                    <a:pt x="157066" y="24312"/>
                  </a:lnTo>
                  <a:close/>
                </a:path>
                <a:path w="394970" h="481964">
                  <a:moveTo>
                    <a:pt x="175358" y="142980"/>
                  </a:moveTo>
                  <a:lnTo>
                    <a:pt x="141050" y="142980"/>
                  </a:lnTo>
                  <a:lnTo>
                    <a:pt x="160599" y="181152"/>
                  </a:lnTo>
                  <a:lnTo>
                    <a:pt x="187890" y="214205"/>
                  </a:lnTo>
                  <a:lnTo>
                    <a:pt x="221477" y="241071"/>
                  </a:lnTo>
                  <a:lnTo>
                    <a:pt x="259911" y="260683"/>
                  </a:lnTo>
                  <a:lnTo>
                    <a:pt x="279207" y="232897"/>
                  </a:lnTo>
                  <a:lnTo>
                    <a:pt x="231414" y="208151"/>
                  </a:lnTo>
                  <a:lnTo>
                    <a:pt x="192521" y="172116"/>
                  </a:lnTo>
                  <a:lnTo>
                    <a:pt x="175358" y="142980"/>
                  </a:lnTo>
                  <a:close/>
                </a:path>
                <a:path w="394970" h="481964">
                  <a:moveTo>
                    <a:pt x="394787" y="312202"/>
                  </a:moveTo>
                  <a:lnTo>
                    <a:pt x="73130" y="312202"/>
                  </a:lnTo>
                  <a:lnTo>
                    <a:pt x="73130" y="340373"/>
                  </a:lnTo>
                  <a:lnTo>
                    <a:pt x="360248" y="340373"/>
                  </a:lnTo>
                  <a:lnTo>
                    <a:pt x="360248" y="481617"/>
                  </a:lnTo>
                  <a:lnTo>
                    <a:pt x="394787" y="481617"/>
                  </a:lnTo>
                  <a:lnTo>
                    <a:pt x="394787" y="31220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638361" y="1772653"/>
              <a:ext cx="394970" cy="481965"/>
            </a:xfrm>
            <a:custGeom>
              <a:avLst/>
              <a:gdLst/>
              <a:ahLst/>
              <a:cxnLst/>
              <a:rect l="l" t="t" r="r" b="b"/>
              <a:pathLst>
                <a:path w="394970" h="481964">
                  <a:moveTo>
                    <a:pt x="360248" y="104775"/>
                  </a:moveTo>
                  <a:lnTo>
                    <a:pt x="247755" y="104775"/>
                  </a:lnTo>
                  <a:lnTo>
                    <a:pt x="247755" y="134104"/>
                  </a:lnTo>
                  <a:lnTo>
                    <a:pt x="360248" y="134104"/>
                  </a:lnTo>
                  <a:lnTo>
                    <a:pt x="360248" y="284030"/>
                  </a:lnTo>
                  <a:lnTo>
                    <a:pt x="394787" y="284030"/>
                  </a:lnTo>
                  <a:lnTo>
                    <a:pt x="394787" y="0"/>
                  </a:lnTo>
                  <a:lnTo>
                    <a:pt x="360248" y="0"/>
                  </a:lnTo>
                  <a:lnTo>
                    <a:pt x="360248" y="104775"/>
                  </a:lnTo>
                  <a:close/>
                </a:path>
                <a:path w="394970" h="481964">
                  <a:moveTo>
                    <a:pt x="141050" y="142980"/>
                  </a:moveTo>
                  <a:lnTo>
                    <a:pt x="160599" y="181152"/>
                  </a:lnTo>
                  <a:lnTo>
                    <a:pt x="187890" y="214205"/>
                  </a:lnTo>
                  <a:lnTo>
                    <a:pt x="221477" y="241071"/>
                  </a:lnTo>
                  <a:lnTo>
                    <a:pt x="259911" y="260683"/>
                  </a:lnTo>
                  <a:lnTo>
                    <a:pt x="279207" y="232897"/>
                  </a:lnTo>
                  <a:lnTo>
                    <a:pt x="231414" y="208151"/>
                  </a:lnTo>
                  <a:lnTo>
                    <a:pt x="192521" y="172116"/>
                  </a:lnTo>
                  <a:lnTo>
                    <a:pt x="166436" y="127833"/>
                  </a:lnTo>
                  <a:lnTo>
                    <a:pt x="157066" y="78339"/>
                  </a:lnTo>
                  <a:lnTo>
                    <a:pt x="157066" y="24312"/>
                  </a:lnTo>
                  <a:lnTo>
                    <a:pt x="123298" y="24312"/>
                  </a:lnTo>
                  <a:lnTo>
                    <a:pt x="123298" y="76989"/>
                  </a:lnTo>
                  <a:lnTo>
                    <a:pt x="117144" y="121431"/>
                  </a:lnTo>
                  <a:lnTo>
                    <a:pt x="100042" y="161565"/>
                  </a:lnTo>
                  <a:lnTo>
                    <a:pt x="73687" y="196189"/>
                  </a:lnTo>
                  <a:lnTo>
                    <a:pt x="39775" y="224098"/>
                  </a:lnTo>
                  <a:lnTo>
                    <a:pt x="0" y="244089"/>
                  </a:lnTo>
                  <a:lnTo>
                    <a:pt x="18523" y="272453"/>
                  </a:lnTo>
                  <a:lnTo>
                    <a:pt x="58887" y="250894"/>
                  </a:lnTo>
                  <a:lnTo>
                    <a:pt x="93680" y="221537"/>
                  </a:lnTo>
                  <a:lnTo>
                    <a:pt x="121526" y="185270"/>
                  </a:lnTo>
                  <a:lnTo>
                    <a:pt x="141050" y="142980"/>
                  </a:lnTo>
                  <a:close/>
                </a:path>
                <a:path w="394970" h="481964">
                  <a:moveTo>
                    <a:pt x="360248" y="340373"/>
                  </a:moveTo>
                  <a:lnTo>
                    <a:pt x="360248" y="481617"/>
                  </a:lnTo>
                  <a:lnTo>
                    <a:pt x="394787" y="481617"/>
                  </a:lnTo>
                  <a:lnTo>
                    <a:pt x="394787" y="312202"/>
                  </a:lnTo>
                  <a:lnTo>
                    <a:pt x="73130" y="312202"/>
                  </a:lnTo>
                  <a:lnTo>
                    <a:pt x="73130" y="340373"/>
                  </a:lnTo>
                  <a:lnTo>
                    <a:pt x="360248" y="340373"/>
                  </a:lnTo>
                  <a:close/>
                </a:path>
              </a:pathLst>
            </a:custGeom>
            <a:ln w="11175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/>
          <p:nvPr/>
        </p:nvSpPr>
        <p:spPr>
          <a:xfrm>
            <a:off x="6108019" y="1781530"/>
            <a:ext cx="438784" cy="466725"/>
          </a:xfrm>
          <a:custGeom>
            <a:avLst/>
            <a:gdLst/>
            <a:ahLst/>
            <a:cxnLst/>
            <a:rect l="l" t="t" r="r" b="b"/>
            <a:pathLst>
              <a:path w="438784" h="466725">
                <a:moveTo>
                  <a:pt x="219005" y="0"/>
                </a:moveTo>
                <a:lnTo>
                  <a:pt x="160767" y="3596"/>
                </a:lnTo>
                <a:lnTo>
                  <a:pt x="113811" y="14000"/>
                </a:lnTo>
                <a:lnTo>
                  <a:pt x="79090" y="30980"/>
                </a:lnTo>
                <a:lnTo>
                  <a:pt x="50168" y="83742"/>
                </a:lnTo>
                <a:lnTo>
                  <a:pt x="57557" y="113408"/>
                </a:lnTo>
                <a:lnTo>
                  <a:pt x="79090" y="136942"/>
                </a:lnTo>
                <a:lnTo>
                  <a:pt x="113811" y="154095"/>
                </a:lnTo>
                <a:lnTo>
                  <a:pt x="160767" y="164617"/>
                </a:lnTo>
                <a:lnTo>
                  <a:pt x="219005" y="168257"/>
                </a:lnTo>
                <a:lnTo>
                  <a:pt x="277222" y="164617"/>
                </a:lnTo>
                <a:lnTo>
                  <a:pt x="324130" y="154095"/>
                </a:lnTo>
                <a:lnTo>
                  <a:pt x="350102" y="141243"/>
                </a:lnTo>
                <a:lnTo>
                  <a:pt x="219005" y="141243"/>
                </a:lnTo>
                <a:lnTo>
                  <a:pt x="163334" y="137360"/>
                </a:lnTo>
                <a:lnTo>
                  <a:pt x="121393" y="126096"/>
                </a:lnTo>
                <a:lnTo>
                  <a:pt x="94973" y="108030"/>
                </a:lnTo>
                <a:lnTo>
                  <a:pt x="85865" y="83742"/>
                </a:lnTo>
                <a:lnTo>
                  <a:pt x="94973" y="59951"/>
                </a:lnTo>
                <a:lnTo>
                  <a:pt x="121393" y="42040"/>
                </a:lnTo>
                <a:lnTo>
                  <a:pt x="163334" y="30749"/>
                </a:lnTo>
                <a:lnTo>
                  <a:pt x="219005" y="26821"/>
                </a:lnTo>
                <a:lnTo>
                  <a:pt x="350302" y="26821"/>
                </a:lnTo>
                <a:lnTo>
                  <a:pt x="324130" y="14000"/>
                </a:lnTo>
                <a:lnTo>
                  <a:pt x="277222" y="3596"/>
                </a:lnTo>
                <a:lnTo>
                  <a:pt x="219005" y="0"/>
                </a:lnTo>
                <a:close/>
              </a:path>
              <a:path w="438784" h="466725">
                <a:moveTo>
                  <a:pt x="350302" y="26821"/>
                </a:moveTo>
                <a:lnTo>
                  <a:pt x="219005" y="26821"/>
                </a:lnTo>
                <a:lnTo>
                  <a:pt x="274820" y="30749"/>
                </a:lnTo>
                <a:lnTo>
                  <a:pt x="316906" y="42040"/>
                </a:lnTo>
                <a:lnTo>
                  <a:pt x="343470" y="59951"/>
                </a:lnTo>
                <a:lnTo>
                  <a:pt x="352723" y="83742"/>
                </a:lnTo>
                <a:lnTo>
                  <a:pt x="343470" y="108030"/>
                </a:lnTo>
                <a:lnTo>
                  <a:pt x="316906" y="126096"/>
                </a:lnTo>
                <a:lnTo>
                  <a:pt x="274820" y="137360"/>
                </a:lnTo>
                <a:lnTo>
                  <a:pt x="219005" y="141243"/>
                </a:lnTo>
                <a:lnTo>
                  <a:pt x="350102" y="141243"/>
                </a:lnTo>
                <a:lnTo>
                  <a:pt x="358794" y="136942"/>
                </a:lnTo>
                <a:lnTo>
                  <a:pt x="380279" y="113408"/>
                </a:lnTo>
                <a:lnTo>
                  <a:pt x="387648" y="83742"/>
                </a:lnTo>
                <a:lnTo>
                  <a:pt x="380279" y="54305"/>
                </a:lnTo>
                <a:lnTo>
                  <a:pt x="358794" y="30980"/>
                </a:lnTo>
                <a:lnTo>
                  <a:pt x="350302" y="26821"/>
                </a:lnTo>
                <a:close/>
              </a:path>
              <a:path w="438784" h="466725">
                <a:moveTo>
                  <a:pt x="438781" y="203954"/>
                </a:moveTo>
                <a:lnTo>
                  <a:pt x="0" y="203954"/>
                </a:lnTo>
                <a:lnTo>
                  <a:pt x="0" y="232511"/>
                </a:lnTo>
                <a:lnTo>
                  <a:pt x="438781" y="232511"/>
                </a:lnTo>
                <a:lnTo>
                  <a:pt x="438781" y="203954"/>
                </a:lnTo>
                <a:close/>
              </a:path>
              <a:path w="438784" h="466725">
                <a:moveTo>
                  <a:pt x="381280" y="278628"/>
                </a:moveTo>
                <a:lnTo>
                  <a:pt x="54220" y="278628"/>
                </a:lnTo>
                <a:lnTo>
                  <a:pt x="54220" y="305641"/>
                </a:lnTo>
                <a:lnTo>
                  <a:pt x="347513" y="305641"/>
                </a:lnTo>
                <a:lnTo>
                  <a:pt x="347513" y="355038"/>
                </a:lnTo>
                <a:lnTo>
                  <a:pt x="55571" y="355038"/>
                </a:lnTo>
                <a:lnTo>
                  <a:pt x="55571" y="466566"/>
                </a:lnTo>
                <a:lnTo>
                  <a:pt x="396331" y="466566"/>
                </a:lnTo>
                <a:lnTo>
                  <a:pt x="396331" y="438395"/>
                </a:lnTo>
                <a:lnTo>
                  <a:pt x="89145" y="438395"/>
                </a:lnTo>
                <a:lnTo>
                  <a:pt x="89145" y="381280"/>
                </a:lnTo>
                <a:lnTo>
                  <a:pt x="381280" y="381280"/>
                </a:lnTo>
                <a:lnTo>
                  <a:pt x="381280" y="27862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702425" y="1767839"/>
            <a:ext cx="1395095" cy="485140"/>
          </a:xfrm>
          <a:custGeom>
            <a:avLst/>
            <a:gdLst/>
            <a:ahLst/>
            <a:cxnLst/>
            <a:rect l="l" t="t" r="r" b="b"/>
            <a:pathLst>
              <a:path w="1395095" h="485139">
                <a:moveTo>
                  <a:pt x="292125" y="43992"/>
                </a:moveTo>
                <a:lnTo>
                  <a:pt x="169608" y="43992"/>
                </a:lnTo>
                <a:lnTo>
                  <a:pt x="169608" y="0"/>
                </a:lnTo>
                <a:lnTo>
                  <a:pt x="135255" y="0"/>
                </a:lnTo>
                <a:lnTo>
                  <a:pt x="135255" y="43992"/>
                </a:lnTo>
                <a:lnTo>
                  <a:pt x="12153" y="43992"/>
                </a:lnTo>
                <a:lnTo>
                  <a:pt x="12153" y="69850"/>
                </a:lnTo>
                <a:lnTo>
                  <a:pt x="292125" y="69850"/>
                </a:lnTo>
                <a:lnTo>
                  <a:pt x="292125" y="43992"/>
                </a:lnTo>
                <a:close/>
              </a:path>
              <a:path w="1395095" h="485139">
                <a:moveTo>
                  <a:pt x="310464" y="257594"/>
                </a:moveTo>
                <a:lnTo>
                  <a:pt x="309029" y="245821"/>
                </a:lnTo>
                <a:lnTo>
                  <a:pt x="307568" y="233857"/>
                </a:lnTo>
                <a:lnTo>
                  <a:pt x="274104" y="238036"/>
                </a:lnTo>
                <a:lnTo>
                  <a:pt x="239674" y="241363"/>
                </a:lnTo>
                <a:lnTo>
                  <a:pt x="204698" y="243928"/>
                </a:lnTo>
                <a:lnTo>
                  <a:pt x="169608" y="245821"/>
                </a:lnTo>
                <a:lnTo>
                  <a:pt x="169608" y="214172"/>
                </a:lnTo>
                <a:lnTo>
                  <a:pt x="208267" y="207835"/>
                </a:lnTo>
                <a:lnTo>
                  <a:pt x="237667" y="194856"/>
                </a:lnTo>
                <a:lnTo>
                  <a:pt x="241973" y="190449"/>
                </a:lnTo>
                <a:lnTo>
                  <a:pt x="256438" y="175615"/>
                </a:lnTo>
                <a:lnTo>
                  <a:pt x="263182" y="150507"/>
                </a:lnTo>
                <a:lnTo>
                  <a:pt x="255104" y="124015"/>
                </a:lnTo>
                <a:lnTo>
                  <a:pt x="241287" y="111912"/>
                </a:lnTo>
                <a:lnTo>
                  <a:pt x="232625" y="104317"/>
                </a:lnTo>
                <a:lnTo>
                  <a:pt x="230390" y="103543"/>
                </a:lnTo>
                <a:lnTo>
                  <a:pt x="230390" y="150507"/>
                </a:lnTo>
                <a:lnTo>
                  <a:pt x="224815" y="166941"/>
                </a:lnTo>
                <a:lnTo>
                  <a:pt x="208991" y="179590"/>
                </a:lnTo>
                <a:lnTo>
                  <a:pt x="184226" y="187680"/>
                </a:lnTo>
                <a:lnTo>
                  <a:pt x="151853" y="190449"/>
                </a:lnTo>
                <a:lnTo>
                  <a:pt x="119392" y="187680"/>
                </a:lnTo>
                <a:lnTo>
                  <a:pt x="94665" y="179590"/>
                </a:lnTo>
                <a:lnTo>
                  <a:pt x="78943" y="166941"/>
                </a:lnTo>
                <a:lnTo>
                  <a:pt x="73507" y="150507"/>
                </a:lnTo>
                <a:lnTo>
                  <a:pt x="78943" y="134645"/>
                </a:lnTo>
                <a:lnTo>
                  <a:pt x="94665" y="122529"/>
                </a:lnTo>
                <a:lnTo>
                  <a:pt x="119392" y="114744"/>
                </a:lnTo>
                <a:lnTo>
                  <a:pt x="151853" y="111912"/>
                </a:lnTo>
                <a:lnTo>
                  <a:pt x="184226" y="114744"/>
                </a:lnTo>
                <a:lnTo>
                  <a:pt x="208991" y="122529"/>
                </a:lnTo>
                <a:lnTo>
                  <a:pt x="224815" y="134645"/>
                </a:lnTo>
                <a:lnTo>
                  <a:pt x="230390" y="150507"/>
                </a:lnTo>
                <a:lnTo>
                  <a:pt x="230390" y="103543"/>
                </a:lnTo>
                <a:lnTo>
                  <a:pt x="197599" y="92024"/>
                </a:lnTo>
                <a:lnTo>
                  <a:pt x="151853" y="87795"/>
                </a:lnTo>
                <a:lnTo>
                  <a:pt x="105892" y="92024"/>
                </a:lnTo>
                <a:lnTo>
                  <a:pt x="70840" y="104317"/>
                </a:lnTo>
                <a:lnTo>
                  <a:pt x="48552" y="124015"/>
                </a:lnTo>
                <a:lnTo>
                  <a:pt x="40906" y="150507"/>
                </a:lnTo>
                <a:lnTo>
                  <a:pt x="47320" y="175755"/>
                </a:lnTo>
                <a:lnTo>
                  <a:pt x="66154" y="195072"/>
                </a:lnTo>
                <a:lnTo>
                  <a:pt x="95961" y="208026"/>
                </a:lnTo>
                <a:lnTo>
                  <a:pt x="135255" y="214172"/>
                </a:lnTo>
                <a:lnTo>
                  <a:pt x="135255" y="247167"/>
                </a:lnTo>
                <a:lnTo>
                  <a:pt x="99085" y="247980"/>
                </a:lnTo>
                <a:lnTo>
                  <a:pt x="0" y="248716"/>
                </a:lnTo>
                <a:lnTo>
                  <a:pt x="4432" y="275729"/>
                </a:lnTo>
                <a:lnTo>
                  <a:pt x="49339" y="275678"/>
                </a:lnTo>
                <a:lnTo>
                  <a:pt x="98310" y="275018"/>
                </a:lnTo>
                <a:lnTo>
                  <a:pt x="150139" y="273316"/>
                </a:lnTo>
                <a:lnTo>
                  <a:pt x="203593" y="270141"/>
                </a:lnTo>
                <a:lnTo>
                  <a:pt x="257441" y="265049"/>
                </a:lnTo>
                <a:lnTo>
                  <a:pt x="310464" y="257594"/>
                </a:lnTo>
                <a:close/>
              </a:path>
              <a:path w="1395095" h="485139">
                <a:moveTo>
                  <a:pt x="393242" y="454215"/>
                </a:moveTo>
                <a:lnTo>
                  <a:pt x="99758" y="454215"/>
                </a:lnTo>
                <a:lnTo>
                  <a:pt x="99758" y="405396"/>
                </a:lnTo>
                <a:lnTo>
                  <a:pt x="374142" y="405396"/>
                </a:lnTo>
                <a:lnTo>
                  <a:pt x="374142" y="312585"/>
                </a:lnTo>
                <a:lnTo>
                  <a:pt x="64439" y="312585"/>
                </a:lnTo>
                <a:lnTo>
                  <a:pt x="64439" y="338061"/>
                </a:lnTo>
                <a:lnTo>
                  <a:pt x="340182" y="338061"/>
                </a:lnTo>
                <a:lnTo>
                  <a:pt x="340182" y="381279"/>
                </a:lnTo>
                <a:lnTo>
                  <a:pt x="65798" y="381279"/>
                </a:lnTo>
                <a:lnTo>
                  <a:pt x="65798" y="480263"/>
                </a:lnTo>
                <a:lnTo>
                  <a:pt x="393242" y="480263"/>
                </a:lnTo>
                <a:lnTo>
                  <a:pt x="393242" y="454215"/>
                </a:lnTo>
                <a:close/>
              </a:path>
              <a:path w="1395095" h="485139">
                <a:moveTo>
                  <a:pt x="449389" y="131394"/>
                </a:moveTo>
                <a:lnTo>
                  <a:pt x="374142" y="131394"/>
                </a:lnTo>
                <a:lnTo>
                  <a:pt x="374142" y="4826"/>
                </a:lnTo>
                <a:lnTo>
                  <a:pt x="339788" y="4826"/>
                </a:lnTo>
                <a:lnTo>
                  <a:pt x="339788" y="289433"/>
                </a:lnTo>
                <a:lnTo>
                  <a:pt x="374142" y="289433"/>
                </a:lnTo>
                <a:lnTo>
                  <a:pt x="374142" y="161112"/>
                </a:lnTo>
                <a:lnTo>
                  <a:pt x="449389" y="161112"/>
                </a:lnTo>
                <a:lnTo>
                  <a:pt x="449389" y="131394"/>
                </a:lnTo>
                <a:close/>
              </a:path>
              <a:path w="1395095" h="485139">
                <a:moveTo>
                  <a:pt x="857694" y="399999"/>
                </a:moveTo>
                <a:lnTo>
                  <a:pt x="846328" y="363943"/>
                </a:lnTo>
                <a:lnTo>
                  <a:pt x="823353" y="345313"/>
                </a:lnTo>
                <a:lnTo>
                  <a:pt x="823353" y="399999"/>
                </a:lnTo>
                <a:lnTo>
                  <a:pt x="814006" y="424141"/>
                </a:lnTo>
                <a:lnTo>
                  <a:pt x="787831" y="442252"/>
                </a:lnTo>
                <a:lnTo>
                  <a:pt x="746696" y="453555"/>
                </a:lnTo>
                <a:lnTo>
                  <a:pt x="692531" y="457301"/>
                </a:lnTo>
                <a:lnTo>
                  <a:pt x="638149" y="453555"/>
                </a:lnTo>
                <a:lnTo>
                  <a:pt x="596988" y="442252"/>
                </a:lnTo>
                <a:lnTo>
                  <a:pt x="570992" y="424141"/>
                </a:lnTo>
                <a:lnTo>
                  <a:pt x="562089" y="399999"/>
                </a:lnTo>
                <a:lnTo>
                  <a:pt x="570992" y="376275"/>
                </a:lnTo>
                <a:lnTo>
                  <a:pt x="596988" y="358343"/>
                </a:lnTo>
                <a:lnTo>
                  <a:pt x="638149" y="346951"/>
                </a:lnTo>
                <a:lnTo>
                  <a:pt x="692531" y="342874"/>
                </a:lnTo>
                <a:lnTo>
                  <a:pt x="746696" y="346951"/>
                </a:lnTo>
                <a:lnTo>
                  <a:pt x="787831" y="358343"/>
                </a:lnTo>
                <a:lnTo>
                  <a:pt x="814006" y="376275"/>
                </a:lnTo>
                <a:lnTo>
                  <a:pt x="823353" y="399999"/>
                </a:lnTo>
                <a:lnTo>
                  <a:pt x="823353" y="345313"/>
                </a:lnTo>
                <a:lnTo>
                  <a:pt x="820356" y="342874"/>
                </a:lnTo>
                <a:lnTo>
                  <a:pt x="813752" y="337527"/>
                </a:lnTo>
                <a:lnTo>
                  <a:pt x="761860" y="321310"/>
                </a:lnTo>
                <a:lnTo>
                  <a:pt x="692531" y="315861"/>
                </a:lnTo>
                <a:lnTo>
                  <a:pt x="622871" y="321310"/>
                </a:lnTo>
                <a:lnTo>
                  <a:pt x="570826" y="337527"/>
                </a:lnTo>
                <a:lnTo>
                  <a:pt x="538238" y="363943"/>
                </a:lnTo>
                <a:lnTo>
                  <a:pt x="526973" y="399999"/>
                </a:lnTo>
                <a:lnTo>
                  <a:pt x="538238" y="436410"/>
                </a:lnTo>
                <a:lnTo>
                  <a:pt x="570826" y="463092"/>
                </a:lnTo>
                <a:lnTo>
                  <a:pt x="622871" y="479501"/>
                </a:lnTo>
                <a:lnTo>
                  <a:pt x="692531" y="485089"/>
                </a:lnTo>
                <a:lnTo>
                  <a:pt x="761860" y="479501"/>
                </a:lnTo>
                <a:lnTo>
                  <a:pt x="813752" y="463092"/>
                </a:lnTo>
                <a:lnTo>
                  <a:pt x="820826" y="457301"/>
                </a:lnTo>
                <a:lnTo>
                  <a:pt x="846328" y="436410"/>
                </a:lnTo>
                <a:lnTo>
                  <a:pt x="857694" y="399999"/>
                </a:lnTo>
                <a:close/>
              </a:path>
              <a:path w="1395095" h="485139">
                <a:moveTo>
                  <a:pt x="912114" y="246405"/>
                </a:moveTo>
                <a:lnTo>
                  <a:pt x="800392" y="246405"/>
                </a:lnTo>
                <a:lnTo>
                  <a:pt x="800392" y="184073"/>
                </a:lnTo>
                <a:lnTo>
                  <a:pt x="800392" y="174434"/>
                </a:lnTo>
                <a:lnTo>
                  <a:pt x="822604" y="163436"/>
                </a:lnTo>
                <a:lnTo>
                  <a:pt x="826223" y="161645"/>
                </a:lnTo>
                <a:lnTo>
                  <a:pt x="845235" y="145364"/>
                </a:lnTo>
                <a:lnTo>
                  <a:pt x="856970" y="125717"/>
                </a:lnTo>
                <a:lnTo>
                  <a:pt x="860983" y="102844"/>
                </a:lnTo>
                <a:lnTo>
                  <a:pt x="853465" y="72110"/>
                </a:lnTo>
                <a:lnTo>
                  <a:pt x="831684" y="47548"/>
                </a:lnTo>
                <a:lnTo>
                  <a:pt x="826058" y="44653"/>
                </a:lnTo>
                <a:lnTo>
                  <a:pt x="826058" y="102844"/>
                </a:lnTo>
                <a:lnTo>
                  <a:pt x="816635" y="128270"/>
                </a:lnTo>
                <a:lnTo>
                  <a:pt x="789800" y="147320"/>
                </a:lnTo>
                <a:lnTo>
                  <a:pt x="766432" y="153962"/>
                </a:lnTo>
                <a:lnTo>
                  <a:pt x="766432" y="184073"/>
                </a:lnTo>
                <a:lnTo>
                  <a:pt x="766432" y="246405"/>
                </a:lnTo>
                <a:lnTo>
                  <a:pt x="619404" y="246405"/>
                </a:lnTo>
                <a:lnTo>
                  <a:pt x="619404" y="184264"/>
                </a:lnTo>
                <a:lnTo>
                  <a:pt x="635927" y="186944"/>
                </a:lnTo>
                <a:lnTo>
                  <a:pt x="653630" y="188874"/>
                </a:lnTo>
                <a:lnTo>
                  <a:pt x="672452" y="190042"/>
                </a:lnTo>
                <a:lnTo>
                  <a:pt x="692340" y="190449"/>
                </a:lnTo>
                <a:lnTo>
                  <a:pt x="712520" y="190042"/>
                </a:lnTo>
                <a:lnTo>
                  <a:pt x="731621" y="188849"/>
                </a:lnTo>
                <a:lnTo>
                  <a:pt x="749617" y="186867"/>
                </a:lnTo>
                <a:lnTo>
                  <a:pt x="765263" y="184264"/>
                </a:lnTo>
                <a:lnTo>
                  <a:pt x="766432" y="184073"/>
                </a:lnTo>
                <a:lnTo>
                  <a:pt x="766432" y="153962"/>
                </a:lnTo>
                <a:lnTo>
                  <a:pt x="747661" y="159283"/>
                </a:lnTo>
                <a:lnTo>
                  <a:pt x="692340" y="163436"/>
                </a:lnTo>
                <a:lnTo>
                  <a:pt x="636930" y="159283"/>
                </a:lnTo>
                <a:lnTo>
                  <a:pt x="594842" y="147320"/>
                </a:lnTo>
                <a:lnTo>
                  <a:pt x="568172" y="128270"/>
                </a:lnTo>
                <a:lnTo>
                  <a:pt x="559003" y="102844"/>
                </a:lnTo>
                <a:lnTo>
                  <a:pt x="568172" y="77558"/>
                </a:lnTo>
                <a:lnTo>
                  <a:pt x="594842" y="58420"/>
                </a:lnTo>
                <a:lnTo>
                  <a:pt x="636930" y="46291"/>
                </a:lnTo>
                <a:lnTo>
                  <a:pt x="692340" y="42062"/>
                </a:lnTo>
                <a:lnTo>
                  <a:pt x="747661" y="46291"/>
                </a:lnTo>
                <a:lnTo>
                  <a:pt x="789800" y="58420"/>
                </a:lnTo>
                <a:lnTo>
                  <a:pt x="816635" y="77558"/>
                </a:lnTo>
                <a:lnTo>
                  <a:pt x="826058" y="102844"/>
                </a:lnTo>
                <a:lnTo>
                  <a:pt x="826058" y="44653"/>
                </a:lnTo>
                <a:lnTo>
                  <a:pt x="821067" y="42062"/>
                </a:lnTo>
                <a:lnTo>
                  <a:pt x="796798" y="29527"/>
                </a:lnTo>
                <a:lnTo>
                  <a:pt x="749960" y="18440"/>
                </a:lnTo>
                <a:lnTo>
                  <a:pt x="692340" y="14655"/>
                </a:lnTo>
                <a:lnTo>
                  <a:pt x="634542" y="18440"/>
                </a:lnTo>
                <a:lnTo>
                  <a:pt x="587641" y="29527"/>
                </a:lnTo>
                <a:lnTo>
                  <a:pt x="552754" y="47548"/>
                </a:lnTo>
                <a:lnTo>
                  <a:pt x="530999" y="72110"/>
                </a:lnTo>
                <a:lnTo>
                  <a:pt x="523506" y="102844"/>
                </a:lnTo>
                <a:lnTo>
                  <a:pt x="527583" y="125971"/>
                </a:lnTo>
                <a:lnTo>
                  <a:pt x="539546" y="145796"/>
                </a:lnTo>
                <a:lnTo>
                  <a:pt x="558914" y="162179"/>
                </a:lnTo>
                <a:lnTo>
                  <a:pt x="585241" y="175006"/>
                </a:lnTo>
                <a:lnTo>
                  <a:pt x="585241" y="246405"/>
                </a:lnTo>
                <a:lnTo>
                  <a:pt x="473329" y="246405"/>
                </a:lnTo>
                <a:lnTo>
                  <a:pt x="473329" y="274955"/>
                </a:lnTo>
                <a:lnTo>
                  <a:pt x="912114" y="274955"/>
                </a:lnTo>
                <a:lnTo>
                  <a:pt x="912114" y="246405"/>
                </a:lnTo>
                <a:close/>
              </a:path>
              <a:path w="1395095" h="485139">
                <a:moveTo>
                  <a:pt x="1205230" y="214172"/>
                </a:moveTo>
                <a:lnTo>
                  <a:pt x="1196822" y="177406"/>
                </a:lnTo>
                <a:lnTo>
                  <a:pt x="1176274" y="152819"/>
                </a:lnTo>
                <a:lnTo>
                  <a:pt x="1173391" y="149364"/>
                </a:lnTo>
                <a:lnTo>
                  <a:pt x="1172806" y="149085"/>
                </a:lnTo>
                <a:lnTo>
                  <a:pt x="1172806" y="214172"/>
                </a:lnTo>
                <a:lnTo>
                  <a:pt x="1166672" y="238836"/>
                </a:lnTo>
                <a:lnTo>
                  <a:pt x="1149870" y="257860"/>
                </a:lnTo>
                <a:lnTo>
                  <a:pt x="1124000" y="270052"/>
                </a:lnTo>
                <a:lnTo>
                  <a:pt x="1090612" y="274193"/>
                </a:lnTo>
                <a:lnTo>
                  <a:pt x="1056678" y="270052"/>
                </a:lnTo>
                <a:lnTo>
                  <a:pt x="1030605" y="257860"/>
                </a:lnTo>
                <a:lnTo>
                  <a:pt x="1013929" y="238836"/>
                </a:lnTo>
                <a:lnTo>
                  <a:pt x="1008227" y="214172"/>
                </a:lnTo>
                <a:lnTo>
                  <a:pt x="1013929" y="189128"/>
                </a:lnTo>
                <a:lnTo>
                  <a:pt x="1030605" y="169748"/>
                </a:lnTo>
                <a:lnTo>
                  <a:pt x="1056678" y="157251"/>
                </a:lnTo>
                <a:lnTo>
                  <a:pt x="1090612" y="152819"/>
                </a:lnTo>
                <a:lnTo>
                  <a:pt x="1124000" y="157251"/>
                </a:lnTo>
                <a:lnTo>
                  <a:pt x="1149870" y="169748"/>
                </a:lnTo>
                <a:lnTo>
                  <a:pt x="1166672" y="189128"/>
                </a:lnTo>
                <a:lnTo>
                  <a:pt x="1172806" y="214172"/>
                </a:lnTo>
                <a:lnTo>
                  <a:pt x="1172806" y="149085"/>
                </a:lnTo>
                <a:lnTo>
                  <a:pt x="1137234" y="131495"/>
                </a:lnTo>
                <a:lnTo>
                  <a:pt x="1090612" y="125222"/>
                </a:lnTo>
                <a:lnTo>
                  <a:pt x="1043368" y="131495"/>
                </a:lnTo>
                <a:lnTo>
                  <a:pt x="1006995" y="149364"/>
                </a:lnTo>
                <a:lnTo>
                  <a:pt x="983678" y="177406"/>
                </a:lnTo>
                <a:lnTo>
                  <a:pt x="975614" y="214172"/>
                </a:lnTo>
                <a:lnTo>
                  <a:pt x="983678" y="250558"/>
                </a:lnTo>
                <a:lnTo>
                  <a:pt x="1006995" y="278282"/>
                </a:lnTo>
                <a:lnTo>
                  <a:pt x="1043368" y="295960"/>
                </a:lnTo>
                <a:lnTo>
                  <a:pt x="1090612" y="302171"/>
                </a:lnTo>
                <a:lnTo>
                  <a:pt x="1137234" y="295960"/>
                </a:lnTo>
                <a:lnTo>
                  <a:pt x="1173391" y="278282"/>
                </a:lnTo>
                <a:lnTo>
                  <a:pt x="1176858" y="274193"/>
                </a:lnTo>
                <a:lnTo>
                  <a:pt x="1196822" y="250558"/>
                </a:lnTo>
                <a:lnTo>
                  <a:pt x="1205230" y="214172"/>
                </a:lnTo>
                <a:close/>
              </a:path>
              <a:path w="1395095" h="485139">
                <a:moveTo>
                  <a:pt x="1234173" y="66954"/>
                </a:moveTo>
                <a:lnTo>
                  <a:pt x="1107782" y="66954"/>
                </a:lnTo>
                <a:lnTo>
                  <a:pt x="1107782" y="5397"/>
                </a:lnTo>
                <a:lnTo>
                  <a:pt x="1073632" y="5397"/>
                </a:lnTo>
                <a:lnTo>
                  <a:pt x="1073632" y="66954"/>
                </a:lnTo>
                <a:lnTo>
                  <a:pt x="947051" y="66954"/>
                </a:lnTo>
                <a:lnTo>
                  <a:pt x="947051" y="95707"/>
                </a:lnTo>
                <a:lnTo>
                  <a:pt x="1234173" y="95707"/>
                </a:lnTo>
                <a:lnTo>
                  <a:pt x="1234173" y="66954"/>
                </a:lnTo>
                <a:close/>
              </a:path>
              <a:path w="1395095" h="485139">
                <a:moveTo>
                  <a:pt x="1343774" y="445719"/>
                </a:moveTo>
                <a:lnTo>
                  <a:pt x="1056068" y="445719"/>
                </a:lnTo>
                <a:lnTo>
                  <a:pt x="1056068" y="336892"/>
                </a:lnTo>
                <a:lnTo>
                  <a:pt x="1022108" y="336892"/>
                </a:lnTo>
                <a:lnTo>
                  <a:pt x="1022108" y="474865"/>
                </a:lnTo>
                <a:lnTo>
                  <a:pt x="1343774" y="474865"/>
                </a:lnTo>
                <a:lnTo>
                  <a:pt x="1343774" y="445719"/>
                </a:lnTo>
                <a:close/>
              </a:path>
              <a:path w="1395095" h="485139">
                <a:moveTo>
                  <a:pt x="1394714" y="167487"/>
                </a:moveTo>
                <a:lnTo>
                  <a:pt x="1320228" y="167487"/>
                </a:lnTo>
                <a:lnTo>
                  <a:pt x="1320228" y="5397"/>
                </a:lnTo>
                <a:lnTo>
                  <a:pt x="1285697" y="5397"/>
                </a:lnTo>
                <a:lnTo>
                  <a:pt x="1285697" y="366610"/>
                </a:lnTo>
                <a:lnTo>
                  <a:pt x="1320228" y="366610"/>
                </a:lnTo>
                <a:lnTo>
                  <a:pt x="1320228" y="197002"/>
                </a:lnTo>
                <a:lnTo>
                  <a:pt x="1394714" y="197002"/>
                </a:lnTo>
                <a:lnTo>
                  <a:pt x="1394714" y="167487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7" name="object 87"/>
          <p:cNvGrpSpPr/>
          <p:nvPr/>
        </p:nvGrpSpPr>
        <p:grpSpPr>
          <a:xfrm>
            <a:off x="1018334" y="9539142"/>
            <a:ext cx="891540" cy="185420"/>
            <a:chOff x="1018334" y="9539142"/>
            <a:chExt cx="891540" cy="185420"/>
          </a:xfrm>
        </p:grpSpPr>
        <p:sp>
          <p:nvSpPr>
            <p:cNvPr id="88" name="object 88"/>
            <p:cNvSpPr/>
            <p:nvPr/>
          </p:nvSpPr>
          <p:spPr>
            <a:xfrm>
              <a:off x="1018324" y="9540011"/>
              <a:ext cx="520700" cy="184785"/>
            </a:xfrm>
            <a:custGeom>
              <a:avLst/>
              <a:gdLst/>
              <a:ahLst/>
              <a:cxnLst/>
              <a:rect l="l" t="t" r="r" b="b"/>
              <a:pathLst>
                <a:path w="520700" h="184784">
                  <a:moveTo>
                    <a:pt x="99860" y="81661"/>
                  </a:moveTo>
                  <a:lnTo>
                    <a:pt x="96520" y="67195"/>
                  </a:lnTo>
                  <a:lnTo>
                    <a:pt x="93738" y="63830"/>
                  </a:lnTo>
                  <a:lnTo>
                    <a:pt x="87274" y="56045"/>
                  </a:lnTo>
                  <a:lnTo>
                    <a:pt x="78346" y="51549"/>
                  </a:lnTo>
                  <a:lnTo>
                    <a:pt x="78346" y="81661"/>
                  </a:lnTo>
                  <a:lnTo>
                    <a:pt x="76568" y="89052"/>
                  </a:lnTo>
                  <a:lnTo>
                    <a:pt x="71780" y="94526"/>
                  </a:lnTo>
                  <a:lnTo>
                    <a:pt x="64401" y="97929"/>
                  </a:lnTo>
                  <a:lnTo>
                    <a:pt x="54876" y="99060"/>
                  </a:lnTo>
                  <a:lnTo>
                    <a:pt x="45275" y="97929"/>
                  </a:lnTo>
                  <a:lnTo>
                    <a:pt x="37884" y="94526"/>
                  </a:lnTo>
                  <a:lnTo>
                    <a:pt x="33159" y="89052"/>
                  </a:lnTo>
                  <a:lnTo>
                    <a:pt x="31559" y="81661"/>
                  </a:lnTo>
                  <a:lnTo>
                    <a:pt x="33159" y="74129"/>
                  </a:lnTo>
                  <a:lnTo>
                    <a:pt x="37884" y="68516"/>
                  </a:lnTo>
                  <a:lnTo>
                    <a:pt x="45275" y="65036"/>
                  </a:lnTo>
                  <a:lnTo>
                    <a:pt x="54876" y="63830"/>
                  </a:lnTo>
                  <a:lnTo>
                    <a:pt x="64401" y="65036"/>
                  </a:lnTo>
                  <a:lnTo>
                    <a:pt x="71780" y="68516"/>
                  </a:lnTo>
                  <a:lnTo>
                    <a:pt x="76568" y="74129"/>
                  </a:lnTo>
                  <a:lnTo>
                    <a:pt x="78346" y="81661"/>
                  </a:lnTo>
                  <a:lnTo>
                    <a:pt x="78346" y="51549"/>
                  </a:lnTo>
                  <a:lnTo>
                    <a:pt x="73075" y="48882"/>
                  </a:lnTo>
                  <a:lnTo>
                    <a:pt x="54876" y="46355"/>
                  </a:lnTo>
                  <a:lnTo>
                    <a:pt x="36423" y="48882"/>
                  </a:lnTo>
                  <a:lnTo>
                    <a:pt x="22085" y="56045"/>
                  </a:lnTo>
                  <a:lnTo>
                    <a:pt x="12801" y="67195"/>
                  </a:lnTo>
                  <a:lnTo>
                    <a:pt x="9537" y="81661"/>
                  </a:lnTo>
                  <a:lnTo>
                    <a:pt x="12801" y="95973"/>
                  </a:lnTo>
                  <a:lnTo>
                    <a:pt x="22085" y="106972"/>
                  </a:lnTo>
                  <a:lnTo>
                    <a:pt x="36423" y="114007"/>
                  </a:lnTo>
                  <a:lnTo>
                    <a:pt x="54876" y="116459"/>
                  </a:lnTo>
                  <a:lnTo>
                    <a:pt x="73075" y="114007"/>
                  </a:lnTo>
                  <a:lnTo>
                    <a:pt x="87274" y="106972"/>
                  </a:lnTo>
                  <a:lnTo>
                    <a:pt x="93929" y="99060"/>
                  </a:lnTo>
                  <a:lnTo>
                    <a:pt x="96520" y="95973"/>
                  </a:lnTo>
                  <a:lnTo>
                    <a:pt x="99860" y="81661"/>
                  </a:lnTo>
                  <a:close/>
                </a:path>
                <a:path w="520700" h="184784">
                  <a:moveTo>
                    <a:pt x="109537" y="20586"/>
                  </a:moveTo>
                  <a:lnTo>
                    <a:pt x="66141" y="20586"/>
                  </a:lnTo>
                  <a:lnTo>
                    <a:pt x="66141" y="0"/>
                  </a:lnTo>
                  <a:lnTo>
                    <a:pt x="43535" y="0"/>
                  </a:lnTo>
                  <a:lnTo>
                    <a:pt x="43535" y="20586"/>
                  </a:lnTo>
                  <a:lnTo>
                    <a:pt x="0" y="20586"/>
                  </a:lnTo>
                  <a:lnTo>
                    <a:pt x="0" y="38633"/>
                  </a:lnTo>
                  <a:lnTo>
                    <a:pt x="109537" y="38633"/>
                  </a:lnTo>
                  <a:lnTo>
                    <a:pt x="109537" y="20586"/>
                  </a:lnTo>
                  <a:close/>
                </a:path>
                <a:path w="520700" h="184784">
                  <a:moveTo>
                    <a:pt x="152704" y="162521"/>
                  </a:moveTo>
                  <a:lnTo>
                    <a:pt x="49822" y="162521"/>
                  </a:lnTo>
                  <a:lnTo>
                    <a:pt x="49822" y="127215"/>
                  </a:lnTo>
                  <a:lnTo>
                    <a:pt x="27228" y="127215"/>
                  </a:lnTo>
                  <a:lnTo>
                    <a:pt x="27228" y="180936"/>
                  </a:lnTo>
                  <a:lnTo>
                    <a:pt x="152704" y="180936"/>
                  </a:lnTo>
                  <a:lnTo>
                    <a:pt x="152704" y="162521"/>
                  </a:lnTo>
                  <a:close/>
                </a:path>
                <a:path w="520700" h="184784">
                  <a:moveTo>
                    <a:pt x="171259" y="58127"/>
                  </a:moveTo>
                  <a:lnTo>
                    <a:pt x="145491" y="58127"/>
                  </a:lnTo>
                  <a:lnTo>
                    <a:pt x="145491" y="152"/>
                  </a:lnTo>
                  <a:lnTo>
                    <a:pt x="122669" y="152"/>
                  </a:lnTo>
                  <a:lnTo>
                    <a:pt x="122669" y="138049"/>
                  </a:lnTo>
                  <a:lnTo>
                    <a:pt x="145491" y="138049"/>
                  </a:lnTo>
                  <a:lnTo>
                    <a:pt x="145491" y="76822"/>
                  </a:lnTo>
                  <a:lnTo>
                    <a:pt x="171259" y="76822"/>
                  </a:lnTo>
                  <a:lnTo>
                    <a:pt x="171259" y="58127"/>
                  </a:lnTo>
                  <a:close/>
                </a:path>
                <a:path w="520700" h="184784">
                  <a:moveTo>
                    <a:pt x="289750" y="85051"/>
                  </a:moveTo>
                  <a:lnTo>
                    <a:pt x="288137" y="74155"/>
                  </a:lnTo>
                  <a:lnTo>
                    <a:pt x="286994" y="66433"/>
                  </a:lnTo>
                  <a:lnTo>
                    <a:pt x="267144" y="69773"/>
                  </a:lnTo>
                  <a:lnTo>
                    <a:pt x="247954" y="72110"/>
                  </a:lnTo>
                  <a:lnTo>
                    <a:pt x="229387" y="73520"/>
                  </a:lnTo>
                  <a:lnTo>
                    <a:pt x="211404" y="74155"/>
                  </a:lnTo>
                  <a:lnTo>
                    <a:pt x="211404" y="9029"/>
                  </a:lnTo>
                  <a:lnTo>
                    <a:pt x="188595" y="9029"/>
                  </a:lnTo>
                  <a:lnTo>
                    <a:pt x="188595" y="92925"/>
                  </a:lnTo>
                  <a:lnTo>
                    <a:pt x="203974" y="92925"/>
                  </a:lnTo>
                  <a:lnTo>
                    <a:pt x="224294" y="92532"/>
                  </a:lnTo>
                  <a:lnTo>
                    <a:pt x="245338" y="91262"/>
                  </a:lnTo>
                  <a:lnTo>
                    <a:pt x="267144" y="88861"/>
                  </a:lnTo>
                  <a:lnTo>
                    <a:pt x="289750" y="85051"/>
                  </a:lnTo>
                  <a:close/>
                </a:path>
                <a:path w="520700" h="184784">
                  <a:moveTo>
                    <a:pt x="326275" y="113144"/>
                  </a:moveTo>
                  <a:lnTo>
                    <a:pt x="304038" y="113144"/>
                  </a:lnTo>
                  <a:lnTo>
                    <a:pt x="304038" y="130835"/>
                  </a:lnTo>
                  <a:lnTo>
                    <a:pt x="304038" y="164109"/>
                  </a:lnTo>
                  <a:lnTo>
                    <a:pt x="229019" y="164109"/>
                  </a:lnTo>
                  <a:lnTo>
                    <a:pt x="229019" y="130835"/>
                  </a:lnTo>
                  <a:lnTo>
                    <a:pt x="304038" y="130835"/>
                  </a:lnTo>
                  <a:lnTo>
                    <a:pt x="304038" y="113144"/>
                  </a:lnTo>
                  <a:lnTo>
                    <a:pt x="206781" y="113144"/>
                  </a:lnTo>
                  <a:lnTo>
                    <a:pt x="206781" y="182016"/>
                  </a:lnTo>
                  <a:lnTo>
                    <a:pt x="326275" y="182016"/>
                  </a:lnTo>
                  <a:lnTo>
                    <a:pt x="326275" y="164109"/>
                  </a:lnTo>
                  <a:lnTo>
                    <a:pt x="326275" y="130835"/>
                  </a:lnTo>
                  <a:lnTo>
                    <a:pt x="326275" y="113144"/>
                  </a:lnTo>
                  <a:close/>
                </a:path>
                <a:path w="520700" h="184784">
                  <a:moveTo>
                    <a:pt x="352196" y="40144"/>
                  </a:moveTo>
                  <a:lnTo>
                    <a:pt x="326275" y="40144"/>
                  </a:lnTo>
                  <a:lnTo>
                    <a:pt x="326275" y="152"/>
                  </a:lnTo>
                  <a:lnTo>
                    <a:pt x="303466" y="152"/>
                  </a:lnTo>
                  <a:lnTo>
                    <a:pt x="303466" y="104190"/>
                  </a:lnTo>
                  <a:lnTo>
                    <a:pt x="326275" y="104190"/>
                  </a:lnTo>
                  <a:lnTo>
                    <a:pt x="326275" y="58851"/>
                  </a:lnTo>
                  <a:lnTo>
                    <a:pt x="352196" y="58851"/>
                  </a:lnTo>
                  <a:lnTo>
                    <a:pt x="352196" y="40144"/>
                  </a:lnTo>
                  <a:close/>
                </a:path>
                <a:path w="520700" h="184784">
                  <a:moveTo>
                    <a:pt x="447065" y="136105"/>
                  </a:moveTo>
                  <a:lnTo>
                    <a:pt x="445731" y="122237"/>
                  </a:lnTo>
                  <a:lnTo>
                    <a:pt x="445262" y="117475"/>
                  </a:lnTo>
                  <a:lnTo>
                    <a:pt x="431520" y="119722"/>
                  </a:lnTo>
                  <a:lnTo>
                    <a:pt x="418084" y="121158"/>
                  </a:lnTo>
                  <a:lnTo>
                    <a:pt x="404393" y="121945"/>
                  </a:lnTo>
                  <a:lnTo>
                    <a:pt x="389890" y="122237"/>
                  </a:lnTo>
                  <a:lnTo>
                    <a:pt x="389890" y="40081"/>
                  </a:lnTo>
                  <a:lnTo>
                    <a:pt x="436092" y="40081"/>
                  </a:lnTo>
                  <a:lnTo>
                    <a:pt x="436092" y="21805"/>
                  </a:lnTo>
                  <a:lnTo>
                    <a:pt x="367144" y="21805"/>
                  </a:lnTo>
                  <a:lnTo>
                    <a:pt x="367144" y="141376"/>
                  </a:lnTo>
                  <a:lnTo>
                    <a:pt x="379704" y="141376"/>
                  </a:lnTo>
                  <a:lnTo>
                    <a:pt x="397903" y="141122"/>
                  </a:lnTo>
                  <a:lnTo>
                    <a:pt x="414604" y="140360"/>
                  </a:lnTo>
                  <a:lnTo>
                    <a:pt x="430707" y="138798"/>
                  </a:lnTo>
                  <a:lnTo>
                    <a:pt x="447065" y="136105"/>
                  </a:lnTo>
                  <a:close/>
                </a:path>
                <a:path w="520700" h="184784">
                  <a:moveTo>
                    <a:pt x="520204" y="0"/>
                  </a:moveTo>
                  <a:lnTo>
                    <a:pt x="498690" y="0"/>
                  </a:lnTo>
                  <a:lnTo>
                    <a:pt x="498690" y="72136"/>
                  </a:lnTo>
                  <a:lnTo>
                    <a:pt x="477901" y="72136"/>
                  </a:lnTo>
                  <a:lnTo>
                    <a:pt x="477901" y="3467"/>
                  </a:lnTo>
                  <a:lnTo>
                    <a:pt x="457034" y="3467"/>
                  </a:lnTo>
                  <a:lnTo>
                    <a:pt x="457034" y="175234"/>
                  </a:lnTo>
                  <a:lnTo>
                    <a:pt x="477901" y="175234"/>
                  </a:lnTo>
                  <a:lnTo>
                    <a:pt x="477901" y="90474"/>
                  </a:lnTo>
                  <a:lnTo>
                    <a:pt x="498690" y="90474"/>
                  </a:lnTo>
                  <a:lnTo>
                    <a:pt x="498690" y="184404"/>
                  </a:lnTo>
                  <a:lnTo>
                    <a:pt x="520204" y="184404"/>
                  </a:lnTo>
                  <a:lnTo>
                    <a:pt x="520204" y="90474"/>
                  </a:lnTo>
                  <a:lnTo>
                    <a:pt x="520204" y="72136"/>
                  </a:lnTo>
                  <a:lnTo>
                    <a:pt x="520204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0704" y="9539142"/>
              <a:ext cx="348800" cy="185266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1980594" y="9539142"/>
            <a:ext cx="1428115" cy="186055"/>
            <a:chOff x="1980594" y="9539142"/>
            <a:chExt cx="1428115" cy="186055"/>
          </a:xfrm>
        </p:grpSpPr>
        <p:sp>
          <p:nvSpPr>
            <p:cNvPr id="91" name="object 91"/>
            <p:cNvSpPr/>
            <p:nvPr/>
          </p:nvSpPr>
          <p:spPr>
            <a:xfrm>
              <a:off x="1980590" y="9540011"/>
              <a:ext cx="144780" cy="184785"/>
            </a:xfrm>
            <a:custGeom>
              <a:avLst/>
              <a:gdLst/>
              <a:ahLst/>
              <a:cxnLst/>
              <a:rect l="l" t="t" r="r" b="b"/>
              <a:pathLst>
                <a:path w="144780" h="184784">
                  <a:moveTo>
                    <a:pt x="88950" y="11049"/>
                  </a:moveTo>
                  <a:lnTo>
                    <a:pt x="66344" y="11049"/>
                  </a:lnTo>
                  <a:lnTo>
                    <a:pt x="66344" y="37058"/>
                  </a:lnTo>
                  <a:lnTo>
                    <a:pt x="66344" y="54838"/>
                  </a:lnTo>
                  <a:lnTo>
                    <a:pt x="66344" y="81521"/>
                  </a:lnTo>
                  <a:lnTo>
                    <a:pt x="22453" y="81521"/>
                  </a:lnTo>
                  <a:lnTo>
                    <a:pt x="22453" y="54838"/>
                  </a:lnTo>
                  <a:lnTo>
                    <a:pt x="66344" y="54838"/>
                  </a:lnTo>
                  <a:lnTo>
                    <a:pt x="66344" y="37058"/>
                  </a:lnTo>
                  <a:lnTo>
                    <a:pt x="22453" y="37058"/>
                  </a:lnTo>
                  <a:lnTo>
                    <a:pt x="22453" y="11658"/>
                  </a:lnTo>
                  <a:lnTo>
                    <a:pt x="0" y="11658"/>
                  </a:lnTo>
                  <a:lnTo>
                    <a:pt x="0" y="37058"/>
                  </a:lnTo>
                  <a:lnTo>
                    <a:pt x="0" y="54838"/>
                  </a:lnTo>
                  <a:lnTo>
                    <a:pt x="0" y="81521"/>
                  </a:lnTo>
                  <a:lnTo>
                    <a:pt x="0" y="99288"/>
                  </a:lnTo>
                  <a:lnTo>
                    <a:pt x="88950" y="99288"/>
                  </a:lnTo>
                  <a:lnTo>
                    <a:pt x="88950" y="37058"/>
                  </a:lnTo>
                  <a:lnTo>
                    <a:pt x="88950" y="11049"/>
                  </a:lnTo>
                  <a:close/>
                </a:path>
                <a:path w="144780" h="184784">
                  <a:moveTo>
                    <a:pt x="144183" y="119621"/>
                  </a:moveTo>
                  <a:lnTo>
                    <a:pt x="18338" y="119621"/>
                  </a:lnTo>
                  <a:lnTo>
                    <a:pt x="18338" y="138658"/>
                  </a:lnTo>
                  <a:lnTo>
                    <a:pt x="121437" y="138658"/>
                  </a:lnTo>
                  <a:lnTo>
                    <a:pt x="121437" y="184378"/>
                  </a:lnTo>
                  <a:lnTo>
                    <a:pt x="144183" y="184378"/>
                  </a:lnTo>
                  <a:lnTo>
                    <a:pt x="144183" y="138658"/>
                  </a:lnTo>
                  <a:lnTo>
                    <a:pt x="144183" y="119621"/>
                  </a:lnTo>
                  <a:close/>
                </a:path>
                <a:path w="144780" h="184784">
                  <a:moveTo>
                    <a:pt x="144183" y="0"/>
                  </a:moveTo>
                  <a:lnTo>
                    <a:pt x="121437" y="0"/>
                  </a:lnTo>
                  <a:lnTo>
                    <a:pt x="121437" y="110756"/>
                  </a:lnTo>
                  <a:lnTo>
                    <a:pt x="144183" y="110756"/>
                  </a:lnTo>
                  <a:lnTo>
                    <a:pt x="14418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58063" y="9540008"/>
              <a:ext cx="152993" cy="1844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8637" y="9540008"/>
              <a:ext cx="147650" cy="18483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21954" y="9540008"/>
              <a:ext cx="146278" cy="184833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2694292" y="9539147"/>
              <a:ext cx="714375" cy="185420"/>
            </a:xfrm>
            <a:custGeom>
              <a:avLst/>
              <a:gdLst/>
              <a:ahLst/>
              <a:cxnLst/>
              <a:rect l="l" t="t" r="r" b="b"/>
              <a:pathLst>
                <a:path w="714375" h="185420">
                  <a:moveTo>
                    <a:pt x="147789" y="151904"/>
                  </a:moveTo>
                  <a:lnTo>
                    <a:pt x="143357" y="137553"/>
                  </a:lnTo>
                  <a:lnTo>
                    <a:pt x="141020" y="135597"/>
                  </a:lnTo>
                  <a:lnTo>
                    <a:pt x="130695" y="127000"/>
                  </a:lnTo>
                  <a:lnTo>
                    <a:pt x="125120" y="125209"/>
                  </a:lnTo>
                  <a:lnTo>
                    <a:pt x="125120" y="151904"/>
                  </a:lnTo>
                  <a:lnTo>
                    <a:pt x="122339" y="158864"/>
                  </a:lnTo>
                  <a:lnTo>
                    <a:pt x="114350" y="163868"/>
                  </a:lnTo>
                  <a:lnTo>
                    <a:pt x="101434" y="166890"/>
                  </a:lnTo>
                  <a:lnTo>
                    <a:pt x="83820" y="167868"/>
                  </a:lnTo>
                  <a:lnTo>
                    <a:pt x="66078" y="166890"/>
                  </a:lnTo>
                  <a:lnTo>
                    <a:pt x="53149" y="163868"/>
                  </a:lnTo>
                  <a:lnTo>
                    <a:pt x="45275" y="158864"/>
                  </a:lnTo>
                  <a:lnTo>
                    <a:pt x="42672" y="151904"/>
                  </a:lnTo>
                  <a:lnTo>
                    <a:pt x="45275" y="144792"/>
                  </a:lnTo>
                  <a:lnTo>
                    <a:pt x="53149" y="139687"/>
                  </a:lnTo>
                  <a:lnTo>
                    <a:pt x="66078" y="136613"/>
                  </a:lnTo>
                  <a:lnTo>
                    <a:pt x="83820" y="135597"/>
                  </a:lnTo>
                  <a:lnTo>
                    <a:pt x="101434" y="136613"/>
                  </a:lnTo>
                  <a:lnTo>
                    <a:pt x="114350" y="139687"/>
                  </a:lnTo>
                  <a:lnTo>
                    <a:pt x="122339" y="144792"/>
                  </a:lnTo>
                  <a:lnTo>
                    <a:pt x="125120" y="151904"/>
                  </a:lnTo>
                  <a:lnTo>
                    <a:pt x="125120" y="125209"/>
                  </a:lnTo>
                  <a:lnTo>
                    <a:pt x="110591" y="120523"/>
                  </a:lnTo>
                  <a:lnTo>
                    <a:pt x="83820" y="118338"/>
                  </a:lnTo>
                  <a:lnTo>
                    <a:pt x="56819" y="120523"/>
                  </a:lnTo>
                  <a:lnTo>
                    <a:pt x="36614" y="127000"/>
                  </a:lnTo>
                  <a:lnTo>
                    <a:pt x="23952" y="137553"/>
                  </a:lnTo>
                  <a:lnTo>
                    <a:pt x="19570" y="151904"/>
                  </a:lnTo>
                  <a:lnTo>
                    <a:pt x="23952" y="166230"/>
                  </a:lnTo>
                  <a:lnTo>
                    <a:pt x="36614" y="176758"/>
                  </a:lnTo>
                  <a:lnTo>
                    <a:pt x="56819" y="183235"/>
                  </a:lnTo>
                  <a:lnTo>
                    <a:pt x="83820" y="185407"/>
                  </a:lnTo>
                  <a:lnTo>
                    <a:pt x="110591" y="183235"/>
                  </a:lnTo>
                  <a:lnTo>
                    <a:pt x="130695" y="176758"/>
                  </a:lnTo>
                  <a:lnTo>
                    <a:pt x="141389" y="167868"/>
                  </a:lnTo>
                  <a:lnTo>
                    <a:pt x="143357" y="166230"/>
                  </a:lnTo>
                  <a:lnTo>
                    <a:pt x="147789" y="151904"/>
                  </a:lnTo>
                  <a:close/>
                </a:path>
                <a:path w="714375" h="185420">
                  <a:moveTo>
                    <a:pt x="150393" y="40868"/>
                  </a:moveTo>
                  <a:lnTo>
                    <a:pt x="145694" y="25958"/>
                  </a:lnTo>
                  <a:lnTo>
                    <a:pt x="142138" y="22961"/>
                  </a:lnTo>
                  <a:lnTo>
                    <a:pt x="132346" y="14706"/>
                  </a:lnTo>
                  <a:lnTo>
                    <a:pt x="127076" y="12915"/>
                  </a:lnTo>
                  <a:lnTo>
                    <a:pt x="127076" y="40868"/>
                  </a:lnTo>
                  <a:lnTo>
                    <a:pt x="124117" y="48641"/>
                  </a:lnTo>
                  <a:lnTo>
                    <a:pt x="115595" y="54267"/>
                  </a:lnTo>
                  <a:lnTo>
                    <a:pt x="102031" y="57696"/>
                  </a:lnTo>
                  <a:lnTo>
                    <a:pt x="83972" y="58839"/>
                  </a:lnTo>
                  <a:lnTo>
                    <a:pt x="65811" y="57696"/>
                  </a:lnTo>
                  <a:lnTo>
                    <a:pt x="52285" y="54267"/>
                  </a:lnTo>
                  <a:lnTo>
                    <a:pt x="43853" y="48641"/>
                  </a:lnTo>
                  <a:lnTo>
                    <a:pt x="41008" y="40868"/>
                  </a:lnTo>
                  <a:lnTo>
                    <a:pt x="43853" y="33096"/>
                  </a:lnTo>
                  <a:lnTo>
                    <a:pt x="52285" y="27470"/>
                  </a:lnTo>
                  <a:lnTo>
                    <a:pt x="65811" y="24079"/>
                  </a:lnTo>
                  <a:lnTo>
                    <a:pt x="83972" y="22961"/>
                  </a:lnTo>
                  <a:lnTo>
                    <a:pt x="102031" y="24079"/>
                  </a:lnTo>
                  <a:lnTo>
                    <a:pt x="115595" y="27470"/>
                  </a:lnTo>
                  <a:lnTo>
                    <a:pt x="124117" y="33096"/>
                  </a:lnTo>
                  <a:lnTo>
                    <a:pt x="127076" y="40868"/>
                  </a:lnTo>
                  <a:lnTo>
                    <a:pt x="127076" y="12915"/>
                  </a:lnTo>
                  <a:lnTo>
                    <a:pt x="111404" y="7569"/>
                  </a:lnTo>
                  <a:lnTo>
                    <a:pt x="83972" y="5054"/>
                  </a:lnTo>
                  <a:lnTo>
                    <a:pt x="56476" y="7569"/>
                  </a:lnTo>
                  <a:lnTo>
                    <a:pt x="35509" y="14706"/>
                  </a:lnTo>
                  <a:lnTo>
                    <a:pt x="22136" y="25958"/>
                  </a:lnTo>
                  <a:lnTo>
                    <a:pt x="17475" y="40868"/>
                  </a:lnTo>
                  <a:lnTo>
                    <a:pt x="22136" y="55880"/>
                  </a:lnTo>
                  <a:lnTo>
                    <a:pt x="35509" y="67106"/>
                  </a:lnTo>
                  <a:lnTo>
                    <a:pt x="56476" y="74142"/>
                  </a:lnTo>
                  <a:lnTo>
                    <a:pt x="83972" y="76606"/>
                  </a:lnTo>
                  <a:lnTo>
                    <a:pt x="111404" y="74142"/>
                  </a:lnTo>
                  <a:lnTo>
                    <a:pt x="132346" y="67106"/>
                  </a:lnTo>
                  <a:lnTo>
                    <a:pt x="142176" y="58839"/>
                  </a:lnTo>
                  <a:lnTo>
                    <a:pt x="145694" y="55880"/>
                  </a:lnTo>
                  <a:lnTo>
                    <a:pt x="150393" y="40868"/>
                  </a:lnTo>
                  <a:close/>
                </a:path>
                <a:path w="714375" h="185420">
                  <a:moveTo>
                    <a:pt x="168148" y="88379"/>
                  </a:moveTo>
                  <a:lnTo>
                    <a:pt x="0" y="88379"/>
                  </a:lnTo>
                  <a:lnTo>
                    <a:pt x="0" y="106286"/>
                  </a:lnTo>
                  <a:lnTo>
                    <a:pt x="168148" y="106286"/>
                  </a:lnTo>
                  <a:lnTo>
                    <a:pt x="168148" y="88379"/>
                  </a:lnTo>
                  <a:close/>
                </a:path>
                <a:path w="714375" h="185420">
                  <a:moveTo>
                    <a:pt x="328587" y="151841"/>
                  </a:moveTo>
                  <a:lnTo>
                    <a:pt x="324154" y="137731"/>
                  </a:lnTo>
                  <a:lnTo>
                    <a:pt x="322160" y="136093"/>
                  </a:lnTo>
                  <a:lnTo>
                    <a:pt x="311492" y="127393"/>
                  </a:lnTo>
                  <a:lnTo>
                    <a:pt x="305917" y="125641"/>
                  </a:lnTo>
                  <a:lnTo>
                    <a:pt x="305917" y="151841"/>
                  </a:lnTo>
                  <a:lnTo>
                    <a:pt x="303123" y="158762"/>
                  </a:lnTo>
                  <a:lnTo>
                    <a:pt x="295148" y="163791"/>
                  </a:lnTo>
                  <a:lnTo>
                    <a:pt x="282219" y="166839"/>
                  </a:lnTo>
                  <a:lnTo>
                    <a:pt x="264617" y="167792"/>
                  </a:lnTo>
                  <a:lnTo>
                    <a:pt x="246862" y="166839"/>
                  </a:lnTo>
                  <a:lnTo>
                    <a:pt x="233934" y="163791"/>
                  </a:lnTo>
                  <a:lnTo>
                    <a:pt x="226060" y="158762"/>
                  </a:lnTo>
                  <a:lnTo>
                    <a:pt x="223456" y="151841"/>
                  </a:lnTo>
                  <a:lnTo>
                    <a:pt x="226060" y="145072"/>
                  </a:lnTo>
                  <a:lnTo>
                    <a:pt x="233934" y="140182"/>
                  </a:lnTo>
                  <a:lnTo>
                    <a:pt x="246862" y="137172"/>
                  </a:lnTo>
                  <a:lnTo>
                    <a:pt x="264617" y="136093"/>
                  </a:lnTo>
                  <a:lnTo>
                    <a:pt x="282219" y="137172"/>
                  </a:lnTo>
                  <a:lnTo>
                    <a:pt x="295148" y="140182"/>
                  </a:lnTo>
                  <a:lnTo>
                    <a:pt x="303123" y="145072"/>
                  </a:lnTo>
                  <a:lnTo>
                    <a:pt x="305917" y="151841"/>
                  </a:lnTo>
                  <a:lnTo>
                    <a:pt x="305917" y="125641"/>
                  </a:lnTo>
                  <a:lnTo>
                    <a:pt x="291376" y="121043"/>
                  </a:lnTo>
                  <a:lnTo>
                    <a:pt x="264617" y="118910"/>
                  </a:lnTo>
                  <a:lnTo>
                    <a:pt x="237604" y="121043"/>
                  </a:lnTo>
                  <a:lnTo>
                    <a:pt x="217398" y="127393"/>
                  </a:lnTo>
                  <a:lnTo>
                    <a:pt x="204736" y="137731"/>
                  </a:lnTo>
                  <a:lnTo>
                    <a:pt x="200355" y="151841"/>
                  </a:lnTo>
                  <a:lnTo>
                    <a:pt x="204736" y="166103"/>
                  </a:lnTo>
                  <a:lnTo>
                    <a:pt x="217398" y="176504"/>
                  </a:lnTo>
                  <a:lnTo>
                    <a:pt x="237604" y="182854"/>
                  </a:lnTo>
                  <a:lnTo>
                    <a:pt x="264617" y="184975"/>
                  </a:lnTo>
                  <a:lnTo>
                    <a:pt x="291376" y="182854"/>
                  </a:lnTo>
                  <a:lnTo>
                    <a:pt x="311492" y="176504"/>
                  </a:lnTo>
                  <a:lnTo>
                    <a:pt x="322097" y="167792"/>
                  </a:lnTo>
                  <a:lnTo>
                    <a:pt x="324154" y="166103"/>
                  </a:lnTo>
                  <a:lnTo>
                    <a:pt x="328587" y="151841"/>
                  </a:lnTo>
                  <a:close/>
                </a:path>
                <a:path w="714375" h="185420">
                  <a:moveTo>
                    <a:pt x="348945" y="89598"/>
                  </a:moveTo>
                  <a:lnTo>
                    <a:pt x="309156" y="89598"/>
                  </a:lnTo>
                  <a:lnTo>
                    <a:pt x="309156" y="72059"/>
                  </a:lnTo>
                  <a:lnTo>
                    <a:pt x="309156" y="66281"/>
                  </a:lnTo>
                  <a:lnTo>
                    <a:pt x="331177" y="38912"/>
                  </a:lnTo>
                  <a:lnTo>
                    <a:pt x="326517" y="24155"/>
                  </a:lnTo>
                  <a:lnTo>
                    <a:pt x="323164" y="21374"/>
                  </a:lnTo>
                  <a:lnTo>
                    <a:pt x="313207" y="13144"/>
                  </a:lnTo>
                  <a:lnTo>
                    <a:pt x="307860" y="11391"/>
                  </a:lnTo>
                  <a:lnTo>
                    <a:pt x="307860" y="38912"/>
                  </a:lnTo>
                  <a:lnTo>
                    <a:pt x="304939" y="46405"/>
                  </a:lnTo>
                  <a:lnTo>
                    <a:pt x="296494" y="51828"/>
                  </a:lnTo>
                  <a:lnTo>
                    <a:pt x="286562" y="54254"/>
                  </a:lnTo>
                  <a:lnTo>
                    <a:pt x="286562" y="72059"/>
                  </a:lnTo>
                  <a:lnTo>
                    <a:pt x="286562" y="89598"/>
                  </a:lnTo>
                  <a:lnTo>
                    <a:pt x="242811" y="89598"/>
                  </a:lnTo>
                  <a:lnTo>
                    <a:pt x="242811" y="72059"/>
                  </a:lnTo>
                  <a:lnTo>
                    <a:pt x="249529" y="72923"/>
                  </a:lnTo>
                  <a:lnTo>
                    <a:pt x="256819" y="73431"/>
                  </a:lnTo>
                  <a:lnTo>
                    <a:pt x="272630" y="73431"/>
                  </a:lnTo>
                  <a:lnTo>
                    <a:pt x="279920" y="72923"/>
                  </a:lnTo>
                  <a:lnTo>
                    <a:pt x="286562" y="72059"/>
                  </a:lnTo>
                  <a:lnTo>
                    <a:pt x="286562" y="54254"/>
                  </a:lnTo>
                  <a:lnTo>
                    <a:pt x="282943" y="55130"/>
                  </a:lnTo>
                  <a:lnTo>
                    <a:pt x="264756" y="56248"/>
                  </a:lnTo>
                  <a:lnTo>
                    <a:pt x="246507" y="55130"/>
                  </a:lnTo>
                  <a:lnTo>
                    <a:pt x="232994" y="51828"/>
                  </a:lnTo>
                  <a:lnTo>
                    <a:pt x="224612" y="46405"/>
                  </a:lnTo>
                  <a:lnTo>
                    <a:pt x="221792" y="38912"/>
                  </a:lnTo>
                  <a:lnTo>
                    <a:pt x="224612" y="31419"/>
                  </a:lnTo>
                  <a:lnTo>
                    <a:pt x="232994" y="25920"/>
                  </a:lnTo>
                  <a:lnTo>
                    <a:pt x="246507" y="22529"/>
                  </a:lnTo>
                  <a:lnTo>
                    <a:pt x="264756" y="21374"/>
                  </a:lnTo>
                  <a:lnTo>
                    <a:pt x="282943" y="22529"/>
                  </a:lnTo>
                  <a:lnTo>
                    <a:pt x="296494" y="25920"/>
                  </a:lnTo>
                  <a:lnTo>
                    <a:pt x="304939" y="31419"/>
                  </a:lnTo>
                  <a:lnTo>
                    <a:pt x="307860" y="38912"/>
                  </a:lnTo>
                  <a:lnTo>
                    <a:pt x="307860" y="11391"/>
                  </a:lnTo>
                  <a:lnTo>
                    <a:pt x="292290" y="6248"/>
                  </a:lnTo>
                  <a:lnTo>
                    <a:pt x="264756" y="3822"/>
                  </a:lnTo>
                  <a:lnTo>
                    <a:pt x="237147" y="6248"/>
                  </a:lnTo>
                  <a:lnTo>
                    <a:pt x="216179" y="13144"/>
                  </a:lnTo>
                  <a:lnTo>
                    <a:pt x="202882" y="24155"/>
                  </a:lnTo>
                  <a:lnTo>
                    <a:pt x="198259" y="38912"/>
                  </a:lnTo>
                  <a:lnTo>
                    <a:pt x="199669" y="47421"/>
                  </a:lnTo>
                  <a:lnTo>
                    <a:pt x="203860" y="54825"/>
                  </a:lnTo>
                  <a:lnTo>
                    <a:pt x="210680" y="61087"/>
                  </a:lnTo>
                  <a:lnTo>
                    <a:pt x="219925" y="66141"/>
                  </a:lnTo>
                  <a:lnTo>
                    <a:pt x="219925" y="89598"/>
                  </a:lnTo>
                  <a:lnTo>
                    <a:pt x="180784" y="89598"/>
                  </a:lnTo>
                  <a:lnTo>
                    <a:pt x="180784" y="107797"/>
                  </a:lnTo>
                  <a:lnTo>
                    <a:pt x="348945" y="107797"/>
                  </a:lnTo>
                  <a:lnTo>
                    <a:pt x="348945" y="89598"/>
                  </a:lnTo>
                  <a:close/>
                </a:path>
                <a:path w="714375" h="185420">
                  <a:moveTo>
                    <a:pt x="461581" y="77393"/>
                  </a:moveTo>
                  <a:lnTo>
                    <a:pt x="458254" y="63601"/>
                  </a:lnTo>
                  <a:lnTo>
                    <a:pt x="455815" y="60794"/>
                  </a:lnTo>
                  <a:lnTo>
                    <a:pt x="449021" y="52946"/>
                  </a:lnTo>
                  <a:lnTo>
                    <a:pt x="440055" y="48615"/>
                  </a:lnTo>
                  <a:lnTo>
                    <a:pt x="440055" y="77393"/>
                  </a:lnTo>
                  <a:lnTo>
                    <a:pt x="438289" y="84328"/>
                  </a:lnTo>
                  <a:lnTo>
                    <a:pt x="433501" y="89408"/>
                  </a:lnTo>
                  <a:lnTo>
                    <a:pt x="426123" y="92532"/>
                  </a:lnTo>
                  <a:lnTo>
                    <a:pt x="416598" y="93573"/>
                  </a:lnTo>
                  <a:lnTo>
                    <a:pt x="406996" y="92532"/>
                  </a:lnTo>
                  <a:lnTo>
                    <a:pt x="399605" y="89408"/>
                  </a:lnTo>
                  <a:lnTo>
                    <a:pt x="394881" y="84328"/>
                  </a:lnTo>
                  <a:lnTo>
                    <a:pt x="393280" y="77393"/>
                  </a:lnTo>
                  <a:lnTo>
                    <a:pt x="394881" y="70396"/>
                  </a:lnTo>
                  <a:lnTo>
                    <a:pt x="399605" y="65201"/>
                  </a:lnTo>
                  <a:lnTo>
                    <a:pt x="406996" y="61950"/>
                  </a:lnTo>
                  <a:lnTo>
                    <a:pt x="416598" y="60794"/>
                  </a:lnTo>
                  <a:lnTo>
                    <a:pt x="426123" y="61950"/>
                  </a:lnTo>
                  <a:lnTo>
                    <a:pt x="433501" y="65201"/>
                  </a:lnTo>
                  <a:lnTo>
                    <a:pt x="438289" y="70396"/>
                  </a:lnTo>
                  <a:lnTo>
                    <a:pt x="440055" y="77393"/>
                  </a:lnTo>
                  <a:lnTo>
                    <a:pt x="440055" y="48615"/>
                  </a:lnTo>
                  <a:lnTo>
                    <a:pt x="434822" y="46075"/>
                  </a:lnTo>
                  <a:lnTo>
                    <a:pt x="416598" y="43611"/>
                  </a:lnTo>
                  <a:lnTo>
                    <a:pt x="398195" y="46075"/>
                  </a:lnTo>
                  <a:lnTo>
                    <a:pt x="383857" y="52946"/>
                  </a:lnTo>
                  <a:lnTo>
                    <a:pt x="374535" y="63601"/>
                  </a:lnTo>
                  <a:lnTo>
                    <a:pt x="371259" y="77393"/>
                  </a:lnTo>
                  <a:lnTo>
                    <a:pt x="374535" y="91198"/>
                  </a:lnTo>
                  <a:lnTo>
                    <a:pt x="383857" y="101841"/>
                  </a:lnTo>
                  <a:lnTo>
                    <a:pt x="398195" y="108686"/>
                  </a:lnTo>
                  <a:lnTo>
                    <a:pt x="416598" y="111112"/>
                  </a:lnTo>
                  <a:lnTo>
                    <a:pt x="434822" y="108686"/>
                  </a:lnTo>
                  <a:lnTo>
                    <a:pt x="449021" y="101841"/>
                  </a:lnTo>
                  <a:lnTo>
                    <a:pt x="456196" y="93573"/>
                  </a:lnTo>
                  <a:lnTo>
                    <a:pt x="458254" y="91198"/>
                  </a:lnTo>
                  <a:lnTo>
                    <a:pt x="461581" y="77393"/>
                  </a:lnTo>
                  <a:close/>
                </a:path>
                <a:path w="714375" h="185420">
                  <a:moveTo>
                    <a:pt x="471246" y="18478"/>
                  </a:moveTo>
                  <a:lnTo>
                    <a:pt x="427863" y="18478"/>
                  </a:lnTo>
                  <a:lnTo>
                    <a:pt x="427863" y="0"/>
                  </a:lnTo>
                  <a:lnTo>
                    <a:pt x="405257" y="0"/>
                  </a:lnTo>
                  <a:lnTo>
                    <a:pt x="405257" y="18478"/>
                  </a:lnTo>
                  <a:lnTo>
                    <a:pt x="361721" y="18478"/>
                  </a:lnTo>
                  <a:lnTo>
                    <a:pt x="361721" y="36461"/>
                  </a:lnTo>
                  <a:lnTo>
                    <a:pt x="471246" y="36461"/>
                  </a:lnTo>
                  <a:lnTo>
                    <a:pt x="471246" y="18478"/>
                  </a:lnTo>
                  <a:close/>
                </a:path>
                <a:path w="714375" h="185420">
                  <a:moveTo>
                    <a:pt x="507212" y="124980"/>
                  </a:moveTo>
                  <a:lnTo>
                    <a:pt x="384175" y="124980"/>
                  </a:lnTo>
                  <a:lnTo>
                    <a:pt x="384175" y="143243"/>
                  </a:lnTo>
                  <a:lnTo>
                    <a:pt x="484390" y="143243"/>
                  </a:lnTo>
                  <a:lnTo>
                    <a:pt x="484390" y="185267"/>
                  </a:lnTo>
                  <a:lnTo>
                    <a:pt x="507212" y="185267"/>
                  </a:lnTo>
                  <a:lnTo>
                    <a:pt x="507212" y="124980"/>
                  </a:lnTo>
                  <a:close/>
                </a:path>
                <a:path w="714375" h="185420">
                  <a:moveTo>
                    <a:pt x="532980" y="49885"/>
                  </a:moveTo>
                  <a:lnTo>
                    <a:pt x="507212" y="49885"/>
                  </a:lnTo>
                  <a:lnTo>
                    <a:pt x="507212" y="863"/>
                  </a:lnTo>
                  <a:lnTo>
                    <a:pt x="484390" y="863"/>
                  </a:lnTo>
                  <a:lnTo>
                    <a:pt x="484390" y="116382"/>
                  </a:lnTo>
                  <a:lnTo>
                    <a:pt x="507212" y="116382"/>
                  </a:lnTo>
                  <a:lnTo>
                    <a:pt x="507212" y="68453"/>
                  </a:lnTo>
                  <a:lnTo>
                    <a:pt x="532980" y="68453"/>
                  </a:lnTo>
                  <a:lnTo>
                    <a:pt x="532980" y="49885"/>
                  </a:lnTo>
                  <a:close/>
                </a:path>
                <a:path w="714375" h="185420">
                  <a:moveTo>
                    <a:pt x="645541" y="19926"/>
                  </a:moveTo>
                  <a:lnTo>
                    <a:pt x="550532" y="19926"/>
                  </a:lnTo>
                  <a:lnTo>
                    <a:pt x="550532" y="38188"/>
                  </a:lnTo>
                  <a:lnTo>
                    <a:pt x="622947" y="38188"/>
                  </a:lnTo>
                  <a:lnTo>
                    <a:pt x="622719" y="51003"/>
                  </a:lnTo>
                  <a:lnTo>
                    <a:pt x="622046" y="65862"/>
                  </a:lnTo>
                  <a:lnTo>
                    <a:pt x="620585" y="83032"/>
                  </a:lnTo>
                  <a:lnTo>
                    <a:pt x="617969" y="102743"/>
                  </a:lnTo>
                  <a:lnTo>
                    <a:pt x="640346" y="104546"/>
                  </a:lnTo>
                  <a:lnTo>
                    <a:pt x="643267" y="82257"/>
                  </a:lnTo>
                  <a:lnTo>
                    <a:pt x="644791" y="63042"/>
                  </a:lnTo>
                  <a:lnTo>
                    <a:pt x="645375" y="46710"/>
                  </a:lnTo>
                  <a:lnTo>
                    <a:pt x="645477" y="38188"/>
                  </a:lnTo>
                  <a:lnTo>
                    <a:pt x="645541" y="19926"/>
                  </a:lnTo>
                  <a:close/>
                </a:path>
                <a:path w="714375" h="185420">
                  <a:moveTo>
                    <a:pt x="655942" y="139776"/>
                  </a:moveTo>
                  <a:lnTo>
                    <a:pt x="654977" y="127215"/>
                  </a:lnTo>
                  <a:lnTo>
                    <a:pt x="654646" y="122885"/>
                  </a:lnTo>
                  <a:lnTo>
                    <a:pt x="641108" y="124396"/>
                  </a:lnTo>
                  <a:lnTo>
                    <a:pt x="627164" y="125590"/>
                  </a:lnTo>
                  <a:lnTo>
                    <a:pt x="613016" y="126517"/>
                  </a:lnTo>
                  <a:lnTo>
                    <a:pt x="598830" y="127215"/>
                  </a:lnTo>
                  <a:lnTo>
                    <a:pt x="598830" y="72783"/>
                  </a:lnTo>
                  <a:lnTo>
                    <a:pt x="576516" y="72783"/>
                  </a:lnTo>
                  <a:lnTo>
                    <a:pt x="576516" y="127863"/>
                  </a:lnTo>
                  <a:lnTo>
                    <a:pt x="540702" y="128295"/>
                  </a:lnTo>
                  <a:lnTo>
                    <a:pt x="542950" y="146634"/>
                  </a:lnTo>
                  <a:lnTo>
                    <a:pt x="568972" y="146545"/>
                  </a:lnTo>
                  <a:lnTo>
                    <a:pt x="597357" y="145643"/>
                  </a:lnTo>
                  <a:lnTo>
                    <a:pt x="626783" y="143535"/>
                  </a:lnTo>
                  <a:lnTo>
                    <a:pt x="655942" y="139776"/>
                  </a:lnTo>
                  <a:close/>
                </a:path>
                <a:path w="714375" h="185420">
                  <a:moveTo>
                    <a:pt x="713841" y="75958"/>
                  </a:moveTo>
                  <a:lnTo>
                    <a:pt x="687133" y="75958"/>
                  </a:lnTo>
                  <a:lnTo>
                    <a:pt x="687133" y="863"/>
                  </a:lnTo>
                  <a:lnTo>
                    <a:pt x="664248" y="863"/>
                  </a:lnTo>
                  <a:lnTo>
                    <a:pt x="664248" y="185267"/>
                  </a:lnTo>
                  <a:lnTo>
                    <a:pt x="687133" y="185267"/>
                  </a:lnTo>
                  <a:lnTo>
                    <a:pt x="687133" y="95161"/>
                  </a:lnTo>
                  <a:lnTo>
                    <a:pt x="713841" y="95161"/>
                  </a:lnTo>
                  <a:lnTo>
                    <a:pt x="713841" y="7595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/>
          <p:nvPr/>
        </p:nvSpPr>
        <p:spPr>
          <a:xfrm>
            <a:off x="3483370" y="9537698"/>
            <a:ext cx="24130" cy="189865"/>
          </a:xfrm>
          <a:custGeom>
            <a:avLst/>
            <a:gdLst/>
            <a:ahLst/>
            <a:cxnLst/>
            <a:rect l="l" t="t" r="r" b="b"/>
            <a:pathLst>
              <a:path w="24129" h="189865">
                <a:moveTo>
                  <a:pt x="24114" y="0"/>
                </a:moveTo>
                <a:lnTo>
                  <a:pt x="0" y="0"/>
                </a:lnTo>
                <a:lnTo>
                  <a:pt x="0" y="189454"/>
                </a:lnTo>
                <a:lnTo>
                  <a:pt x="24114" y="189454"/>
                </a:lnTo>
                <a:lnTo>
                  <a:pt x="24114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7" name="object 97"/>
          <p:cNvGrpSpPr/>
          <p:nvPr/>
        </p:nvGrpSpPr>
        <p:grpSpPr>
          <a:xfrm>
            <a:off x="3592004" y="9539142"/>
            <a:ext cx="593725" cy="185420"/>
            <a:chOff x="3592004" y="9539142"/>
            <a:chExt cx="593725" cy="185420"/>
          </a:xfrm>
        </p:grpSpPr>
        <p:pic>
          <p:nvPicPr>
            <p:cNvPr id="98" name="object 9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2004" y="9556470"/>
              <a:ext cx="103319" cy="14988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16333" y="9539142"/>
              <a:ext cx="469087" cy="185266"/>
            </a:xfrm>
            <a:prstGeom prst="rect">
              <a:avLst/>
            </a:prstGeom>
          </p:spPr>
        </p:pic>
      </p:grpSp>
      <p:grpSp>
        <p:nvGrpSpPr>
          <p:cNvPr id="100" name="object 100"/>
          <p:cNvGrpSpPr/>
          <p:nvPr/>
        </p:nvGrpSpPr>
        <p:grpSpPr>
          <a:xfrm>
            <a:off x="4257704" y="9538420"/>
            <a:ext cx="515620" cy="186690"/>
            <a:chOff x="4257704" y="9538420"/>
            <a:chExt cx="515620" cy="186690"/>
          </a:xfrm>
        </p:grpSpPr>
        <p:pic>
          <p:nvPicPr>
            <p:cNvPr id="101" name="object 10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57704" y="9540008"/>
              <a:ext cx="152848" cy="1848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34451" y="9540008"/>
              <a:ext cx="163317" cy="18440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18779" y="9538420"/>
              <a:ext cx="154220" cy="185988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4953334" y="9539142"/>
            <a:ext cx="593725" cy="185420"/>
            <a:chOff x="4953334" y="9539142"/>
            <a:chExt cx="593725" cy="185420"/>
          </a:xfrm>
        </p:grpSpPr>
        <p:pic>
          <p:nvPicPr>
            <p:cNvPr id="105" name="object 10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53334" y="9556470"/>
              <a:ext cx="103318" cy="149888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77663" y="9539142"/>
              <a:ext cx="469087" cy="185266"/>
            </a:xfrm>
            <a:prstGeom prst="rect">
              <a:avLst/>
            </a:prstGeom>
          </p:spPr>
        </p:pic>
      </p:grpSp>
      <p:grpSp>
        <p:nvGrpSpPr>
          <p:cNvPr id="107" name="object 107"/>
          <p:cNvGrpSpPr/>
          <p:nvPr/>
        </p:nvGrpSpPr>
        <p:grpSpPr>
          <a:xfrm>
            <a:off x="5624450" y="9539430"/>
            <a:ext cx="527050" cy="185420"/>
            <a:chOff x="5624450" y="9539430"/>
            <a:chExt cx="527050" cy="185420"/>
          </a:xfrm>
        </p:grpSpPr>
        <p:pic>
          <p:nvPicPr>
            <p:cNvPr id="108" name="object 10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24450" y="9540008"/>
              <a:ext cx="329595" cy="184381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78089" y="9539430"/>
              <a:ext cx="172848" cy="181512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6314516" y="9539142"/>
            <a:ext cx="556260" cy="185420"/>
            <a:chOff x="6314516" y="9539142"/>
            <a:chExt cx="556260" cy="185420"/>
          </a:xfrm>
        </p:grpSpPr>
        <p:pic>
          <p:nvPicPr>
            <p:cNvPr id="111" name="object 1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14516" y="9556470"/>
              <a:ext cx="103318" cy="14988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6438990" y="9558492"/>
              <a:ext cx="62230" cy="147955"/>
            </a:xfrm>
            <a:custGeom>
              <a:avLst/>
              <a:gdLst/>
              <a:ahLst/>
              <a:cxnLst/>
              <a:rect l="l" t="t" r="r" b="b"/>
              <a:pathLst>
                <a:path w="62229" h="147954">
                  <a:moveTo>
                    <a:pt x="62164" y="0"/>
                  </a:moveTo>
                  <a:lnTo>
                    <a:pt x="36678" y="0"/>
                  </a:lnTo>
                  <a:lnTo>
                    <a:pt x="0" y="23681"/>
                  </a:lnTo>
                  <a:lnTo>
                    <a:pt x="0" y="48013"/>
                  </a:lnTo>
                  <a:lnTo>
                    <a:pt x="34583" y="25920"/>
                  </a:lnTo>
                  <a:lnTo>
                    <a:pt x="35450" y="25920"/>
                  </a:lnTo>
                  <a:lnTo>
                    <a:pt x="35450" y="147866"/>
                  </a:lnTo>
                  <a:lnTo>
                    <a:pt x="62164" y="147866"/>
                  </a:lnTo>
                  <a:lnTo>
                    <a:pt x="62164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31046" y="9539142"/>
              <a:ext cx="339270" cy="185266"/>
            </a:xfrm>
            <a:prstGeom prst="rect">
              <a:avLst/>
            </a:prstGeom>
          </p:spPr>
        </p:pic>
      </p:grpSp>
      <p:grpSp>
        <p:nvGrpSpPr>
          <p:cNvPr id="114" name="object 114"/>
          <p:cNvGrpSpPr/>
          <p:nvPr/>
        </p:nvGrpSpPr>
        <p:grpSpPr>
          <a:xfrm>
            <a:off x="6941842" y="9540009"/>
            <a:ext cx="530225" cy="184785"/>
            <a:chOff x="6941842" y="9540009"/>
            <a:chExt cx="530225" cy="184785"/>
          </a:xfrm>
        </p:grpSpPr>
        <p:pic>
          <p:nvPicPr>
            <p:cNvPr id="115" name="object 11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41842" y="9540009"/>
              <a:ext cx="335732" cy="184544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303062" y="9546579"/>
              <a:ext cx="168732" cy="177974"/>
            </a:xfrm>
            <a:prstGeom prst="rect">
              <a:avLst/>
            </a:prstGeom>
          </p:spPr>
        </p:pic>
      </p:grpSp>
      <p:grpSp>
        <p:nvGrpSpPr>
          <p:cNvPr id="117" name="object 117"/>
          <p:cNvGrpSpPr/>
          <p:nvPr/>
        </p:nvGrpSpPr>
        <p:grpSpPr>
          <a:xfrm>
            <a:off x="7638194" y="9539142"/>
            <a:ext cx="586105" cy="185420"/>
            <a:chOff x="7638194" y="9539142"/>
            <a:chExt cx="586105" cy="185420"/>
          </a:xfrm>
        </p:grpSpPr>
        <p:pic>
          <p:nvPicPr>
            <p:cNvPr id="118" name="object 1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38194" y="9556470"/>
              <a:ext cx="103318" cy="149888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64184" y="9539142"/>
              <a:ext cx="459917" cy="185266"/>
            </a:xfrm>
            <a:prstGeom prst="rect">
              <a:avLst/>
            </a:prstGeom>
          </p:spPr>
        </p:pic>
      </p:grpSp>
      <p:grpSp>
        <p:nvGrpSpPr>
          <p:cNvPr id="120" name="object 120"/>
          <p:cNvGrpSpPr/>
          <p:nvPr/>
        </p:nvGrpSpPr>
        <p:grpSpPr>
          <a:xfrm>
            <a:off x="8293344" y="9538203"/>
            <a:ext cx="532130" cy="186690"/>
            <a:chOff x="8293344" y="9538203"/>
            <a:chExt cx="532130" cy="186690"/>
          </a:xfrm>
        </p:grpSpPr>
        <p:pic>
          <p:nvPicPr>
            <p:cNvPr id="121" name="object 12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93344" y="9540008"/>
              <a:ext cx="343024" cy="184400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657018" y="9538203"/>
              <a:ext cx="168155" cy="186060"/>
            </a:xfrm>
            <a:prstGeom prst="rect">
              <a:avLst/>
            </a:prstGeom>
          </p:spPr>
        </p:pic>
      </p:grpSp>
      <p:grpSp>
        <p:nvGrpSpPr>
          <p:cNvPr id="123" name="object 123"/>
          <p:cNvGrpSpPr/>
          <p:nvPr/>
        </p:nvGrpSpPr>
        <p:grpSpPr>
          <a:xfrm>
            <a:off x="8991934" y="9539142"/>
            <a:ext cx="592455" cy="185420"/>
            <a:chOff x="8991934" y="9539142"/>
            <a:chExt cx="592455" cy="185420"/>
          </a:xfrm>
        </p:grpSpPr>
        <p:pic>
          <p:nvPicPr>
            <p:cNvPr id="124" name="object 1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91934" y="9556470"/>
              <a:ext cx="103318" cy="149888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17491" y="9539142"/>
              <a:ext cx="466415" cy="185266"/>
            </a:xfrm>
            <a:prstGeom prst="rect">
              <a:avLst/>
            </a:prstGeom>
          </p:spPr>
        </p:pic>
      </p:grpSp>
      <p:grpSp>
        <p:nvGrpSpPr>
          <p:cNvPr id="126" name="object 126"/>
          <p:cNvGrpSpPr/>
          <p:nvPr/>
        </p:nvGrpSpPr>
        <p:grpSpPr>
          <a:xfrm>
            <a:off x="9656581" y="9540009"/>
            <a:ext cx="519430" cy="185420"/>
            <a:chOff x="9656581" y="9540009"/>
            <a:chExt cx="519430" cy="185420"/>
          </a:xfrm>
        </p:grpSpPr>
        <p:pic>
          <p:nvPicPr>
            <p:cNvPr id="127" name="object 1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656581" y="9540153"/>
              <a:ext cx="152343" cy="181873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834266" y="9540009"/>
              <a:ext cx="156531" cy="184833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018234" y="9540153"/>
              <a:ext cx="157469" cy="180790"/>
            </a:xfrm>
            <a:prstGeom prst="rect">
              <a:avLst/>
            </a:prstGeom>
          </p:spPr>
        </p:pic>
      </p:grpSp>
      <p:grpSp>
        <p:nvGrpSpPr>
          <p:cNvPr id="130" name="object 130"/>
          <p:cNvGrpSpPr/>
          <p:nvPr/>
        </p:nvGrpSpPr>
        <p:grpSpPr>
          <a:xfrm>
            <a:off x="10351628" y="9539142"/>
            <a:ext cx="592455" cy="185420"/>
            <a:chOff x="10351628" y="9539142"/>
            <a:chExt cx="592455" cy="185420"/>
          </a:xfrm>
        </p:grpSpPr>
        <p:pic>
          <p:nvPicPr>
            <p:cNvPr id="131" name="object 1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351628" y="9556470"/>
              <a:ext cx="103319" cy="149888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477184" y="9539142"/>
              <a:ext cx="466416" cy="185266"/>
            </a:xfrm>
            <a:prstGeom prst="rect">
              <a:avLst/>
            </a:prstGeom>
          </p:spPr>
        </p:pic>
      </p:grpSp>
      <p:sp>
        <p:nvSpPr>
          <p:cNvPr id="133" name="object 133"/>
          <p:cNvSpPr/>
          <p:nvPr/>
        </p:nvSpPr>
        <p:spPr>
          <a:xfrm>
            <a:off x="11021251" y="9539871"/>
            <a:ext cx="514350" cy="184785"/>
          </a:xfrm>
          <a:custGeom>
            <a:avLst/>
            <a:gdLst/>
            <a:ahLst/>
            <a:cxnLst/>
            <a:rect l="l" t="t" r="r" b="b"/>
            <a:pathLst>
              <a:path w="514350" h="184784">
                <a:moveTo>
                  <a:pt x="88163" y="55524"/>
                </a:moveTo>
                <a:lnTo>
                  <a:pt x="65481" y="55524"/>
                </a:lnTo>
                <a:lnTo>
                  <a:pt x="65481" y="82384"/>
                </a:lnTo>
                <a:lnTo>
                  <a:pt x="88163" y="82384"/>
                </a:lnTo>
                <a:lnTo>
                  <a:pt x="88163" y="55524"/>
                </a:lnTo>
                <a:close/>
              </a:path>
              <a:path w="514350" h="184784">
                <a:moveTo>
                  <a:pt x="88163" y="11696"/>
                </a:moveTo>
                <a:lnTo>
                  <a:pt x="65481" y="11696"/>
                </a:lnTo>
                <a:lnTo>
                  <a:pt x="65481" y="37198"/>
                </a:lnTo>
                <a:lnTo>
                  <a:pt x="22453" y="37198"/>
                </a:lnTo>
                <a:lnTo>
                  <a:pt x="22453" y="11798"/>
                </a:lnTo>
                <a:lnTo>
                  <a:pt x="0" y="11798"/>
                </a:lnTo>
                <a:lnTo>
                  <a:pt x="0" y="37198"/>
                </a:lnTo>
                <a:lnTo>
                  <a:pt x="0" y="54978"/>
                </a:lnTo>
                <a:lnTo>
                  <a:pt x="0" y="82918"/>
                </a:lnTo>
                <a:lnTo>
                  <a:pt x="0" y="100711"/>
                </a:lnTo>
                <a:lnTo>
                  <a:pt x="88163" y="100711"/>
                </a:lnTo>
                <a:lnTo>
                  <a:pt x="88163" y="82918"/>
                </a:lnTo>
                <a:lnTo>
                  <a:pt x="22453" y="82918"/>
                </a:lnTo>
                <a:lnTo>
                  <a:pt x="22453" y="54978"/>
                </a:lnTo>
                <a:lnTo>
                  <a:pt x="88163" y="54978"/>
                </a:lnTo>
                <a:lnTo>
                  <a:pt x="88163" y="37757"/>
                </a:lnTo>
                <a:lnTo>
                  <a:pt x="88163" y="37198"/>
                </a:lnTo>
                <a:lnTo>
                  <a:pt x="88163" y="11696"/>
                </a:lnTo>
                <a:close/>
              </a:path>
              <a:path w="514350" h="184784">
                <a:moveTo>
                  <a:pt x="139344" y="119761"/>
                </a:moveTo>
                <a:lnTo>
                  <a:pt x="16319" y="119761"/>
                </a:lnTo>
                <a:lnTo>
                  <a:pt x="16319" y="137528"/>
                </a:lnTo>
                <a:lnTo>
                  <a:pt x="116535" y="137528"/>
                </a:lnTo>
                <a:lnTo>
                  <a:pt x="116535" y="184518"/>
                </a:lnTo>
                <a:lnTo>
                  <a:pt x="139344" y="184518"/>
                </a:lnTo>
                <a:lnTo>
                  <a:pt x="139344" y="137528"/>
                </a:lnTo>
                <a:lnTo>
                  <a:pt x="139344" y="119761"/>
                </a:lnTo>
                <a:close/>
              </a:path>
              <a:path w="514350" h="184784">
                <a:moveTo>
                  <a:pt x="165125" y="46101"/>
                </a:moveTo>
                <a:lnTo>
                  <a:pt x="139344" y="46101"/>
                </a:lnTo>
                <a:lnTo>
                  <a:pt x="139344" y="368"/>
                </a:lnTo>
                <a:lnTo>
                  <a:pt x="116535" y="368"/>
                </a:lnTo>
                <a:lnTo>
                  <a:pt x="116535" y="46101"/>
                </a:lnTo>
                <a:lnTo>
                  <a:pt x="116535" y="65151"/>
                </a:lnTo>
                <a:lnTo>
                  <a:pt x="116535" y="110858"/>
                </a:lnTo>
                <a:lnTo>
                  <a:pt x="139344" y="110858"/>
                </a:lnTo>
                <a:lnTo>
                  <a:pt x="139344" y="65151"/>
                </a:lnTo>
                <a:lnTo>
                  <a:pt x="165125" y="65151"/>
                </a:lnTo>
                <a:lnTo>
                  <a:pt x="165125" y="46101"/>
                </a:lnTo>
                <a:close/>
              </a:path>
              <a:path w="514350" h="184784">
                <a:moveTo>
                  <a:pt x="334073" y="72771"/>
                </a:moveTo>
                <a:lnTo>
                  <a:pt x="309105" y="66713"/>
                </a:lnTo>
                <a:lnTo>
                  <a:pt x="289763" y="56426"/>
                </a:lnTo>
                <a:lnTo>
                  <a:pt x="285191" y="51689"/>
                </a:lnTo>
                <a:lnTo>
                  <a:pt x="276987" y="43205"/>
                </a:lnTo>
                <a:lnTo>
                  <a:pt x="271767" y="28371"/>
                </a:lnTo>
                <a:lnTo>
                  <a:pt x="327215" y="28371"/>
                </a:lnTo>
                <a:lnTo>
                  <a:pt x="327215" y="10464"/>
                </a:lnTo>
                <a:lnTo>
                  <a:pt x="189890" y="10464"/>
                </a:lnTo>
                <a:lnTo>
                  <a:pt x="189890" y="28371"/>
                </a:lnTo>
                <a:lnTo>
                  <a:pt x="245554" y="28371"/>
                </a:lnTo>
                <a:lnTo>
                  <a:pt x="240157" y="43205"/>
                </a:lnTo>
                <a:lnTo>
                  <a:pt x="227317" y="56426"/>
                </a:lnTo>
                <a:lnTo>
                  <a:pt x="208051" y="66713"/>
                </a:lnTo>
                <a:lnTo>
                  <a:pt x="183311" y="72771"/>
                </a:lnTo>
                <a:lnTo>
                  <a:pt x="191833" y="90614"/>
                </a:lnTo>
                <a:lnTo>
                  <a:pt x="213804" y="85420"/>
                </a:lnTo>
                <a:lnTo>
                  <a:pt x="232651" y="76949"/>
                </a:lnTo>
                <a:lnTo>
                  <a:pt x="247777" y="65570"/>
                </a:lnTo>
                <a:lnTo>
                  <a:pt x="258622" y="51689"/>
                </a:lnTo>
                <a:lnTo>
                  <a:pt x="269417" y="65570"/>
                </a:lnTo>
                <a:lnTo>
                  <a:pt x="284607" y="76949"/>
                </a:lnTo>
                <a:lnTo>
                  <a:pt x="303568" y="85420"/>
                </a:lnTo>
                <a:lnTo>
                  <a:pt x="325691" y="90614"/>
                </a:lnTo>
                <a:lnTo>
                  <a:pt x="334073" y="72771"/>
                </a:lnTo>
                <a:close/>
              </a:path>
              <a:path w="514350" h="184784">
                <a:moveTo>
                  <a:pt x="342658" y="102958"/>
                </a:moveTo>
                <a:lnTo>
                  <a:pt x="174510" y="102958"/>
                </a:lnTo>
                <a:lnTo>
                  <a:pt x="174510" y="121297"/>
                </a:lnTo>
                <a:lnTo>
                  <a:pt x="246926" y="121297"/>
                </a:lnTo>
                <a:lnTo>
                  <a:pt x="246926" y="184543"/>
                </a:lnTo>
                <a:lnTo>
                  <a:pt x="269379" y="184543"/>
                </a:lnTo>
                <a:lnTo>
                  <a:pt x="269379" y="121297"/>
                </a:lnTo>
                <a:lnTo>
                  <a:pt x="342658" y="121297"/>
                </a:lnTo>
                <a:lnTo>
                  <a:pt x="342658" y="102958"/>
                </a:lnTo>
                <a:close/>
              </a:path>
              <a:path w="514350" h="184784">
                <a:moveTo>
                  <a:pt x="451256" y="82384"/>
                </a:moveTo>
                <a:lnTo>
                  <a:pt x="447967" y="67843"/>
                </a:lnTo>
                <a:lnTo>
                  <a:pt x="445071" y="64185"/>
                </a:lnTo>
                <a:lnTo>
                  <a:pt x="439000" y="56502"/>
                </a:lnTo>
                <a:lnTo>
                  <a:pt x="429882" y="51574"/>
                </a:lnTo>
                <a:lnTo>
                  <a:pt x="429882" y="82384"/>
                </a:lnTo>
                <a:lnTo>
                  <a:pt x="428193" y="90119"/>
                </a:lnTo>
                <a:lnTo>
                  <a:pt x="423659" y="95885"/>
                </a:lnTo>
                <a:lnTo>
                  <a:pt x="416788" y="99479"/>
                </a:lnTo>
                <a:lnTo>
                  <a:pt x="408076" y="100723"/>
                </a:lnTo>
                <a:lnTo>
                  <a:pt x="399300" y="99479"/>
                </a:lnTo>
                <a:lnTo>
                  <a:pt x="392468" y="95885"/>
                </a:lnTo>
                <a:lnTo>
                  <a:pt x="388035" y="90119"/>
                </a:lnTo>
                <a:lnTo>
                  <a:pt x="386486" y="82384"/>
                </a:lnTo>
                <a:lnTo>
                  <a:pt x="388035" y="74803"/>
                </a:lnTo>
                <a:lnTo>
                  <a:pt x="392468" y="69113"/>
                </a:lnTo>
                <a:lnTo>
                  <a:pt x="399300" y="65506"/>
                </a:lnTo>
                <a:lnTo>
                  <a:pt x="408076" y="64185"/>
                </a:lnTo>
                <a:lnTo>
                  <a:pt x="416788" y="65506"/>
                </a:lnTo>
                <a:lnTo>
                  <a:pt x="423659" y="69113"/>
                </a:lnTo>
                <a:lnTo>
                  <a:pt x="428193" y="74803"/>
                </a:lnTo>
                <a:lnTo>
                  <a:pt x="429882" y="82384"/>
                </a:lnTo>
                <a:lnTo>
                  <a:pt x="429882" y="51574"/>
                </a:lnTo>
                <a:lnTo>
                  <a:pt x="425373" y="49123"/>
                </a:lnTo>
                <a:lnTo>
                  <a:pt x="408076" y="46494"/>
                </a:lnTo>
                <a:lnTo>
                  <a:pt x="390842" y="49123"/>
                </a:lnTo>
                <a:lnTo>
                  <a:pt x="377278" y="56502"/>
                </a:lnTo>
                <a:lnTo>
                  <a:pt x="368439" y="67843"/>
                </a:lnTo>
                <a:lnTo>
                  <a:pt x="365328" y="82384"/>
                </a:lnTo>
                <a:lnTo>
                  <a:pt x="368439" y="96939"/>
                </a:lnTo>
                <a:lnTo>
                  <a:pt x="377278" y="108280"/>
                </a:lnTo>
                <a:lnTo>
                  <a:pt x="390842" y="115646"/>
                </a:lnTo>
                <a:lnTo>
                  <a:pt x="408076" y="118262"/>
                </a:lnTo>
                <a:lnTo>
                  <a:pt x="425373" y="115646"/>
                </a:lnTo>
                <a:lnTo>
                  <a:pt x="439000" y="108280"/>
                </a:lnTo>
                <a:lnTo>
                  <a:pt x="444982" y="100723"/>
                </a:lnTo>
                <a:lnTo>
                  <a:pt x="447967" y="96939"/>
                </a:lnTo>
                <a:lnTo>
                  <a:pt x="451256" y="82384"/>
                </a:lnTo>
                <a:close/>
              </a:path>
              <a:path w="514350" h="184784">
                <a:moveTo>
                  <a:pt x="458685" y="20726"/>
                </a:moveTo>
                <a:lnTo>
                  <a:pt x="419557" y="20726"/>
                </a:lnTo>
                <a:lnTo>
                  <a:pt x="419557" y="0"/>
                </a:lnTo>
                <a:lnTo>
                  <a:pt x="396963" y="0"/>
                </a:lnTo>
                <a:lnTo>
                  <a:pt x="396963" y="20726"/>
                </a:lnTo>
                <a:lnTo>
                  <a:pt x="355663" y="20726"/>
                </a:lnTo>
                <a:lnTo>
                  <a:pt x="355663" y="38773"/>
                </a:lnTo>
                <a:lnTo>
                  <a:pt x="458685" y="38773"/>
                </a:lnTo>
                <a:lnTo>
                  <a:pt x="458685" y="20726"/>
                </a:lnTo>
                <a:close/>
              </a:path>
              <a:path w="514350" h="184784">
                <a:moveTo>
                  <a:pt x="509879" y="292"/>
                </a:moveTo>
                <a:lnTo>
                  <a:pt x="487210" y="292"/>
                </a:lnTo>
                <a:lnTo>
                  <a:pt x="487210" y="47294"/>
                </a:lnTo>
                <a:lnTo>
                  <a:pt x="459917" y="47294"/>
                </a:lnTo>
                <a:lnTo>
                  <a:pt x="459917" y="65697"/>
                </a:lnTo>
                <a:lnTo>
                  <a:pt x="487210" y="65697"/>
                </a:lnTo>
                <a:lnTo>
                  <a:pt x="487210" y="86347"/>
                </a:lnTo>
                <a:lnTo>
                  <a:pt x="459917" y="86347"/>
                </a:lnTo>
                <a:lnTo>
                  <a:pt x="459917" y="104470"/>
                </a:lnTo>
                <a:lnTo>
                  <a:pt x="487210" y="104470"/>
                </a:lnTo>
                <a:lnTo>
                  <a:pt x="487210" y="140868"/>
                </a:lnTo>
                <a:lnTo>
                  <a:pt x="509879" y="140868"/>
                </a:lnTo>
                <a:lnTo>
                  <a:pt x="509879" y="292"/>
                </a:lnTo>
                <a:close/>
              </a:path>
              <a:path w="514350" h="184784">
                <a:moveTo>
                  <a:pt x="513918" y="162661"/>
                </a:moveTo>
                <a:lnTo>
                  <a:pt x="411187" y="162661"/>
                </a:lnTo>
                <a:lnTo>
                  <a:pt x="411187" y="128727"/>
                </a:lnTo>
                <a:lnTo>
                  <a:pt x="388226" y="128727"/>
                </a:lnTo>
                <a:lnTo>
                  <a:pt x="388226" y="181076"/>
                </a:lnTo>
                <a:lnTo>
                  <a:pt x="513918" y="181076"/>
                </a:lnTo>
                <a:lnTo>
                  <a:pt x="513918" y="162661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4" name="object 134"/>
          <p:cNvGrpSpPr/>
          <p:nvPr/>
        </p:nvGrpSpPr>
        <p:grpSpPr>
          <a:xfrm>
            <a:off x="11711471" y="9539142"/>
            <a:ext cx="594995" cy="185420"/>
            <a:chOff x="11711471" y="9539142"/>
            <a:chExt cx="594995" cy="185420"/>
          </a:xfrm>
        </p:grpSpPr>
        <p:pic>
          <p:nvPicPr>
            <p:cNvPr id="135" name="object 1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11471" y="9556470"/>
              <a:ext cx="103319" cy="149888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835367" y="9539142"/>
              <a:ext cx="471036" cy="185266"/>
            </a:xfrm>
            <a:prstGeom prst="rect">
              <a:avLst/>
            </a:prstGeom>
          </p:spPr>
        </p:pic>
      </p:grpSp>
      <p:grpSp>
        <p:nvGrpSpPr>
          <p:cNvPr id="137" name="object 137"/>
          <p:cNvGrpSpPr/>
          <p:nvPr/>
        </p:nvGrpSpPr>
        <p:grpSpPr>
          <a:xfrm>
            <a:off x="12376567" y="9540009"/>
            <a:ext cx="531495" cy="184785"/>
            <a:chOff x="12376567" y="9540009"/>
            <a:chExt cx="531495" cy="184785"/>
          </a:xfrm>
        </p:grpSpPr>
        <p:pic>
          <p:nvPicPr>
            <p:cNvPr id="138" name="object 1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376567" y="9540009"/>
              <a:ext cx="156313" cy="184255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557573" y="9540009"/>
              <a:ext cx="350244" cy="184400"/>
            </a:xfrm>
            <a:prstGeom prst="rect">
              <a:avLst/>
            </a:prstGeom>
          </p:spPr>
        </p:pic>
      </p:grpSp>
      <p:sp>
        <p:nvSpPr>
          <p:cNvPr id="140" name="object 140"/>
          <p:cNvSpPr/>
          <p:nvPr/>
        </p:nvSpPr>
        <p:spPr>
          <a:xfrm>
            <a:off x="1044646" y="9166159"/>
            <a:ext cx="41275" cy="276225"/>
          </a:xfrm>
          <a:custGeom>
            <a:avLst/>
            <a:gdLst/>
            <a:ahLst/>
            <a:cxnLst/>
            <a:rect l="l" t="t" r="r" b="b"/>
            <a:pathLst>
              <a:path w="41275" h="276225">
                <a:moveTo>
                  <a:pt x="40948" y="0"/>
                </a:moveTo>
                <a:lnTo>
                  <a:pt x="0" y="0"/>
                </a:lnTo>
                <a:lnTo>
                  <a:pt x="0" y="276172"/>
                </a:lnTo>
                <a:lnTo>
                  <a:pt x="40948" y="276172"/>
                </a:lnTo>
                <a:lnTo>
                  <a:pt x="40948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1" name="object 141"/>
          <p:cNvGrpSpPr/>
          <p:nvPr/>
        </p:nvGrpSpPr>
        <p:grpSpPr>
          <a:xfrm>
            <a:off x="1322433" y="9196596"/>
            <a:ext cx="758190" cy="219075"/>
            <a:chOff x="1322433" y="9196596"/>
            <a:chExt cx="758190" cy="219075"/>
          </a:xfrm>
        </p:grpSpPr>
        <p:pic>
          <p:nvPicPr>
            <p:cNvPr id="142" name="object 1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22433" y="9196596"/>
              <a:ext cx="498810" cy="218581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057" y="9248253"/>
              <a:ext cx="229494" cy="163766"/>
            </a:xfrm>
            <a:prstGeom prst="rect">
              <a:avLst/>
            </a:prstGeom>
          </p:spPr>
        </p:pic>
      </p:grpSp>
      <p:sp>
        <p:nvSpPr>
          <p:cNvPr id="144" name="object 144"/>
          <p:cNvSpPr/>
          <p:nvPr/>
        </p:nvSpPr>
        <p:spPr>
          <a:xfrm>
            <a:off x="2324202" y="9166159"/>
            <a:ext cx="41275" cy="276225"/>
          </a:xfrm>
          <a:custGeom>
            <a:avLst/>
            <a:gdLst/>
            <a:ahLst/>
            <a:cxnLst/>
            <a:rect l="l" t="t" r="r" b="b"/>
            <a:pathLst>
              <a:path w="41275" h="276225">
                <a:moveTo>
                  <a:pt x="40947" y="0"/>
                </a:moveTo>
                <a:lnTo>
                  <a:pt x="0" y="0"/>
                </a:lnTo>
                <a:lnTo>
                  <a:pt x="0" y="276172"/>
                </a:lnTo>
                <a:lnTo>
                  <a:pt x="40947" y="276172"/>
                </a:lnTo>
                <a:lnTo>
                  <a:pt x="40947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2665476" y="9168803"/>
            <a:ext cx="499109" cy="267970"/>
          </a:xfrm>
          <a:custGeom>
            <a:avLst/>
            <a:gdLst/>
            <a:ahLst/>
            <a:cxnLst/>
            <a:rect l="l" t="t" r="r" b="b"/>
            <a:pathLst>
              <a:path w="499110" h="267970">
                <a:moveTo>
                  <a:pt x="164922" y="113868"/>
                </a:moveTo>
                <a:lnTo>
                  <a:pt x="126568" y="90716"/>
                </a:lnTo>
                <a:lnTo>
                  <a:pt x="102628" y="35991"/>
                </a:lnTo>
                <a:lnTo>
                  <a:pt x="102628" y="9779"/>
                </a:lnTo>
                <a:lnTo>
                  <a:pt x="64046" y="9779"/>
                </a:lnTo>
                <a:lnTo>
                  <a:pt x="64046" y="35991"/>
                </a:lnTo>
                <a:lnTo>
                  <a:pt x="60261" y="61188"/>
                </a:lnTo>
                <a:lnTo>
                  <a:pt x="48691" y="84632"/>
                </a:lnTo>
                <a:lnTo>
                  <a:pt x="28790" y="104292"/>
                </a:lnTo>
                <a:lnTo>
                  <a:pt x="0" y="118186"/>
                </a:lnTo>
                <a:lnTo>
                  <a:pt x="18249" y="148082"/>
                </a:lnTo>
                <a:lnTo>
                  <a:pt x="40119" y="138557"/>
                </a:lnTo>
                <a:lnTo>
                  <a:pt x="58254" y="125476"/>
                </a:lnTo>
                <a:lnTo>
                  <a:pt x="72707" y="109359"/>
                </a:lnTo>
                <a:lnTo>
                  <a:pt x="83540" y="90716"/>
                </a:lnTo>
                <a:lnTo>
                  <a:pt x="94208" y="107848"/>
                </a:lnTo>
                <a:lnTo>
                  <a:pt x="108292" y="122516"/>
                </a:lnTo>
                <a:lnTo>
                  <a:pt x="125831" y="134366"/>
                </a:lnTo>
                <a:lnTo>
                  <a:pt x="146875" y="143027"/>
                </a:lnTo>
                <a:lnTo>
                  <a:pt x="164922" y="113868"/>
                </a:lnTo>
                <a:close/>
              </a:path>
              <a:path w="499110" h="267970">
                <a:moveTo>
                  <a:pt x="223202" y="165239"/>
                </a:moveTo>
                <a:lnTo>
                  <a:pt x="186690" y="165239"/>
                </a:lnTo>
                <a:lnTo>
                  <a:pt x="186690" y="195338"/>
                </a:lnTo>
                <a:lnTo>
                  <a:pt x="186690" y="237223"/>
                </a:lnTo>
                <a:lnTo>
                  <a:pt x="82003" y="237223"/>
                </a:lnTo>
                <a:lnTo>
                  <a:pt x="82003" y="195338"/>
                </a:lnTo>
                <a:lnTo>
                  <a:pt x="186690" y="195338"/>
                </a:lnTo>
                <a:lnTo>
                  <a:pt x="186690" y="165239"/>
                </a:lnTo>
                <a:lnTo>
                  <a:pt x="45275" y="165239"/>
                </a:lnTo>
                <a:lnTo>
                  <a:pt x="45275" y="267639"/>
                </a:lnTo>
                <a:lnTo>
                  <a:pt x="223202" y="267639"/>
                </a:lnTo>
                <a:lnTo>
                  <a:pt x="223202" y="237223"/>
                </a:lnTo>
                <a:lnTo>
                  <a:pt x="223202" y="195338"/>
                </a:lnTo>
                <a:lnTo>
                  <a:pt x="223202" y="165239"/>
                </a:lnTo>
                <a:close/>
              </a:path>
              <a:path w="499110" h="267970">
                <a:moveTo>
                  <a:pt x="223202" y="0"/>
                </a:moveTo>
                <a:lnTo>
                  <a:pt x="185864" y="0"/>
                </a:lnTo>
                <a:lnTo>
                  <a:pt x="185864" y="152819"/>
                </a:lnTo>
                <a:lnTo>
                  <a:pt x="223202" y="152819"/>
                </a:lnTo>
                <a:lnTo>
                  <a:pt x="223202" y="0"/>
                </a:lnTo>
                <a:close/>
              </a:path>
              <a:path w="499110" h="267970">
                <a:moveTo>
                  <a:pt x="499110" y="208673"/>
                </a:moveTo>
                <a:lnTo>
                  <a:pt x="395554" y="208673"/>
                </a:lnTo>
                <a:lnTo>
                  <a:pt x="395554" y="150952"/>
                </a:lnTo>
                <a:lnTo>
                  <a:pt x="472605" y="150952"/>
                </a:lnTo>
                <a:lnTo>
                  <a:pt x="472605" y="121450"/>
                </a:lnTo>
                <a:lnTo>
                  <a:pt x="322122" y="121450"/>
                </a:lnTo>
                <a:lnTo>
                  <a:pt x="322122" y="49606"/>
                </a:lnTo>
                <a:lnTo>
                  <a:pt x="470750" y="49606"/>
                </a:lnTo>
                <a:lnTo>
                  <a:pt x="470750" y="18821"/>
                </a:lnTo>
                <a:lnTo>
                  <a:pt x="284886" y="18821"/>
                </a:lnTo>
                <a:lnTo>
                  <a:pt x="284886" y="49606"/>
                </a:lnTo>
                <a:lnTo>
                  <a:pt x="284886" y="121450"/>
                </a:lnTo>
                <a:lnTo>
                  <a:pt x="284886" y="150952"/>
                </a:lnTo>
                <a:lnTo>
                  <a:pt x="358736" y="150952"/>
                </a:lnTo>
                <a:lnTo>
                  <a:pt x="358736" y="208673"/>
                </a:lnTo>
                <a:lnTo>
                  <a:pt x="256311" y="208673"/>
                </a:lnTo>
                <a:lnTo>
                  <a:pt x="256311" y="239471"/>
                </a:lnTo>
                <a:lnTo>
                  <a:pt x="499110" y="239471"/>
                </a:lnTo>
                <a:lnTo>
                  <a:pt x="499110" y="20867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1029017" y="5016144"/>
            <a:ext cx="1772920" cy="318135"/>
          </a:xfrm>
          <a:custGeom>
            <a:avLst/>
            <a:gdLst/>
            <a:ahLst/>
            <a:cxnLst/>
            <a:rect l="l" t="t" r="r" b="b"/>
            <a:pathLst>
              <a:path w="1772920" h="318135">
                <a:moveTo>
                  <a:pt x="178816" y="242887"/>
                </a:moveTo>
                <a:lnTo>
                  <a:pt x="73406" y="242887"/>
                </a:lnTo>
                <a:lnTo>
                  <a:pt x="73406" y="241160"/>
                </a:lnTo>
                <a:lnTo>
                  <a:pt x="110947" y="204203"/>
                </a:lnTo>
                <a:lnTo>
                  <a:pt x="142430" y="172961"/>
                </a:lnTo>
                <a:lnTo>
                  <a:pt x="162191" y="147802"/>
                </a:lnTo>
                <a:lnTo>
                  <a:pt x="172453" y="126072"/>
                </a:lnTo>
                <a:lnTo>
                  <a:pt x="175437" y="105117"/>
                </a:lnTo>
                <a:lnTo>
                  <a:pt x="169075" y="75120"/>
                </a:lnTo>
                <a:lnTo>
                  <a:pt x="151206" y="51625"/>
                </a:lnTo>
                <a:lnTo>
                  <a:pt x="123444" y="36309"/>
                </a:lnTo>
                <a:lnTo>
                  <a:pt x="87363" y="30822"/>
                </a:lnTo>
                <a:lnTo>
                  <a:pt x="51866" y="36512"/>
                </a:lnTo>
                <a:lnTo>
                  <a:pt x="24231" y="52692"/>
                </a:lnTo>
                <a:lnTo>
                  <a:pt x="6324" y="78117"/>
                </a:lnTo>
                <a:lnTo>
                  <a:pt x="0" y="111493"/>
                </a:lnTo>
                <a:lnTo>
                  <a:pt x="48615" y="111493"/>
                </a:lnTo>
                <a:lnTo>
                  <a:pt x="51295" y="95199"/>
                </a:lnTo>
                <a:lnTo>
                  <a:pt x="59055" y="82905"/>
                </a:lnTo>
                <a:lnTo>
                  <a:pt x="71183" y="75145"/>
                </a:lnTo>
                <a:lnTo>
                  <a:pt x="86995" y="72453"/>
                </a:lnTo>
                <a:lnTo>
                  <a:pt x="102539" y="74942"/>
                </a:lnTo>
                <a:lnTo>
                  <a:pt x="114896" y="82105"/>
                </a:lnTo>
                <a:lnTo>
                  <a:pt x="123088" y="93433"/>
                </a:lnTo>
                <a:lnTo>
                  <a:pt x="126111" y="108432"/>
                </a:lnTo>
                <a:lnTo>
                  <a:pt x="123748" y="122593"/>
                </a:lnTo>
                <a:lnTo>
                  <a:pt x="116941" y="135801"/>
                </a:lnTo>
                <a:lnTo>
                  <a:pt x="105879" y="149440"/>
                </a:lnTo>
                <a:lnTo>
                  <a:pt x="90728" y="164909"/>
                </a:lnTo>
                <a:lnTo>
                  <a:pt x="2159" y="248043"/>
                </a:lnTo>
                <a:lnTo>
                  <a:pt x="2286" y="285737"/>
                </a:lnTo>
                <a:lnTo>
                  <a:pt x="178816" y="285737"/>
                </a:lnTo>
                <a:lnTo>
                  <a:pt x="178816" y="242887"/>
                </a:lnTo>
                <a:close/>
              </a:path>
              <a:path w="1772920" h="318135">
                <a:moveTo>
                  <a:pt x="406247" y="160248"/>
                </a:moveTo>
                <a:lnTo>
                  <a:pt x="399491" y="105371"/>
                </a:lnTo>
                <a:lnTo>
                  <a:pt x="384263" y="73799"/>
                </a:lnTo>
                <a:lnTo>
                  <a:pt x="379895" y="64731"/>
                </a:lnTo>
                <a:lnTo>
                  <a:pt x="354139" y="43878"/>
                </a:lnTo>
                <a:lnTo>
                  <a:pt x="354139" y="160248"/>
                </a:lnTo>
                <a:lnTo>
                  <a:pt x="350837" y="198462"/>
                </a:lnTo>
                <a:lnTo>
                  <a:pt x="341439" y="225780"/>
                </a:lnTo>
                <a:lnTo>
                  <a:pt x="326682" y="242201"/>
                </a:lnTo>
                <a:lnTo>
                  <a:pt x="307340" y="247675"/>
                </a:lnTo>
                <a:lnTo>
                  <a:pt x="287972" y="242201"/>
                </a:lnTo>
                <a:lnTo>
                  <a:pt x="273189" y="225780"/>
                </a:lnTo>
                <a:lnTo>
                  <a:pt x="263779" y="198462"/>
                </a:lnTo>
                <a:lnTo>
                  <a:pt x="260527" y="160248"/>
                </a:lnTo>
                <a:lnTo>
                  <a:pt x="263893" y="122491"/>
                </a:lnTo>
                <a:lnTo>
                  <a:pt x="273329" y="95478"/>
                </a:lnTo>
                <a:lnTo>
                  <a:pt x="288061" y="79222"/>
                </a:lnTo>
                <a:lnTo>
                  <a:pt x="307340" y="73799"/>
                </a:lnTo>
                <a:lnTo>
                  <a:pt x="326618" y="79222"/>
                </a:lnTo>
                <a:lnTo>
                  <a:pt x="341337" y="95478"/>
                </a:lnTo>
                <a:lnTo>
                  <a:pt x="350774" y="122491"/>
                </a:lnTo>
                <a:lnTo>
                  <a:pt x="354139" y="160248"/>
                </a:lnTo>
                <a:lnTo>
                  <a:pt x="354139" y="43878"/>
                </a:lnTo>
                <a:lnTo>
                  <a:pt x="348742" y="39497"/>
                </a:lnTo>
                <a:lnTo>
                  <a:pt x="307340" y="30822"/>
                </a:lnTo>
                <a:lnTo>
                  <a:pt x="265950" y="39458"/>
                </a:lnTo>
                <a:lnTo>
                  <a:pt x="234861" y="64643"/>
                </a:lnTo>
                <a:lnTo>
                  <a:pt x="215277" y="105270"/>
                </a:lnTo>
                <a:lnTo>
                  <a:pt x="208419" y="160248"/>
                </a:lnTo>
                <a:lnTo>
                  <a:pt x="215087" y="215544"/>
                </a:lnTo>
                <a:lnTo>
                  <a:pt x="234632" y="256641"/>
                </a:lnTo>
                <a:lnTo>
                  <a:pt x="265798" y="282257"/>
                </a:lnTo>
                <a:lnTo>
                  <a:pt x="307340" y="291147"/>
                </a:lnTo>
                <a:lnTo>
                  <a:pt x="348780" y="282346"/>
                </a:lnTo>
                <a:lnTo>
                  <a:pt x="379895" y="256781"/>
                </a:lnTo>
                <a:lnTo>
                  <a:pt x="384225" y="247675"/>
                </a:lnTo>
                <a:lnTo>
                  <a:pt x="399453" y="215671"/>
                </a:lnTo>
                <a:lnTo>
                  <a:pt x="406247" y="160248"/>
                </a:lnTo>
                <a:close/>
              </a:path>
              <a:path w="1772920" h="318135">
                <a:moveTo>
                  <a:pt x="614667" y="242887"/>
                </a:moveTo>
                <a:lnTo>
                  <a:pt x="509257" y="242887"/>
                </a:lnTo>
                <a:lnTo>
                  <a:pt x="509257" y="241160"/>
                </a:lnTo>
                <a:lnTo>
                  <a:pt x="546798" y="204203"/>
                </a:lnTo>
                <a:lnTo>
                  <a:pt x="578294" y="172961"/>
                </a:lnTo>
                <a:lnTo>
                  <a:pt x="598055" y="147802"/>
                </a:lnTo>
                <a:lnTo>
                  <a:pt x="608317" y="126072"/>
                </a:lnTo>
                <a:lnTo>
                  <a:pt x="611301" y="105117"/>
                </a:lnTo>
                <a:lnTo>
                  <a:pt x="604939" y="75120"/>
                </a:lnTo>
                <a:lnTo>
                  <a:pt x="587070" y="51625"/>
                </a:lnTo>
                <a:lnTo>
                  <a:pt x="559308" y="36309"/>
                </a:lnTo>
                <a:lnTo>
                  <a:pt x="523214" y="30822"/>
                </a:lnTo>
                <a:lnTo>
                  <a:pt x="487718" y="36512"/>
                </a:lnTo>
                <a:lnTo>
                  <a:pt x="460082" y="52692"/>
                </a:lnTo>
                <a:lnTo>
                  <a:pt x="442175" y="78117"/>
                </a:lnTo>
                <a:lnTo>
                  <a:pt x="435851" y="111493"/>
                </a:lnTo>
                <a:lnTo>
                  <a:pt x="484466" y="111493"/>
                </a:lnTo>
                <a:lnTo>
                  <a:pt x="487146" y="95199"/>
                </a:lnTo>
                <a:lnTo>
                  <a:pt x="494906" y="82905"/>
                </a:lnTo>
                <a:lnTo>
                  <a:pt x="507047" y="75145"/>
                </a:lnTo>
                <a:lnTo>
                  <a:pt x="522859" y="72453"/>
                </a:lnTo>
                <a:lnTo>
                  <a:pt x="538391" y="74942"/>
                </a:lnTo>
                <a:lnTo>
                  <a:pt x="550760" y="82105"/>
                </a:lnTo>
                <a:lnTo>
                  <a:pt x="558952" y="93433"/>
                </a:lnTo>
                <a:lnTo>
                  <a:pt x="561962" y="108432"/>
                </a:lnTo>
                <a:lnTo>
                  <a:pt x="559600" y="122593"/>
                </a:lnTo>
                <a:lnTo>
                  <a:pt x="552805" y="135801"/>
                </a:lnTo>
                <a:lnTo>
                  <a:pt x="541743" y="149440"/>
                </a:lnTo>
                <a:lnTo>
                  <a:pt x="526592" y="164909"/>
                </a:lnTo>
                <a:lnTo>
                  <a:pt x="438023" y="248043"/>
                </a:lnTo>
                <a:lnTo>
                  <a:pt x="438137" y="285737"/>
                </a:lnTo>
                <a:lnTo>
                  <a:pt x="614667" y="285737"/>
                </a:lnTo>
                <a:lnTo>
                  <a:pt x="614667" y="242887"/>
                </a:lnTo>
                <a:close/>
              </a:path>
              <a:path w="1772920" h="318135">
                <a:moveTo>
                  <a:pt x="831164" y="201993"/>
                </a:moveTo>
                <a:lnTo>
                  <a:pt x="825271" y="168706"/>
                </a:lnTo>
                <a:lnTo>
                  <a:pt x="808824" y="142519"/>
                </a:lnTo>
                <a:lnTo>
                  <a:pt x="783856" y="125387"/>
                </a:lnTo>
                <a:lnTo>
                  <a:pt x="752462" y="119240"/>
                </a:lnTo>
                <a:lnTo>
                  <a:pt x="736879" y="120827"/>
                </a:lnTo>
                <a:lnTo>
                  <a:pt x="723036" y="125272"/>
                </a:lnTo>
                <a:lnTo>
                  <a:pt x="711542" y="132029"/>
                </a:lnTo>
                <a:lnTo>
                  <a:pt x="703008" y="140601"/>
                </a:lnTo>
                <a:lnTo>
                  <a:pt x="701078" y="140601"/>
                </a:lnTo>
                <a:lnTo>
                  <a:pt x="707821" y="77114"/>
                </a:lnTo>
                <a:lnTo>
                  <a:pt x="817321" y="77114"/>
                </a:lnTo>
                <a:lnTo>
                  <a:pt x="817321" y="34264"/>
                </a:lnTo>
                <a:lnTo>
                  <a:pt x="665695" y="34264"/>
                </a:lnTo>
                <a:lnTo>
                  <a:pt x="652221" y="179031"/>
                </a:lnTo>
                <a:lnTo>
                  <a:pt x="698792" y="179031"/>
                </a:lnTo>
                <a:lnTo>
                  <a:pt x="705218" y="169849"/>
                </a:lnTo>
                <a:lnTo>
                  <a:pt x="713803" y="163283"/>
                </a:lnTo>
                <a:lnTo>
                  <a:pt x="724509" y="159346"/>
                </a:lnTo>
                <a:lnTo>
                  <a:pt x="737298" y="158038"/>
                </a:lnTo>
                <a:lnTo>
                  <a:pt x="755218" y="161442"/>
                </a:lnTo>
                <a:lnTo>
                  <a:pt x="769289" y="170789"/>
                </a:lnTo>
                <a:lnTo>
                  <a:pt x="778471" y="185089"/>
                </a:lnTo>
                <a:lnTo>
                  <a:pt x="781697" y="203352"/>
                </a:lnTo>
                <a:lnTo>
                  <a:pt x="778535" y="221411"/>
                </a:lnTo>
                <a:lnTo>
                  <a:pt x="769531" y="235546"/>
                </a:lnTo>
                <a:lnTo>
                  <a:pt x="755726" y="244754"/>
                </a:lnTo>
                <a:lnTo>
                  <a:pt x="738136" y="248043"/>
                </a:lnTo>
                <a:lnTo>
                  <a:pt x="722922" y="245630"/>
                </a:lnTo>
                <a:lnTo>
                  <a:pt x="710361" y="238848"/>
                </a:lnTo>
                <a:lnTo>
                  <a:pt x="701611" y="228409"/>
                </a:lnTo>
                <a:lnTo>
                  <a:pt x="697826" y="215011"/>
                </a:lnTo>
                <a:lnTo>
                  <a:pt x="648131" y="215011"/>
                </a:lnTo>
                <a:lnTo>
                  <a:pt x="655370" y="244830"/>
                </a:lnTo>
                <a:lnTo>
                  <a:pt x="674230" y="268300"/>
                </a:lnTo>
                <a:lnTo>
                  <a:pt x="702538" y="283667"/>
                </a:lnTo>
                <a:lnTo>
                  <a:pt x="738136" y="289179"/>
                </a:lnTo>
                <a:lnTo>
                  <a:pt x="776046" y="282702"/>
                </a:lnTo>
                <a:lnTo>
                  <a:pt x="805446" y="264655"/>
                </a:lnTo>
                <a:lnTo>
                  <a:pt x="824458" y="237058"/>
                </a:lnTo>
                <a:lnTo>
                  <a:pt x="831164" y="201993"/>
                </a:lnTo>
                <a:close/>
              </a:path>
              <a:path w="1772920" h="318135">
                <a:moveTo>
                  <a:pt x="977607" y="161963"/>
                </a:moveTo>
                <a:lnTo>
                  <a:pt x="865339" y="161963"/>
                </a:lnTo>
                <a:lnTo>
                  <a:pt x="865339" y="202730"/>
                </a:lnTo>
                <a:lnTo>
                  <a:pt x="977607" y="202730"/>
                </a:lnTo>
                <a:lnTo>
                  <a:pt x="977607" y="161963"/>
                </a:lnTo>
                <a:close/>
              </a:path>
              <a:path w="1772920" h="318135">
                <a:moveTo>
                  <a:pt x="1191933" y="242887"/>
                </a:moveTo>
                <a:lnTo>
                  <a:pt x="1086523" y="242887"/>
                </a:lnTo>
                <a:lnTo>
                  <a:pt x="1086523" y="241160"/>
                </a:lnTo>
                <a:lnTo>
                  <a:pt x="1124064" y="204203"/>
                </a:lnTo>
                <a:lnTo>
                  <a:pt x="1155547" y="172961"/>
                </a:lnTo>
                <a:lnTo>
                  <a:pt x="1175308" y="147802"/>
                </a:lnTo>
                <a:lnTo>
                  <a:pt x="1185570" y="126072"/>
                </a:lnTo>
                <a:lnTo>
                  <a:pt x="1188567" y="105117"/>
                </a:lnTo>
                <a:lnTo>
                  <a:pt x="1182192" y="75120"/>
                </a:lnTo>
                <a:lnTo>
                  <a:pt x="1164323" y="51625"/>
                </a:lnTo>
                <a:lnTo>
                  <a:pt x="1136561" y="36309"/>
                </a:lnTo>
                <a:lnTo>
                  <a:pt x="1100480" y="30822"/>
                </a:lnTo>
                <a:lnTo>
                  <a:pt x="1064983" y="36512"/>
                </a:lnTo>
                <a:lnTo>
                  <a:pt x="1037348" y="52692"/>
                </a:lnTo>
                <a:lnTo>
                  <a:pt x="1019441" y="78117"/>
                </a:lnTo>
                <a:lnTo>
                  <a:pt x="1013117" y="111493"/>
                </a:lnTo>
                <a:lnTo>
                  <a:pt x="1061732" y="111493"/>
                </a:lnTo>
                <a:lnTo>
                  <a:pt x="1064412" y="95199"/>
                </a:lnTo>
                <a:lnTo>
                  <a:pt x="1072172" y="82905"/>
                </a:lnTo>
                <a:lnTo>
                  <a:pt x="1084300" y="75145"/>
                </a:lnTo>
                <a:lnTo>
                  <a:pt x="1100112" y="72453"/>
                </a:lnTo>
                <a:lnTo>
                  <a:pt x="1115656" y="74942"/>
                </a:lnTo>
                <a:lnTo>
                  <a:pt x="1128014" y="82105"/>
                </a:lnTo>
                <a:lnTo>
                  <a:pt x="1136205" y="93433"/>
                </a:lnTo>
                <a:lnTo>
                  <a:pt x="1139228" y="108432"/>
                </a:lnTo>
                <a:lnTo>
                  <a:pt x="1136865" y="122593"/>
                </a:lnTo>
                <a:lnTo>
                  <a:pt x="1130058" y="135801"/>
                </a:lnTo>
                <a:lnTo>
                  <a:pt x="1118997" y="149440"/>
                </a:lnTo>
                <a:lnTo>
                  <a:pt x="1103845" y="164909"/>
                </a:lnTo>
                <a:lnTo>
                  <a:pt x="1015276" y="248043"/>
                </a:lnTo>
                <a:lnTo>
                  <a:pt x="1015403" y="285737"/>
                </a:lnTo>
                <a:lnTo>
                  <a:pt x="1191933" y="285737"/>
                </a:lnTo>
                <a:lnTo>
                  <a:pt x="1191933" y="242887"/>
                </a:lnTo>
                <a:close/>
              </a:path>
              <a:path w="1772920" h="318135">
                <a:moveTo>
                  <a:pt x="1382788" y="133235"/>
                </a:moveTo>
                <a:lnTo>
                  <a:pt x="1377200" y="109474"/>
                </a:lnTo>
                <a:lnTo>
                  <a:pt x="1376095" y="108178"/>
                </a:lnTo>
                <a:lnTo>
                  <a:pt x="1361528" y="91084"/>
                </a:lnTo>
                <a:lnTo>
                  <a:pt x="1341628" y="81254"/>
                </a:lnTo>
                <a:lnTo>
                  <a:pt x="1341628" y="133235"/>
                </a:lnTo>
                <a:lnTo>
                  <a:pt x="1339024" y="143840"/>
                </a:lnTo>
                <a:lnTo>
                  <a:pt x="1331836" y="151485"/>
                </a:lnTo>
                <a:lnTo>
                  <a:pt x="1320800" y="156108"/>
                </a:lnTo>
                <a:lnTo>
                  <a:pt x="1306614" y="157670"/>
                </a:lnTo>
                <a:lnTo>
                  <a:pt x="1292415" y="156108"/>
                </a:lnTo>
                <a:lnTo>
                  <a:pt x="1281480" y="151485"/>
                </a:lnTo>
                <a:lnTo>
                  <a:pt x="1274445" y="143840"/>
                </a:lnTo>
                <a:lnTo>
                  <a:pt x="1271955" y="133235"/>
                </a:lnTo>
                <a:lnTo>
                  <a:pt x="1274445" y="122504"/>
                </a:lnTo>
                <a:lnTo>
                  <a:pt x="1281480" y="114681"/>
                </a:lnTo>
                <a:lnTo>
                  <a:pt x="1292415" y="109867"/>
                </a:lnTo>
                <a:lnTo>
                  <a:pt x="1306614" y="108178"/>
                </a:lnTo>
                <a:lnTo>
                  <a:pt x="1320800" y="109867"/>
                </a:lnTo>
                <a:lnTo>
                  <a:pt x="1331836" y="114681"/>
                </a:lnTo>
                <a:lnTo>
                  <a:pt x="1339024" y="122504"/>
                </a:lnTo>
                <a:lnTo>
                  <a:pt x="1341628" y="133235"/>
                </a:lnTo>
                <a:lnTo>
                  <a:pt x="1341628" y="81254"/>
                </a:lnTo>
                <a:lnTo>
                  <a:pt x="1337449" y="79184"/>
                </a:lnTo>
                <a:lnTo>
                  <a:pt x="1306614" y="74904"/>
                </a:lnTo>
                <a:lnTo>
                  <a:pt x="1275600" y="79184"/>
                </a:lnTo>
                <a:lnTo>
                  <a:pt x="1251242" y="91084"/>
                </a:lnTo>
                <a:lnTo>
                  <a:pt x="1235354" y="109474"/>
                </a:lnTo>
                <a:lnTo>
                  <a:pt x="1229715" y="133235"/>
                </a:lnTo>
                <a:lnTo>
                  <a:pt x="1235354" y="156984"/>
                </a:lnTo>
                <a:lnTo>
                  <a:pt x="1251242" y="175361"/>
                </a:lnTo>
                <a:lnTo>
                  <a:pt x="1275600" y="187223"/>
                </a:lnTo>
                <a:lnTo>
                  <a:pt x="1306614" y="191439"/>
                </a:lnTo>
                <a:lnTo>
                  <a:pt x="1337449" y="187223"/>
                </a:lnTo>
                <a:lnTo>
                  <a:pt x="1361528" y="175361"/>
                </a:lnTo>
                <a:lnTo>
                  <a:pt x="1376616" y="157670"/>
                </a:lnTo>
                <a:lnTo>
                  <a:pt x="1377200" y="156984"/>
                </a:lnTo>
                <a:lnTo>
                  <a:pt x="1382788" y="133235"/>
                </a:lnTo>
                <a:close/>
              </a:path>
              <a:path w="1772920" h="318135">
                <a:moveTo>
                  <a:pt x="1398435" y="29972"/>
                </a:moveTo>
                <a:lnTo>
                  <a:pt x="1328280" y="29972"/>
                </a:lnTo>
                <a:lnTo>
                  <a:pt x="1328280" y="0"/>
                </a:lnTo>
                <a:lnTo>
                  <a:pt x="1284947" y="0"/>
                </a:lnTo>
                <a:lnTo>
                  <a:pt x="1284947" y="29972"/>
                </a:lnTo>
                <a:lnTo>
                  <a:pt x="1214564" y="29972"/>
                </a:lnTo>
                <a:lnTo>
                  <a:pt x="1214564" y="64719"/>
                </a:lnTo>
                <a:lnTo>
                  <a:pt x="1398435" y="64719"/>
                </a:lnTo>
                <a:lnTo>
                  <a:pt x="1398435" y="29972"/>
                </a:lnTo>
                <a:close/>
              </a:path>
              <a:path w="1772920" h="318135">
                <a:moveTo>
                  <a:pt x="1460398" y="213169"/>
                </a:moveTo>
                <a:lnTo>
                  <a:pt x="1251864" y="213169"/>
                </a:lnTo>
                <a:lnTo>
                  <a:pt x="1251864" y="248539"/>
                </a:lnTo>
                <a:lnTo>
                  <a:pt x="1416837" y="248539"/>
                </a:lnTo>
                <a:lnTo>
                  <a:pt x="1416837" y="317792"/>
                </a:lnTo>
                <a:lnTo>
                  <a:pt x="1460398" y="317792"/>
                </a:lnTo>
                <a:lnTo>
                  <a:pt x="1460398" y="213169"/>
                </a:lnTo>
                <a:close/>
              </a:path>
              <a:path w="1772920" h="318135">
                <a:moveTo>
                  <a:pt x="1502041" y="83743"/>
                </a:moveTo>
                <a:lnTo>
                  <a:pt x="1460398" y="83743"/>
                </a:lnTo>
                <a:lnTo>
                  <a:pt x="1460398" y="1485"/>
                </a:lnTo>
                <a:lnTo>
                  <a:pt x="1416837" y="1485"/>
                </a:lnTo>
                <a:lnTo>
                  <a:pt x="1416837" y="199910"/>
                </a:lnTo>
                <a:lnTo>
                  <a:pt x="1460398" y="199910"/>
                </a:lnTo>
                <a:lnTo>
                  <a:pt x="1460398" y="119849"/>
                </a:lnTo>
                <a:lnTo>
                  <a:pt x="1502041" y="119849"/>
                </a:lnTo>
                <a:lnTo>
                  <a:pt x="1502041" y="83743"/>
                </a:lnTo>
                <a:close/>
              </a:path>
              <a:path w="1772920" h="318135">
                <a:moveTo>
                  <a:pt x="1679892" y="34759"/>
                </a:moveTo>
                <a:lnTo>
                  <a:pt x="1530083" y="34759"/>
                </a:lnTo>
                <a:lnTo>
                  <a:pt x="1530083" y="69507"/>
                </a:lnTo>
                <a:lnTo>
                  <a:pt x="1635607" y="69507"/>
                </a:lnTo>
                <a:lnTo>
                  <a:pt x="1624825" y="118503"/>
                </a:lnTo>
                <a:lnTo>
                  <a:pt x="1601889" y="160718"/>
                </a:lnTo>
                <a:lnTo>
                  <a:pt x="1565287" y="197027"/>
                </a:lnTo>
                <a:lnTo>
                  <a:pt x="1513471" y="228269"/>
                </a:lnTo>
                <a:lnTo>
                  <a:pt x="1536090" y="263512"/>
                </a:lnTo>
                <a:lnTo>
                  <a:pt x="1585175" y="234721"/>
                </a:lnTo>
                <a:lnTo>
                  <a:pt x="1622552" y="201803"/>
                </a:lnTo>
                <a:lnTo>
                  <a:pt x="1649463" y="165061"/>
                </a:lnTo>
                <a:lnTo>
                  <a:pt x="1667167" y="124790"/>
                </a:lnTo>
                <a:lnTo>
                  <a:pt x="1676895" y="81254"/>
                </a:lnTo>
                <a:lnTo>
                  <a:pt x="1679892" y="34759"/>
                </a:lnTo>
                <a:close/>
              </a:path>
              <a:path w="1772920" h="318135">
                <a:moveTo>
                  <a:pt x="1772678" y="1485"/>
                </a:moveTo>
                <a:lnTo>
                  <a:pt x="1728749" y="1485"/>
                </a:lnTo>
                <a:lnTo>
                  <a:pt x="1728749" y="317792"/>
                </a:lnTo>
                <a:lnTo>
                  <a:pt x="1772678" y="317792"/>
                </a:lnTo>
                <a:lnTo>
                  <a:pt x="1772678" y="148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2911233" y="5017630"/>
            <a:ext cx="563245" cy="316865"/>
          </a:xfrm>
          <a:custGeom>
            <a:avLst/>
            <a:gdLst/>
            <a:ahLst/>
            <a:cxnLst/>
            <a:rect l="l" t="t" r="r" b="b"/>
            <a:pathLst>
              <a:path w="563245" h="316864">
                <a:moveTo>
                  <a:pt x="190360" y="144145"/>
                </a:moveTo>
                <a:lnTo>
                  <a:pt x="148348" y="119964"/>
                </a:lnTo>
                <a:lnTo>
                  <a:pt x="123215" y="83820"/>
                </a:lnTo>
                <a:lnTo>
                  <a:pt x="118884" y="56718"/>
                </a:lnTo>
                <a:lnTo>
                  <a:pt x="180733" y="56718"/>
                </a:lnTo>
                <a:lnTo>
                  <a:pt x="180733" y="21361"/>
                </a:lnTo>
                <a:lnTo>
                  <a:pt x="11785" y="21361"/>
                </a:lnTo>
                <a:lnTo>
                  <a:pt x="11785" y="56718"/>
                </a:lnTo>
                <a:lnTo>
                  <a:pt x="75082" y="56718"/>
                </a:lnTo>
                <a:lnTo>
                  <a:pt x="70358" y="86588"/>
                </a:lnTo>
                <a:lnTo>
                  <a:pt x="56578" y="114376"/>
                </a:lnTo>
                <a:lnTo>
                  <a:pt x="33286" y="137744"/>
                </a:lnTo>
                <a:lnTo>
                  <a:pt x="0" y="154343"/>
                </a:lnTo>
                <a:lnTo>
                  <a:pt x="22021" y="189331"/>
                </a:lnTo>
                <a:lnTo>
                  <a:pt x="47586" y="177723"/>
                </a:lnTo>
                <a:lnTo>
                  <a:pt x="68732" y="161874"/>
                </a:lnTo>
                <a:lnTo>
                  <a:pt x="85509" y="142417"/>
                </a:lnTo>
                <a:lnTo>
                  <a:pt x="97955" y="119964"/>
                </a:lnTo>
                <a:lnTo>
                  <a:pt x="110121" y="139065"/>
                </a:lnTo>
                <a:lnTo>
                  <a:pt x="126111" y="155536"/>
                </a:lnTo>
                <a:lnTo>
                  <a:pt x="145973" y="168935"/>
                </a:lnTo>
                <a:lnTo>
                  <a:pt x="169786" y="178777"/>
                </a:lnTo>
                <a:lnTo>
                  <a:pt x="190360" y="144145"/>
                </a:lnTo>
                <a:close/>
              </a:path>
              <a:path w="563245" h="316864">
                <a:moveTo>
                  <a:pt x="253301" y="254787"/>
                </a:moveTo>
                <a:lnTo>
                  <a:pt x="246049" y="228981"/>
                </a:lnTo>
                <a:lnTo>
                  <a:pt x="245402" y="228384"/>
                </a:lnTo>
                <a:lnTo>
                  <a:pt x="225247" y="209829"/>
                </a:lnTo>
                <a:lnTo>
                  <a:pt x="210464" y="204482"/>
                </a:lnTo>
                <a:lnTo>
                  <a:pt x="210464" y="254787"/>
                </a:lnTo>
                <a:lnTo>
                  <a:pt x="206489" y="266611"/>
                </a:lnTo>
                <a:lnTo>
                  <a:pt x="194716" y="275043"/>
                </a:lnTo>
                <a:lnTo>
                  <a:pt x="175387" y="280060"/>
                </a:lnTo>
                <a:lnTo>
                  <a:pt x="148729" y="281673"/>
                </a:lnTo>
                <a:lnTo>
                  <a:pt x="121831" y="280060"/>
                </a:lnTo>
                <a:lnTo>
                  <a:pt x="102196" y="275043"/>
                </a:lnTo>
                <a:lnTo>
                  <a:pt x="90182" y="266611"/>
                </a:lnTo>
                <a:lnTo>
                  <a:pt x="86156" y="254787"/>
                </a:lnTo>
                <a:lnTo>
                  <a:pt x="90182" y="243128"/>
                </a:lnTo>
                <a:lnTo>
                  <a:pt x="102196" y="234861"/>
                </a:lnTo>
                <a:lnTo>
                  <a:pt x="121831" y="229946"/>
                </a:lnTo>
                <a:lnTo>
                  <a:pt x="148729" y="228384"/>
                </a:lnTo>
                <a:lnTo>
                  <a:pt x="175387" y="229946"/>
                </a:lnTo>
                <a:lnTo>
                  <a:pt x="194716" y="234861"/>
                </a:lnTo>
                <a:lnTo>
                  <a:pt x="206489" y="243128"/>
                </a:lnTo>
                <a:lnTo>
                  <a:pt x="210464" y="254787"/>
                </a:lnTo>
                <a:lnTo>
                  <a:pt x="210464" y="204482"/>
                </a:lnTo>
                <a:lnTo>
                  <a:pt x="192328" y="197916"/>
                </a:lnTo>
                <a:lnTo>
                  <a:pt x="148729" y="193878"/>
                </a:lnTo>
                <a:lnTo>
                  <a:pt x="104533" y="197916"/>
                </a:lnTo>
                <a:lnTo>
                  <a:pt x="71132" y="209829"/>
                </a:lnTo>
                <a:lnTo>
                  <a:pt x="50025" y="228981"/>
                </a:lnTo>
                <a:lnTo>
                  <a:pt x="42710" y="254787"/>
                </a:lnTo>
                <a:lnTo>
                  <a:pt x="50025" y="280657"/>
                </a:lnTo>
                <a:lnTo>
                  <a:pt x="71132" y="299986"/>
                </a:lnTo>
                <a:lnTo>
                  <a:pt x="104533" y="312064"/>
                </a:lnTo>
                <a:lnTo>
                  <a:pt x="148729" y="316179"/>
                </a:lnTo>
                <a:lnTo>
                  <a:pt x="192328" y="312064"/>
                </a:lnTo>
                <a:lnTo>
                  <a:pt x="225247" y="299986"/>
                </a:lnTo>
                <a:lnTo>
                  <a:pt x="244957" y="281673"/>
                </a:lnTo>
                <a:lnTo>
                  <a:pt x="246049" y="280657"/>
                </a:lnTo>
                <a:lnTo>
                  <a:pt x="253301" y="254787"/>
                </a:lnTo>
                <a:close/>
              </a:path>
              <a:path w="563245" h="316864">
                <a:moveTo>
                  <a:pt x="292049" y="73545"/>
                </a:moveTo>
                <a:lnTo>
                  <a:pt x="250418" y="73545"/>
                </a:lnTo>
                <a:lnTo>
                  <a:pt x="250418" y="0"/>
                </a:lnTo>
                <a:lnTo>
                  <a:pt x="206857" y="0"/>
                </a:lnTo>
                <a:lnTo>
                  <a:pt x="206857" y="187744"/>
                </a:lnTo>
                <a:lnTo>
                  <a:pt x="250418" y="187744"/>
                </a:lnTo>
                <a:lnTo>
                  <a:pt x="250418" y="109651"/>
                </a:lnTo>
                <a:lnTo>
                  <a:pt x="292049" y="109651"/>
                </a:lnTo>
                <a:lnTo>
                  <a:pt x="292049" y="73545"/>
                </a:lnTo>
                <a:close/>
              </a:path>
              <a:path w="563245" h="316864">
                <a:moveTo>
                  <a:pt x="469912" y="33274"/>
                </a:moveTo>
                <a:lnTo>
                  <a:pt x="320090" y="33274"/>
                </a:lnTo>
                <a:lnTo>
                  <a:pt x="320090" y="68021"/>
                </a:lnTo>
                <a:lnTo>
                  <a:pt x="425627" y="68021"/>
                </a:lnTo>
                <a:lnTo>
                  <a:pt x="414832" y="117017"/>
                </a:lnTo>
                <a:lnTo>
                  <a:pt x="391896" y="159232"/>
                </a:lnTo>
                <a:lnTo>
                  <a:pt x="355295" y="195541"/>
                </a:lnTo>
                <a:lnTo>
                  <a:pt x="303479" y="226783"/>
                </a:lnTo>
                <a:lnTo>
                  <a:pt x="326110" y="262026"/>
                </a:lnTo>
                <a:lnTo>
                  <a:pt x="375196" y="233235"/>
                </a:lnTo>
                <a:lnTo>
                  <a:pt x="412559" y="200317"/>
                </a:lnTo>
                <a:lnTo>
                  <a:pt x="439483" y="163576"/>
                </a:lnTo>
                <a:lnTo>
                  <a:pt x="457174" y="123304"/>
                </a:lnTo>
                <a:lnTo>
                  <a:pt x="466902" y="79768"/>
                </a:lnTo>
                <a:lnTo>
                  <a:pt x="469912" y="33274"/>
                </a:lnTo>
                <a:close/>
              </a:path>
              <a:path w="563245" h="316864">
                <a:moveTo>
                  <a:pt x="562686" y="0"/>
                </a:moveTo>
                <a:lnTo>
                  <a:pt x="518756" y="0"/>
                </a:lnTo>
                <a:lnTo>
                  <a:pt x="518756" y="316306"/>
                </a:lnTo>
                <a:lnTo>
                  <a:pt x="562686" y="316306"/>
                </a:lnTo>
                <a:lnTo>
                  <a:pt x="562686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3591814" y="5046967"/>
            <a:ext cx="381635" cy="259079"/>
          </a:xfrm>
          <a:custGeom>
            <a:avLst/>
            <a:gdLst/>
            <a:ahLst/>
            <a:cxnLst/>
            <a:rect l="l" t="t" r="r" b="b"/>
            <a:pathLst>
              <a:path w="381635" h="259079">
                <a:moveTo>
                  <a:pt x="194335" y="183210"/>
                </a:moveTo>
                <a:lnTo>
                  <a:pt x="173164" y="134264"/>
                </a:lnTo>
                <a:lnTo>
                  <a:pt x="120573" y="109537"/>
                </a:lnTo>
                <a:lnTo>
                  <a:pt x="98310" y="104013"/>
                </a:lnTo>
                <a:lnTo>
                  <a:pt x="83134" y="99542"/>
                </a:lnTo>
                <a:lnTo>
                  <a:pt x="70510" y="93243"/>
                </a:lnTo>
                <a:lnTo>
                  <a:pt x="61963" y="84442"/>
                </a:lnTo>
                <a:lnTo>
                  <a:pt x="58966" y="72453"/>
                </a:lnTo>
                <a:lnTo>
                  <a:pt x="61620" y="60972"/>
                </a:lnTo>
                <a:lnTo>
                  <a:pt x="69418" y="51866"/>
                </a:lnTo>
                <a:lnTo>
                  <a:pt x="82067" y="45872"/>
                </a:lnTo>
                <a:lnTo>
                  <a:pt x="99275" y="43713"/>
                </a:lnTo>
                <a:lnTo>
                  <a:pt x="116205" y="45847"/>
                </a:lnTo>
                <a:lnTo>
                  <a:pt x="129184" y="52057"/>
                </a:lnTo>
                <a:lnTo>
                  <a:pt x="137820" y="62001"/>
                </a:lnTo>
                <a:lnTo>
                  <a:pt x="141757" y="75399"/>
                </a:lnTo>
                <a:lnTo>
                  <a:pt x="190969" y="75399"/>
                </a:lnTo>
                <a:lnTo>
                  <a:pt x="184073" y="44818"/>
                </a:lnTo>
                <a:lnTo>
                  <a:pt x="165519" y="20980"/>
                </a:lnTo>
                <a:lnTo>
                  <a:pt x="136855" y="5511"/>
                </a:lnTo>
                <a:lnTo>
                  <a:pt x="99631" y="0"/>
                </a:lnTo>
                <a:lnTo>
                  <a:pt x="62357" y="5448"/>
                </a:lnTo>
                <a:lnTo>
                  <a:pt x="32804" y="20866"/>
                </a:lnTo>
                <a:lnTo>
                  <a:pt x="13385" y="44818"/>
                </a:lnTo>
                <a:lnTo>
                  <a:pt x="6502" y="75882"/>
                </a:lnTo>
                <a:lnTo>
                  <a:pt x="11087" y="100787"/>
                </a:lnTo>
                <a:lnTo>
                  <a:pt x="24396" y="120180"/>
                </a:lnTo>
                <a:lnTo>
                  <a:pt x="45516" y="134556"/>
                </a:lnTo>
                <a:lnTo>
                  <a:pt x="73520" y="144399"/>
                </a:lnTo>
                <a:lnTo>
                  <a:pt x="100482" y="151155"/>
                </a:lnTo>
                <a:lnTo>
                  <a:pt x="118364" y="156578"/>
                </a:lnTo>
                <a:lnTo>
                  <a:pt x="131559" y="163195"/>
                </a:lnTo>
                <a:lnTo>
                  <a:pt x="139738" y="171742"/>
                </a:lnTo>
                <a:lnTo>
                  <a:pt x="142595" y="182956"/>
                </a:lnTo>
                <a:lnTo>
                  <a:pt x="139395" y="195872"/>
                </a:lnTo>
                <a:lnTo>
                  <a:pt x="130467" y="205828"/>
                </a:lnTo>
                <a:lnTo>
                  <a:pt x="116535" y="212242"/>
                </a:lnTo>
                <a:lnTo>
                  <a:pt x="98310" y="214515"/>
                </a:lnTo>
                <a:lnTo>
                  <a:pt x="79476" y="212140"/>
                </a:lnTo>
                <a:lnTo>
                  <a:pt x="64439" y="205028"/>
                </a:lnTo>
                <a:lnTo>
                  <a:pt x="54178" y="193179"/>
                </a:lnTo>
                <a:lnTo>
                  <a:pt x="49695" y="176580"/>
                </a:lnTo>
                <a:lnTo>
                  <a:pt x="0" y="176580"/>
                </a:lnTo>
                <a:lnTo>
                  <a:pt x="7708" y="212064"/>
                </a:lnTo>
                <a:lnTo>
                  <a:pt x="27711" y="237693"/>
                </a:lnTo>
                <a:lnTo>
                  <a:pt x="58585" y="253238"/>
                </a:lnTo>
                <a:lnTo>
                  <a:pt x="98920" y="258483"/>
                </a:lnTo>
                <a:lnTo>
                  <a:pt x="139128" y="253174"/>
                </a:lnTo>
                <a:lnTo>
                  <a:pt x="169049" y="238061"/>
                </a:lnTo>
                <a:lnTo>
                  <a:pt x="187769" y="214337"/>
                </a:lnTo>
                <a:lnTo>
                  <a:pt x="194335" y="183210"/>
                </a:lnTo>
                <a:close/>
              </a:path>
              <a:path w="381635" h="259079">
                <a:moveTo>
                  <a:pt x="381469" y="211353"/>
                </a:moveTo>
                <a:lnTo>
                  <a:pt x="275450" y="211353"/>
                </a:lnTo>
                <a:lnTo>
                  <a:pt x="275450" y="3530"/>
                </a:lnTo>
                <a:lnTo>
                  <a:pt x="224307" y="3530"/>
                </a:lnTo>
                <a:lnTo>
                  <a:pt x="224307" y="211353"/>
                </a:lnTo>
                <a:lnTo>
                  <a:pt x="224307" y="254965"/>
                </a:lnTo>
                <a:lnTo>
                  <a:pt x="381469" y="254965"/>
                </a:lnTo>
                <a:lnTo>
                  <a:pt x="381469" y="21135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4090149" y="5045493"/>
            <a:ext cx="238125" cy="166370"/>
          </a:xfrm>
          <a:custGeom>
            <a:avLst/>
            <a:gdLst/>
            <a:ahLst/>
            <a:cxnLst/>
            <a:rect l="l" t="t" r="r" b="b"/>
            <a:pathLst>
              <a:path w="238125" h="166370">
                <a:moveTo>
                  <a:pt x="237540" y="0"/>
                </a:moveTo>
                <a:lnTo>
                  <a:pt x="151015" y="0"/>
                </a:lnTo>
                <a:lnTo>
                  <a:pt x="151015" y="35610"/>
                </a:lnTo>
                <a:lnTo>
                  <a:pt x="151015" y="131267"/>
                </a:lnTo>
                <a:lnTo>
                  <a:pt x="86156" y="131267"/>
                </a:lnTo>
                <a:lnTo>
                  <a:pt x="86156" y="35610"/>
                </a:lnTo>
                <a:lnTo>
                  <a:pt x="151015" y="35610"/>
                </a:lnTo>
                <a:lnTo>
                  <a:pt x="151015" y="0"/>
                </a:lnTo>
                <a:lnTo>
                  <a:pt x="0" y="0"/>
                </a:lnTo>
                <a:lnTo>
                  <a:pt x="0" y="35610"/>
                </a:lnTo>
                <a:lnTo>
                  <a:pt x="42837" y="35610"/>
                </a:lnTo>
                <a:lnTo>
                  <a:pt x="42837" y="131267"/>
                </a:lnTo>
                <a:lnTo>
                  <a:pt x="1320" y="131267"/>
                </a:lnTo>
                <a:lnTo>
                  <a:pt x="1320" y="166255"/>
                </a:lnTo>
                <a:lnTo>
                  <a:pt x="236093" y="166255"/>
                </a:lnTo>
                <a:lnTo>
                  <a:pt x="236093" y="131267"/>
                </a:lnTo>
                <a:lnTo>
                  <a:pt x="193852" y="131267"/>
                </a:lnTo>
                <a:lnTo>
                  <a:pt x="193852" y="35610"/>
                </a:lnTo>
                <a:lnTo>
                  <a:pt x="237540" y="35610"/>
                </a:lnTo>
                <a:lnTo>
                  <a:pt x="237540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4068000" y="5017630"/>
            <a:ext cx="862330" cy="316865"/>
          </a:xfrm>
          <a:custGeom>
            <a:avLst/>
            <a:gdLst/>
            <a:ahLst/>
            <a:cxnLst/>
            <a:rect l="l" t="t" r="r" b="b"/>
            <a:pathLst>
              <a:path w="862329" h="316864">
                <a:moveTo>
                  <a:pt x="283273" y="242747"/>
                </a:moveTo>
                <a:lnTo>
                  <a:pt x="0" y="242747"/>
                </a:lnTo>
                <a:lnTo>
                  <a:pt x="0" y="279463"/>
                </a:lnTo>
                <a:lnTo>
                  <a:pt x="283273" y="279463"/>
                </a:lnTo>
                <a:lnTo>
                  <a:pt x="283273" y="242747"/>
                </a:lnTo>
                <a:close/>
              </a:path>
              <a:path w="862329" h="316864">
                <a:moveTo>
                  <a:pt x="581101" y="244538"/>
                </a:moveTo>
                <a:lnTo>
                  <a:pt x="460286" y="244538"/>
                </a:lnTo>
                <a:lnTo>
                  <a:pt x="460286" y="197078"/>
                </a:lnTo>
                <a:lnTo>
                  <a:pt x="555713" y="197078"/>
                </a:lnTo>
                <a:lnTo>
                  <a:pt x="555713" y="161150"/>
                </a:lnTo>
                <a:lnTo>
                  <a:pt x="373773" y="161150"/>
                </a:lnTo>
                <a:lnTo>
                  <a:pt x="373773" y="125234"/>
                </a:lnTo>
                <a:lnTo>
                  <a:pt x="548487" y="125234"/>
                </a:lnTo>
                <a:lnTo>
                  <a:pt x="548487" y="90601"/>
                </a:lnTo>
                <a:lnTo>
                  <a:pt x="548487" y="55956"/>
                </a:lnTo>
                <a:lnTo>
                  <a:pt x="548487" y="20040"/>
                </a:lnTo>
                <a:lnTo>
                  <a:pt x="329971" y="20040"/>
                </a:lnTo>
                <a:lnTo>
                  <a:pt x="329971" y="55956"/>
                </a:lnTo>
                <a:lnTo>
                  <a:pt x="505536" y="55956"/>
                </a:lnTo>
                <a:lnTo>
                  <a:pt x="505536" y="90601"/>
                </a:lnTo>
                <a:lnTo>
                  <a:pt x="330454" y="90601"/>
                </a:lnTo>
                <a:lnTo>
                  <a:pt x="330454" y="125234"/>
                </a:lnTo>
                <a:lnTo>
                  <a:pt x="330454" y="161150"/>
                </a:lnTo>
                <a:lnTo>
                  <a:pt x="330454" y="197078"/>
                </a:lnTo>
                <a:lnTo>
                  <a:pt x="417334" y="197078"/>
                </a:lnTo>
                <a:lnTo>
                  <a:pt x="417334" y="244538"/>
                </a:lnTo>
                <a:lnTo>
                  <a:pt x="297840" y="244538"/>
                </a:lnTo>
                <a:lnTo>
                  <a:pt x="297840" y="280454"/>
                </a:lnTo>
                <a:lnTo>
                  <a:pt x="581101" y="280454"/>
                </a:lnTo>
                <a:lnTo>
                  <a:pt x="581101" y="244538"/>
                </a:lnTo>
                <a:close/>
              </a:path>
              <a:path w="862329" h="316864">
                <a:moveTo>
                  <a:pt x="749452" y="150037"/>
                </a:moveTo>
                <a:lnTo>
                  <a:pt x="723849" y="135369"/>
                </a:lnTo>
                <a:lnTo>
                  <a:pt x="720953" y="132118"/>
                </a:lnTo>
                <a:lnTo>
                  <a:pt x="706374" y="115773"/>
                </a:lnTo>
                <a:lnTo>
                  <a:pt x="696391" y="92837"/>
                </a:lnTo>
                <a:lnTo>
                  <a:pt x="693254" y="68148"/>
                </a:lnTo>
                <a:lnTo>
                  <a:pt x="693254" y="58445"/>
                </a:lnTo>
                <a:lnTo>
                  <a:pt x="739584" y="58445"/>
                </a:lnTo>
                <a:lnTo>
                  <a:pt x="739584" y="23075"/>
                </a:lnTo>
                <a:lnTo>
                  <a:pt x="601687" y="23075"/>
                </a:lnTo>
                <a:lnTo>
                  <a:pt x="601687" y="58445"/>
                </a:lnTo>
                <a:lnTo>
                  <a:pt x="651141" y="58445"/>
                </a:lnTo>
                <a:lnTo>
                  <a:pt x="651090" y="68148"/>
                </a:lnTo>
                <a:lnTo>
                  <a:pt x="647687" y="94056"/>
                </a:lnTo>
                <a:lnTo>
                  <a:pt x="637032" y="118745"/>
                </a:lnTo>
                <a:lnTo>
                  <a:pt x="618490" y="139865"/>
                </a:lnTo>
                <a:lnTo>
                  <a:pt x="591337" y="155448"/>
                </a:lnTo>
                <a:lnTo>
                  <a:pt x="614083" y="190322"/>
                </a:lnTo>
                <a:lnTo>
                  <a:pt x="633717" y="179959"/>
                </a:lnTo>
                <a:lnTo>
                  <a:pt x="649922" y="166509"/>
                </a:lnTo>
                <a:lnTo>
                  <a:pt x="662863" y="150418"/>
                </a:lnTo>
                <a:lnTo>
                  <a:pt x="672680" y="132118"/>
                </a:lnTo>
                <a:lnTo>
                  <a:pt x="682066" y="148463"/>
                </a:lnTo>
                <a:lnTo>
                  <a:pt x="694258" y="162826"/>
                </a:lnTo>
                <a:lnTo>
                  <a:pt x="709371" y="174815"/>
                </a:lnTo>
                <a:lnTo>
                  <a:pt x="727557" y="184061"/>
                </a:lnTo>
                <a:lnTo>
                  <a:pt x="749452" y="150037"/>
                </a:lnTo>
                <a:close/>
              </a:path>
              <a:path w="862329" h="316864">
                <a:moveTo>
                  <a:pt x="800112" y="6502"/>
                </a:moveTo>
                <a:lnTo>
                  <a:pt x="758964" y="6502"/>
                </a:lnTo>
                <a:lnTo>
                  <a:pt x="758964" y="78206"/>
                </a:lnTo>
                <a:lnTo>
                  <a:pt x="724547" y="78206"/>
                </a:lnTo>
                <a:lnTo>
                  <a:pt x="724547" y="114185"/>
                </a:lnTo>
                <a:lnTo>
                  <a:pt x="758964" y="114185"/>
                </a:lnTo>
                <a:lnTo>
                  <a:pt x="758964" y="191058"/>
                </a:lnTo>
                <a:lnTo>
                  <a:pt x="800112" y="191058"/>
                </a:lnTo>
                <a:lnTo>
                  <a:pt x="800112" y="6502"/>
                </a:lnTo>
                <a:close/>
              </a:path>
              <a:path w="862329" h="316864">
                <a:moveTo>
                  <a:pt x="861733" y="204317"/>
                </a:moveTo>
                <a:lnTo>
                  <a:pt x="647649" y="204317"/>
                </a:lnTo>
                <a:lnTo>
                  <a:pt x="647649" y="239674"/>
                </a:lnTo>
                <a:lnTo>
                  <a:pt x="818527" y="239674"/>
                </a:lnTo>
                <a:lnTo>
                  <a:pt x="818527" y="316306"/>
                </a:lnTo>
                <a:lnTo>
                  <a:pt x="861733" y="316306"/>
                </a:lnTo>
                <a:lnTo>
                  <a:pt x="861733" y="204317"/>
                </a:lnTo>
                <a:close/>
              </a:path>
              <a:path w="862329" h="316864">
                <a:moveTo>
                  <a:pt x="861733" y="0"/>
                </a:moveTo>
                <a:lnTo>
                  <a:pt x="820572" y="0"/>
                </a:lnTo>
                <a:lnTo>
                  <a:pt x="820572" y="192773"/>
                </a:lnTo>
                <a:lnTo>
                  <a:pt x="861733" y="192773"/>
                </a:lnTo>
                <a:lnTo>
                  <a:pt x="861733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4994961" y="5041518"/>
            <a:ext cx="219075" cy="174625"/>
          </a:xfrm>
          <a:custGeom>
            <a:avLst/>
            <a:gdLst/>
            <a:ahLst/>
            <a:cxnLst/>
            <a:rect l="l" t="t" r="r" b="b"/>
            <a:pathLst>
              <a:path w="219075" h="174625">
                <a:moveTo>
                  <a:pt x="218998" y="139827"/>
                </a:moveTo>
                <a:lnTo>
                  <a:pt x="44030" y="139827"/>
                </a:lnTo>
                <a:lnTo>
                  <a:pt x="44030" y="103911"/>
                </a:lnTo>
                <a:lnTo>
                  <a:pt x="209257" y="103911"/>
                </a:lnTo>
                <a:lnTo>
                  <a:pt x="209257" y="69278"/>
                </a:lnTo>
                <a:lnTo>
                  <a:pt x="44030" y="69278"/>
                </a:lnTo>
                <a:lnTo>
                  <a:pt x="44030" y="35915"/>
                </a:lnTo>
                <a:lnTo>
                  <a:pt x="216598" y="35915"/>
                </a:lnTo>
                <a:lnTo>
                  <a:pt x="216598" y="0"/>
                </a:lnTo>
                <a:lnTo>
                  <a:pt x="0" y="0"/>
                </a:lnTo>
                <a:lnTo>
                  <a:pt x="0" y="35915"/>
                </a:lnTo>
                <a:lnTo>
                  <a:pt x="0" y="69278"/>
                </a:lnTo>
                <a:lnTo>
                  <a:pt x="0" y="103911"/>
                </a:lnTo>
                <a:lnTo>
                  <a:pt x="0" y="139827"/>
                </a:lnTo>
                <a:lnTo>
                  <a:pt x="0" y="174472"/>
                </a:lnTo>
                <a:lnTo>
                  <a:pt x="218998" y="174472"/>
                </a:lnTo>
                <a:lnTo>
                  <a:pt x="218998" y="139827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4961508" y="5260987"/>
            <a:ext cx="283845" cy="36195"/>
          </a:xfrm>
          <a:custGeom>
            <a:avLst/>
            <a:gdLst/>
            <a:ahLst/>
            <a:cxnLst/>
            <a:rect l="l" t="t" r="r" b="b"/>
            <a:pathLst>
              <a:path w="283845" h="36195">
                <a:moveTo>
                  <a:pt x="283267" y="0"/>
                </a:moveTo>
                <a:lnTo>
                  <a:pt x="0" y="0"/>
                </a:lnTo>
                <a:lnTo>
                  <a:pt x="0" y="36100"/>
                </a:lnTo>
                <a:lnTo>
                  <a:pt x="283267" y="36100"/>
                </a:lnTo>
                <a:lnTo>
                  <a:pt x="283267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5348921" y="5178104"/>
            <a:ext cx="112395" cy="41275"/>
          </a:xfrm>
          <a:custGeom>
            <a:avLst/>
            <a:gdLst/>
            <a:ahLst/>
            <a:cxnLst/>
            <a:rect l="l" t="t" r="r" b="b"/>
            <a:pathLst>
              <a:path w="112395" h="41275">
                <a:moveTo>
                  <a:pt x="112271" y="0"/>
                </a:moveTo>
                <a:lnTo>
                  <a:pt x="0" y="0"/>
                </a:lnTo>
                <a:lnTo>
                  <a:pt x="0" y="40766"/>
                </a:lnTo>
                <a:lnTo>
                  <a:pt x="112271" y="40766"/>
                </a:lnTo>
                <a:lnTo>
                  <a:pt x="112271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4" name="object 154"/>
          <p:cNvGrpSpPr/>
          <p:nvPr/>
        </p:nvGrpSpPr>
        <p:grpSpPr>
          <a:xfrm>
            <a:off x="5569276" y="5036282"/>
            <a:ext cx="946150" cy="269875"/>
            <a:chOff x="5569276" y="5036282"/>
            <a:chExt cx="946150" cy="269875"/>
          </a:xfrm>
        </p:grpSpPr>
        <p:sp>
          <p:nvSpPr>
            <p:cNvPr id="155" name="object 155"/>
            <p:cNvSpPr/>
            <p:nvPr/>
          </p:nvSpPr>
          <p:spPr>
            <a:xfrm>
              <a:off x="5569276" y="5046964"/>
              <a:ext cx="194945" cy="259079"/>
            </a:xfrm>
            <a:custGeom>
              <a:avLst/>
              <a:gdLst/>
              <a:ahLst/>
              <a:cxnLst/>
              <a:rect l="l" t="t" r="r" b="b"/>
              <a:pathLst>
                <a:path w="194945" h="259079">
                  <a:moveTo>
                    <a:pt x="99637" y="0"/>
                  </a:moveTo>
                  <a:lnTo>
                    <a:pt x="62357" y="5450"/>
                  </a:lnTo>
                  <a:lnTo>
                    <a:pt x="32806" y="20859"/>
                  </a:lnTo>
                  <a:lnTo>
                    <a:pt x="13385" y="44809"/>
                  </a:lnTo>
                  <a:lnTo>
                    <a:pt x="6498" y="75884"/>
                  </a:lnTo>
                  <a:lnTo>
                    <a:pt x="11082" y="100783"/>
                  </a:lnTo>
                  <a:lnTo>
                    <a:pt x="24397" y="120180"/>
                  </a:lnTo>
                  <a:lnTo>
                    <a:pt x="45520" y="134558"/>
                  </a:lnTo>
                  <a:lnTo>
                    <a:pt x="73524" y="144401"/>
                  </a:lnTo>
                  <a:lnTo>
                    <a:pt x="100479" y="151154"/>
                  </a:lnTo>
                  <a:lnTo>
                    <a:pt x="118363" y="156572"/>
                  </a:lnTo>
                  <a:lnTo>
                    <a:pt x="131555" y="163188"/>
                  </a:lnTo>
                  <a:lnTo>
                    <a:pt x="139738" y="171737"/>
                  </a:lnTo>
                  <a:lnTo>
                    <a:pt x="142596" y="182957"/>
                  </a:lnTo>
                  <a:lnTo>
                    <a:pt x="139399" y="195865"/>
                  </a:lnTo>
                  <a:lnTo>
                    <a:pt x="130472" y="205826"/>
                  </a:lnTo>
                  <a:lnTo>
                    <a:pt x="116536" y="212242"/>
                  </a:lnTo>
                  <a:lnTo>
                    <a:pt x="98313" y="214514"/>
                  </a:lnTo>
                  <a:lnTo>
                    <a:pt x="79480" y="212142"/>
                  </a:lnTo>
                  <a:lnTo>
                    <a:pt x="64439" y="205028"/>
                  </a:lnTo>
                  <a:lnTo>
                    <a:pt x="54180" y="193171"/>
                  </a:lnTo>
                  <a:lnTo>
                    <a:pt x="49698" y="176572"/>
                  </a:lnTo>
                  <a:lnTo>
                    <a:pt x="0" y="176572"/>
                  </a:lnTo>
                  <a:lnTo>
                    <a:pt x="7705" y="212058"/>
                  </a:lnTo>
                  <a:lnTo>
                    <a:pt x="27707" y="237691"/>
                  </a:lnTo>
                  <a:lnTo>
                    <a:pt x="58584" y="253239"/>
                  </a:lnTo>
                  <a:lnTo>
                    <a:pt x="98914" y="258473"/>
                  </a:lnTo>
                  <a:lnTo>
                    <a:pt x="139123" y="253170"/>
                  </a:lnTo>
                  <a:lnTo>
                    <a:pt x="169054" y="238059"/>
                  </a:lnTo>
                  <a:lnTo>
                    <a:pt x="187772" y="214337"/>
                  </a:lnTo>
                  <a:lnTo>
                    <a:pt x="194339" y="183202"/>
                  </a:lnTo>
                  <a:lnTo>
                    <a:pt x="188635" y="155339"/>
                  </a:lnTo>
                  <a:lnTo>
                    <a:pt x="173161" y="134255"/>
                  </a:lnTo>
                  <a:lnTo>
                    <a:pt x="149835" y="119227"/>
                  </a:lnTo>
                  <a:lnTo>
                    <a:pt x="120574" y="109528"/>
                  </a:lnTo>
                  <a:lnTo>
                    <a:pt x="98313" y="104003"/>
                  </a:lnTo>
                  <a:lnTo>
                    <a:pt x="83128" y="99538"/>
                  </a:lnTo>
                  <a:lnTo>
                    <a:pt x="70515" y="93243"/>
                  </a:lnTo>
                  <a:lnTo>
                    <a:pt x="61964" y="84439"/>
                  </a:lnTo>
                  <a:lnTo>
                    <a:pt x="58963" y="72446"/>
                  </a:lnTo>
                  <a:lnTo>
                    <a:pt x="61624" y="60963"/>
                  </a:lnTo>
                  <a:lnTo>
                    <a:pt x="69417" y="51863"/>
                  </a:lnTo>
                  <a:lnTo>
                    <a:pt x="82062" y="45872"/>
                  </a:lnTo>
                  <a:lnTo>
                    <a:pt x="99275" y="43713"/>
                  </a:lnTo>
                  <a:lnTo>
                    <a:pt x="116201" y="45849"/>
                  </a:lnTo>
                  <a:lnTo>
                    <a:pt x="129178" y="52047"/>
                  </a:lnTo>
                  <a:lnTo>
                    <a:pt x="137824" y="61999"/>
                  </a:lnTo>
                  <a:lnTo>
                    <a:pt x="141754" y="75393"/>
                  </a:lnTo>
                  <a:lnTo>
                    <a:pt x="190970" y="75393"/>
                  </a:lnTo>
                  <a:lnTo>
                    <a:pt x="184077" y="44808"/>
                  </a:lnTo>
                  <a:lnTo>
                    <a:pt x="165519" y="20981"/>
                  </a:lnTo>
                  <a:lnTo>
                    <a:pt x="136854" y="5512"/>
                  </a:lnTo>
                  <a:lnTo>
                    <a:pt x="99637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784800" y="5110815"/>
              <a:ext cx="181463" cy="194745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986966" y="5110815"/>
              <a:ext cx="172920" cy="194745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6185282" y="5036282"/>
              <a:ext cx="55244" cy="266065"/>
            </a:xfrm>
            <a:custGeom>
              <a:avLst/>
              <a:gdLst/>
              <a:ahLst/>
              <a:cxnLst/>
              <a:rect l="l" t="t" r="r" b="b"/>
              <a:pathLst>
                <a:path w="55245" h="266064">
                  <a:moveTo>
                    <a:pt x="27436" y="0"/>
                  </a:moveTo>
                  <a:lnTo>
                    <a:pt x="16803" y="2066"/>
                  </a:lnTo>
                  <a:lnTo>
                    <a:pt x="8077" y="7689"/>
                  </a:lnTo>
                  <a:lnTo>
                    <a:pt x="2171" y="16006"/>
                  </a:lnTo>
                  <a:lnTo>
                    <a:pt x="0" y="26154"/>
                  </a:lnTo>
                  <a:lnTo>
                    <a:pt x="2171" y="36353"/>
                  </a:lnTo>
                  <a:lnTo>
                    <a:pt x="8077" y="44664"/>
                  </a:lnTo>
                  <a:lnTo>
                    <a:pt x="16803" y="50259"/>
                  </a:lnTo>
                  <a:lnTo>
                    <a:pt x="27436" y="52308"/>
                  </a:lnTo>
                  <a:lnTo>
                    <a:pt x="38068" y="50259"/>
                  </a:lnTo>
                  <a:lnTo>
                    <a:pt x="46794" y="44664"/>
                  </a:lnTo>
                  <a:lnTo>
                    <a:pt x="52700" y="36353"/>
                  </a:lnTo>
                  <a:lnTo>
                    <a:pt x="54872" y="26154"/>
                  </a:lnTo>
                  <a:lnTo>
                    <a:pt x="52700" y="16006"/>
                  </a:lnTo>
                  <a:lnTo>
                    <a:pt x="46794" y="7689"/>
                  </a:lnTo>
                  <a:lnTo>
                    <a:pt x="38068" y="2066"/>
                  </a:lnTo>
                  <a:lnTo>
                    <a:pt x="27436" y="0"/>
                  </a:lnTo>
                  <a:close/>
                </a:path>
                <a:path w="55245" h="266064">
                  <a:moveTo>
                    <a:pt x="52585" y="76989"/>
                  </a:moveTo>
                  <a:lnTo>
                    <a:pt x="2165" y="76989"/>
                  </a:lnTo>
                  <a:lnTo>
                    <a:pt x="2165" y="265594"/>
                  </a:lnTo>
                  <a:lnTo>
                    <a:pt x="52585" y="265594"/>
                  </a:lnTo>
                  <a:lnTo>
                    <a:pt x="52585" y="7698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264948" y="5110815"/>
              <a:ext cx="164737" cy="194622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6464467" y="5050402"/>
              <a:ext cx="50800" cy="252095"/>
            </a:xfrm>
            <a:custGeom>
              <a:avLst/>
              <a:gdLst/>
              <a:ahLst/>
              <a:cxnLst/>
              <a:rect l="l" t="t" r="r" b="b"/>
              <a:pathLst>
                <a:path w="50800" h="252095">
                  <a:moveTo>
                    <a:pt x="50420" y="0"/>
                  </a:moveTo>
                  <a:lnTo>
                    <a:pt x="0" y="0"/>
                  </a:lnTo>
                  <a:lnTo>
                    <a:pt x="0" y="251474"/>
                  </a:lnTo>
                  <a:lnTo>
                    <a:pt x="50420" y="251474"/>
                  </a:lnTo>
                  <a:lnTo>
                    <a:pt x="5042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1" name="object 161"/>
          <p:cNvGrpSpPr/>
          <p:nvPr/>
        </p:nvGrpSpPr>
        <p:grpSpPr>
          <a:xfrm>
            <a:off x="6628611" y="5050402"/>
            <a:ext cx="1083310" cy="322580"/>
            <a:chOff x="6628611" y="5050402"/>
            <a:chExt cx="1083310" cy="322580"/>
          </a:xfrm>
        </p:grpSpPr>
        <p:sp>
          <p:nvSpPr>
            <p:cNvPr id="162" name="object 162"/>
            <p:cNvSpPr/>
            <p:nvPr/>
          </p:nvSpPr>
          <p:spPr>
            <a:xfrm>
              <a:off x="6628599" y="5050408"/>
              <a:ext cx="570865" cy="322580"/>
            </a:xfrm>
            <a:custGeom>
              <a:avLst/>
              <a:gdLst/>
              <a:ahLst/>
              <a:cxnLst/>
              <a:rect l="l" t="t" r="r" b="b"/>
              <a:pathLst>
                <a:path w="570865" h="322579">
                  <a:moveTo>
                    <a:pt x="51142" y="0"/>
                  </a:moveTo>
                  <a:lnTo>
                    <a:pt x="0" y="0"/>
                  </a:lnTo>
                  <a:lnTo>
                    <a:pt x="0" y="251472"/>
                  </a:lnTo>
                  <a:lnTo>
                    <a:pt x="51142" y="251472"/>
                  </a:lnTo>
                  <a:lnTo>
                    <a:pt x="51142" y="0"/>
                  </a:lnTo>
                  <a:close/>
                </a:path>
                <a:path w="570865" h="322579">
                  <a:moveTo>
                    <a:pt x="355841" y="124637"/>
                  </a:moveTo>
                  <a:lnTo>
                    <a:pt x="351536" y="97294"/>
                  </a:lnTo>
                  <a:lnTo>
                    <a:pt x="339521" y="77139"/>
                  </a:lnTo>
                  <a:lnTo>
                    <a:pt x="321068" y="64681"/>
                  </a:lnTo>
                  <a:lnTo>
                    <a:pt x="297472" y="60413"/>
                  </a:lnTo>
                  <a:lnTo>
                    <a:pt x="278434" y="62941"/>
                  </a:lnTo>
                  <a:lnTo>
                    <a:pt x="262369" y="70116"/>
                  </a:lnTo>
                  <a:lnTo>
                    <a:pt x="249961" y="81343"/>
                  </a:lnTo>
                  <a:lnTo>
                    <a:pt x="241884" y="96024"/>
                  </a:lnTo>
                  <a:lnTo>
                    <a:pt x="239953" y="96024"/>
                  </a:lnTo>
                  <a:lnTo>
                    <a:pt x="233083" y="81241"/>
                  </a:lnTo>
                  <a:lnTo>
                    <a:pt x="222046" y="70015"/>
                  </a:lnTo>
                  <a:lnTo>
                    <a:pt x="207416" y="62903"/>
                  </a:lnTo>
                  <a:lnTo>
                    <a:pt x="189776" y="60413"/>
                  </a:lnTo>
                  <a:lnTo>
                    <a:pt x="172300" y="62865"/>
                  </a:lnTo>
                  <a:lnTo>
                    <a:pt x="157568" y="69926"/>
                  </a:lnTo>
                  <a:lnTo>
                    <a:pt x="146062" y="81127"/>
                  </a:lnTo>
                  <a:lnTo>
                    <a:pt x="138277" y="96024"/>
                  </a:lnTo>
                  <a:lnTo>
                    <a:pt x="136105" y="96024"/>
                  </a:lnTo>
                  <a:lnTo>
                    <a:pt x="136105" y="62865"/>
                  </a:lnTo>
                  <a:lnTo>
                    <a:pt x="88099" y="62865"/>
                  </a:lnTo>
                  <a:lnTo>
                    <a:pt x="88099" y="251472"/>
                  </a:lnTo>
                  <a:lnTo>
                    <a:pt x="138518" y="251472"/>
                  </a:lnTo>
                  <a:lnTo>
                    <a:pt x="138518" y="138137"/>
                  </a:lnTo>
                  <a:lnTo>
                    <a:pt x="140855" y="123672"/>
                  </a:lnTo>
                  <a:lnTo>
                    <a:pt x="147281" y="112547"/>
                  </a:lnTo>
                  <a:lnTo>
                    <a:pt x="156946" y="105422"/>
                  </a:lnTo>
                  <a:lnTo>
                    <a:pt x="168960" y="102895"/>
                  </a:lnTo>
                  <a:lnTo>
                    <a:pt x="180644" y="105054"/>
                  </a:lnTo>
                  <a:lnTo>
                    <a:pt x="189687" y="111175"/>
                  </a:lnTo>
                  <a:lnTo>
                    <a:pt x="195529" y="120764"/>
                  </a:lnTo>
                  <a:lnTo>
                    <a:pt x="197599" y="133350"/>
                  </a:lnTo>
                  <a:lnTo>
                    <a:pt x="197599" y="251472"/>
                  </a:lnTo>
                  <a:lnTo>
                    <a:pt x="246329" y="251472"/>
                  </a:lnTo>
                  <a:lnTo>
                    <a:pt x="246329" y="136055"/>
                  </a:lnTo>
                  <a:lnTo>
                    <a:pt x="248373" y="122529"/>
                  </a:lnTo>
                  <a:lnTo>
                    <a:pt x="254292" y="112064"/>
                  </a:lnTo>
                  <a:lnTo>
                    <a:pt x="263740" y="105295"/>
                  </a:lnTo>
                  <a:lnTo>
                    <a:pt x="276415" y="102895"/>
                  </a:lnTo>
                  <a:lnTo>
                    <a:pt x="287959" y="104863"/>
                  </a:lnTo>
                  <a:lnTo>
                    <a:pt x="297141" y="110769"/>
                  </a:lnTo>
                  <a:lnTo>
                    <a:pt x="303225" y="120662"/>
                  </a:lnTo>
                  <a:lnTo>
                    <a:pt x="305422" y="134581"/>
                  </a:lnTo>
                  <a:lnTo>
                    <a:pt x="305422" y="251472"/>
                  </a:lnTo>
                  <a:lnTo>
                    <a:pt x="355841" y="251472"/>
                  </a:lnTo>
                  <a:lnTo>
                    <a:pt x="355841" y="124637"/>
                  </a:lnTo>
                  <a:close/>
                </a:path>
                <a:path w="570865" h="322579">
                  <a:moveTo>
                    <a:pt x="570636" y="157416"/>
                  </a:moveTo>
                  <a:lnTo>
                    <a:pt x="564667" y="115011"/>
                  </a:lnTo>
                  <a:lnTo>
                    <a:pt x="557453" y="101549"/>
                  </a:lnTo>
                  <a:lnTo>
                    <a:pt x="553707" y="94551"/>
                  </a:lnTo>
                  <a:lnTo>
                    <a:pt x="548436" y="84696"/>
                  </a:lnTo>
                  <a:lnTo>
                    <a:pt x="524548" y="66484"/>
                  </a:lnTo>
                  <a:lnTo>
                    <a:pt x="519137" y="65354"/>
                  </a:lnTo>
                  <a:lnTo>
                    <a:pt x="519137" y="157175"/>
                  </a:lnTo>
                  <a:lnTo>
                    <a:pt x="516572" y="180009"/>
                  </a:lnTo>
                  <a:lnTo>
                    <a:pt x="509028" y="197827"/>
                  </a:lnTo>
                  <a:lnTo>
                    <a:pt x="496697" y="209410"/>
                  </a:lnTo>
                  <a:lnTo>
                    <a:pt x="479793" y="213537"/>
                  </a:lnTo>
                  <a:lnTo>
                    <a:pt x="463016" y="209486"/>
                  </a:lnTo>
                  <a:lnTo>
                    <a:pt x="450621" y="198056"/>
                  </a:lnTo>
                  <a:lnTo>
                    <a:pt x="442950" y="180276"/>
                  </a:lnTo>
                  <a:lnTo>
                    <a:pt x="440321" y="157175"/>
                  </a:lnTo>
                  <a:lnTo>
                    <a:pt x="442912" y="134124"/>
                  </a:lnTo>
                  <a:lnTo>
                    <a:pt x="450532" y="116598"/>
                  </a:lnTo>
                  <a:lnTo>
                    <a:pt x="462915" y="105460"/>
                  </a:lnTo>
                  <a:lnTo>
                    <a:pt x="479793" y="101549"/>
                  </a:lnTo>
                  <a:lnTo>
                    <a:pt x="496798" y="105587"/>
                  </a:lnTo>
                  <a:lnTo>
                    <a:pt x="509117" y="116967"/>
                  </a:lnTo>
                  <a:lnTo>
                    <a:pt x="516610" y="134543"/>
                  </a:lnTo>
                  <a:lnTo>
                    <a:pt x="519137" y="157175"/>
                  </a:lnTo>
                  <a:lnTo>
                    <a:pt x="519137" y="65354"/>
                  </a:lnTo>
                  <a:lnTo>
                    <a:pt x="495554" y="60413"/>
                  </a:lnTo>
                  <a:lnTo>
                    <a:pt x="475195" y="63601"/>
                  </a:lnTo>
                  <a:lnTo>
                    <a:pt x="460184" y="71767"/>
                  </a:lnTo>
                  <a:lnTo>
                    <a:pt x="449707" y="82791"/>
                  </a:lnTo>
                  <a:lnTo>
                    <a:pt x="442963" y="94551"/>
                  </a:lnTo>
                  <a:lnTo>
                    <a:pt x="440677" y="94551"/>
                  </a:lnTo>
                  <a:lnTo>
                    <a:pt x="440677" y="62865"/>
                  </a:lnTo>
                  <a:lnTo>
                    <a:pt x="390982" y="62865"/>
                  </a:lnTo>
                  <a:lnTo>
                    <a:pt x="390982" y="322199"/>
                  </a:lnTo>
                  <a:lnTo>
                    <a:pt x="441401" y="322199"/>
                  </a:lnTo>
                  <a:lnTo>
                    <a:pt x="441401" y="221386"/>
                  </a:lnTo>
                  <a:lnTo>
                    <a:pt x="442963" y="221386"/>
                  </a:lnTo>
                  <a:lnTo>
                    <a:pt x="449948" y="233095"/>
                  </a:lnTo>
                  <a:lnTo>
                    <a:pt x="460641" y="243763"/>
                  </a:lnTo>
                  <a:lnTo>
                    <a:pt x="475640" y="251536"/>
                  </a:lnTo>
                  <a:lnTo>
                    <a:pt x="495554" y="254546"/>
                  </a:lnTo>
                  <a:lnTo>
                    <a:pt x="525106" y="248221"/>
                  </a:lnTo>
                  <a:lnTo>
                    <a:pt x="548932" y="229603"/>
                  </a:lnTo>
                  <a:lnTo>
                    <a:pt x="553224" y="221386"/>
                  </a:lnTo>
                  <a:lnTo>
                    <a:pt x="557339" y="213537"/>
                  </a:lnTo>
                  <a:lnTo>
                    <a:pt x="564845" y="199161"/>
                  </a:lnTo>
                  <a:lnTo>
                    <a:pt x="570636" y="15741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219347" y="5110815"/>
              <a:ext cx="164737" cy="194622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411284" y="5068084"/>
              <a:ext cx="300479" cy="237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10345" cy="6503670"/>
            </a:xfrm>
            <a:custGeom>
              <a:avLst/>
              <a:gdLst/>
              <a:ahLst/>
              <a:cxnLst/>
              <a:rect l="l" t="t" r="r" b="b"/>
              <a:pathLst>
                <a:path w="9110345" h="6503670">
                  <a:moveTo>
                    <a:pt x="2424290" y="6503647"/>
                  </a:moveTo>
                  <a:lnTo>
                    <a:pt x="2368829" y="6503423"/>
                  </a:lnTo>
                  <a:lnTo>
                    <a:pt x="2258443" y="6501634"/>
                  </a:lnTo>
                  <a:lnTo>
                    <a:pt x="2148498" y="6498069"/>
                  </a:lnTo>
                  <a:lnTo>
                    <a:pt x="2039006" y="6492741"/>
                  </a:lnTo>
                  <a:lnTo>
                    <a:pt x="1929982" y="6485665"/>
                  </a:lnTo>
                  <a:lnTo>
                    <a:pt x="1821440" y="6476855"/>
                  </a:lnTo>
                  <a:lnTo>
                    <a:pt x="1713393" y="6466323"/>
                  </a:lnTo>
                  <a:lnTo>
                    <a:pt x="1605855" y="6454084"/>
                  </a:lnTo>
                  <a:lnTo>
                    <a:pt x="1498840" y="6440152"/>
                  </a:lnTo>
                  <a:lnTo>
                    <a:pt x="1392361" y="6424541"/>
                  </a:lnTo>
                  <a:lnTo>
                    <a:pt x="1286433" y="6407263"/>
                  </a:lnTo>
                  <a:lnTo>
                    <a:pt x="1181070" y="6388333"/>
                  </a:lnTo>
                  <a:lnTo>
                    <a:pt x="1076284" y="6367765"/>
                  </a:lnTo>
                  <a:lnTo>
                    <a:pt x="972090" y="6345573"/>
                  </a:lnTo>
                  <a:lnTo>
                    <a:pt x="868501" y="6321770"/>
                  </a:lnTo>
                  <a:lnTo>
                    <a:pt x="765532" y="6296369"/>
                  </a:lnTo>
                  <a:lnTo>
                    <a:pt x="663195" y="6269386"/>
                  </a:lnTo>
                  <a:lnTo>
                    <a:pt x="561506" y="6240833"/>
                  </a:lnTo>
                  <a:lnTo>
                    <a:pt x="460477" y="6210725"/>
                  </a:lnTo>
                  <a:lnTo>
                    <a:pt x="360123" y="6179074"/>
                  </a:lnTo>
                  <a:lnTo>
                    <a:pt x="260456" y="6145895"/>
                  </a:lnTo>
                  <a:lnTo>
                    <a:pt x="161492" y="6111202"/>
                  </a:lnTo>
                  <a:lnTo>
                    <a:pt x="63243" y="6075009"/>
                  </a:lnTo>
                  <a:lnTo>
                    <a:pt x="0" y="6050728"/>
                  </a:lnTo>
                  <a:lnTo>
                    <a:pt x="0" y="0"/>
                  </a:lnTo>
                  <a:lnTo>
                    <a:pt x="9109849" y="0"/>
                  </a:lnTo>
                  <a:lnTo>
                    <a:pt x="9108821" y="36203"/>
                  </a:lnTo>
                  <a:lnTo>
                    <a:pt x="9106818" y="91119"/>
                  </a:lnTo>
                  <a:lnTo>
                    <a:pt x="9104373" y="145923"/>
                  </a:lnTo>
                  <a:lnTo>
                    <a:pt x="9101490" y="200611"/>
                  </a:lnTo>
                  <a:lnTo>
                    <a:pt x="9098170" y="255182"/>
                  </a:lnTo>
                  <a:lnTo>
                    <a:pt x="9094414" y="309635"/>
                  </a:lnTo>
                  <a:lnTo>
                    <a:pt x="9090225" y="363967"/>
                  </a:lnTo>
                  <a:lnTo>
                    <a:pt x="9085604" y="418177"/>
                  </a:lnTo>
                  <a:lnTo>
                    <a:pt x="9080552" y="472264"/>
                  </a:lnTo>
                  <a:lnTo>
                    <a:pt x="9075072" y="526224"/>
                  </a:lnTo>
                  <a:lnTo>
                    <a:pt x="9069165" y="580058"/>
                  </a:lnTo>
                  <a:lnTo>
                    <a:pt x="9062833" y="633762"/>
                  </a:lnTo>
                  <a:lnTo>
                    <a:pt x="9056078" y="687336"/>
                  </a:lnTo>
                  <a:lnTo>
                    <a:pt x="9048901" y="740777"/>
                  </a:lnTo>
                  <a:lnTo>
                    <a:pt x="9041304" y="794084"/>
                  </a:lnTo>
                  <a:lnTo>
                    <a:pt x="9033289" y="847256"/>
                  </a:lnTo>
                  <a:lnTo>
                    <a:pt x="9024858" y="900289"/>
                  </a:lnTo>
                  <a:lnTo>
                    <a:pt x="9016012" y="953184"/>
                  </a:lnTo>
                  <a:lnTo>
                    <a:pt x="9006753" y="1005937"/>
                  </a:lnTo>
                  <a:lnTo>
                    <a:pt x="8997082" y="1058547"/>
                  </a:lnTo>
                  <a:lnTo>
                    <a:pt x="8987002" y="1111013"/>
                  </a:lnTo>
                  <a:lnTo>
                    <a:pt x="8976514" y="1163333"/>
                  </a:lnTo>
                  <a:lnTo>
                    <a:pt x="8965620" y="1215505"/>
                  </a:lnTo>
                  <a:lnTo>
                    <a:pt x="8954322" y="1267527"/>
                  </a:lnTo>
                  <a:lnTo>
                    <a:pt x="8942621" y="1319398"/>
                  </a:lnTo>
                  <a:lnTo>
                    <a:pt x="8930519" y="1371116"/>
                  </a:lnTo>
                  <a:lnTo>
                    <a:pt x="8918017" y="1422679"/>
                  </a:lnTo>
                  <a:lnTo>
                    <a:pt x="8905118" y="1474085"/>
                  </a:lnTo>
                  <a:lnTo>
                    <a:pt x="8891824" y="1525333"/>
                  </a:lnTo>
                  <a:lnTo>
                    <a:pt x="8878135" y="1576422"/>
                  </a:lnTo>
                  <a:lnTo>
                    <a:pt x="8864054" y="1627348"/>
                  </a:lnTo>
                  <a:lnTo>
                    <a:pt x="8849582" y="1678111"/>
                  </a:lnTo>
                  <a:lnTo>
                    <a:pt x="8834721" y="1728709"/>
                  </a:lnTo>
                  <a:lnTo>
                    <a:pt x="8819473" y="1779140"/>
                  </a:lnTo>
                  <a:lnTo>
                    <a:pt x="8803840" y="1829402"/>
                  </a:lnTo>
                  <a:lnTo>
                    <a:pt x="8787823" y="1879495"/>
                  </a:lnTo>
                  <a:lnTo>
                    <a:pt x="8771424" y="1929415"/>
                  </a:lnTo>
                  <a:lnTo>
                    <a:pt x="8754644" y="1979161"/>
                  </a:lnTo>
                  <a:lnTo>
                    <a:pt x="8737486" y="2028732"/>
                  </a:lnTo>
                  <a:lnTo>
                    <a:pt x="8719951" y="2078125"/>
                  </a:lnTo>
                  <a:lnTo>
                    <a:pt x="8702041" y="2127340"/>
                  </a:lnTo>
                  <a:lnTo>
                    <a:pt x="8683758" y="2176374"/>
                  </a:lnTo>
                  <a:lnTo>
                    <a:pt x="8665102" y="2225226"/>
                  </a:lnTo>
                  <a:lnTo>
                    <a:pt x="8646077" y="2273894"/>
                  </a:lnTo>
                  <a:lnTo>
                    <a:pt x="8626684" y="2322376"/>
                  </a:lnTo>
                  <a:lnTo>
                    <a:pt x="8606924" y="2370670"/>
                  </a:lnTo>
                  <a:lnTo>
                    <a:pt x="8586799" y="2418775"/>
                  </a:lnTo>
                  <a:lnTo>
                    <a:pt x="8566311" y="2466689"/>
                  </a:lnTo>
                  <a:lnTo>
                    <a:pt x="8545462" y="2514411"/>
                  </a:lnTo>
                  <a:lnTo>
                    <a:pt x="8524253" y="2561938"/>
                  </a:lnTo>
                  <a:lnTo>
                    <a:pt x="8502686" y="2609269"/>
                  </a:lnTo>
                  <a:lnTo>
                    <a:pt x="8480763" y="2656402"/>
                  </a:lnTo>
                  <a:lnTo>
                    <a:pt x="8458485" y="2703335"/>
                  </a:lnTo>
                  <a:lnTo>
                    <a:pt x="8435855" y="2750068"/>
                  </a:lnTo>
                  <a:lnTo>
                    <a:pt x="8412873" y="2796597"/>
                  </a:lnTo>
                  <a:lnTo>
                    <a:pt x="8389543" y="2842921"/>
                  </a:lnTo>
                  <a:lnTo>
                    <a:pt x="8365864" y="2889039"/>
                  </a:lnTo>
                  <a:lnTo>
                    <a:pt x="8341840" y="2934949"/>
                  </a:lnTo>
                  <a:lnTo>
                    <a:pt x="8317471" y="2980649"/>
                  </a:lnTo>
                  <a:lnTo>
                    <a:pt x="8292761" y="3026137"/>
                  </a:lnTo>
                  <a:lnTo>
                    <a:pt x="8267709" y="3071412"/>
                  </a:lnTo>
                  <a:lnTo>
                    <a:pt x="8242318" y="3116472"/>
                  </a:lnTo>
                  <a:lnTo>
                    <a:pt x="8216591" y="3161315"/>
                  </a:lnTo>
                  <a:lnTo>
                    <a:pt x="8190527" y="3205940"/>
                  </a:lnTo>
                  <a:lnTo>
                    <a:pt x="8164130" y="3250344"/>
                  </a:lnTo>
                  <a:lnTo>
                    <a:pt x="8137400" y="3294527"/>
                  </a:lnTo>
                  <a:lnTo>
                    <a:pt x="8110341" y="3338485"/>
                  </a:lnTo>
                  <a:lnTo>
                    <a:pt x="8082952" y="3382219"/>
                  </a:lnTo>
                  <a:lnTo>
                    <a:pt x="8055237" y="3425725"/>
                  </a:lnTo>
                  <a:lnTo>
                    <a:pt x="8027196" y="3469002"/>
                  </a:lnTo>
                  <a:lnTo>
                    <a:pt x="7998832" y="3512049"/>
                  </a:lnTo>
                  <a:lnTo>
                    <a:pt x="7970146" y="3554864"/>
                  </a:lnTo>
                  <a:lnTo>
                    <a:pt x="7941140" y="3597444"/>
                  </a:lnTo>
                  <a:lnTo>
                    <a:pt x="7911816" y="3639789"/>
                  </a:lnTo>
                  <a:lnTo>
                    <a:pt x="7882175" y="3681897"/>
                  </a:lnTo>
                  <a:lnTo>
                    <a:pt x="7852219" y="3723765"/>
                  </a:lnTo>
                  <a:lnTo>
                    <a:pt x="7821950" y="3765392"/>
                  </a:lnTo>
                  <a:lnTo>
                    <a:pt x="7791369" y="3806777"/>
                  </a:lnTo>
                  <a:lnTo>
                    <a:pt x="7760479" y="3847918"/>
                  </a:lnTo>
                  <a:lnTo>
                    <a:pt x="7729281" y="3888812"/>
                  </a:lnTo>
                  <a:lnTo>
                    <a:pt x="7697776" y="3929459"/>
                  </a:lnTo>
                  <a:lnTo>
                    <a:pt x="7665967" y="3969856"/>
                  </a:lnTo>
                  <a:lnTo>
                    <a:pt x="7633855" y="4010002"/>
                  </a:lnTo>
                  <a:lnTo>
                    <a:pt x="7601442" y="4049895"/>
                  </a:lnTo>
                  <a:lnTo>
                    <a:pt x="7568730" y="4089533"/>
                  </a:lnTo>
                  <a:lnTo>
                    <a:pt x="7535720" y="4128915"/>
                  </a:lnTo>
                  <a:lnTo>
                    <a:pt x="7502413" y="4168039"/>
                  </a:lnTo>
                  <a:lnTo>
                    <a:pt x="7468813" y="4206903"/>
                  </a:lnTo>
                  <a:lnTo>
                    <a:pt x="7434920" y="4245505"/>
                  </a:lnTo>
                  <a:lnTo>
                    <a:pt x="7400736" y="4283844"/>
                  </a:lnTo>
                  <a:lnTo>
                    <a:pt x="7366263" y="4321919"/>
                  </a:lnTo>
                  <a:lnTo>
                    <a:pt x="7331503" y="4359726"/>
                  </a:lnTo>
                  <a:lnTo>
                    <a:pt x="7296457" y="4397265"/>
                  </a:lnTo>
                  <a:lnTo>
                    <a:pt x="7261128" y="4434534"/>
                  </a:lnTo>
                  <a:lnTo>
                    <a:pt x="7225516" y="4471531"/>
                  </a:lnTo>
                  <a:lnTo>
                    <a:pt x="7189623" y="4508255"/>
                  </a:lnTo>
                  <a:lnTo>
                    <a:pt x="7153452" y="4544703"/>
                  </a:lnTo>
                  <a:lnTo>
                    <a:pt x="7117004" y="4580874"/>
                  </a:lnTo>
                  <a:lnTo>
                    <a:pt x="7080280" y="4616767"/>
                  </a:lnTo>
                  <a:lnTo>
                    <a:pt x="7043283" y="4652379"/>
                  </a:lnTo>
                  <a:lnTo>
                    <a:pt x="7006014" y="4687709"/>
                  </a:lnTo>
                  <a:lnTo>
                    <a:pt x="6968475" y="4722754"/>
                  </a:lnTo>
                  <a:lnTo>
                    <a:pt x="6930668" y="4757515"/>
                  </a:lnTo>
                  <a:lnTo>
                    <a:pt x="6892593" y="4791987"/>
                  </a:lnTo>
                  <a:lnTo>
                    <a:pt x="6854254" y="4826171"/>
                  </a:lnTo>
                  <a:lnTo>
                    <a:pt x="6815652" y="4860064"/>
                  </a:lnTo>
                  <a:lnTo>
                    <a:pt x="6776788" y="4893664"/>
                  </a:lnTo>
                  <a:lnTo>
                    <a:pt x="6737664" y="4926971"/>
                  </a:lnTo>
                  <a:lnTo>
                    <a:pt x="6698282" y="4959981"/>
                  </a:lnTo>
                  <a:lnTo>
                    <a:pt x="6658643" y="4992693"/>
                  </a:lnTo>
                  <a:lnTo>
                    <a:pt x="6618750" y="5025106"/>
                  </a:lnTo>
                  <a:lnTo>
                    <a:pt x="6578605" y="5057218"/>
                  </a:lnTo>
                  <a:lnTo>
                    <a:pt x="6538207" y="5089028"/>
                  </a:lnTo>
                  <a:lnTo>
                    <a:pt x="6497561" y="5120532"/>
                  </a:lnTo>
                  <a:lnTo>
                    <a:pt x="6456666" y="5151730"/>
                  </a:lnTo>
                  <a:lnTo>
                    <a:pt x="6415526" y="5182621"/>
                  </a:lnTo>
                  <a:lnTo>
                    <a:pt x="6374141" y="5213201"/>
                  </a:lnTo>
                  <a:lnTo>
                    <a:pt x="6332514" y="5243470"/>
                  </a:lnTo>
                  <a:lnTo>
                    <a:pt x="6290646" y="5273426"/>
                  </a:lnTo>
                  <a:lnTo>
                    <a:pt x="6248538" y="5303067"/>
                  </a:lnTo>
                  <a:lnTo>
                    <a:pt x="6206193" y="5332391"/>
                  </a:lnTo>
                  <a:lnTo>
                    <a:pt x="6163613" y="5361397"/>
                  </a:lnTo>
                  <a:lnTo>
                    <a:pt x="6120798" y="5390083"/>
                  </a:lnTo>
                  <a:lnTo>
                    <a:pt x="6077751" y="5418447"/>
                  </a:lnTo>
                  <a:lnTo>
                    <a:pt x="6034474" y="5446488"/>
                  </a:lnTo>
                  <a:lnTo>
                    <a:pt x="5990968" y="5474203"/>
                  </a:lnTo>
                  <a:lnTo>
                    <a:pt x="5947234" y="5501592"/>
                  </a:lnTo>
                  <a:lnTo>
                    <a:pt x="5903276" y="5528652"/>
                  </a:lnTo>
                  <a:lnTo>
                    <a:pt x="5859093" y="5555381"/>
                  </a:lnTo>
                  <a:lnTo>
                    <a:pt x="5814689" y="5581778"/>
                  </a:lnTo>
                  <a:lnTo>
                    <a:pt x="5770064" y="5607842"/>
                  </a:lnTo>
                  <a:lnTo>
                    <a:pt x="5725221" y="5633570"/>
                  </a:lnTo>
                  <a:lnTo>
                    <a:pt x="5680161" y="5658960"/>
                  </a:lnTo>
                  <a:lnTo>
                    <a:pt x="5634886" y="5684012"/>
                  </a:lnTo>
                  <a:lnTo>
                    <a:pt x="5589398" y="5708723"/>
                  </a:lnTo>
                  <a:lnTo>
                    <a:pt x="5497788" y="5757115"/>
                  </a:lnTo>
                  <a:lnTo>
                    <a:pt x="5405346" y="5804124"/>
                  </a:lnTo>
                  <a:lnTo>
                    <a:pt x="5312084" y="5849736"/>
                  </a:lnTo>
                  <a:lnTo>
                    <a:pt x="5218018" y="5893937"/>
                  </a:lnTo>
                  <a:lnTo>
                    <a:pt x="5123160" y="5936713"/>
                  </a:lnTo>
                  <a:lnTo>
                    <a:pt x="5027524" y="5978050"/>
                  </a:lnTo>
                  <a:lnTo>
                    <a:pt x="4931125" y="6017935"/>
                  </a:lnTo>
                  <a:lnTo>
                    <a:pt x="4833975" y="6056354"/>
                  </a:lnTo>
                  <a:lnTo>
                    <a:pt x="4736089" y="6093292"/>
                  </a:lnTo>
                  <a:lnTo>
                    <a:pt x="4637481" y="6128737"/>
                  </a:lnTo>
                  <a:lnTo>
                    <a:pt x="4538164" y="6162675"/>
                  </a:lnTo>
                  <a:lnTo>
                    <a:pt x="4438151" y="6195091"/>
                  </a:lnTo>
                  <a:lnTo>
                    <a:pt x="4337458" y="6225972"/>
                  </a:lnTo>
                  <a:lnTo>
                    <a:pt x="4236097" y="6255305"/>
                  </a:lnTo>
                  <a:lnTo>
                    <a:pt x="4134082" y="6283075"/>
                  </a:lnTo>
                  <a:lnTo>
                    <a:pt x="4031428" y="6309268"/>
                  </a:lnTo>
                  <a:lnTo>
                    <a:pt x="3928147" y="6333872"/>
                  </a:lnTo>
                  <a:lnTo>
                    <a:pt x="3824254" y="6356871"/>
                  </a:lnTo>
                  <a:lnTo>
                    <a:pt x="3719762" y="6378253"/>
                  </a:lnTo>
                  <a:lnTo>
                    <a:pt x="3614686" y="6398004"/>
                  </a:lnTo>
                  <a:lnTo>
                    <a:pt x="3509038" y="6416109"/>
                  </a:lnTo>
                  <a:lnTo>
                    <a:pt x="3402833" y="6432556"/>
                  </a:lnTo>
                  <a:lnTo>
                    <a:pt x="3296085" y="6447329"/>
                  </a:lnTo>
                  <a:lnTo>
                    <a:pt x="3188807" y="6460416"/>
                  </a:lnTo>
                  <a:lnTo>
                    <a:pt x="3081013" y="6471803"/>
                  </a:lnTo>
                  <a:lnTo>
                    <a:pt x="2972716" y="6481476"/>
                  </a:lnTo>
                  <a:lnTo>
                    <a:pt x="2863931" y="6489421"/>
                  </a:lnTo>
                  <a:lnTo>
                    <a:pt x="2754672" y="6495624"/>
                  </a:lnTo>
                  <a:lnTo>
                    <a:pt x="2699868" y="6498069"/>
                  </a:lnTo>
                  <a:lnTo>
                    <a:pt x="2644951" y="6500072"/>
                  </a:lnTo>
                  <a:lnTo>
                    <a:pt x="2589923" y="6501634"/>
                  </a:lnTo>
                  <a:lnTo>
                    <a:pt x="2534784" y="6502751"/>
                  </a:lnTo>
                  <a:lnTo>
                    <a:pt x="2479537" y="6503423"/>
                  </a:lnTo>
                  <a:lnTo>
                    <a:pt x="2424290" y="6503647"/>
                  </a:lnTo>
                  <a:close/>
                </a:path>
              </a:pathLst>
            </a:custGeom>
            <a:solidFill>
              <a:srgbClr val="FAFAFA">
                <a:alpha val="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46704" y="4840439"/>
              <a:ext cx="1293495" cy="701040"/>
            </a:xfrm>
            <a:custGeom>
              <a:avLst/>
              <a:gdLst/>
              <a:ahLst/>
              <a:cxnLst/>
              <a:rect l="l" t="t" r="r" b="b"/>
              <a:pathLst>
                <a:path w="1293495" h="701039">
                  <a:moveTo>
                    <a:pt x="556704" y="28752"/>
                  </a:moveTo>
                  <a:lnTo>
                    <a:pt x="81229" y="28752"/>
                  </a:lnTo>
                  <a:lnTo>
                    <a:pt x="81229" y="87160"/>
                  </a:lnTo>
                  <a:lnTo>
                    <a:pt x="81229" y="209080"/>
                  </a:lnTo>
                  <a:lnTo>
                    <a:pt x="81229" y="268770"/>
                  </a:lnTo>
                  <a:lnTo>
                    <a:pt x="556704" y="268770"/>
                  </a:lnTo>
                  <a:lnTo>
                    <a:pt x="556704" y="209689"/>
                  </a:lnTo>
                  <a:lnTo>
                    <a:pt x="556704" y="209080"/>
                  </a:lnTo>
                  <a:lnTo>
                    <a:pt x="556704" y="87579"/>
                  </a:lnTo>
                  <a:lnTo>
                    <a:pt x="483489" y="87579"/>
                  </a:lnTo>
                  <a:lnTo>
                    <a:pt x="483489" y="209080"/>
                  </a:lnTo>
                  <a:lnTo>
                    <a:pt x="153885" y="209080"/>
                  </a:lnTo>
                  <a:lnTo>
                    <a:pt x="153885" y="87160"/>
                  </a:lnTo>
                  <a:lnTo>
                    <a:pt x="556704" y="87160"/>
                  </a:lnTo>
                  <a:lnTo>
                    <a:pt x="556704" y="28752"/>
                  </a:lnTo>
                  <a:close/>
                </a:path>
                <a:path w="1293495" h="701039">
                  <a:moveTo>
                    <a:pt x="559739" y="477050"/>
                  </a:moveTo>
                  <a:lnTo>
                    <a:pt x="70726" y="477050"/>
                  </a:lnTo>
                  <a:lnTo>
                    <a:pt x="70726" y="535470"/>
                  </a:lnTo>
                  <a:lnTo>
                    <a:pt x="485140" y="535470"/>
                  </a:lnTo>
                  <a:lnTo>
                    <a:pt x="485140" y="700570"/>
                  </a:lnTo>
                  <a:lnTo>
                    <a:pt x="559739" y="700570"/>
                  </a:lnTo>
                  <a:lnTo>
                    <a:pt x="559739" y="535470"/>
                  </a:lnTo>
                  <a:lnTo>
                    <a:pt x="559739" y="477050"/>
                  </a:lnTo>
                  <a:close/>
                </a:path>
                <a:path w="1293495" h="701039">
                  <a:moveTo>
                    <a:pt x="638200" y="350596"/>
                  </a:moveTo>
                  <a:lnTo>
                    <a:pt x="355574" y="350596"/>
                  </a:lnTo>
                  <a:lnTo>
                    <a:pt x="355574" y="269087"/>
                  </a:lnTo>
                  <a:lnTo>
                    <a:pt x="281800" y="269087"/>
                  </a:lnTo>
                  <a:lnTo>
                    <a:pt x="281800" y="350596"/>
                  </a:lnTo>
                  <a:lnTo>
                    <a:pt x="0" y="350596"/>
                  </a:lnTo>
                  <a:lnTo>
                    <a:pt x="0" y="410540"/>
                  </a:lnTo>
                  <a:lnTo>
                    <a:pt x="638200" y="410540"/>
                  </a:lnTo>
                  <a:lnTo>
                    <a:pt x="638200" y="350596"/>
                  </a:lnTo>
                  <a:close/>
                </a:path>
                <a:path w="1293495" h="701039">
                  <a:moveTo>
                    <a:pt x="1046060" y="497293"/>
                  </a:moveTo>
                  <a:lnTo>
                    <a:pt x="1003655" y="472059"/>
                  </a:lnTo>
                  <a:lnTo>
                    <a:pt x="966482" y="440245"/>
                  </a:lnTo>
                  <a:lnTo>
                    <a:pt x="935012" y="403072"/>
                  </a:lnTo>
                  <a:lnTo>
                    <a:pt x="909726" y="361734"/>
                  </a:lnTo>
                  <a:lnTo>
                    <a:pt x="908177" y="358051"/>
                  </a:lnTo>
                  <a:lnTo>
                    <a:pt x="891082" y="317461"/>
                  </a:lnTo>
                  <a:lnTo>
                    <a:pt x="879551" y="271437"/>
                  </a:lnTo>
                  <a:lnTo>
                    <a:pt x="875601" y="224891"/>
                  </a:lnTo>
                  <a:lnTo>
                    <a:pt x="875601" y="179031"/>
                  </a:lnTo>
                  <a:lnTo>
                    <a:pt x="1029208" y="179031"/>
                  </a:lnTo>
                  <a:lnTo>
                    <a:pt x="1029208" y="119354"/>
                  </a:lnTo>
                  <a:lnTo>
                    <a:pt x="876706" y="119354"/>
                  </a:lnTo>
                  <a:lnTo>
                    <a:pt x="876706" y="13817"/>
                  </a:lnTo>
                  <a:lnTo>
                    <a:pt x="802386" y="13817"/>
                  </a:lnTo>
                  <a:lnTo>
                    <a:pt x="802386" y="119354"/>
                  </a:lnTo>
                  <a:lnTo>
                    <a:pt x="647954" y="119354"/>
                  </a:lnTo>
                  <a:lnTo>
                    <a:pt x="647954" y="179031"/>
                  </a:lnTo>
                  <a:lnTo>
                    <a:pt x="802944" y="179031"/>
                  </a:lnTo>
                  <a:lnTo>
                    <a:pt x="802944" y="224891"/>
                  </a:lnTo>
                  <a:lnTo>
                    <a:pt x="798614" y="274421"/>
                  </a:lnTo>
                  <a:lnTo>
                    <a:pt x="786460" y="323138"/>
                  </a:lnTo>
                  <a:lnTo>
                    <a:pt x="767003" y="369760"/>
                  </a:lnTo>
                  <a:lnTo>
                    <a:pt x="740765" y="412953"/>
                  </a:lnTo>
                  <a:lnTo>
                    <a:pt x="708279" y="451408"/>
                  </a:lnTo>
                  <a:lnTo>
                    <a:pt x="670077" y="483831"/>
                  </a:lnTo>
                  <a:lnTo>
                    <a:pt x="626681" y="508901"/>
                  </a:lnTo>
                  <a:lnTo>
                    <a:pt x="668388" y="566089"/>
                  </a:lnTo>
                  <a:lnTo>
                    <a:pt x="706818" y="544182"/>
                  </a:lnTo>
                  <a:lnTo>
                    <a:pt x="741743" y="516204"/>
                  </a:lnTo>
                  <a:lnTo>
                    <a:pt x="772858" y="482892"/>
                  </a:lnTo>
                  <a:lnTo>
                    <a:pt x="799858" y="444957"/>
                  </a:lnTo>
                  <a:lnTo>
                    <a:pt x="822439" y="403072"/>
                  </a:lnTo>
                  <a:lnTo>
                    <a:pt x="840232" y="358051"/>
                  </a:lnTo>
                  <a:lnTo>
                    <a:pt x="861250" y="408000"/>
                  </a:lnTo>
                  <a:lnTo>
                    <a:pt x="888542" y="453644"/>
                  </a:lnTo>
                  <a:lnTo>
                    <a:pt x="921677" y="493877"/>
                  </a:lnTo>
                  <a:lnTo>
                    <a:pt x="960234" y="527583"/>
                  </a:lnTo>
                  <a:lnTo>
                    <a:pt x="1003795" y="553656"/>
                  </a:lnTo>
                  <a:lnTo>
                    <a:pt x="1046060" y="497293"/>
                  </a:lnTo>
                  <a:close/>
                </a:path>
                <a:path w="1293495" h="701039">
                  <a:moveTo>
                    <a:pt x="1293329" y="282079"/>
                  </a:moveTo>
                  <a:lnTo>
                    <a:pt x="1181163" y="282079"/>
                  </a:lnTo>
                  <a:lnTo>
                    <a:pt x="1181163" y="0"/>
                  </a:lnTo>
                  <a:lnTo>
                    <a:pt x="1106843" y="0"/>
                  </a:lnTo>
                  <a:lnTo>
                    <a:pt x="1106843" y="700087"/>
                  </a:lnTo>
                  <a:lnTo>
                    <a:pt x="1181163" y="700087"/>
                  </a:lnTo>
                  <a:lnTo>
                    <a:pt x="1181163" y="345071"/>
                  </a:lnTo>
                  <a:lnTo>
                    <a:pt x="1293329" y="345071"/>
                  </a:lnTo>
                  <a:lnTo>
                    <a:pt x="1293329" y="2820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520435" y="1186611"/>
              <a:ext cx="3220085" cy="327025"/>
            </a:xfrm>
            <a:custGeom>
              <a:avLst/>
              <a:gdLst/>
              <a:ahLst/>
              <a:cxnLst/>
              <a:rect l="l" t="t" r="r" b="b"/>
              <a:pathLst>
                <a:path w="3220084" h="327025">
                  <a:moveTo>
                    <a:pt x="273659" y="28790"/>
                  </a:moveTo>
                  <a:lnTo>
                    <a:pt x="182486" y="28790"/>
                  </a:lnTo>
                  <a:lnTo>
                    <a:pt x="182486" y="65570"/>
                  </a:lnTo>
                  <a:lnTo>
                    <a:pt x="182486" y="164363"/>
                  </a:lnTo>
                  <a:lnTo>
                    <a:pt x="114134" y="164363"/>
                  </a:lnTo>
                  <a:lnTo>
                    <a:pt x="114134" y="65570"/>
                  </a:lnTo>
                  <a:lnTo>
                    <a:pt x="182486" y="65570"/>
                  </a:lnTo>
                  <a:lnTo>
                    <a:pt x="182486" y="28790"/>
                  </a:lnTo>
                  <a:lnTo>
                    <a:pt x="23329" y="28790"/>
                  </a:lnTo>
                  <a:lnTo>
                    <a:pt x="23329" y="65570"/>
                  </a:lnTo>
                  <a:lnTo>
                    <a:pt x="68478" y="65570"/>
                  </a:lnTo>
                  <a:lnTo>
                    <a:pt x="68478" y="164363"/>
                  </a:lnTo>
                  <a:lnTo>
                    <a:pt x="24726" y="164363"/>
                  </a:lnTo>
                  <a:lnTo>
                    <a:pt x="24726" y="200494"/>
                  </a:lnTo>
                  <a:lnTo>
                    <a:pt x="272135" y="200494"/>
                  </a:lnTo>
                  <a:lnTo>
                    <a:pt x="272135" y="164363"/>
                  </a:lnTo>
                  <a:lnTo>
                    <a:pt x="227634" y="164363"/>
                  </a:lnTo>
                  <a:lnTo>
                    <a:pt x="227634" y="65570"/>
                  </a:lnTo>
                  <a:lnTo>
                    <a:pt x="273659" y="65570"/>
                  </a:lnTo>
                  <a:lnTo>
                    <a:pt x="273659" y="28790"/>
                  </a:lnTo>
                  <a:close/>
                </a:path>
                <a:path w="3220084" h="327025">
                  <a:moveTo>
                    <a:pt x="298513" y="250723"/>
                  </a:moveTo>
                  <a:lnTo>
                    <a:pt x="0" y="250723"/>
                  </a:lnTo>
                  <a:lnTo>
                    <a:pt x="0" y="288632"/>
                  </a:lnTo>
                  <a:lnTo>
                    <a:pt x="298513" y="288632"/>
                  </a:lnTo>
                  <a:lnTo>
                    <a:pt x="298513" y="250723"/>
                  </a:lnTo>
                  <a:close/>
                </a:path>
                <a:path w="3220084" h="327025">
                  <a:moveTo>
                    <a:pt x="608711" y="252298"/>
                  </a:moveTo>
                  <a:lnTo>
                    <a:pt x="481393" y="252298"/>
                  </a:lnTo>
                  <a:lnTo>
                    <a:pt x="481393" y="204038"/>
                  </a:lnTo>
                  <a:lnTo>
                    <a:pt x="581952" y="204038"/>
                  </a:lnTo>
                  <a:lnTo>
                    <a:pt x="581952" y="165938"/>
                  </a:lnTo>
                  <a:lnTo>
                    <a:pt x="390220" y="165938"/>
                  </a:lnTo>
                  <a:lnTo>
                    <a:pt x="390220" y="129108"/>
                  </a:lnTo>
                  <a:lnTo>
                    <a:pt x="574344" y="129108"/>
                  </a:lnTo>
                  <a:lnTo>
                    <a:pt x="574344" y="93548"/>
                  </a:lnTo>
                  <a:lnTo>
                    <a:pt x="574344" y="57988"/>
                  </a:lnTo>
                  <a:lnTo>
                    <a:pt x="574344" y="21158"/>
                  </a:lnTo>
                  <a:lnTo>
                    <a:pt x="344055" y="21158"/>
                  </a:lnTo>
                  <a:lnTo>
                    <a:pt x="344055" y="57988"/>
                  </a:lnTo>
                  <a:lnTo>
                    <a:pt x="529082" y="57988"/>
                  </a:lnTo>
                  <a:lnTo>
                    <a:pt x="529082" y="93548"/>
                  </a:lnTo>
                  <a:lnTo>
                    <a:pt x="344563" y="93548"/>
                  </a:lnTo>
                  <a:lnTo>
                    <a:pt x="344563" y="129108"/>
                  </a:lnTo>
                  <a:lnTo>
                    <a:pt x="344563" y="165938"/>
                  </a:lnTo>
                  <a:lnTo>
                    <a:pt x="344563" y="204038"/>
                  </a:lnTo>
                  <a:lnTo>
                    <a:pt x="436118" y="204038"/>
                  </a:lnTo>
                  <a:lnTo>
                    <a:pt x="436118" y="252298"/>
                  </a:lnTo>
                  <a:lnTo>
                    <a:pt x="310197" y="252298"/>
                  </a:lnTo>
                  <a:lnTo>
                    <a:pt x="310197" y="290398"/>
                  </a:lnTo>
                  <a:lnTo>
                    <a:pt x="608711" y="290398"/>
                  </a:lnTo>
                  <a:lnTo>
                    <a:pt x="608711" y="252298"/>
                  </a:lnTo>
                  <a:close/>
                </a:path>
                <a:path w="3220084" h="327025">
                  <a:moveTo>
                    <a:pt x="782459" y="154978"/>
                  </a:moveTo>
                  <a:lnTo>
                    <a:pt x="737057" y="119570"/>
                  </a:lnTo>
                  <a:lnTo>
                    <a:pt x="723239" y="70383"/>
                  </a:lnTo>
                  <a:lnTo>
                    <a:pt x="723239" y="60375"/>
                  </a:lnTo>
                  <a:lnTo>
                    <a:pt x="772058" y="60375"/>
                  </a:lnTo>
                  <a:lnTo>
                    <a:pt x="772058" y="23850"/>
                  </a:lnTo>
                  <a:lnTo>
                    <a:pt x="626732" y="23850"/>
                  </a:lnTo>
                  <a:lnTo>
                    <a:pt x="626732" y="60375"/>
                  </a:lnTo>
                  <a:lnTo>
                    <a:pt x="678853" y="60375"/>
                  </a:lnTo>
                  <a:lnTo>
                    <a:pt x="678802" y="70383"/>
                  </a:lnTo>
                  <a:lnTo>
                    <a:pt x="675208" y="97155"/>
                  </a:lnTo>
                  <a:lnTo>
                    <a:pt x="663981" y="122656"/>
                  </a:lnTo>
                  <a:lnTo>
                    <a:pt x="644436" y="144462"/>
                  </a:lnTo>
                  <a:lnTo>
                    <a:pt x="615823" y="160553"/>
                  </a:lnTo>
                  <a:lnTo>
                    <a:pt x="639800" y="196570"/>
                  </a:lnTo>
                  <a:lnTo>
                    <a:pt x="660488" y="185877"/>
                  </a:lnTo>
                  <a:lnTo>
                    <a:pt x="677570" y="171983"/>
                  </a:lnTo>
                  <a:lnTo>
                    <a:pt x="691210" y="155359"/>
                  </a:lnTo>
                  <a:lnTo>
                    <a:pt x="701560" y="136461"/>
                  </a:lnTo>
                  <a:lnTo>
                    <a:pt x="711441" y="153352"/>
                  </a:lnTo>
                  <a:lnTo>
                    <a:pt x="724281" y="168173"/>
                  </a:lnTo>
                  <a:lnTo>
                    <a:pt x="740219" y="180555"/>
                  </a:lnTo>
                  <a:lnTo>
                    <a:pt x="759383" y="190106"/>
                  </a:lnTo>
                  <a:lnTo>
                    <a:pt x="782459" y="154978"/>
                  </a:lnTo>
                  <a:close/>
                </a:path>
                <a:path w="3220084" h="327025">
                  <a:moveTo>
                    <a:pt x="835850" y="6731"/>
                  </a:moveTo>
                  <a:lnTo>
                    <a:pt x="792480" y="6731"/>
                  </a:lnTo>
                  <a:lnTo>
                    <a:pt x="792480" y="80784"/>
                  </a:lnTo>
                  <a:lnTo>
                    <a:pt x="756208" y="80784"/>
                  </a:lnTo>
                  <a:lnTo>
                    <a:pt x="756208" y="117944"/>
                  </a:lnTo>
                  <a:lnTo>
                    <a:pt x="792480" y="117944"/>
                  </a:lnTo>
                  <a:lnTo>
                    <a:pt x="792480" y="197332"/>
                  </a:lnTo>
                  <a:lnTo>
                    <a:pt x="835850" y="197332"/>
                  </a:lnTo>
                  <a:lnTo>
                    <a:pt x="835850" y="6731"/>
                  </a:lnTo>
                  <a:close/>
                </a:path>
                <a:path w="3220084" h="327025">
                  <a:moveTo>
                    <a:pt x="900785" y="211023"/>
                  </a:moveTo>
                  <a:lnTo>
                    <a:pt x="675182" y="211023"/>
                  </a:lnTo>
                  <a:lnTo>
                    <a:pt x="675182" y="247548"/>
                  </a:lnTo>
                  <a:lnTo>
                    <a:pt x="855256" y="247548"/>
                  </a:lnTo>
                  <a:lnTo>
                    <a:pt x="855256" y="326682"/>
                  </a:lnTo>
                  <a:lnTo>
                    <a:pt x="900785" y="326682"/>
                  </a:lnTo>
                  <a:lnTo>
                    <a:pt x="900785" y="211023"/>
                  </a:lnTo>
                  <a:close/>
                </a:path>
                <a:path w="3220084" h="327025">
                  <a:moveTo>
                    <a:pt x="900785" y="0"/>
                  </a:moveTo>
                  <a:lnTo>
                    <a:pt x="857415" y="0"/>
                  </a:lnTo>
                  <a:lnTo>
                    <a:pt x="857415" y="199110"/>
                  </a:lnTo>
                  <a:lnTo>
                    <a:pt x="900785" y="199110"/>
                  </a:lnTo>
                  <a:lnTo>
                    <a:pt x="900785" y="0"/>
                  </a:lnTo>
                  <a:close/>
                </a:path>
                <a:path w="3220084" h="327025">
                  <a:moveTo>
                    <a:pt x="1196644" y="168478"/>
                  </a:moveTo>
                  <a:lnTo>
                    <a:pt x="1012266" y="168478"/>
                  </a:lnTo>
                  <a:lnTo>
                    <a:pt x="1012266" y="131648"/>
                  </a:lnTo>
                  <a:lnTo>
                    <a:pt x="1186370" y="131648"/>
                  </a:lnTo>
                  <a:lnTo>
                    <a:pt x="1186370" y="96088"/>
                  </a:lnTo>
                  <a:lnTo>
                    <a:pt x="1012266" y="96088"/>
                  </a:lnTo>
                  <a:lnTo>
                    <a:pt x="1012266" y="61798"/>
                  </a:lnTo>
                  <a:lnTo>
                    <a:pt x="1194117" y="61798"/>
                  </a:lnTo>
                  <a:lnTo>
                    <a:pt x="1194117" y="23698"/>
                  </a:lnTo>
                  <a:lnTo>
                    <a:pt x="965847" y="23698"/>
                  </a:lnTo>
                  <a:lnTo>
                    <a:pt x="965847" y="61798"/>
                  </a:lnTo>
                  <a:lnTo>
                    <a:pt x="965847" y="96088"/>
                  </a:lnTo>
                  <a:lnTo>
                    <a:pt x="965847" y="131648"/>
                  </a:lnTo>
                  <a:lnTo>
                    <a:pt x="965847" y="168478"/>
                  </a:lnTo>
                  <a:lnTo>
                    <a:pt x="965847" y="205308"/>
                  </a:lnTo>
                  <a:lnTo>
                    <a:pt x="1196644" y="205308"/>
                  </a:lnTo>
                  <a:lnTo>
                    <a:pt x="1196644" y="168478"/>
                  </a:lnTo>
                  <a:close/>
                </a:path>
                <a:path w="3220084" h="327025">
                  <a:moveTo>
                    <a:pt x="1229106" y="251345"/>
                  </a:moveTo>
                  <a:lnTo>
                    <a:pt x="930592" y="251345"/>
                  </a:lnTo>
                  <a:lnTo>
                    <a:pt x="930592" y="288632"/>
                  </a:lnTo>
                  <a:lnTo>
                    <a:pt x="1229106" y="288632"/>
                  </a:lnTo>
                  <a:lnTo>
                    <a:pt x="1229106" y="251345"/>
                  </a:lnTo>
                  <a:close/>
                </a:path>
                <a:path w="3220084" h="327025">
                  <a:moveTo>
                    <a:pt x="1456842" y="29171"/>
                  </a:moveTo>
                  <a:lnTo>
                    <a:pt x="1414475" y="29171"/>
                  </a:lnTo>
                  <a:lnTo>
                    <a:pt x="1414475" y="102438"/>
                  </a:lnTo>
                  <a:lnTo>
                    <a:pt x="1369974" y="102438"/>
                  </a:lnTo>
                  <a:lnTo>
                    <a:pt x="1369974" y="28778"/>
                  </a:lnTo>
                  <a:lnTo>
                    <a:pt x="1326857" y="28778"/>
                  </a:lnTo>
                  <a:lnTo>
                    <a:pt x="1326857" y="102438"/>
                  </a:lnTo>
                  <a:lnTo>
                    <a:pt x="1326857" y="139268"/>
                  </a:lnTo>
                  <a:lnTo>
                    <a:pt x="1326857" y="212928"/>
                  </a:lnTo>
                  <a:lnTo>
                    <a:pt x="1326857" y="249758"/>
                  </a:lnTo>
                  <a:lnTo>
                    <a:pt x="1456842" y="249758"/>
                  </a:lnTo>
                  <a:lnTo>
                    <a:pt x="1456842" y="212928"/>
                  </a:lnTo>
                  <a:lnTo>
                    <a:pt x="1369974" y="212928"/>
                  </a:lnTo>
                  <a:lnTo>
                    <a:pt x="1369974" y="139268"/>
                  </a:lnTo>
                  <a:lnTo>
                    <a:pt x="1414475" y="139268"/>
                  </a:lnTo>
                  <a:lnTo>
                    <a:pt x="1414475" y="212547"/>
                  </a:lnTo>
                  <a:lnTo>
                    <a:pt x="1456842" y="212547"/>
                  </a:lnTo>
                  <a:lnTo>
                    <a:pt x="1456842" y="139268"/>
                  </a:lnTo>
                  <a:lnTo>
                    <a:pt x="1456842" y="138734"/>
                  </a:lnTo>
                  <a:lnTo>
                    <a:pt x="1456842" y="102857"/>
                  </a:lnTo>
                  <a:lnTo>
                    <a:pt x="1456842" y="102438"/>
                  </a:lnTo>
                  <a:lnTo>
                    <a:pt x="1456842" y="29171"/>
                  </a:lnTo>
                  <a:close/>
                </a:path>
                <a:path w="3220084" h="327025">
                  <a:moveTo>
                    <a:pt x="1600517" y="125298"/>
                  </a:moveTo>
                  <a:lnTo>
                    <a:pt x="1527340" y="125298"/>
                  </a:lnTo>
                  <a:lnTo>
                    <a:pt x="1527340" y="4648"/>
                  </a:lnTo>
                  <a:lnTo>
                    <a:pt x="1484096" y="4648"/>
                  </a:lnTo>
                  <a:lnTo>
                    <a:pt x="1484096" y="125298"/>
                  </a:lnTo>
                  <a:lnTo>
                    <a:pt x="1484096" y="162128"/>
                  </a:lnTo>
                  <a:lnTo>
                    <a:pt x="1484096" y="311988"/>
                  </a:lnTo>
                  <a:lnTo>
                    <a:pt x="1527340" y="311988"/>
                  </a:lnTo>
                  <a:lnTo>
                    <a:pt x="1527340" y="162128"/>
                  </a:lnTo>
                  <a:lnTo>
                    <a:pt x="1556766" y="162128"/>
                  </a:lnTo>
                  <a:lnTo>
                    <a:pt x="1556766" y="326682"/>
                  </a:lnTo>
                  <a:lnTo>
                    <a:pt x="1600517" y="326682"/>
                  </a:lnTo>
                  <a:lnTo>
                    <a:pt x="1600517" y="162128"/>
                  </a:lnTo>
                  <a:lnTo>
                    <a:pt x="1600517" y="125298"/>
                  </a:lnTo>
                  <a:close/>
                </a:path>
                <a:path w="3220084" h="327025">
                  <a:moveTo>
                    <a:pt x="1600517" y="0"/>
                  </a:moveTo>
                  <a:lnTo>
                    <a:pt x="1556766" y="0"/>
                  </a:lnTo>
                  <a:lnTo>
                    <a:pt x="1556766" y="124790"/>
                  </a:lnTo>
                  <a:lnTo>
                    <a:pt x="1600517" y="124790"/>
                  </a:lnTo>
                  <a:lnTo>
                    <a:pt x="1600517" y="0"/>
                  </a:lnTo>
                  <a:close/>
                </a:path>
                <a:path w="3220084" h="327025">
                  <a:moveTo>
                    <a:pt x="1902980" y="508"/>
                  </a:moveTo>
                  <a:lnTo>
                    <a:pt x="1857324" y="508"/>
                  </a:lnTo>
                  <a:lnTo>
                    <a:pt x="1857324" y="52755"/>
                  </a:lnTo>
                  <a:lnTo>
                    <a:pt x="1796707" y="52755"/>
                  </a:lnTo>
                  <a:lnTo>
                    <a:pt x="1797634" y="45364"/>
                  </a:lnTo>
                  <a:lnTo>
                    <a:pt x="1798307" y="37833"/>
                  </a:lnTo>
                  <a:lnTo>
                    <a:pt x="1798726" y="30149"/>
                  </a:lnTo>
                  <a:lnTo>
                    <a:pt x="1798866" y="22326"/>
                  </a:lnTo>
                  <a:lnTo>
                    <a:pt x="1648206" y="22326"/>
                  </a:lnTo>
                  <a:lnTo>
                    <a:pt x="1648206" y="59105"/>
                  </a:lnTo>
                  <a:lnTo>
                    <a:pt x="1749158" y="59105"/>
                  </a:lnTo>
                  <a:lnTo>
                    <a:pt x="1738426" y="90919"/>
                  </a:lnTo>
                  <a:lnTo>
                    <a:pt x="1715617" y="118732"/>
                  </a:lnTo>
                  <a:lnTo>
                    <a:pt x="1679956" y="141846"/>
                  </a:lnTo>
                  <a:lnTo>
                    <a:pt x="1630705" y="159537"/>
                  </a:lnTo>
                  <a:lnTo>
                    <a:pt x="1648587" y="195554"/>
                  </a:lnTo>
                  <a:lnTo>
                    <a:pt x="1697659" y="177914"/>
                  </a:lnTo>
                  <a:lnTo>
                    <a:pt x="1737144" y="154254"/>
                  </a:lnTo>
                  <a:lnTo>
                    <a:pt x="1766963" y="124599"/>
                  </a:lnTo>
                  <a:lnTo>
                    <a:pt x="1787067" y="88900"/>
                  </a:lnTo>
                  <a:lnTo>
                    <a:pt x="1857324" y="88900"/>
                  </a:lnTo>
                  <a:lnTo>
                    <a:pt x="1857324" y="119849"/>
                  </a:lnTo>
                  <a:lnTo>
                    <a:pt x="1784032" y="119849"/>
                  </a:lnTo>
                  <a:lnTo>
                    <a:pt x="1784032" y="156616"/>
                  </a:lnTo>
                  <a:lnTo>
                    <a:pt x="1857324" y="156616"/>
                  </a:lnTo>
                  <a:lnTo>
                    <a:pt x="1857324" y="188709"/>
                  </a:lnTo>
                  <a:lnTo>
                    <a:pt x="1902980" y="188709"/>
                  </a:lnTo>
                  <a:lnTo>
                    <a:pt x="1902980" y="88900"/>
                  </a:lnTo>
                  <a:lnTo>
                    <a:pt x="1902980" y="52755"/>
                  </a:lnTo>
                  <a:lnTo>
                    <a:pt x="1902980" y="508"/>
                  </a:lnTo>
                  <a:close/>
                </a:path>
                <a:path w="3220084" h="327025">
                  <a:moveTo>
                    <a:pt x="1905393" y="258584"/>
                  </a:moveTo>
                  <a:lnTo>
                    <a:pt x="1897214" y="231152"/>
                  </a:lnTo>
                  <a:lnTo>
                    <a:pt x="1893925" y="228142"/>
                  </a:lnTo>
                  <a:lnTo>
                    <a:pt x="1874507" y="210375"/>
                  </a:lnTo>
                  <a:lnTo>
                    <a:pt x="1859483" y="204724"/>
                  </a:lnTo>
                  <a:lnTo>
                    <a:pt x="1859483" y="258584"/>
                  </a:lnTo>
                  <a:lnTo>
                    <a:pt x="1854936" y="271767"/>
                  </a:lnTo>
                  <a:lnTo>
                    <a:pt x="1841995" y="281254"/>
                  </a:lnTo>
                  <a:lnTo>
                    <a:pt x="1821484" y="286969"/>
                  </a:lnTo>
                  <a:lnTo>
                    <a:pt x="1794167" y="288886"/>
                  </a:lnTo>
                  <a:lnTo>
                    <a:pt x="1766430" y="286969"/>
                  </a:lnTo>
                  <a:lnTo>
                    <a:pt x="1745716" y="281254"/>
                  </a:lnTo>
                  <a:lnTo>
                    <a:pt x="1732775" y="271767"/>
                  </a:lnTo>
                  <a:lnTo>
                    <a:pt x="1728355" y="258584"/>
                  </a:lnTo>
                  <a:lnTo>
                    <a:pt x="1732775" y="245300"/>
                  </a:lnTo>
                  <a:lnTo>
                    <a:pt x="1745716" y="235750"/>
                  </a:lnTo>
                  <a:lnTo>
                    <a:pt x="1766430" y="230009"/>
                  </a:lnTo>
                  <a:lnTo>
                    <a:pt x="1794167" y="228142"/>
                  </a:lnTo>
                  <a:lnTo>
                    <a:pt x="1821484" y="230009"/>
                  </a:lnTo>
                  <a:lnTo>
                    <a:pt x="1841995" y="235750"/>
                  </a:lnTo>
                  <a:lnTo>
                    <a:pt x="1854936" y="245300"/>
                  </a:lnTo>
                  <a:lnTo>
                    <a:pt x="1859483" y="258584"/>
                  </a:lnTo>
                  <a:lnTo>
                    <a:pt x="1859483" y="204724"/>
                  </a:lnTo>
                  <a:lnTo>
                    <a:pt x="1839442" y="197180"/>
                  </a:lnTo>
                  <a:lnTo>
                    <a:pt x="1794167" y="192506"/>
                  </a:lnTo>
                  <a:lnTo>
                    <a:pt x="1748472" y="197180"/>
                  </a:lnTo>
                  <a:lnTo>
                    <a:pt x="1713217" y="210375"/>
                  </a:lnTo>
                  <a:lnTo>
                    <a:pt x="1690547" y="231152"/>
                  </a:lnTo>
                  <a:lnTo>
                    <a:pt x="1682572" y="258584"/>
                  </a:lnTo>
                  <a:lnTo>
                    <a:pt x="1690547" y="286207"/>
                  </a:lnTo>
                  <a:lnTo>
                    <a:pt x="1713217" y="307187"/>
                  </a:lnTo>
                  <a:lnTo>
                    <a:pt x="1748472" y="320497"/>
                  </a:lnTo>
                  <a:lnTo>
                    <a:pt x="1794167" y="325158"/>
                  </a:lnTo>
                  <a:lnTo>
                    <a:pt x="1839442" y="320497"/>
                  </a:lnTo>
                  <a:lnTo>
                    <a:pt x="1874507" y="307187"/>
                  </a:lnTo>
                  <a:lnTo>
                    <a:pt x="1894319" y="288886"/>
                  </a:lnTo>
                  <a:lnTo>
                    <a:pt x="1897214" y="286207"/>
                  </a:lnTo>
                  <a:lnTo>
                    <a:pt x="1905393" y="258584"/>
                  </a:lnTo>
                  <a:close/>
                </a:path>
                <a:path w="3220084" h="327025">
                  <a:moveTo>
                    <a:pt x="2243544" y="293585"/>
                  </a:moveTo>
                  <a:lnTo>
                    <a:pt x="2228215" y="275958"/>
                  </a:lnTo>
                  <a:lnTo>
                    <a:pt x="2209685" y="254647"/>
                  </a:lnTo>
                  <a:lnTo>
                    <a:pt x="2204618" y="248818"/>
                  </a:lnTo>
                  <a:lnTo>
                    <a:pt x="2214245" y="233083"/>
                  </a:lnTo>
                  <a:lnTo>
                    <a:pt x="2221611" y="214249"/>
                  </a:lnTo>
                  <a:lnTo>
                    <a:pt x="2222017" y="212293"/>
                  </a:lnTo>
                  <a:lnTo>
                    <a:pt x="2226297" y="192341"/>
                  </a:lnTo>
                  <a:lnTo>
                    <a:pt x="2227948" y="167398"/>
                  </a:lnTo>
                  <a:lnTo>
                    <a:pt x="2183815" y="167398"/>
                  </a:lnTo>
                  <a:lnTo>
                    <a:pt x="2183053" y="179781"/>
                  </a:lnTo>
                  <a:lnTo>
                    <a:pt x="2180869" y="191414"/>
                  </a:lnTo>
                  <a:lnTo>
                    <a:pt x="2177389" y="202260"/>
                  </a:lnTo>
                  <a:lnTo>
                    <a:pt x="2172779" y="212293"/>
                  </a:lnTo>
                  <a:lnTo>
                    <a:pt x="2151926" y="188328"/>
                  </a:lnTo>
                  <a:lnTo>
                    <a:pt x="2143493" y="178650"/>
                  </a:lnTo>
                  <a:lnTo>
                    <a:pt x="2143493" y="243865"/>
                  </a:lnTo>
                  <a:lnTo>
                    <a:pt x="2134946" y="248500"/>
                  </a:lnTo>
                  <a:lnTo>
                    <a:pt x="2126145" y="251879"/>
                  </a:lnTo>
                  <a:lnTo>
                    <a:pt x="2117204" y="253949"/>
                  </a:lnTo>
                  <a:lnTo>
                    <a:pt x="2108238" y="254647"/>
                  </a:lnTo>
                  <a:lnTo>
                    <a:pt x="2092591" y="252133"/>
                  </a:lnTo>
                  <a:lnTo>
                    <a:pt x="2080679" y="245198"/>
                  </a:lnTo>
                  <a:lnTo>
                    <a:pt x="2073097" y="234746"/>
                  </a:lnTo>
                  <a:lnTo>
                    <a:pt x="2070442" y="221678"/>
                  </a:lnTo>
                  <a:lnTo>
                    <a:pt x="2071725" y="214045"/>
                  </a:lnTo>
                  <a:lnTo>
                    <a:pt x="2143493" y="243865"/>
                  </a:lnTo>
                  <a:lnTo>
                    <a:pt x="2143493" y="178650"/>
                  </a:lnTo>
                  <a:lnTo>
                    <a:pt x="2129409" y="162458"/>
                  </a:lnTo>
                  <a:lnTo>
                    <a:pt x="2144750" y="151295"/>
                  </a:lnTo>
                  <a:lnTo>
                    <a:pt x="2159343" y="138747"/>
                  </a:lnTo>
                  <a:lnTo>
                    <a:pt x="2164524" y="132016"/>
                  </a:lnTo>
                  <a:lnTo>
                    <a:pt x="2170188" y="124650"/>
                  </a:lnTo>
                  <a:lnTo>
                    <a:pt x="2176932" y="108902"/>
                  </a:lnTo>
                  <a:lnTo>
                    <a:pt x="2179256" y="91440"/>
                  </a:lnTo>
                  <a:lnTo>
                    <a:pt x="2175649" y="73304"/>
                  </a:lnTo>
                  <a:lnTo>
                    <a:pt x="2174595" y="67995"/>
                  </a:lnTo>
                  <a:lnTo>
                    <a:pt x="2161222" y="48577"/>
                  </a:lnTo>
                  <a:lnTo>
                    <a:pt x="2140039" y="35331"/>
                  </a:lnTo>
                  <a:lnTo>
                    <a:pt x="2136508" y="34721"/>
                  </a:lnTo>
                  <a:lnTo>
                    <a:pt x="2136508" y="94361"/>
                  </a:lnTo>
                  <a:lnTo>
                    <a:pt x="2135365" y="102349"/>
                  </a:lnTo>
                  <a:lnTo>
                    <a:pt x="2131847" y="109664"/>
                  </a:lnTo>
                  <a:lnTo>
                    <a:pt x="2125916" y="116471"/>
                  </a:lnTo>
                  <a:lnTo>
                    <a:pt x="2117420" y="122936"/>
                  </a:lnTo>
                  <a:lnTo>
                    <a:pt x="2103666" y="132016"/>
                  </a:lnTo>
                  <a:lnTo>
                    <a:pt x="2096922" y="122885"/>
                  </a:lnTo>
                  <a:lnTo>
                    <a:pt x="2091702" y="114261"/>
                  </a:lnTo>
                  <a:lnTo>
                    <a:pt x="2088273" y="105879"/>
                  </a:lnTo>
                  <a:lnTo>
                    <a:pt x="2087054" y="97650"/>
                  </a:lnTo>
                  <a:lnTo>
                    <a:pt x="2088883" y="88353"/>
                  </a:lnTo>
                  <a:lnTo>
                    <a:pt x="2094026" y="80632"/>
                  </a:lnTo>
                  <a:lnTo>
                    <a:pt x="2102040" y="75323"/>
                  </a:lnTo>
                  <a:lnTo>
                    <a:pt x="2112416" y="73304"/>
                  </a:lnTo>
                  <a:lnTo>
                    <a:pt x="2122601" y="75145"/>
                  </a:lnTo>
                  <a:lnTo>
                    <a:pt x="2130171" y="79984"/>
                  </a:lnTo>
                  <a:lnTo>
                    <a:pt x="2134882" y="86728"/>
                  </a:lnTo>
                  <a:lnTo>
                    <a:pt x="2136508" y="94361"/>
                  </a:lnTo>
                  <a:lnTo>
                    <a:pt x="2136508" y="34721"/>
                  </a:lnTo>
                  <a:lnTo>
                    <a:pt x="2082977" y="35547"/>
                  </a:lnTo>
                  <a:lnTo>
                    <a:pt x="2046439" y="70675"/>
                  </a:lnTo>
                  <a:lnTo>
                    <a:pt x="2041398" y="96888"/>
                  </a:lnTo>
                  <a:lnTo>
                    <a:pt x="2043366" y="113525"/>
                  </a:lnTo>
                  <a:lnTo>
                    <a:pt x="2048713" y="128917"/>
                  </a:lnTo>
                  <a:lnTo>
                    <a:pt x="2056650" y="143256"/>
                  </a:lnTo>
                  <a:lnTo>
                    <a:pt x="2066391" y="156743"/>
                  </a:lnTo>
                  <a:lnTo>
                    <a:pt x="2047024" y="171310"/>
                  </a:lnTo>
                  <a:lnTo>
                    <a:pt x="2032000" y="186677"/>
                  </a:lnTo>
                  <a:lnTo>
                    <a:pt x="2022284" y="204038"/>
                  </a:lnTo>
                  <a:lnTo>
                    <a:pt x="2018830" y="224599"/>
                  </a:lnTo>
                  <a:lnTo>
                    <a:pt x="2024824" y="253301"/>
                  </a:lnTo>
                  <a:lnTo>
                    <a:pt x="2042058" y="276402"/>
                  </a:lnTo>
                  <a:lnTo>
                    <a:pt x="2069388" y="291795"/>
                  </a:lnTo>
                  <a:lnTo>
                    <a:pt x="2105698" y="297383"/>
                  </a:lnTo>
                  <a:lnTo>
                    <a:pt x="2122982" y="296138"/>
                  </a:lnTo>
                  <a:lnTo>
                    <a:pt x="2140293" y="292277"/>
                  </a:lnTo>
                  <a:lnTo>
                    <a:pt x="2156879" y="285610"/>
                  </a:lnTo>
                  <a:lnTo>
                    <a:pt x="2172017" y="275958"/>
                  </a:lnTo>
                  <a:lnTo>
                    <a:pt x="2187867" y="293585"/>
                  </a:lnTo>
                  <a:lnTo>
                    <a:pt x="2243544" y="293585"/>
                  </a:lnTo>
                  <a:close/>
                </a:path>
                <a:path w="3220084" h="327025">
                  <a:moveTo>
                    <a:pt x="2529421" y="149009"/>
                  </a:moveTo>
                  <a:lnTo>
                    <a:pt x="2527884" y="124155"/>
                  </a:lnTo>
                  <a:lnTo>
                    <a:pt x="2527643" y="120230"/>
                  </a:lnTo>
                  <a:lnTo>
                    <a:pt x="2527401" y="116293"/>
                  </a:lnTo>
                  <a:lnTo>
                    <a:pt x="2517698" y="117386"/>
                  </a:lnTo>
                  <a:lnTo>
                    <a:pt x="2507831" y="118402"/>
                  </a:lnTo>
                  <a:lnTo>
                    <a:pt x="2487701" y="120230"/>
                  </a:lnTo>
                  <a:lnTo>
                    <a:pt x="2487701" y="55168"/>
                  </a:lnTo>
                  <a:lnTo>
                    <a:pt x="2514841" y="55168"/>
                  </a:lnTo>
                  <a:lnTo>
                    <a:pt x="2514841" y="20294"/>
                  </a:lnTo>
                  <a:lnTo>
                    <a:pt x="2443950" y="20294"/>
                  </a:lnTo>
                  <a:lnTo>
                    <a:pt x="2443950" y="55168"/>
                  </a:lnTo>
                  <a:lnTo>
                    <a:pt x="2443950" y="122885"/>
                  </a:lnTo>
                  <a:lnTo>
                    <a:pt x="2425712" y="123621"/>
                  </a:lnTo>
                  <a:lnTo>
                    <a:pt x="2407564" y="124155"/>
                  </a:lnTo>
                  <a:lnTo>
                    <a:pt x="2407564" y="55168"/>
                  </a:lnTo>
                  <a:lnTo>
                    <a:pt x="2443950" y="55168"/>
                  </a:lnTo>
                  <a:lnTo>
                    <a:pt x="2443950" y="20294"/>
                  </a:lnTo>
                  <a:lnTo>
                    <a:pt x="2337308" y="20294"/>
                  </a:lnTo>
                  <a:lnTo>
                    <a:pt x="2337308" y="55168"/>
                  </a:lnTo>
                  <a:lnTo>
                    <a:pt x="2363813" y="55168"/>
                  </a:lnTo>
                  <a:lnTo>
                    <a:pt x="2363813" y="125044"/>
                  </a:lnTo>
                  <a:lnTo>
                    <a:pt x="2328684" y="125425"/>
                  </a:lnTo>
                  <a:lnTo>
                    <a:pt x="2333498" y="161188"/>
                  </a:lnTo>
                  <a:lnTo>
                    <a:pt x="2378964" y="160820"/>
                  </a:lnTo>
                  <a:lnTo>
                    <a:pt x="2428468" y="159092"/>
                  </a:lnTo>
                  <a:lnTo>
                    <a:pt x="2479459" y="155371"/>
                  </a:lnTo>
                  <a:lnTo>
                    <a:pt x="2529421" y="149009"/>
                  </a:lnTo>
                  <a:close/>
                </a:path>
                <a:path w="3220084" h="327025">
                  <a:moveTo>
                    <a:pt x="2597277" y="0"/>
                  </a:moveTo>
                  <a:lnTo>
                    <a:pt x="2551239" y="0"/>
                  </a:lnTo>
                  <a:lnTo>
                    <a:pt x="2551239" y="167652"/>
                  </a:lnTo>
                  <a:lnTo>
                    <a:pt x="2597277" y="167652"/>
                  </a:lnTo>
                  <a:lnTo>
                    <a:pt x="2597277" y="0"/>
                  </a:lnTo>
                  <a:close/>
                </a:path>
                <a:path w="3220084" h="327025">
                  <a:moveTo>
                    <a:pt x="2606408" y="288378"/>
                  </a:moveTo>
                  <a:lnTo>
                    <a:pt x="2421255" y="288378"/>
                  </a:lnTo>
                  <a:lnTo>
                    <a:pt x="2421255" y="267843"/>
                  </a:lnTo>
                  <a:lnTo>
                    <a:pt x="2597277" y="267843"/>
                  </a:lnTo>
                  <a:lnTo>
                    <a:pt x="2597277" y="180721"/>
                  </a:lnTo>
                  <a:lnTo>
                    <a:pt x="2375217" y="180721"/>
                  </a:lnTo>
                  <a:lnTo>
                    <a:pt x="2375217" y="215976"/>
                  </a:lnTo>
                  <a:lnTo>
                    <a:pt x="2552001" y="215976"/>
                  </a:lnTo>
                  <a:lnTo>
                    <a:pt x="2552001" y="235115"/>
                  </a:lnTo>
                  <a:lnTo>
                    <a:pt x="2375852" y="235115"/>
                  </a:lnTo>
                  <a:lnTo>
                    <a:pt x="2375852" y="324396"/>
                  </a:lnTo>
                  <a:lnTo>
                    <a:pt x="2606408" y="324396"/>
                  </a:lnTo>
                  <a:lnTo>
                    <a:pt x="2606408" y="288378"/>
                  </a:lnTo>
                  <a:close/>
                </a:path>
                <a:path w="3220084" h="327025">
                  <a:moveTo>
                    <a:pt x="2932074" y="251104"/>
                  </a:moveTo>
                  <a:lnTo>
                    <a:pt x="2865742" y="251104"/>
                  </a:lnTo>
                  <a:lnTo>
                    <a:pt x="2865742" y="187566"/>
                  </a:lnTo>
                  <a:lnTo>
                    <a:pt x="2865742" y="170192"/>
                  </a:lnTo>
                  <a:lnTo>
                    <a:pt x="2894698" y="141909"/>
                  </a:lnTo>
                  <a:lnTo>
                    <a:pt x="2905188" y="103733"/>
                  </a:lnTo>
                  <a:lnTo>
                    <a:pt x="2895917" y="67792"/>
                  </a:lnTo>
                  <a:lnTo>
                    <a:pt x="2881477" y="52247"/>
                  </a:lnTo>
                  <a:lnTo>
                    <a:pt x="2870212" y="40144"/>
                  </a:lnTo>
                  <a:lnTo>
                    <a:pt x="2860040" y="35521"/>
                  </a:lnTo>
                  <a:lnTo>
                    <a:pt x="2860040" y="103733"/>
                  </a:lnTo>
                  <a:lnTo>
                    <a:pt x="2854325" y="125361"/>
                  </a:lnTo>
                  <a:lnTo>
                    <a:pt x="2838424" y="141655"/>
                  </a:lnTo>
                  <a:lnTo>
                    <a:pt x="2819463" y="149606"/>
                  </a:lnTo>
                  <a:lnTo>
                    <a:pt x="2819463" y="187566"/>
                  </a:lnTo>
                  <a:lnTo>
                    <a:pt x="2819463" y="251104"/>
                  </a:lnTo>
                  <a:lnTo>
                    <a:pt x="2745397" y="251104"/>
                  </a:lnTo>
                  <a:lnTo>
                    <a:pt x="2745397" y="187566"/>
                  </a:lnTo>
                  <a:lnTo>
                    <a:pt x="2754198" y="189064"/>
                  </a:lnTo>
                  <a:lnTo>
                    <a:pt x="2763266" y="190131"/>
                  </a:lnTo>
                  <a:lnTo>
                    <a:pt x="2772600" y="190779"/>
                  </a:lnTo>
                  <a:lnTo>
                    <a:pt x="2782176" y="190982"/>
                  </a:lnTo>
                  <a:lnTo>
                    <a:pt x="2791930" y="190754"/>
                  </a:lnTo>
                  <a:lnTo>
                    <a:pt x="2801391" y="190080"/>
                  </a:lnTo>
                  <a:lnTo>
                    <a:pt x="2810573" y="189014"/>
                  </a:lnTo>
                  <a:lnTo>
                    <a:pt x="2819463" y="187566"/>
                  </a:lnTo>
                  <a:lnTo>
                    <a:pt x="2819463" y="149606"/>
                  </a:lnTo>
                  <a:lnTo>
                    <a:pt x="2813850" y="151955"/>
                  </a:lnTo>
                  <a:lnTo>
                    <a:pt x="2782176" y="155613"/>
                  </a:lnTo>
                  <a:lnTo>
                    <a:pt x="2750401" y="151955"/>
                  </a:lnTo>
                  <a:lnTo>
                    <a:pt x="2726004" y="141655"/>
                  </a:lnTo>
                  <a:lnTo>
                    <a:pt x="2710345" y="125361"/>
                  </a:lnTo>
                  <a:lnTo>
                    <a:pt x="2704820" y="103733"/>
                  </a:lnTo>
                  <a:lnTo>
                    <a:pt x="2710345" y="81851"/>
                  </a:lnTo>
                  <a:lnTo>
                    <a:pt x="2726004" y="65633"/>
                  </a:lnTo>
                  <a:lnTo>
                    <a:pt x="2750401" y="55587"/>
                  </a:lnTo>
                  <a:lnTo>
                    <a:pt x="2782176" y="52247"/>
                  </a:lnTo>
                  <a:lnTo>
                    <a:pt x="2813850" y="55587"/>
                  </a:lnTo>
                  <a:lnTo>
                    <a:pt x="2838424" y="65633"/>
                  </a:lnTo>
                  <a:lnTo>
                    <a:pt x="2854325" y="81851"/>
                  </a:lnTo>
                  <a:lnTo>
                    <a:pt x="2860040" y="103733"/>
                  </a:lnTo>
                  <a:lnTo>
                    <a:pt x="2860040" y="35521"/>
                  </a:lnTo>
                  <a:lnTo>
                    <a:pt x="2831249" y="22390"/>
                  </a:lnTo>
                  <a:lnTo>
                    <a:pt x="2782176" y="16116"/>
                  </a:lnTo>
                  <a:lnTo>
                    <a:pt x="2733179" y="22390"/>
                  </a:lnTo>
                  <a:lnTo>
                    <a:pt x="2694406" y="40144"/>
                  </a:lnTo>
                  <a:lnTo>
                    <a:pt x="2668917" y="67792"/>
                  </a:lnTo>
                  <a:lnTo>
                    <a:pt x="2659799" y="103733"/>
                  </a:lnTo>
                  <a:lnTo>
                    <a:pt x="2662504" y="124244"/>
                  </a:lnTo>
                  <a:lnTo>
                    <a:pt x="2670454" y="142430"/>
                  </a:lnTo>
                  <a:lnTo>
                    <a:pt x="2683167" y="158076"/>
                  </a:lnTo>
                  <a:lnTo>
                    <a:pt x="2700134" y="170954"/>
                  </a:lnTo>
                  <a:lnTo>
                    <a:pt x="2700134" y="251104"/>
                  </a:lnTo>
                  <a:lnTo>
                    <a:pt x="2633548" y="251104"/>
                  </a:lnTo>
                  <a:lnTo>
                    <a:pt x="2633548" y="288378"/>
                  </a:lnTo>
                  <a:lnTo>
                    <a:pt x="2932074" y="288378"/>
                  </a:lnTo>
                  <a:lnTo>
                    <a:pt x="2932074" y="251104"/>
                  </a:lnTo>
                  <a:close/>
                </a:path>
                <a:path w="3220084" h="327025">
                  <a:moveTo>
                    <a:pt x="3141827" y="144830"/>
                  </a:moveTo>
                  <a:lnTo>
                    <a:pt x="3096247" y="116674"/>
                  </a:lnTo>
                  <a:lnTo>
                    <a:pt x="3071215" y="76365"/>
                  </a:lnTo>
                  <a:lnTo>
                    <a:pt x="3067012" y="44513"/>
                  </a:lnTo>
                  <a:lnTo>
                    <a:pt x="3067012" y="17132"/>
                  </a:lnTo>
                  <a:lnTo>
                    <a:pt x="3020847" y="17132"/>
                  </a:lnTo>
                  <a:lnTo>
                    <a:pt x="3020847" y="46672"/>
                  </a:lnTo>
                  <a:lnTo>
                    <a:pt x="3016085" y="80187"/>
                  </a:lnTo>
                  <a:lnTo>
                    <a:pt x="3001645" y="110744"/>
                  </a:lnTo>
                  <a:lnTo>
                    <a:pt x="2976727" y="136131"/>
                  </a:lnTo>
                  <a:lnTo>
                    <a:pt x="2940583" y="154089"/>
                  </a:lnTo>
                  <a:lnTo>
                    <a:pt x="2964929" y="190601"/>
                  </a:lnTo>
                  <a:lnTo>
                    <a:pt x="2991916" y="178269"/>
                  </a:lnTo>
                  <a:lnTo>
                    <a:pt x="3014167" y="161442"/>
                  </a:lnTo>
                  <a:lnTo>
                    <a:pt x="3031807" y="140716"/>
                  </a:lnTo>
                  <a:lnTo>
                    <a:pt x="3044952" y="116674"/>
                  </a:lnTo>
                  <a:lnTo>
                    <a:pt x="3057118" y="137325"/>
                  </a:lnTo>
                  <a:lnTo>
                    <a:pt x="3073184" y="155105"/>
                  </a:lnTo>
                  <a:lnTo>
                    <a:pt x="3093262" y="169633"/>
                  </a:lnTo>
                  <a:lnTo>
                    <a:pt x="3117481" y="180594"/>
                  </a:lnTo>
                  <a:lnTo>
                    <a:pt x="3141827" y="144830"/>
                  </a:lnTo>
                  <a:close/>
                </a:path>
                <a:path w="3220084" h="327025">
                  <a:moveTo>
                    <a:pt x="3218815" y="0"/>
                  </a:moveTo>
                  <a:lnTo>
                    <a:pt x="3173158" y="0"/>
                  </a:lnTo>
                  <a:lnTo>
                    <a:pt x="3173158" y="59994"/>
                  </a:lnTo>
                  <a:lnTo>
                    <a:pt x="3111906" y="59994"/>
                  </a:lnTo>
                  <a:lnTo>
                    <a:pt x="3111906" y="97396"/>
                  </a:lnTo>
                  <a:lnTo>
                    <a:pt x="3173158" y="97396"/>
                  </a:lnTo>
                  <a:lnTo>
                    <a:pt x="3173158" y="191490"/>
                  </a:lnTo>
                  <a:lnTo>
                    <a:pt x="3218815" y="191490"/>
                  </a:lnTo>
                  <a:lnTo>
                    <a:pt x="3218815" y="0"/>
                  </a:lnTo>
                  <a:close/>
                </a:path>
                <a:path w="3220084" h="327025">
                  <a:moveTo>
                    <a:pt x="3219691" y="263398"/>
                  </a:moveTo>
                  <a:lnTo>
                    <a:pt x="3211880" y="236562"/>
                  </a:lnTo>
                  <a:lnTo>
                    <a:pt x="3210547" y="235369"/>
                  </a:lnTo>
                  <a:lnTo>
                    <a:pt x="3189567" y="216611"/>
                  </a:lnTo>
                  <a:lnTo>
                    <a:pt x="3174301" y="211239"/>
                  </a:lnTo>
                  <a:lnTo>
                    <a:pt x="3174301" y="263398"/>
                  </a:lnTo>
                  <a:lnTo>
                    <a:pt x="3169856" y="275361"/>
                  </a:lnTo>
                  <a:lnTo>
                    <a:pt x="3156966" y="284010"/>
                  </a:lnTo>
                  <a:lnTo>
                    <a:pt x="3135973" y="289217"/>
                  </a:lnTo>
                  <a:lnTo>
                    <a:pt x="3107207" y="290918"/>
                  </a:lnTo>
                  <a:lnTo>
                    <a:pt x="3078543" y="289217"/>
                  </a:lnTo>
                  <a:lnTo>
                    <a:pt x="3057664" y="284010"/>
                  </a:lnTo>
                  <a:lnTo>
                    <a:pt x="3044901" y="275361"/>
                  </a:lnTo>
                  <a:lnTo>
                    <a:pt x="3040634" y="263398"/>
                  </a:lnTo>
                  <a:lnTo>
                    <a:pt x="3044901" y="251155"/>
                  </a:lnTo>
                  <a:lnTo>
                    <a:pt x="3057664" y="242392"/>
                  </a:lnTo>
                  <a:lnTo>
                    <a:pt x="3078543" y="237134"/>
                  </a:lnTo>
                  <a:lnTo>
                    <a:pt x="3107207" y="235369"/>
                  </a:lnTo>
                  <a:lnTo>
                    <a:pt x="3135973" y="237134"/>
                  </a:lnTo>
                  <a:lnTo>
                    <a:pt x="3156966" y="242392"/>
                  </a:lnTo>
                  <a:lnTo>
                    <a:pt x="3169856" y="251155"/>
                  </a:lnTo>
                  <a:lnTo>
                    <a:pt x="3174301" y="263398"/>
                  </a:lnTo>
                  <a:lnTo>
                    <a:pt x="3174301" y="211239"/>
                  </a:lnTo>
                  <a:lnTo>
                    <a:pt x="3154197" y="204152"/>
                  </a:lnTo>
                  <a:lnTo>
                    <a:pt x="3107207" y="199859"/>
                  </a:lnTo>
                  <a:lnTo>
                    <a:pt x="3060357" y="204152"/>
                  </a:lnTo>
                  <a:lnTo>
                    <a:pt x="3025051" y="216611"/>
                  </a:lnTo>
                  <a:lnTo>
                    <a:pt x="3002800" y="236562"/>
                  </a:lnTo>
                  <a:lnTo>
                    <a:pt x="2995104" y="263398"/>
                  </a:lnTo>
                  <a:lnTo>
                    <a:pt x="3002800" y="290296"/>
                  </a:lnTo>
                  <a:lnTo>
                    <a:pt x="3025051" y="310146"/>
                  </a:lnTo>
                  <a:lnTo>
                    <a:pt x="3060357" y="322414"/>
                  </a:lnTo>
                  <a:lnTo>
                    <a:pt x="3107207" y="326555"/>
                  </a:lnTo>
                  <a:lnTo>
                    <a:pt x="3154197" y="322414"/>
                  </a:lnTo>
                  <a:lnTo>
                    <a:pt x="3189567" y="310146"/>
                  </a:lnTo>
                  <a:lnTo>
                    <a:pt x="3211182" y="290918"/>
                  </a:lnTo>
                  <a:lnTo>
                    <a:pt x="3211880" y="290296"/>
                  </a:lnTo>
                  <a:lnTo>
                    <a:pt x="3219691" y="263398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396815" y="881478"/>
              <a:ext cx="5310505" cy="0"/>
            </a:xfrm>
            <a:custGeom>
              <a:avLst/>
              <a:gdLst/>
              <a:ahLst/>
              <a:cxnLst/>
              <a:rect l="l" t="t" r="r" b="b"/>
              <a:pathLst>
                <a:path w="5310505">
                  <a:moveTo>
                    <a:pt x="0" y="0"/>
                  </a:moveTo>
                  <a:lnTo>
                    <a:pt x="5309900" y="0"/>
                  </a:lnTo>
                </a:path>
              </a:pathLst>
            </a:custGeom>
            <a:ln w="29628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544929" y="1114815"/>
              <a:ext cx="593725" cy="593725"/>
            </a:xfrm>
            <a:custGeom>
              <a:avLst/>
              <a:gdLst/>
              <a:ahLst/>
              <a:cxnLst/>
              <a:rect l="l" t="t" r="r" b="b"/>
              <a:pathLst>
                <a:path w="593725" h="593725">
                  <a:moveTo>
                    <a:pt x="296594" y="593189"/>
                  </a:moveTo>
                  <a:lnTo>
                    <a:pt x="248485" y="589307"/>
                  </a:lnTo>
                  <a:lnTo>
                    <a:pt x="202848" y="578068"/>
                  </a:lnTo>
                  <a:lnTo>
                    <a:pt x="160292" y="560083"/>
                  </a:lnTo>
                  <a:lnTo>
                    <a:pt x="121430" y="535963"/>
                  </a:lnTo>
                  <a:lnTo>
                    <a:pt x="86871" y="506318"/>
                  </a:lnTo>
                  <a:lnTo>
                    <a:pt x="57225" y="471759"/>
                  </a:lnTo>
                  <a:lnTo>
                    <a:pt x="33105" y="432896"/>
                  </a:lnTo>
                  <a:lnTo>
                    <a:pt x="15120" y="390340"/>
                  </a:lnTo>
                  <a:lnTo>
                    <a:pt x="3881" y="344703"/>
                  </a:lnTo>
                  <a:lnTo>
                    <a:pt x="0" y="296594"/>
                  </a:lnTo>
                  <a:lnTo>
                    <a:pt x="3881" y="248485"/>
                  </a:lnTo>
                  <a:lnTo>
                    <a:pt x="15120" y="202848"/>
                  </a:lnTo>
                  <a:lnTo>
                    <a:pt x="33105" y="160292"/>
                  </a:lnTo>
                  <a:lnTo>
                    <a:pt x="57225" y="121430"/>
                  </a:lnTo>
                  <a:lnTo>
                    <a:pt x="86871" y="86871"/>
                  </a:lnTo>
                  <a:lnTo>
                    <a:pt x="121430" y="57225"/>
                  </a:lnTo>
                  <a:lnTo>
                    <a:pt x="160292" y="33105"/>
                  </a:lnTo>
                  <a:lnTo>
                    <a:pt x="202848" y="15120"/>
                  </a:lnTo>
                  <a:lnTo>
                    <a:pt x="248485" y="3881"/>
                  </a:lnTo>
                  <a:lnTo>
                    <a:pt x="296594" y="0"/>
                  </a:lnTo>
                  <a:lnTo>
                    <a:pt x="344703" y="3881"/>
                  </a:lnTo>
                  <a:lnTo>
                    <a:pt x="390340" y="15120"/>
                  </a:lnTo>
                  <a:lnTo>
                    <a:pt x="432896" y="33105"/>
                  </a:lnTo>
                  <a:lnTo>
                    <a:pt x="471759" y="57225"/>
                  </a:lnTo>
                  <a:lnTo>
                    <a:pt x="506318" y="86871"/>
                  </a:lnTo>
                  <a:lnTo>
                    <a:pt x="535963" y="121430"/>
                  </a:lnTo>
                  <a:lnTo>
                    <a:pt x="560083" y="160292"/>
                  </a:lnTo>
                  <a:lnTo>
                    <a:pt x="578068" y="202848"/>
                  </a:lnTo>
                  <a:lnTo>
                    <a:pt x="589307" y="248485"/>
                  </a:lnTo>
                  <a:lnTo>
                    <a:pt x="593189" y="296594"/>
                  </a:lnTo>
                  <a:lnTo>
                    <a:pt x="589307" y="344703"/>
                  </a:lnTo>
                  <a:lnTo>
                    <a:pt x="578068" y="390340"/>
                  </a:lnTo>
                  <a:lnTo>
                    <a:pt x="560083" y="432896"/>
                  </a:lnTo>
                  <a:lnTo>
                    <a:pt x="535963" y="471759"/>
                  </a:lnTo>
                  <a:lnTo>
                    <a:pt x="506318" y="506318"/>
                  </a:lnTo>
                  <a:lnTo>
                    <a:pt x="471759" y="535963"/>
                  </a:lnTo>
                  <a:lnTo>
                    <a:pt x="432896" y="560083"/>
                  </a:lnTo>
                  <a:lnTo>
                    <a:pt x="390340" y="578068"/>
                  </a:lnTo>
                  <a:lnTo>
                    <a:pt x="344703" y="589307"/>
                  </a:lnTo>
                  <a:lnTo>
                    <a:pt x="296594" y="593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89586" y="1292651"/>
              <a:ext cx="310015" cy="2510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76705" y="1676148"/>
              <a:ext cx="88470" cy="12573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85252" y="1674428"/>
              <a:ext cx="308263" cy="1291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19056" y="1674429"/>
              <a:ext cx="318456" cy="1291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95673" y="1674428"/>
              <a:ext cx="333436" cy="1291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51642" y="1676148"/>
              <a:ext cx="247605" cy="12573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024849" y="1676148"/>
              <a:ext cx="254298" cy="12598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331842" y="1674797"/>
              <a:ext cx="102591" cy="12886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491527" y="1676148"/>
              <a:ext cx="101547" cy="1257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18615" y="1674429"/>
              <a:ext cx="206594" cy="1291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845839" y="1674429"/>
              <a:ext cx="300160" cy="12954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5166566" y="1676148"/>
              <a:ext cx="19685" cy="126364"/>
            </a:xfrm>
            <a:custGeom>
              <a:avLst/>
              <a:gdLst/>
              <a:ahLst/>
              <a:cxnLst/>
              <a:rect l="l" t="t" r="r" b="b"/>
              <a:pathLst>
                <a:path w="19684" h="126364">
                  <a:moveTo>
                    <a:pt x="19092" y="0"/>
                  </a:moveTo>
                  <a:lnTo>
                    <a:pt x="0" y="0"/>
                  </a:lnTo>
                  <a:lnTo>
                    <a:pt x="0" y="125737"/>
                  </a:lnTo>
                  <a:lnTo>
                    <a:pt x="19092" y="125737"/>
                  </a:lnTo>
                  <a:lnTo>
                    <a:pt x="19092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205060" y="1676148"/>
              <a:ext cx="217337" cy="12598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556148" y="2734462"/>
              <a:ext cx="1931670" cy="328295"/>
            </a:xfrm>
            <a:custGeom>
              <a:avLst/>
              <a:gdLst/>
              <a:ahLst/>
              <a:cxnLst/>
              <a:rect l="l" t="t" r="r" b="b"/>
              <a:pathLst>
                <a:path w="1931669" h="328294">
                  <a:moveTo>
                    <a:pt x="210642" y="222554"/>
                  </a:moveTo>
                  <a:lnTo>
                    <a:pt x="174790" y="199796"/>
                  </a:lnTo>
                  <a:lnTo>
                    <a:pt x="151041" y="170180"/>
                  </a:lnTo>
                  <a:lnTo>
                    <a:pt x="149186" y="167868"/>
                  </a:lnTo>
                  <a:lnTo>
                    <a:pt x="133832" y="130289"/>
                  </a:lnTo>
                  <a:lnTo>
                    <a:pt x="128727" y="90538"/>
                  </a:lnTo>
                  <a:lnTo>
                    <a:pt x="128727" y="70510"/>
                  </a:lnTo>
                  <a:lnTo>
                    <a:pt x="197078" y="70510"/>
                  </a:lnTo>
                  <a:lnTo>
                    <a:pt x="197078" y="33096"/>
                  </a:lnTo>
                  <a:lnTo>
                    <a:pt x="12814" y="33096"/>
                  </a:lnTo>
                  <a:lnTo>
                    <a:pt x="12814" y="70510"/>
                  </a:lnTo>
                  <a:lnTo>
                    <a:pt x="82181" y="70510"/>
                  </a:lnTo>
                  <a:lnTo>
                    <a:pt x="82181" y="90538"/>
                  </a:lnTo>
                  <a:lnTo>
                    <a:pt x="76885" y="132410"/>
                  </a:lnTo>
                  <a:lnTo>
                    <a:pt x="61302" y="172313"/>
                  </a:lnTo>
                  <a:lnTo>
                    <a:pt x="35623" y="206349"/>
                  </a:lnTo>
                  <a:lnTo>
                    <a:pt x="0" y="230670"/>
                  </a:lnTo>
                  <a:lnTo>
                    <a:pt x="25996" y="266560"/>
                  </a:lnTo>
                  <a:lnTo>
                    <a:pt x="52743" y="250113"/>
                  </a:lnTo>
                  <a:lnTo>
                    <a:pt x="75082" y="227888"/>
                  </a:lnTo>
                  <a:lnTo>
                    <a:pt x="92951" y="200901"/>
                  </a:lnTo>
                  <a:lnTo>
                    <a:pt x="106273" y="170180"/>
                  </a:lnTo>
                  <a:lnTo>
                    <a:pt x="119519" y="198386"/>
                  </a:lnTo>
                  <a:lnTo>
                    <a:pt x="137223" y="223062"/>
                  </a:lnTo>
                  <a:lnTo>
                    <a:pt x="159385" y="243370"/>
                  </a:lnTo>
                  <a:lnTo>
                    <a:pt x="186042" y="258445"/>
                  </a:lnTo>
                  <a:lnTo>
                    <a:pt x="210642" y="222554"/>
                  </a:lnTo>
                  <a:close/>
                </a:path>
                <a:path w="1931669" h="328294">
                  <a:moveTo>
                    <a:pt x="275577" y="1524"/>
                  </a:moveTo>
                  <a:lnTo>
                    <a:pt x="229285" y="1524"/>
                  </a:lnTo>
                  <a:lnTo>
                    <a:pt x="229285" y="328193"/>
                  </a:lnTo>
                  <a:lnTo>
                    <a:pt x="275577" y="328193"/>
                  </a:lnTo>
                  <a:lnTo>
                    <a:pt x="275577" y="1524"/>
                  </a:lnTo>
                  <a:close/>
                </a:path>
                <a:path w="1931669" h="328294">
                  <a:moveTo>
                    <a:pt x="504863" y="169291"/>
                  </a:moveTo>
                  <a:lnTo>
                    <a:pt x="501561" y="144945"/>
                  </a:lnTo>
                  <a:lnTo>
                    <a:pt x="499795" y="131889"/>
                  </a:lnTo>
                  <a:lnTo>
                    <a:pt x="466204" y="137795"/>
                  </a:lnTo>
                  <a:lnTo>
                    <a:pt x="433590" y="141693"/>
                  </a:lnTo>
                  <a:lnTo>
                    <a:pt x="402031" y="143954"/>
                  </a:lnTo>
                  <a:lnTo>
                    <a:pt x="371576" y="144945"/>
                  </a:lnTo>
                  <a:lnTo>
                    <a:pt x="371576" y="23456"/>
                  </a:lnTo>
                  <a:lnTo>
                    <a:pt x="325678" y="23456"/>
                  </a:lnTo>
                  <a:lnTo>
                    <a:pt x="325678" y="182867"/>
                  </a:lnTo>
                  <a:lnTo>
                    <a:pt x="353568" y="182867"/>
                  </a:lnTo>
                  <a:lnTo>
                    <a:pt x="389559" y="182257"/>
                  </a:lnTo>
                  <a:lnTo>
                    <a:pt x="426847" y="180124"/>
                  </a:lnTo>
                  <a:lnTo>
                    <a:pt x="465315" y="175958"/>
                  </a:lnTo>
                  <a:lnTo>
                    <a:pt x="504863" y="169291"/>
                  </a:lnTo>
                  <a:close/>
                </a:path>
                <a:path w="1931669" h="328294">
                  <a:moveTo>
                    <a:pt x="582091" y="285584"/>
                  </a:moveTo>
                  <a:lnTo>
                    <a:pt x="405942" y="285584"/>
                  </a:lnTo>
                  <a:lnTo>
                    <a:pt x="405942" y="214566"/>
                  </a:lnTo>
                  <a:lnTo>
                    <a:pt x="360045" y="214566"/>
                  </a:lnTo>
                  <a:lnTo>
                    <a:pt x="360045" y="322491"/>
                  </a:lnTo>
                  <a:lnTo>
                    <a:pt x="582091" y="322491"/>
                  </a:lnTo>
                  <a:lnTo>
                    <a:pt x="582091" y="285584"/>
                  </a:lnTo>
                  <a:close/>
                </a:path>
                <a:path w="1931669" h="328294">
                  <a:moveTo>
                    <a:pt x="615442" y="93713"/>
                  </a:moveTo>
                  <a:lnTo>
                    <a:pt x="571563" y="93713"/>
                  </a:lnTo>
                  <a:lnTo>
                    <a:pt x="571563" y="2032"/>
                  </a:lnTo>
                  <a:lnTo>
                    <a:pt x="525665" y="2032"/>
                  </a:lnTo>
                  <a:lnTo>
                    <a:pt x="525665" y="236385"/>
                  </a:lnTo>
                  <a:lnTo>
                    <a:pt x="571563" y="236385"/>
                  </a:lnTo>
                  <a:lnTo>
                    <a:pt x="571563" y="132016"/>
                  </a:lnTo>
                  <a:lnTo>
                    <a:pt x="615442" y="132016"/>
                  </a:lnTo>
                  <a:lnTo>
                    <a:pt x="615442" y="93713"/>
                  </a:lnTo>
                  <a:close/>
                </a:path>
                <a:path w="1931669" h="328294">
                  <a:moveTo>
                    <a:pt x="799973" y="137591"/>
                  </a:moveTo>
                  <a:lnTo>
                    <a:pt x="794080" y="113055"/>
                  </a:lnTo>
                  <a:lnTo>
                    <a:pt x="792924" y="111721"/>
                  </a:lnTo>
                  <a:lnTo>
                    <a:pt x="777570" y="94068"/>
                  </a:lnTo>
                  <a:lnTo>
                    <a:pt x="756602" y="83921"/>
                  </a:lnTo>
                  <a:lnTo>
                    <a:pt x="756602" y="137591"/>
                  </a:lnTo>
                  <a:lnTo>
                    <a:pt x="753846" y="148539"/>
                  </a:lnTo>
                  <a:lnTo>
                    <a:pt x="746277" y="156438"/>
                  </a:lnTo>
                  <a:lnTo>
                    <a:pt x="734644" y="161226"/>
                  </a:lnTo>
                  <a:lnTo>
                    <a:pt x="719696" y="162826"/>
                  </a:lnTo>
                  <a:lnTo>
                    <a:pt x="704735" y="161226"/>
                  </a:lnTo>
                  <a:lnTo>
                    <a:pt x="693204" y="156438"/>
                  </a:lnTo>
                  <a:lnTo>
                    <a:pt x="685800" y="148539"/>
                  </a:lnTo>
                  <a:lnTo>
                    <a:pt x="683171" y="137591"/>
                  </a:lnTo>
                  <a:lnTo>
                    <a:pt x="685800" y="126504"/>
                  </a:lnTo>
                  <a:lnTo>
                    <a:pt x="693204" y="118427"/>
                  </a:lnTo>
                  <a:lnTo>
                    <a:pt x="704735" y="113461"/>
                  </a:lnTo>
                  <a:lnTo>
                    <a:pt x="719696" y="111721"/>
                  </a:lnTo>
                  <a:lnTo>
                    <a:pt x="734644" y="113461"/>
                  </a:lnTo>
                  <a:lnTo>
                    <a:pt x="746277" y="118427"/>
                  </a:lnTo>
                  <a:lnTo>
                    <a:pt x="753846" y="126504"/>
                  </a:lnTo>
                  <a:lnTo>
                    <a:pt x="756602" y="137591"/>
                  </a:lnTo>
                  <a:lnTo>
                    <a:pt x="756602" y="83921"/>
                  </a:lnTo>
                  <a:lnTo>
                    <a:pt x="752195" y="81775"/>
                  </a:lnTo>
                  <a:lnTo>
                    <a:pt x="719696" y="77355"/>
                  </a:lnTo>
                  <a:lnTo>
                    <a:pt x="687006" y="81775"/>
                  </a:lnTo>
                  <a:lnTo>
                    <a:pt x="661352" y="94068"/>
                  </a:lnTo>
                  <a:lnTo>
                    <a:pt x="644601" y="113055"/>
                  </a:lnTo>
                  <a:lnTo>
                    <a:pt x="638657" y="137591"/>
                  </a:lnTo>
                  <a:lnTo>
                    <a:pt x="644601" y="162128"/>
                  </a:lnTo>
                  <a:lnTo>
                    <a:pt x="661352" y="181102"/>
                  </a:lnTo>
                  <a:lnTo>
                    <a:pt x="687006" y="193357"/>
                  </a:lnTo>
                  <a:lnTo>
                    <a:pt x="719696" y="197700"/>
                  </a:lnTo>
                  <a:lnTo>
                    <a:pt x="752195" y="193357"/>
                  </a:lnTo>
                  <a:lnTo>
                    <a:pt x="777570" y="181102"/>
                  </a:lnTo>
                  <a:lnTo>
                    <a:pt x="793470" y="162826"/>
                  </a:lnTo>
                  <a:lnTo>
                    <a:pt x="794080" y="162128"/>
                  </a:lnTo>
                  <a:lnTo>
                    <a:pt x="799973" y="137591"/>
                  </a:lnTo>
                  <a:close/>
                </a:path>
                <a:path w="1931669" h="328294">
                  <a:moveTo>
                    <a:pt x="816457" y="30937"/>
                  </a:moveTo>
                  <a:lnTo>
                    <a:pt x="742518" y="30937"/>
                  </a:lnTo>
                  <a:lnTo>
                    <a:pt x="742518" y="0"/>
                  </a:lnTo>
                  <a:lnTo>
                    <a:pt x="696874" y="0"/>
                  </a:lnTo>
                  <a:lnTo>
                    <a:pt x="696874" y="30937"/>
                  </a:lnTo>
                  <a:lnTo>
                    <a:pt x="622681" y="30937"/>
                  </a:lnTo>
                  <a:lnTo>
                    <a:pt x="622681" y="66827"/>
                  </a:lnTo>
                  <a:lnTo>
                    <a:pt x="816457" y="66827"/>
                  </a:lnTo>
                  <a:lnTo>
                    <a:pt x="816457" y="30937"/>
                  </a:lnTo>
                  <a:close/>
                </a:path>
                <a:path w="1931669" h="328294">
                  <a:moveTo>
                    <a:pt x="881761" y="220154"/>
                  </a:moveTo>
                  <a:lnTo>
                    <a:pt x="662000" y="220154"/>
                  </a:lnTo>
                  <a:lnTo>
                    <a:pt x="662000" y="256667"/>
                  </a:lnTo>
                  <a:lnTo>
                    <a:pt x="835863" y="256667"/>
                  </a:lnTo>
                  <a:lnTo>
                    <a:pt x="835863" y="328193"/>
                  </a:lnTo>
                  <a:lnTo>
                    <a:pt x="881761" y="328193"/>
                  </a:lnTo>
                  <a:lnTo>
                    <a:pt x="881761" y="220154"/>
                  </a:lnTo>
                  <a:close/>
                </a:path>
                <a:path w="1931669" h="328294">
                  <a:moveTo>
                    <a:pt x="925639" y="86487"/>
                  </a:moveTo>
                  <a:lnTo>
                    <a:pt x="881761" y="86487"/>
                  </a:lnTo>
                  <a:lnTo>
                    <a:pt x="881761" y="1524"/>
                  </a:lnTo>
                  <a:lnTo>
                    <a:pt x="835863" y="1524"/>
                  </a:lnTo>
                  <a:lnTo>
                    <a:pt x="835863" y="206451"/>
                  </a:lnTo>
                  <a:lnTo>
                    <a:pt x="881761" y="206451"/>
                  </a:lnTo>
                  <a:lnTo>
                    <a:pt x="881761" y="123774"/>
                  </a:lnTo>
                  <a:lnTo>
                    <a:pt x="925639" y="123774"/>
                  </a:lnTo>
                  <a:lnTo>
                    <a:pt x="925639" y="86487"/>
                  </a:lnTo>
                  <a:close/>
                </a:path>
                <a:path w="1931669" h="328294">
                  <a:moveTo>
                    <a:pt x="1109408" y="35890"/>
                  </a:moveTo>
                  <a:lnTo>
                    <a:pt x="951522" y="35890"/>
                  </a:lnTo>
                  <a:lnTo>
                    <a:pt x="951522" y="71780"/>
                  </a:lnTo>
                  <a:lnTo>
                    <a:pt x="1062736" y="71780"/>
                  </a:lnTo>
                  <a:lnTo>
                    <a:pt x="1054608" y="112852"/>
                  </a:lnTo>
                  <a:lnTo>
                    <a:pt x="1038504" y="149326"/>
                  </a:lnTo>
                  <a:lnTo>
                    <a:pt x="1013587" y="181660"/>
                  </a:lnTo>
                  <a:lnTo>
                    <a:pt x="979043" y="210312"/>
                  </a:lnTo>
                  <a:lnTo>
                    <a:pt x="934021" y="235750"/>
                  </a:lnTo>
                  <a:lnTo>
                    <a:pt x="957859" y="272148"/>
                  </a:lnTo>
                  <a:lnTo>
                    <a:pt x="1009586" y="242404"/>
                  </a:lnTo>
                  <a:lnTo>
                    <a:pt x="1048981" y="208407"/>
                  </a:lnTo>
                  <a:lnTo>
                    <a:pt x="1077341" y="170472"/>
                  </a:lnTo>
                  <a:lnTo>
                    <a:pt x="1095984" y="128866"/>
                  </a:lnTo>
                  <a:lnTo>
                    <a:pt x="1106233" y="83908"/>
                  </a:lnTo>
                  <a:lnTo>
                    <a:pt x="1109408" y="35890"/>
                  </a:lnTo>
                  <a:close/>
                </a:path>
                <a:path w="1931669" h="328294">
                  <a:moveTo>
                    <a:pt x="1207185" y="1524"/>
                  </a:moveTo>
                  <a:lnTo>
                    <a:pt x="1160894" y="1524"/>
                  </a:lnTo>
                  <a:lnTo>
                    <a:pt x="1160894" y="328193"/>
                  </a:lnTo>
                  <a:lnTo>
                    <a:pt x="1207185" y="328193"/>
                  </a:lnTo>
                  <a:lnTo>
                    <a:pt x="1207185" y="1524"/>
                  </a:lnTo>
                  <a:close/>
                </a:path>
                <a:path w="1931669" h="328294">
                  <a:moveTo>
                    <a:pt x="1618665" y="252615"/>
                  </a:moveTo>
                  <a:lnTo>
                    <a:pt x="1552333" y="252615"/>
                  </a:lnTo>
                  <a:lnTo>
                    <a:pt x="1552333" y="189077"/>
                  </a:lnTo>
                  <a:lnTo>
                    <a:pt x="1552333" y="171704"/>
                  </a:lnTo>
                  <a:lnTo>
                    <a:pt x="1568881" y="158902"/>
                  </a:lnTo>
                  <a:lnTo>
                    <a:pt x="1570304" y="157124"/>
                  </a:lnTo>
                  <a:lnTo>
                    <a:pt x="1581277" y="143421"/>
                  </a:lnTo>
                  <a:lnTo>
                    <a:pt x="1589074" y="125476"/>
                  </a:lnTo>
                  <a:lnTo>
                    <a:pt x="1591779" y="105257"/>
                  </a:lnTo>
                  <a:lnTo>
                    <a:pt x="1582508" y="69303"/>
                  </a:lnTo>
                  <a:lnTo>
                    <a:pt x="1568069" y="53771"/>
                  </a:lnTo>
                  <a:lnTo>
                    <a:pt x="1556804" y="41656"/>
                  </a:lnTo>
                  <a:lnTo>
                    <a:pt x="1546631" y="37033"/>
                  </a:lnTo>
                  <a:lnTo>
                    <a:pt x="1546631" y="105257"/>
                  </a:lnTo>
                  <a:lnTo>
                    <a:pt x="1540916" y="126873"/>
                  </a:lnTo>
                  <a:lnTo>
                    <a:pt x="1525003" y="143167"/>
                  </a:lnTo>
                  <a:lnTo>
                    <a:pt x="1506054" y="151130"/>
                  </a:lnTo>
                  <a:lnTo>
                    <a:pt x="1506054" y="189077"/>
                  </a:lnTo>
                  <a:lnTo>
                    <a:pt x="1506054" y="252615"/>
                  </a:lnTo>
                  <a:lnTo>
                    <a:pt x="1431988" y="252615"/>
                  </a:lnTo>
                  <a:lnTo>
                    <a:pt x="1431988" y="189077"/>
                  </a:lnTo>
                  <a:lnTo>
                    <a:pt x="1440789" y="190576"/>
                  </a:lnTo>
                  <a:lnTo>
                    <a:pt x="1449857" y="191643"/>
                  </a:lnTo>
                  <a:lnTo>
                    <a:pt x="1459179" y="192290"/>
                  </a:lnTo>
                  <a:lnTo>
                    <a:pt x="1468767" y="192506"/>
                  </a:lnTo>
                  <a:lnTo>
                    <a:pt x="1478508" y="192265"/>
                  </a:lnTo>
                  <a:lnTo>
                    <a:pt x="1487982" y="191604"/>
                  </a:lnTo>
                  <a:lnTo>
                    <a:pt x="1497152" y="190525"/>
                  </a:lnTo>
                  <a:lnTo>
                    <a:pt x="1506054" y="189077"/>
                  </a:lnTo>
                  <a:lnTo>
                    <a:pt x="1506054" y="151130"/>
                  </a:lnTo>
                  <a:lnTo>
                    <a:pt x="1500441" y="153479"/>
                  </a:lnTo>
                  <a:lnTo>
                    <a:pt x="1468767" y="157124"/>
                  </a:lnTo>
                  <a:lnTo>
                    <a:pt x="1436992" y="153479"/>
                  </a:lnTo>
                  <a:lnTo>
                    <a:pt x="1412582" y="143167"/>
                  </a:lnTo>
                  <a:lnTo>
                    <a:pt x="1396936" y="126873"/>
                  </a:lnTo>
                  <a:lnTo>
                    <a:pt x="1391412" y="105257"/>
                  </a:lnTo>
                  <a:lnTo>
                    <a:pt x="1396936" y="83375"/>
                  </a:lnTo>
                  <a:lnTo>
                    <a:pt x="1412582" y="67144"/>
                  </a:lnTo>
                  <a:lnTo>
                    <a:pt x="1436992" y="57099"/>
                  </a:lnTo>
                  <a:lnTo>
                    <a:pt x="1468767" y="53771"/>
                  </a:lnTo>
                  <a:lnTo>
                    <a:pt x="1500441" y="57099"/>
                  </a:lnTo>
                  <a:lnTo>
                    <a:pt x="1525003" y="67144"/>
                  </a:lnTo>
                  <a:lnTo>
                    <a:pt x="1540916" y="83375"/>
                  </a:lnTo>
                  <a:lnTo>
                    <a:pt x="1546631" y="105257"/>
                  </a:lnTo>
                  <a:lnTo>
                    <a:pt x="1546631" y="37033"/>
                  </a:lnTo>
                  <a:lnTo>
                    <a:pt x="1517840" y="23901"/>
                  </a:lnTo>
                  <a:lnTo>
                    <a:pt x="1468767" y="17627"/>
                  </a:lnTo>
                  <a:lnTo>
                    <a:pt x="1419771" y="23901"/>
                  </a:lnTo>
                  <a:lnTo>
                    <a:pt x="1380998" y="41656"/>
                  </a:lnTo>
                  <a:lnTo>
                    <a:pt x="1355509" y="69303"/>
                  </a:lnTo>
                  <a:lnTo>
                    <a:pt x="1346390" y="105257"/>
                  </a:lnTo>
                  <a:lnTo>
                    <a:pt x="1349082" y="125755"/>
                  </a:lnTo>
                  <a:lnTo>
                    <a:pt x="1357045" y="143954"/>
                  </a:lnTo>
                  <a:lnTo>
                    <a:pt x="1369745" y="159588"/>
                  </a:lnTo>
                  <a:lnTo>
                    <a:pt x="1386713" y="172466"/>
                  </a:lnTo>
                  <a:lnTo>
                    <a:pt x="1386713" y="252615"/>
                  </a:lnTo>
                  <a:lnTo>
                    <a:pt x="1320139" y="252615"/>
                  </a:lnTo>
                  <a:lnTo>
                    <a:pt x="1320139" y="289890"/>
                  </a:lnTo>
                  <a:lnTo>
                    <a:pt x="1618665" y="289890"/>
                  </a:lnTo>
                  <a:lnTo>
                    <a:pt x="1618665" y="252615"/>
                  </a:lnTo>
                  <a:close/>
                </a:path>
                <a:path w="1931669" h="328294">
                  <a:moveTo>
                    <a:pt x="1811172" y="99047"/>
                  </a:moveTo>
                  <a:lnTo>
                    <a:pt x="1804250" y="67119"/>
                  </a:lnTo>
                  <a:lnTo>
                    <a:pt x="1797888" y="58585"/>
                  </a:lnTo>
                  <a:lnTo>
                    <a:pt x="1785480" y="41922"/>
                  </a:lnTo>
                  <a:lnTo>
                    <a:pt x="1766531" y="30848"/>
                  </a:lnTo>
                  <a:lnTo>
                    <a:pt x="1766531" y="99047"/>
                  </a:lnTo>
                  <a:lnTo>
                    <a:pt x="1763052" y="116497"/>
                  </a:lnTo>
                  <a:lnTo>
                    <a:pt x="1753654" y="129425"/>
                  </a:lnTo>
                  <a:lnTo>
                    <a:pt x="1739557" y="137439"/>
                  </a:lnTo>
                  <a:lnTo>
                    <a:pt x="1722018" y="140131"/>
                  </a:lnTo>
                  <a:lnTo>
                    <a:pt x="1704200" y="137439"/>
                  </a:lnTo>
                  <a:lnTo>
                    <a:pt x="1690001" y="129425"/>
                  </a:lnTo>
                  <a:lnTo>
                    <a:pt x="1680654" y="116497"/>
                  </a:lnTo>
                  <a:lnTo>
                    <a:pt x="1677390" y="99047"/>
                  </a:lnTo>
                  <a:lnTo>
                    <a:pt x="1680654" y="81978"/>
                  </a:lnTo>
                  <a:lnTo>
                    <a:pt x="1690001" y="69303"/>
                  </a:lnTo>
                  <a:lnTo>
                    <a:pt x="1704200" y="61379"/>
                  </a:lnTo>
                  <a:lnTo>
                    <a:pt x="1722018" y="58585"/>
                  </a:lnTo>
                  <a:lnTo>
                    <a:pt x="1739607" y="61379"/>
                  </a:lnTo>
                  <a:lnTo>
                    <a:pt x="1753692" y="69303"/>
                  </a:lnTo>
                  <a:lnTo>
                    <a:pt x="1763077" y="81978"/>
                  </a:lnTo>
                  <a:lnTo>
                    <a:pt x="1766531" y="99047"/>
                  </a:lnTo>
                  <a:lnTo>
                    <a:pt x="1766531" y="30848"/>
                  </a:lnTo>
                  <a:lnTo>
                    <a:pt x="1757260" y="25412"/>
                  </a:lnTo>
                  <a:lnTo>
                    <a:pt x="1722018" y="19532"/>
                  </a:lnTo>
                  <a:lnTo>
                    <a:pt x="1686509" y="25412"/>
                  </a:lnTo>
                  <a:lnTo>
                    <a:pt x="1658112" y="41922"/>
                  </a:lnTo>
                  <a:lnTo>
                    <a:pt x="1639316" y="67119"/>
                  </a:lnTo>
                  <a:lnTo>
                    <a:pt x="1632623" y="99047"/>
                  </a:lnTo>
                  <a:lnTo>
                    <a:pt x="1639316" y="131343"/>
                  </a:lnTo>
                  <a:lnTo>
                    <a:pt x="1658112" y="156641"/>
                  </a:lnTo>
                  <a:lnTo>
                    <a:pt x="1686509" y="173151"/>
                  </a:lnTo>
                  <a:lnTo>
                    <a:pt x="1722018" y="179057"/>
                  </a:lnTo>
                  <a:lnTo>
                    <a:pt x="1757260" y="173151"/>
                  </a:lnTo>
                  <a:lnTo>
                    <a:pt x="1785480" y="156641"/>
                  </a:lnTo>
                  <a:lnTo>
                    <a:pt x="1797735" y="140131"/>
                  </a:lnTo>
                  <a:lnTo>
                    <a:pt x="1804250" y="131343"/>
                  </a:lnTo>
                  <a:lnTo>
                    <a:pt x="1811172" y="99047"/>
                  </a:lnTo>
                  <a:close/>
                </a:path>
                <a:path w="1931669" h="328294">
                  <a:moveTo>
                    <a:pt x="1889290" y="207340"/>
                  </a:moveTo>
                  <a:lnTo>
                    <a:pt x="1669516" y="207340"/>
                  </a:lnTo>
                  <a:lnTo>
                    <a:pt x="1669516" y="244246"/>
                  </a:lnTo>
                  <a:lnTo>
                    <a:pt x="1843379" y="244246"/>
                  </a:lnTo>
                  <a:lnTo>
                    <a:pt x="1843379" y="328193"/>
                  </a:lnTo>
                  <a:lnTo>
                    <a:pt x="1889290" y="328193"/>
                  </a:lnTo>
                  <a:lnTo>
                    <a:pt x="1889290" y="207340"/>
                  </a:lnTo>
                  <a:close/>
                </a:path>
                <a:path w="1931669" h="328294">
                  <a:moveTo>
                    <a:pt x="1931517" y="44767"/>
                  </a:moveTo>
                  <a:lnTo>
                    <a:pt x="1889290" y="44767"/>
                  </a:lnTo>
                  <a:lnTo>
                    <a:pt x="1889290" y="1524"/>
                  </a:lnTo>
                  <a:lnTo>
                    <a:pt x="1843379" y="1524"/>
                  </a:lnTo>
                  <a:lnTo>
                    <a:pt x="1843379" y="194157"/>
                  </a:lnTo>
                  <a:lnTo>
                    <a:pt x="1889290" y="194157"/>
                  </a:lnTo>
                  <a:lnTo>
                    <a:pt x="1889290" y="153060"/>
                  </a:lnTo>
                  <a:lnTo>
                    <a:pt x="1931517" y="153060"/>
                  </a:lnTo>
                  <a:lnTo>
                    <a:pt x="1931517" y="115150"/>
                  </a:lnTo>
                  <a:lnTo>
                    <a:pt x="1889290" y="115150"/>
                  </a:lnTo>
                  <a:lnTo>
                    <a:pt x="1889290" y="81800"/>
                  </a:lnTo>
                  <a:lnTo>
                    <a:pt x="1931517" y="81800"/>
                  </a:lnTo>
                  <a:lnTo>
                    <a:pt x="1931517" y="44767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396815" y="2430725"/>
              <a:ext cx="5310505" cy="0"/>
            </a:xfrm>
            <a:custGeom>
              <a:avLst/>
              <a:gdLst/>
              <a:ahLst/>
              <a:cxnLst/>
              <a:rect l="l" t="t" r="r" b="b"/>
              <a:pathLst>
                <a:path w="5310505">
                  <a:moveTo>
                    <a:pt x="0" y="0"/>
                  </a:moveTo>
                  <a:lnTo>
                    <a:pt x="5309900" y="0"/>
                  </a:lnTo>
                </a:path>
              </a:pathLst>
            </a:custGeom>
            <a:ln w="29628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544929" y="2664063"/>
              <a:ext cx="593725" cy="593725"/>
            </a:xfrm>
            <a:custGeom>
              <a:avLst/>
              <a:gdLst/>
              <a:ahLst/>
              <a:cxnLst/>
              <a:rect l="l" t="t" r="r" b="b"/>
              <a:pathLst>
                <a:path w="593725" h="593725">
                  <a:moveTo>
                    <a:pt x="296594" y="593189"/>
                  </a:moveTo>
                  <a:lnTo>
                    <a:pt x="248485" y="589307"/>
                  </a:lnTo>
                  <a:lnTo>
                    <a:pt x="202848" y="578068"/>
                  </a:lnTo>
                  <a:lnTo>
                    <a:pt x="160292" y="560083"/>
                  </a:lnTo>
                  <a:lnTo>
                    <a:pt x="121430" y="535963"/>
                  </a:lnTo>
                  <a:lnTo>
                    <a:pt x="86871" y="506318"/>
                  </a:lnTo>
                  <a:lnTo>
                    <a:pt x="57225" y="471759"/>
                  </a:lnTo>
                  <a:lnTo>
                    <a:pt x="33105" y="432896"/>
                  </a:lnTo>
                  <a:lnTo>
                    <a:pt x="15120" y="390340"/>
                  </a:lnTo>
                  <a:lnTo>
                    <a:pt x="3881" y="344703"/>
                  </a:lnTo>
                  <a:lnTo>
                    <a:pt x="0" y="296594"/>
                  </a:lnTo>
                  <a:lnTo>
                    <a:pt x="3881" y="248485"/>
                  </a:lnTo>
                  <a:lnTo>
                    <a:pt x="15120" y="202848"/>
                  </a:lnTo>
                  <a:lnTo>
                    <a:pt x="33105" y="160292"/>
                  </a:lnTo>
                  <a:lnTo>
                    <a:pt x="57225" y="121430"/>
                  </a:lnTo>
                  <a:lnTo>
                    <a:pt x="86871" y="86871"/>
                  </a:lnTo>
                  <a:lnTo>
                    <a:pt x="121430" y="57225"/>
                  </a:lnTo>
                  <a:lnTo>
                    <a:pt x="160292" y="33105"/>
                  </a:lnTo>
                  <a:lnTo>
                    <a:pt x="202848" y="15120"/>
                  </a:lnTo>
                  <a:lnTo>
                    <a:pt x="248485" y="3881"/>
                  </a:lnTo>
                  <a:lnTo>
                    <a:pt x="296594" y="0"/>
                  </a:lnTo>
                  <a:lnTo>
                    <a:pt x="344703" y="3881"/>
                  </a:lnTo>
                  <a:lnTo>
                    <a:pt x="390340" y="15120"/>
                  </a:lnTo>
                  <a:lnTo>
                    <a:pt x="432896" y="33105"/>
                  </a:lnTo>
                  <a:lnTo>
                    <a:pt x="471759" y="57225"/>
                  </a:lnTo>
                  <a:lnTo>
                    <a:pt x="506318" y="86871"/>
                  </a:lnTo>
                  <a:lnTo>
                    <a:pt x="535963" y="121430"/>
                  </a:lnTo>
                  <a:lnTo>
                    <a:pt x="560083" y="160292"/>
                  </a:lnTo>
                  <a:lnTo>
                    <a:pt x="578068" y="202848"/>
                  </a:lnTo>
                  <a:lnTo>
                    <a:pt x="589307" y="248485"/>
                  </a:lnTo>
                  <a:lnTo>
                    <a:pt x="593189" y="296594"/>
                  </a:lnTo>
                  <a:lnTo>
                    <a:pt x="589307" y="344703"/>
                  </a:lnTo>
                  <a:lnTo>
                    <a:pt x="578068" y="390340"/>
                  </a:lnTo>
                  <a:lnTo>
                    <a:pt x="560083" y="432896"/>
                  </a:lnTo>
                  <a:lnTo>
                    <a:pt x="535963" y="471759"/>
                  </a:lnTo>
                  <a:lnTo>
                    <a:pt x="506318" y="506318"/>
                  </a:lnTo>
                  <a:lnTo>
                    <a:pt x="471759" y="535963"/>
                  </a:lnTo>
                  <a:lnTo>
                    <a:pt x="432896" y="560083"/>
                  </a:lnTo>
                  <a:lnTo>
                    <a:pt x="390340" y="578068"/>
                  </a:lnTo>
                  <a:lnTo>
                    <a:pt x="344703" y="589307"/>
                  </a:lnTo>
                  <a:lnTo>
                    <a:pt x="296594" y="593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665327" y="2841898"/>
              <a:ext cx="379164" cy="25101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576705" y="3223676"/>
              <a:ext cx="415030" cy="12954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049173" y="3223676"/>
              <a:ext cx="93688" cy="12954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3163424" y="3225799"/>
              <a:ext cx="80010" cy="125730"/>
            </a:xfrm>
            <a:custGeom>
              <a:avLst/>
              <a:gdLst/>
              <a:ahLst/>
              <a:cxnLst/>
              <a:rect l="l" t="t" r="r" b="b"/>
              <a:pathLst>
                <a:path w="80009" h="125729">
                  <a:moveTo>
                    <a:pt x="79629" y="109220"/>
                  </a:moveTo>
                  <a:lnTo>
                    <a:pt x="19088" y="109220"/>
                  </a:lnTo>
                  <a:lnTo>
                    <a:pt x="19088" y="71120"/>
                  </a:lnTo>
                  <a:lnTo>
                    <a:pt x="74841" y="71120"/>
                  </a:lnTo>
                  <a:lnTo>
                    <a:pt x="74841" y="54610"/>
                  </a:lnTo>
                  <a:lnTo>
                    <a:pt x="19088" y="54610"/>
                  </a:lnTo>
                  <a:lnTo>
                    <a:pt x="19088" y="16510"/>
                  </a:lnTo>
                  <a:lnTo>
                    <a:pt x="78955" y="16510"/>
                  </a:lnTo>
                  <a:lnTo>
                    <a:pt x="78955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54610"/>
                  </a:lnTo>
                  <a:lnTo>
                    <a:pt x="0" y="71120"/>
                  </a:lnTo>
                  <a:lnTo>
                    <a:pt x="0" y="109220"/>
                  </a:lnTo>
                  <a:lnTo>
                    <a:pt x="0" y="125730"/>
                  </a:lnTo>
                  <a:lnTo>
                    <a:pt x="79629" y="125730"/>
                  </a:lnTo>
                  <a:lnTo>
                    <a:pt x="79629" y="10922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265590" y="3225395"/>
              <a:ext cx="127763" cy="12573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418893" y="3223676"/>
              <a:ext cx="302678" cy="12954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3740905" y="3225799"/>
              <a:ext cx="80010" cy="125730"/>
            </a:xfrm>
            <a:custGeom>
              <a:avLst/>
              <a:gdLst/>
              <a:ahLst/>
              <a:cxnLst/>
              <a:rect l="l" t="t" r="r" b="b"/>
              <a:pathLst>
                <a:path w="80009" h="125729">
                  <a:moveTo>
                    <a:pt x="79629" y="109220"/>
                  </a:moveTo>
                  <a:lnTo>
                    <a:pt x="19100" y="109220"/>
                  </a:lnTo>
                  <a:lnTo>
                    <a:pt x="19100" y="71120"/>
                  </a:lnTo>
                  <a:lnTo>
                    <a:pt x="74841" y="71120"/>
                  </a:lnTo>
                  <a:lnTo>
                    <a:pt x="74841" y="54610"/>
                  </a:lnTo>
                  <a:lnTo>
                    <a:pt x="19100" y="54610"/>
                  </a:lnTo>
                  <a:lnTo>
                    <a:pt x="19100" y="16510"/>
                  </a:lnTo>
                  <a:lnTo>
                    <a:pt x="78955" y="16510"/>
                  </a:lnTo>
                  <a:lnTo>
                    <a:pt x="78955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54610"/>
                  </a:lnTo>
                  <a:lnTo>
                    <a:pt x="0" y="71120"/>
                  </a:lnTo>
                  <a:lnTo>
                    <a:pt x="0" y="109220"/>
                  </a:lnTo>
                  <a:lnTo>
                    <a:pt x="0" y="125730"/>
                  </a:lnTo>
                  <a:lnTo>
                    <a:pt x="79629" y="125730"/>
                  </a:lnTo>
                  <a:lnTo>
                    <a:pt x="79629" y="10922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843072" y="3225395"/>
              <a:ext cx="93259" cy="12573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990511" y="3223676"/>
              <a:ext cx="93688" cy="12954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104766" y="3225395"/>
              <a:ext cx="100012" cy="1278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230320" y="3225395"/>
              <a:ext cx="127763" cy="12573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383622" y="3225395"/>
              <a:ext cx="482381" cy="12573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2568072" y="4283709"/>
              <a:ext cx="1917064" cy="329565"/>
            </a:xfrm>
            <a:custGeom>
              <a:avLst/>
              <a:gdLst/>
              <a:ahLst/>
              <a:cxnLst/>
              <a:rect l="l" t="t" r="r" b="b"/>
              <a:pathLst>
                <a:path w="1917065" h="329564">
                  <a:moveTo>
                    <a:pt x="172339" y="140766"/>
                  </a:moveTo>
                  <a:lnTo>
                    <a:pt x="165785" y="92646"/>
                  </a:lnTo>
                  <a:lnTo>
                    <a:pt x="152666" y="65938"/>
                  </a:lnTo>
                  <a:lnTo>
                    <a:pt x="147802" y="56045"/>
                  </a:lnTo>
                  <a:lnTo>
                    <a:pt x="128079" y="39179"/>
                  </a:lnTo>
                  <a:lnTo>
                    <a:pt x="128079" y="140766"/>
                  </a:lnTo>
                  <a:lnTo>
                    <a:pt x="125056" y="173113"/>
                  </a:lnTo>
                  <a:lnTo>
                    <a:pt x="116547" y="196672"/>
                  </a:lnTo>
                  <a:lnTo>
                    <a:pt x="103365" y="211074"/>
                  </a:lnTo>
                  <a:lnTo>
                    <a:pt x="86360" y="215963"/>
                  </a:lnTo>
                  <a:lnTo>
                    <a:pt x="69049" y="211074"/>
                  </a:lnTo>
                  <a:lnTo>
                    <a:pt x="55702" y="196672"/>
                  </a:lnTo>
                  <a:lnTo>
                    <a:pt x="47167" y="173113"/>
                  </a:lnTo>
                  <a:lnTo>
                    <a:pt x="44259" y="140766"/>
                  </a:lnTo>
                  <a:lnTo>
                    <a:pt x="47167" y="108686"/>
                  </a:lnTo>
                  <a:lnTo>
                    <a:pt x="55702" y="85229"/>
                  </a:lnTo>
                  <a:lnTo>
                    <a:pt x="69049" y="70840"/>
                  </a:lnTo>
                  <a:lnTo>
                    <a:pt x="86360" y="65938"/>
                  </a:lnTo>
                  <a:lnTo>
                    <a:pt x="103365" y="70840"/>
                  </a:lnTo>
                  <a:lnTo>
                    <a:pt x="116547" y="85229"/>
                  </a:lnTo>
                  <a:lnTo>
                    <a:pt x="125056" y="108686"/>
                  </a:lnTo>
                  <a:lnTo>
                    <a:pt x="128079" y="140766"/>
                  </a:lnTo>
                  <a:lnTo>
                    <a:pt x="128079" y="39179"/>
                  </a:lnTo>
                  <a:lnTo>
                    <a:pt x="120586" y="32766"/>
                  </a:lnTo>
                  <a:lnTo>
                    <a:pt x="86360" y="24599"/>
                  </a:lnTo>
                  <a:lnTo>
                    <a:pt x="51765" y="32766"/>
                  </a:lnTo>
                  <a:lnTo>
                    <a:pt x="24396" y="56045"/>
                  </a:lnTo>
                  <a:lnTo>
                    <a:pt x="6413" y="92646"/>
                  </a:lnTo>
                  <a:lnTo>
                    <a:pt x="0" y="140766"/>
                  </a:lnTo>
                  <a:lnTo>
                    <a:pt x="6413" y="189268"/>
                  </a:lnTo>
                  <a:lnTo>
                    <a:pt x="24396" y="226009"/>
                  </a:lnTo>
                  <a:lnTo>
                    <a:pt x="51765" y="249301"/>
                  </a:lnTo>
                  <a:lnTo>
                    <a:pt x="86360" y="257429"/>
                  </a:lnTo>
                  <a:lnTo>
                    <a:pt x="120586" y="249301"/>
                  </a:lnTo>
                  <a:lnTo>
                    <a:pt x="147802" y="226009"/>
                  </a:lnTo>
                  <a:lnTo>
                    <a:pt x="152717" y="215963"/>
                  </a:lnTo>
                  <a:lnTo>
                    <a:pt x="165785" y="189268"/>
                  </a:lnTo>
                  <a:lnTo>
                    <a:pt x="172339" y="140766"/>
                  </a:lnTo>
                  <a:close/>
                </a:path>
                <a:path w="1917065" h="329564">
                  <a:moveTo>
                    <a:pt x="263652" y="1524"/>
                  </a:moveTo>
                  <a:lnTo>
                    <a:pt x="217360" y="1524"/>
                  </a:lnTo>
                  <a:lnTo>
                    <a:pt x="217360" y="328955"/>
                  </a:lnTo>
                  <a:lnTo>
                    <a:pt x="263652" y="328955"/>
                  </a:lnTo>
                  <a:lnTo>
                    <a:pt x="263652" y="1524"/>
                  </a:lnTo>
                  <a:close/>
                </a:path>
                <a:path w="1917065" h="329564">
                  <a:moveTo>
                    <a:pt x="469988" y="23329"/>
                  </a:moveTo>
                  <a:lnTo>
                    <a:pt x="424713" y="23329"/>
                  </a:lnTo>
                  <a:lnTo>
                    <a:pt x="424713" y="73418"/>
                  </a:lnTo>
                  <a:lnTo>
                    <a:pt x="469988" y="73418"/>
                  </a:lnTo>
                  <a:lnTo>
                    <a:pt x="469988" y="23329"/>
                  </a:lnTo>
                  <a:close/>
                </a:path>
                <a:path w="1917065" h="329564">
                  <a:moveTo>
                    <a:pt x="575741" y="88912"/>
                  </a:moveTo>
                  <a:lnTo>
                    <a:pt x="469988" y="88912"/>
                  </a:lnTo>
                  <a:lnTo>
                    <a:pt x="469988" y="73660"/>
                  </a:lnTo>
                  <a:lnTo>
                    <a:pt x="424713" y="73660"/>
                  </a:lnTo>
                  <a:lnTo>
                    <a:pt x="424713" y="107962"/>
                  </a:lnTo>
                  <a:lnTo>
                    <a:pt x="424713" y="125742"/>
                  </a:lnTo>
                  <a:lnTo>
                    <a:pt x="424713" y="154940"/>
                  </a:lnTo>
                  <a:lnTo>
                    <a:pt x="360413" y="154940"/>
                  </a:lnTo>
                  <a:lnTo>
                    <a:pt x="360413" y="107962"/>
                  </a:lnTo>
                  <a:lnTo>
                    <a:pt x="424713" y="107962"/>
                  </a:lnTo>
                  <a:lnTo>
                    <a:pt x="424713" y="73660"/>
                  </a:lnTo>
                  <a:lnTo>
                    <a:pt x="360413" y="73660"/>
                  </a:lnTo>
                  <a:lnTo>
                    <a:pt x="360413" y="22860"/>
                  </a:lnTo>
                  <a:lnTo>
                    <a:pt x="314515" y="22860"/>
                  </a:lnTo>
                  <a:lnTo>
                    <a:pt x="314515" y="191770"/>
                  </a:lnTo>
                  <a:lnTo>
                    <a:pt x="469988" y="191770"/>
                  </a:lnTo>
                  <a:lnTo>
                    <a:pt x="469988" y="154940"/>
                  </a:lnTo>
                  <a:lnTo>
                    <a:pt x="469988" y="125742"/>
                  </a:lnTo>
                  <a:lnTo>
                    <a:pt x="530098" y="125742"/>
                  </a:lnTo>
                  <a:lnTo>
                    <a:pt x="530098" y="242722"/>
                  </a:lnTo>
                  <a:lnTo>
                    <a:pt x="575741" y="242722"/>
                  </a:lnTo>
                  <a:lnTo>
                    <a:pt x="575741" y="125742"/>
                  </a:lnTo>
                  <a:lnTo>
                    <a:pt x="575741" y="125158"/>
                  </a:lnTo>
                  <a:lnTo>
                    <a:pt x="575741" y="107962"/>
                  </a:lnTo>
                  <a:lnTo>
                    <a:pt x="575741" y="88912"/>
                  </a:lnTo>
                  <a:close/>
                </a:path>
                <a:path w="1917065" h="329564">
                  <a:moveTo>
                    <a:pt x="575741" y="2032"/>
                  </a:moveTo>
                  <a:lnTo>
                    <a:pt x="530098" y="2032"/>
                  </a:lnTo>
                  <a:lnTo>
                    <a:pt x="530098" y="88519"/>
                  </a:lnTo>
                  <a:lnTo>
                    <a:pt x="575741" y="88519"/>
                  </a:lnTo>
                  <a:lnTo>
                    <a:pt x="575741" y="2032"/>
                  </a:lnTo>
                  <a:close/>
                </a:path>
                <a:path w="1917065" h="329564">
                  <a:moveTo>
                    <a:pt x="582726" y="285750"/>
                  </a:moveTo>
                  <a:lnTo>
                    <a:pt x="404672" y="285750"/>
                  </a:lnTo>
                  <a:lnTo>
                    <a:pt x="404672" y="218440"/>
                  </a:lnTo>
                  <a:lnTo>
                    <a:pt x="358394" y="218440"/>
                  </a:lnTo>
                  <a:lnTo>
                    <a:pt x="358394" y="285750"/>
                  </a:lnTo>
                  <a:lnTo>
                    <a:pt x="358394" y="322580"/>
                  </a:lnTo>
                  <a:lnTo>
                    <a:pt x="582726" y="322580"/>
                  </a:lnTo>
                  <a:lnTo>
                    <a:pt x="582726" y="285750"/>
                  </a:lnTo>
                  <a:close/>
                </a:path>
                <a:path w="1917065" h="329564">
                  <a:moveTo>
                    <a:pt x="788047" y="137591"/>
                  </a:moveTo>
                  <a:lnTo>
                    <a:pt x="782154" y="113055"/>
                  </a:lnTo>
                  <a:lnTo>
                    <a:pt x="780999" y="111721"/>
                  </a:lnTo>
                  <a:lnTo>
                    <a:pt x="765644" y="94068"/>
                  </a:lnTo>
                  <a:lnTo>
                    <a:pt x="744677" y="83921"/>
                  </a:lnTo>
                  <a:lnTo>
                    <a:pt x="744677" y="137591"/>
                  </a:lnTo>
                  <a:lnTo>
                    <a:pt x="741921" y="148539"/>
                  </a:lnTo>
                  <a:lnTo>
                    <a:pt x="734352" y="156438"/>
                  </a:lnTo>
                  <a:lnTo>
                    <a:pt x="722718" y="161226"/>
                  </a:lnTo>
                  <a:lnTo>
                    <a:pt x="707771" y="162826"/>
                  </a:lnTo>
                  <a:lnTo>
                    <a:pt x="692810" y="161226"/>
                  </a:lnTo>
                  <a:lnTo>
                    <a:pt x="681278" y="156438"/>
                  </a:lnTo>
                  <a:lnTo>
                    <a:pt x="673874" y="148539"/>
                  </a:lnTo>
                  <a:lnTo>
                    <a:pt x="671245" y="137591"/>
                  </a:lnTo>
                  <a:lnTo>
                    <a:pt x="673874" y="126504"/>
                  </a:lnTo>
                  <a:lnTo>
                    <a:pt x="681278" y="118427"/>
                  </a:lnTo>
                  <a:lnTo>
                    <a:pt x="692810" y="113461"/>
                  </a:lnTo>
                  <a:lnTo>
                    <a:pt x="707771" y="111721"/>
                  </a:lnTo>
                  <a:lnTo>
                    <a:pt x="722718" y="113461"/>
                  </a:lnTo>
                  <a:lnTo>
                    <a:pt x="734352" y="118427"/>
                  </a:lnTo>
                  <a:lnTo>
                    <a:pt x="741921" y="126504"/>
                  </a:lnTo>
                  <a:lnTo>
                    <a:pt x="744677" y="137591"/>
                  </a:lnTo>
                  <a:lnTo>
                    <a:pt x="744677" y="83921"/>
                  </a:lnTo>
                  <a:lnTo>
                    <a:pt x="740270" y="81775"/>
                  </a:lnTo>
                  <a:lnTo>
                    <a:pt x="707771" y="77355"/>
                  </a:lnTo>
                  <a:lnTo>
                    <a:pt x="675081" y="81775"/>
                  </a:lnTo>
                  <a:lnTo>
                    <a:pt x="649427" y="94068"/>
                  </a:lnTo>
                  <a:lnTo>
                    <a:pt x="632675" y="113055"/>
                  </a:lnTo>
                  <a:lnTo>
                    <a:pt x="626732" y="137591"/>
                  </a:lnTo>
                  <a:lnTo>
                    <a:pt x="632675" y="162128"/>
                  </a:lnTo>
                  <a:lnTo>
                    <a:pt x="649427" y="181102"/>
                  </a:lnTo>
                  <a:lnTo>
                    <a:pt x="675081" y="193357"/>
                  </a:lnTo>
                  <a:lnTo>
                    <a:pt x="707771" y="197700"/>
                  </a:lnTo>
                  <a:lnTo>
                    <a:pt x="740270" y="193357"/>
                  </a:lnTo>
                  <a:lnTo>
                    <a:pt x="765644" y="181102"/>
                  </a:lnTo>
                  <a:lnTo>
                    <a:pt x="781545" y="162826"/>
                  </a:lnTo>
                  <a:lnTo>
                    <a:pt x="782154" y="162128"/>
                  </a:lnTo>
                  <a:lnTo>
                    <a:pt x="788047" y="137591"/>
                  </a:lnTo>
                  <a:close/>
                </a:path>
                <a:path w="1917065" h="329564">
                  <a:moveTo>
                    <a:pt x="804532" y="30937"/>
                  </a:moveTo>
                  <a:lnTo>
                    <a:pt x="730592" y="30937"/>
                  </a:lnTo>
                  <a:lnTo>
                    <a:pt x="730592" y="0"/>
                  </a:lnTo>
                  <a:lnTo>
                    <a:pt x="684949" y="0"/>
                  </a:lnTo>
                  <a:lnTo>
                    <a:pt x="684949" y="30937"/>
                  </a:lnTo>
                  <a:lnTo>
                    <a:pt x="610755" y="30937"/>
                  </a:lnTo>
                  <a:lnTo>
                    <a:pt x="610755" y="66827"/>
                  </a:lnTo>
                  <a:lnTo>
                    <a:pt x="804532" y="66827"/>
                  </a:lnTo>
                  <a:lnTo>
                    <a:pt x="804532" y="30937"/>
                  </a:lnTo>
                  <a:close/>
                </a:path>
                <a:path w="1917065" h="329564">
                  <a:moveTo>
                    <a:pt x="869835" y="220154"/>
                  </a:moveTo>
                  <a:lnTo>
                    <a:pt x="650074" y="220154"/>
                  </a:lnTo>
                  <a:lnTo>
                    <a:pt x="650074" y="256667"/>
                  </a:lnTo>
                  <a:lnTo>
                    <a:pt x="823937" y="256667"/>
                  </a:lnTo>
                  <a:lnTo>
                    <a:pt x="823937" y="328193"/>
                  </a:lnTo>
                  <a:lnTo>
                    <a:pt x="869835" y="328193"/>
                  </a:lnTo>
                  <a:lnTo>
                    <a:pt x="869835" y="220154"/>
                  </a:lnTo>
                  <a:close/>
                </a:path>
                <a:path w="1917065" h="329564">
                  <a:moveTo>
                    <a:pt x="913714" y="86487"/>
                  </a:moveTo>
                  <a:lnTo>
                    <a:pt x="869835" y="86487"/>
                  </a:lnTo>
                  <a:lnTo>
                    <a:pt x="869835" y="1524"/>
                  </a:lnTo>
                  <a:lnTo>
                    <a:pt x="823937" y="1524"/>
                  </a:lnTo>
                  <a:lnTo>
                    <a:pt x="823937" y="206451"/>
                  </a:lnTo>
                  <a:lnTo>
                    <a:pt x="869835" y="206451"/>
                  </a:lnTo>
                  <a:lnTo>
                    <a:pt x="869835" y="123774"/>
                  </a:lnTo>
                  <a:lnTo>
                    <a:pt x="913714" y="123774"/>
                  </a:lnTo>
                  <a:lnTo>
                    <a:pt x="913714" y="86487"/>
                  </a:lnTo>
                  <a:close/>
                </a:path>
                <a:path w="1917065" h="329564">
                  <a:moveTo>
                    <a:pt x="1097483" y="35890"/>
                  </a:moveTo>
                  <a:lnTo>
                    <a:pt x="939596" y="35890"/>
                  </a:lnTo>
                  <a:lnTo>
                    <a:pt x="939596" y="71780"/>
                  </a:lnTo>
                  <a:lnTo>
                    <a:pt x="1050810" y="71780"/>
                  </a:lnTo>
                  <a:lnTo>
                    <a:pt x="1042682" y="112852"/>
                  </a:lnTo>
                  <a:lnTo>
                    <a:pt x="1026579" y="149326"/>
                  </a:lnTo>
                  <a:lnTo>
                    <a:pt x="1001661" y="181660"/>
                  </a:lnTo>
                  <a:lnTo>
                    <a:pt x="967117" y="210312"/>
                  </a:lnTo>
                  <a:lnTo>
                    <a:pt x="922096" y="235750"/>
                  </a:lnTo>
                  <a:lnTo>
                    <a:pt x="945934" y="272148"/>
                  </a:lnTo>
                  <a:lnTo>
                    <a:pt x="997661" y="242404"/>
                  </a:lnTo>
                  <a:lnTo>
                    <a:pt x="1037056" y="208407"/>
                  </a:lnTo>
                  <a:lnTo>
                    <a:pt x="1065415" y="170472"/>
                  </a:lnTo>
                  <a:lnTo>
                    <a:pt x="1084059" y="128866"/>
                  </a:lnTo>
                  <a:lnTo>
                    <a:pt x="1094308" y="83908"/>
                  </a:lnTo>
                  <a:lnTo>
                    <a:pt x="1097483" y="35890"/>
                  </a:lnTo>
                  <a:close/>
                </a:path>
                <a:path w="1917065" h="329564">
                  <a:moveTo>
                    <a:pt x="1195260" y="1524"/>
                  </a:moveTo>
                  <a:lnTo>
                    <a:pt x="1148969" y="1524"/>
                  </a:lnTo>
                  <a:lnTo>
                    <a:pt x="1148969" y="328193"/>
                  </a:lnTo>
                  <a:lnTo>
                    <a:pt x="1195260" y="328193"/>
                  </a:lnTo>
                  <a:lnTo>
                    <a:pt x="1195260" y="1524"/>
                  </a:lnTo>
                  <a:close/>
                </a:path>
                <a:path w="1917065" h="329564">
                  <a:moveTo>
                    <a:pt x="1568183" y="13982"/>
                  </a:moveTo>
                  <a:lnTo>
                    <a:pt x="1344993" y="13982"/>
                  </a:lnTo>
                  <a:lnTo>
                    <a:pt x="1344993" y="50812"/>
                  </a:lnTo>
                  <a:lnTo>
                    <a:pt x="1344993" y="93980"/>
                  </a:lnTo>
                  <a:lnTo>
                    <a:pt x="1344993" y="129540"/>
                  </a:lnTo>
                  <a:lnTo>
                    <a:pt x="1568183" y="129540"/>
                  </a:lnTo>
                  <a:lnTo>
                    <a:pt x="1568183" y="93980"/>
                  </a:lnTo>
                  <a:lnTo>
                    <a:pt x="1389761" y="93980"/>
                  </a:lnTo>
                  <a:lnTo>
                    <a:pt x="1389761" y="50812"/>
                  </a:lnTo>
                  <a:lnTo>
                    <a:pt x="1523161" y="50812"/>
                  </a:lnTo>
                  <a:lnTo>
                    <a:pt x="1523161" y="93713"/>
                  </a:lnTo>
                  <a:lnTo>
                    <a:pt x="1568183" y="93713"/>
                  </a:lnTo>
                  <a:lnTo>
                    <a:pt x="1568183" y="50812"/>
                  </a:lnTo>
                  <a:lnTo>
                    <a:pt x="1568183" y="50215"/>
                  </a:lnTo>
                  <a:lnTo>
                    <a:pt x="1568183" y="13982"/>
                  </a:lnTo>
                  <a:close/>
                </a:path>
                <a:path w="1917065" h="329564">
                  <a:moveTo>
                    <a:pt x="1569707" y="220992"/>
                  </a:moveTo>
                  <a:lnTo>
                    <a:pt x="1341183" y="220992"/>
                  </a:lnTo>
                  <a:lnTo>
                    <a:pt x="1341183" y="257810"/>
                  </a:lnTo>
                  <a:lnTo>
                    <a:pt x="1523923" y="257810"/>
                  </a:lnTo>
                  <a:lnTo>
                    <a:pt x="1523923" y="327660"/>
                  </a:lnTo>
                  <a:lnTo>
                    <a:pt x="1569707" y="327660"/>
                  </a:lnTo>
                  <a:lnTo>
                    <a:pt x="1569707" y="257810"/>
                  </a:lnTo>
                  <a:lnTo>
                    <a:pt x="1569707" y="220992"/>
                  </a:lnTo>
                  <a:close/>
                </a:path>
                <a:path w="1917065" h="329564">
                  <a:moveTo>
                    <a:pt x="1605978" y="160667"/>
                  </a:moveTo>
                  <a:lnTo>
                    <a:pt x="1479537" y="160667"/>
                  </a:lnTo>
                  <a:lnTo>
                    <a:pt x="1479537" y="129603"/>
                  </a:lnTo>
                  <a:lnTo>
                    <a:pt x="1433639" y="129603"/>
                  </a:lnTo>
                  <a:lnTo>
                    <a:pt x="1433639" y="160667"/>
                  </a:lnTo>
                  <a:lnTo>
                    <a:pt x="1308214" y="160667"/>
                  </a:lnTo>
                  <a:lnTo>
                    <a:pt x="1308214" y="197319"/>
                  </a:lnTo>
                  <a:lnTo>
                    <a:pt x="1605978" y="197319"/>
                  </a:lnTo>
                  <a:lnTo>
                    <a:pt x="1605978" y="160667"/>
                  </a:lnTo>
                  <a:close/>
                </a:path>
                <a:path w="1917065" h="329564">
                  <a:moveTo>
                    <a:pt x="1916938" y="255270"/>
                  </a:moveTo>
                  <a:lnTo>
                    <a:pt x="1841347" y="255270"/>
                  </a:lnTo>
                  <a:lnTo>
                    <a:pt x="1841347" y="193268"/>
                  </a:lnTo>
                  <a:lnTo>
                    <a:pt x="1890560" y="193268"/>
                  </a:lnTo>
                  <a:lnTo>
                    <a:pt x="1890560" y="156362"/>
                  </a:lnTo>
                  <a:lnTo>
                    <a:pt x="1846046" y="156362"/>
                  </a:lnTo>
                  <a:lnTo>
                    <a:pt x="1846046" y="64541"/>
                  </a:lnTo>
                  <a:lnTo>
                    <a:pt x="1892071" y="64541"/>
                  </a:lnTo>
                  <a:lnTo>
                    <a:pt x="1892071" y="27774"/>
                  </a:lnTo>
                  <a:lnTo>
                    <a:pt x="1800898" y="27774"/>
                  </a:lnTo>
                  <a:lnTo>
                    <a:pt x="1800898" y="64541"/>
                  </a:lnTo>
                  <a:lnTo>
                    <a:pt x="1800898" y="156362"/>
                  </a:lnTo>
                  <a:lnTo>
                    <a:pt x="1795449" y="156362"/>
                  </a:lnTo>
                  <a:lnTo>
                    <a:pt x="1795449" y="193268"/>
                  </a:lnTo>
                  <a:lnTo>
                    <a:pt x="1795449" y="255270"/>
                  </a:lnTo>
                  <a:lnTo>
                    <a:pt x="1738376" y="255270"/>
                  </a:lnTo>
                  <a:lnTo>
                    <a:pt x="1738376" y="193268"/>
                  </a:lnTo>
                  <a:lnTo>
                    <a:pt x="1795449" y="193268"/>
                  </a:lnTo>
                  <a:lnTo>
                    <a:pt x="1795449" y="156362"/>
                  </a:lnTo>
                  <a:lnTo>
                    <a:pt x="1732546" y="156362"/>
                  </a:lnTo>
                  <a:lnTo>
                    <a:pt x="1732546" y="64541"/>
                  </a:lnTo>
                  <a:lnTo>
                    <a:pt x="1800898" y="64541"/>
                  </a:lnTo>
                  <a:lnTo>
                    <a:pt x="1800898" y="27774"/>
                  </a:lnTo>
                  <a:lnTo>
                    <a:pt x="1641741" y="27774"/>
                  </a:lnTo>
                  <a:lnTo>
                    <a:pt x="1641741" y="64541"/>
                  </a:lnTo>
                  <a:lnTo>
                    <a:pt x="1686890" y="64541"/>
                  </a:lnTo>
                  <a:lnTo>
                    <a:pt x="1686890" y="156362"/>
                  </a:lnTo>
                  <a:lnTo>
                    <a:pt x="1643138" y="156362"/>
                  </a:lnTo>
                  <a:lnTo>
                    <a:pt x="1643138" y="193268"/>
                  </a:lnTo>
                  <a:lnTo>
                    <a:pt x="1692465" y="193268"/>
                  </a:lnTo>
                  <a:lnTo>
                    <a:pt x="1692465" y="255270"/>
                  </a:lnTo>
                  <a:lnTo>
                    <a:pt x="1618411" y="255270"/>
                  </a:lnTo>
                  <a:lnTo>
                    <a:pt x="1618411" y="291922"/>
                  </a:lnTo>
                  <a:lnTo>
                    <a:pt x="1916938" y="291922"/>
                  </a:lnTo>
                  <a:lnTo>
                    <a:pt x="1916938" y="25527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396815" y="3979973"/>
              <a:ext cx="5310505" cy="0"/>
            </a:xfrm>
            <a:custGeom>
              <a:avLst/>
              <a:gdLst/>
              <a:ahLst/>
              <a:cxnLst/>
              <a:rect l="l" t="t" r="r" b="b"/>
              <a:pathLst>
                <a:path w="5310505">
                  <a:moveTo>
                    <a:pt x="0" y="0"/>
                  </a:moveTo>
                  <a:lnTo>
                    <a:pt x="5309900" y="0"/>
                  </a:lnTo>
                </a:path>
              </a:pathLst>
            </a:custGeom>
            <a:ln w="29628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544929" y="4213310"/>
              <a:ext cx="593725" cy="593725"/>
            </a:xfrm>
            <a:custGeom>
              <a:avLst/>
              <a:gdLst/>
              <a:ahLst/>
              <a:cxnLst/>
              <a:rect l="l" t="t" r="r" b="b"/>
              <a:pathLst>
                <a:path w="593725" h="593725">
                  <a:moveTo>
                    <a:pt x="296594" y="593189"/>
                  </a:moveTo>
                  <a:lnTo>
                    <a:pt x="248485" y="589307"/>
                  </a:lnTo>
                  <a:lnTo>
                    <a:pt x="202848" y="578068"/>
                  </a:lnTo>
                  <a:lnTo>
                    <a:pt x="160292" y="560083"/>
                  </a:lnTo>
                  <a:lnTo>
                    <a:pt x="121430" y="535963"/>
                  </a:lnTo>
                  <a:lnTo>
                    <a:pt x="86871" y="506318"/>
                  </a:lnTo>
                  <a:lnTo>
                    <a:pt x="57225" y="471759"/>
                  </a:lnTo>
                  <a:lnTo>
                    <a:pt x="33105" y="432896"/>
                  </a:lnTo>
                  <a:lnTo>
                    <a:pt x="15120" y="390340"/>
                  </a:lnTo>
                  <a:lnTo>
                    <a:pt x="3881" y="344703"/>
                  </a:lnTo>
                  <a:lnTo>
                    <a:pt x="0" y="296594"/>
                  </a:lnTo>
                  <a:lnTo>
                    <a:pt x="3881" y="248485"/>
                  </a:lnTo>
                  <a:lnTo>
                    <a:pt x="15120" y="202848"/>
                  </a:lnTo>
                  <a:lnTo>
                    <a:pt x="33105" y="160292"/>
                  </a:lnTo>
                  <a:lnTo>
                    <a:pt x="57225" y="121430"/>
                  </a:lnTo>
                  <a:lnTo>
                    <a:pt x="86871" y="86871"/>
                  </a:lnTo>
                  <a:lnTo>
                    <a:pt x="121430" y="57225"/>
                  </a:lnTo>
                  <a:lnTo>
                    <a:pt x="160292" y="33105"/>
                  </a:lnTo>
                  <a:lnTo>
                    <a:pt x="202848" y="15120"/>
                  </a:lnTo>
                  <a:lnTo>
                    <a:pt x="248485" y="3881"/>
                  </a:lnTo>
                  <a:lnTo>
                    <a:pt x="296594" y="0"/>
                  </a:lnTo>
                  <a:lnTo>
                    <a:pt x="344703" y="3881"/>
                  </a:lnTo>
                  <a:lnTo>
                    <a:pt x="390340" y="15120"/>
                  </a:lnTo>
                  <a:lnTo>
                    <a:pt x="432896" y="33105"/>
                  </a:lnTo>
                  <a:lnTo>
                    <a:pt x="471759" y="57225"/>
                  </a:lnTo>
                  <a:lnTo>
                    <a:pt x="506318" y="86871"/>
                  </a:lnTo>
                  <a:lnTo>
                    <a:pt x="535963" y="121430"/>
                  </a:lnTo>
                  <a:lnTo>
                    <a:pt x="560083" y="160292"/>
                  </a:lnTo>
                  <a:lnTo>
                    <a:pt x="578068" y="202848"/>
                  </a:lnTo>
                  <a:lnTo>
                    <a:pt x="589307" y="248485"/>
                  </a:lnTo>
                  <a:lnTo>
                    <a:pt x="593189" y="296594"/>
                  </a:lnTo>
                  <a:lnTo>
                    <a:pt x="589307" y="344703"/>
                  </a:lnTo>
                  <a:lnTo>
                    <a:pt x="578068" y="390340"/>
                  </a:lnTo>
                  <a:lnTo>
                    <a:pt x="560083" y="432896"/>
                  </a:lnTo>
                  <a:lnTo>
                    <a:pt x="535963" y="471759"/>
                  </a:lnTo>
                  <a:lnTo>
                    <a:pt x="506318" y="506318"/>
                  </a:lnTo>
                  <a:lnTo>
                    <a:pt x="471759" y="535963"/>
                  </a:lnTo>
                  <a:lnTo>
                    <a:pt x="432896" y="560083"/>
                  </a:lnTo>
                  <a:lnTo>
                    <a:pt x="390340" y="578068"/>
                  </a:lnTo>
                  <a:lnTo>
                    <a:pt x="344703" y="589307"/>
                  </a:lnTo>
                  <a:lnTo>
                    <a:pt x="296594" y="593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660416" y="4391146"/>
              <a:ext cx="389229" cy="25101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2570498" y="4774653"/>
              <a:ext cx="262255" cy="126364"/>
            </a:xfrm>
            <a:custGeom>
              <a:avLst/>
              <a:gdLst/>
              <a:ahLst/>
              <a:cxnLst/>
              <a:rect l="l" t="t" r="r" b="b"/>
              <a:pathLst>
                <a:path w="262254" h="126364">
                  <a:moveTo>
                    <a:pt x="97434" y="546"/>
                  </a:moveTo>
                  <a:lnTo>
                    <a:pt x="0" y="546"/>
                  </a:lnTo>
                  <a:lnTo>
                    <a:pt x="0" y="17068"/>
                  </a:lnTo>
                  <a:lnTo>
                    <a:pt x="39230" y="17068"/>
                  </a:lnTo>
                  <a:lnTo>
                    <a:pt x="39230" y="126276"/>
                  </a:lnTo>
                  <a:lnTo>
                    <a:pt x="58331" y="126276"/>
                  </a:lnTo>
                  <a:lnTo>
                    <a:pt x="58331" y="17068"/>
                  </a:lnTo>
                  <a:lnTo>
                    <a:pt x="97434" y="17068"/>
                  </a:lnTo>
                  <a:lnTo>
                    <a:pt x="97434" y="546"/>
                  </a:lnTo>
                  <a:close/>
                </a:path>
                <a:path w="262254" h="126364">
                  <a:moveTo>
                    <a:pt x="217589" y="546"/>
                  </a:moveTo>
                  <a:lnTo>
                    <a:pt x="198424" y="546"/>
                  </a:lnTo>
                  <a:lnTo>
                    <a:pt x="198424" y="55168"/>
                  </a:lnTo>
                  <a:lnTo>
                    <a:pt x="135864" y="55168"/>
                  </a:lnTo>
                  <a:lnTo>
                    <a:pt x="135864" y="546"/>
                  </a:lnTo>
                  <a:lnTo>
                    <a:pt x="116776" y="546"/>
                  </a:lnTo>
                  <a:lnTo>
                    <a:pt x="116776" y="55168"/>
                  </a:lnTo>
                  <a:lnTo>
                    <a:pt x="116776" y="70396"/>
                  </a:lnTo>
                  <a:lnTo>
                    <a:pt x="116776" y="126276"/>
                  </a:lnTo>
                  <a:lnTo>
                    <a:pt x="135864" y="126276"/>
                  </a:lnTo>
                  <a:lnTo>
                    <a:pt x="135864" y="70396"/>
                  </a:lnTo>
                  <a:lnTo>
                    <a:pt x="198424" y="70396"/>
                  </a:lnTo>
                  <a:lnTo>
                    <a:pt x="198424" y="126276"/>
                  </a:lnTo>
                  <a:lnTo>
                    <a:pt x="217589" y="126276"/>
                  </a:lnTo>
                  <a:lnTo>
                    <a:pt x="217589" y="70396"/>
                  </a:lnTo>
                  <a:lnTo>
                    <a:pt x="217589" y="55168"/>
                  </a:lnTo>
                  <a:lnTo>
                    <a:pt x="217589" y="546"/>
                  </a:lnTo>
                  <a:close/>
                </a:path>
                <a:path w="262254" h="126364">
                  <a:moveTo>
                    <a:pt x="262216" y="0"/>
                  </a:moveTo>
                  <a:lnTo>
                    <a:pt x="243128" y="0"/>
                  </a:lnTo>
                  <a:lnTo>
                    <a:pt x="243128" y="125730"/>
                  </a:lnTo>
                  <a:lnTo>
                    <a:pt x="262216" y="125730"/>
                  </a:lnTo>
                  <a:lnTo>
                    <a:pt x="262216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853351" y="4772923"/>
              <a:ext cx="93688" cy="12954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005715" y="4772923"/>
              <a:ext cx="93688" cy="12954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3119964" y="4775199"/>
              <a:ext cx="80010" cy="125730"/>
            </a:xfrm>
            <a:custGeom>
              <a:avLst/>
              <a:gdLst/>
              <a:ahLst/>
              <a:cxnLst/>
              <a:rect l="l" t="t" r="r" b="b"/>
              <a:pathLst>
                <a:path w="80009" h="125729">
                  <a:moveTo>
                    <a:pt x="79629" y="109220"/>
                  </a:moveTo>
                  <a:lnTo>
                    <a:pt x="19100" y="109220"/>
                  </a:lnTo>
                  <a:lnTo>
                    <a:pt x="19100" y="69850"/>
                  </a:lnTo>
                  <a:lnTo>
                    <a:pt x="74841" y="69850"/>
                  </a:lnTo>
                  <a:lnTo>
                    <a:pt x="74841" y="54622"/>
                  </a:lnTo>
                  <a:lnTo>
                    <a:pt x="19100" y="54622"/>
                  </a:lnTo>
                  <a:lnTo>
                    <a:pt x="19100" y="16522"/>
                  </a:lnTo>
                  <a:lnTo>
                    <a:pt x="78955" y="16522"/>
                  </a:lnTo>
                  <a:lnTo>
                    <a:pt x="78955" y="0"/>
                  </a:lnTo>
                  <a:lnTo>
                    <a:pt x="0" y="0"/>
                  </a:lnTo>
                  <a:lnTo>
                    <a:pt x="0" y="16522"/>
                  </a:lnTo>
                  <a:lnTo>
                    <a:pt x="0" y="54622"/>
                  </a:lnTo>
                  <a:lnTo>
                    <a:pt x="0" y="69850"/>
                  </a:lnTo>
                  <a:lnTo>
                    <a:pt x="0" y="109220"/>
                  </a:lnTo>
                  <a:lnTo>
                    <a:pt x="0" y="125730"/>
                  </a:lnTo>
                  <a:lnTo>
                    <a:pt x="79629" y="125730"/>
                  </a:lnTo>
                  <a:lnTo>
                    <a:pt x="79629" y="10922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222132" y="4774642"/>
              <a:ext cx="127763" cy="12573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375436" y="4772923"/>
              <a:ext cx="302678" cy="12954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3697445" y="4775199"/>
              <a:ext cx="80010" cy="125730"/>
            </a:xfrm>
            <a:custGeom>
              <a:avLst/>
              <a:gdLst/>
              <a:ahLst/>
              <a:cxnLst/>
              <a:rect l="l" t="t" r="r" b="b"/>
              <a:pathLst>
                <a:path w="80009" h="125729">
                  <a:moveTo>
                    <a:pt x="79629" y="109220"/>
                  </a:moveTo>
                  <a:lnTo>
                    <a:pt x="19100" y="109220"/>
                  </a:lnTo>
                  <a:lnTo>
                    <a:pt x="19100" y="69850"/>
                  </a:lnTo>
                  <a:lnTo>
                    <a:pt x="74841" y="69850"/>
                  </a:lnTo>
                  <a:lnTo>
                    <a:pt x="74841" y="54622"/>
                  </a:lnTo>
                  <a:lnTo>
                    <a:pt x="19100" y="54622"/>
                  </a:lnTo>
                  <a:lnTo>
                    <a:pt x="19100" y="16522"/>
                  </a:lnTo>
                  <a:lnTo>
                    <a:pt x="78955" y="16522"/>
                  </a:lnTo>
                  <a:lnTo>
                    <a:pt x="78955" y="0"/>
                  </a:lnTo>
                  <a:lnTo>
                    <a:pt x="0" y="0"/>
                  </a:lnTo>
                  <a:lnTo>
                    <a:pt x="0" y="16522"/>
                  </a:lnTo>
                  <a:lnTo>
                    <a:pt x="0" y="54622"/>
                  </a:lnTo>
                  <a:lnTo>
                    <a:pt x="0" y="69850"/>
                  </a:lnTo>
                  <a:lnTo>
                    <a:pt x="0" y="109220"/>
                  </a:lnTo>
                  <a:lnTo>
                    <a:pt x="0" y="125730"/>
                  </a:lnTo>
                  <a:lnTo>
                    <a:pt x="79629" y="125730"/>
                  </a:lnTo>
                  <a:lnTo>
                    <a:pt x="79629" y="10922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799614" y="4772923"/>
              <a:ext cx="240053" cy="129543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2577026" y="4772926"/>
              <a:ext cx="2087880" cy="1388745"/>
            </a:xfrm>
            <a:custGeom>
              <a:avLst/>
              <a:gdLst/>
              <a:ahLst/>
              <a:cxnLst/>
              <a:rect l="l" t="t" r="r" b="b"/>
              <a:pathLst>
                <a:path w="2087880" h="1388745">
                  <a:moveTo>
                    <a:pt x="199491" y="1188237"/>
                  </a:moveTo>
                  <a:lnTo>
                    <a:pt x="154736" y="1162494"/>
                  </a:lnTo>
                  <a:lnTo>
                    <a:pt x="129133" y="1124826"/>
                  </a:lnTo>
                  <a:lnTo>
                    <a:pt x="124917" y="1096048"/>
                  </a:lnTo>
                  <a:lnTo>
                    <a:pt x="124917" y="1072451"/>
                  </a:lnTo>
                  <a:lnTo>
                    <a:pt x="78498" y="1072451"/>
                  </a:lnTo>
                  <a:lnTo>
                    <a:pt x="78498" y="1096048"/>
                  </a:lnTo>
                  <a:lnTo>
                    <a:pt x="73812" y="1126947"/>
                  </a:lnTo>
                  <a:lnTo>
                    <a:pt x="59563" y="1154950"/>
                  </a:lnTo>
                  <a:lnTo>
                    <a:pt x="35153" y="1178001"/>
                  </a:lnTo>
                  <a:lnTo>
                    <a:pt x="0" y="1194066"/>
                  </a:lnTo>
                  <a:lnTo>
                    <a:pt x="23850" y="1230337"/>
                  </a:lnTo>
                  <a:lnTo>
                    <a:pt x="50101" y="1219060"/>
                  </a:lnTo>
                  <a:lnTo>
                    <a:pt x="71843" y="1203642"/>
                  </a:lnTo>
                  <a:lnTo>
                    <a:pt x="89115" y="1184617"/>
                  </a:lnTo>
                  <a:lnTo>
                    <a:pt x="101968" y="1162494"/>
                  </a:lnTo>
                  <a:lnTo>
                    <a:pt x="114528" y="1182281"/>
                  </a:lnTo>
                  <a:lnTo>
                    <a:pt x="130924" y="1199324"/>
                  </a:lnTo>
                  <a:lnTo>
                    <a:pt x="151206" y="1213192"/>
                  </a:lnTo>
                  <a:lnTo>
                    <a:pt x="175387" y="1223492"/>
                  </a:lnTo>
                  <a:lnTo>
                    <a:pt x="199491" y="1188237"/>
                  </a:lnTo>
                  <a:close/>
                </a:path>
                <a:path w="2087880" h="1388745">
                  <a:moveTo>
                    <a:pt x="277736" y="1061554"/>
                  </a:moveTo>
                  <a:lnTo>
                    <a:pt x="232079" y="1061554"/>
                  </a:lnTo>
                  <a:lnTo>
                    <a:pt x="232079" y="1110373"/>
                  </a:lnTo>
                  <a:lnTo>
                    <a:pt x="170827" y="1110373"/>
                  </a:lnTo>
                  <a:lnTo>
                    <a:pt x="170827" y="1146644"/>
                  </a:lnTo>
                  <a:lnTo>
                    <a:pt x="232079" y="1146644"/>
                  </a:lnTo>
                  <a:lnTo>
                    <a:pt x="232079" y="1227937"/>
                  </a:lnTo>
                  <a:lnTo>
                    <a:pt x="277736" y="1227937"/>
                  </a:lnTo>
                  <a:lnTo>
                    <a:pt x="277736" y="1061554"/>
                  </a:lnTo>
                  <a:close/>
                </a:path>
                <a:path w="2087880" h="1388745">
                  <a:moveTo>
                    <a:pt x="287108" y="1348536"/>
                  </a:moveTo>
                  <a:lnTo>
                    <a:pt x="106146" y="1348536"/>
                  </a:lnTo>
                  <a:lnTo>
                    <a:pt x="106146" y="1328750"/>
                  </a:lnTo>
                  <a:lnTo>
                    <a:pt x="277736" y="1328750"/>
                  </a:lnTo>
                  <a:lnTo>
                    <a:pt x="277736" y="1241247"/>
                  </a:lnTo>
                  <a:lnTo>
                    <a:pt x="60617" y="1241247"/>
                  </a:lnTo>
                  <a:lnTo>
                    <a:pt x="60617" y="1276629"/>
                  </a:lnTo>
                  <a:lnTo>
                    <a:pt x="232333" y="1276629"/>
                  </a:lnTo>
                  <a:lnTo>
                    <a:pt x="232333" y="1295273"/>
                  </a:lnTo>
                  <a:lnTo>
                    <a:pt x="61125" y="1295273"/>
                  </a:lnTo>
                  <a:lnTo>
                    <a:pt x="61125" y="1384541"/>
                  </a:lnTo>
                  <a:lnTo>
                    <a:pt x="287108" y="1384541"/>
                  </a:lnTo>
                  <a:lnTo>
                    <a:pt x="287108" y="1348536"/>
                  </a:lnTo>
                  <a:close/>
                </a:path>
                <a:path w="2087880" h="1388745">
                  <a:moveTo>
                    <a:pt x="527558" y="1069035"/>
                  </a:moveTo>
                  <a:lnTo>
                    <a:pt x="484327" y="1069035"/>
                  </a:lnTo>
                  <a:lnTo>
                    <a:pt x="484327" y="1147787"/>
                  </a:lnTo>
                  <a:lnTo>
                    <a:pt x="451599" y="1147787"/>
                  </a:lnTo>
                  <a:lnTo>
                    <a:pt x="452932" y="1136269"/>
                  </a:lnTo>
                  <a:lnTo>
                    <a:pt x="453885" y="1124559"/>
                  </a:lnTo>
                  <a:lnTo>
                    <a:pt x="454456" y="1112634"/>
                  </a:lnTo>
                  <a:lnTo>
                    <a:pt x="454647" y="1100480"/>
                  </a:lnTo>
                  <a:lnTo>
                    <a:pt x="326821" y="1100480"/>
                  </a:lnTo>
                  <a:lnTo>
                    <a:pt x="326821" y="1137259"/>
                  </a:lnTo>
                  <a:lnTo>
                    <a:pt x="409371" y="1137259"/>
                  </a:lnTo>
                  <a:lnTo>
                    <a:pt x="400113" y="1182331"/>
                  </a:lnTo>
                  <a:lnTo>
                    <a:pt x="381000" y="1221968"/>
                  </a:lnTo>
                  <a:lnTo>
                    <a:pt x="350697" y="1256957"/>
                  </a:lnTo>
                  <a:lnTo>
                    <a:pt x="307924" y="1288046"/>
                  </a:lnTo>
                  <a:lnTo>
                    <a:pt x="334683" y="1320126"/>
                  </a:lnTo>
                  <a:lnTo>
                    <a:pt x="375297" y="1291374"/>
                  </a:lnTo>
                  <a:lnTo>
                    <a:pt x="406450" y="1259192"/>
                  </a:lnTo>
                  <a:lnTo>
                    <a:pt x="429056" y="1223683"/>
                  </a:lnTo>
                  <a:lnTo>
                    <a:pt x="443992" y="1184948"/>
                  </a:lnTo>
                  <a:lnTo>
                    <a:pt x="484327" y="1184948"/>
                  </a:lnTo>
                  <a:lnTo>
                    <a:pt x="484327" y="1229067"/>
                  </a:lnTo>
                  <a:lnTo>
                    <a:pt x="438035" y="1229067"/>
                  </a:lnTo>
                  <a:lnTo>
                    <a:pt x="438035" y="1266101"/>
                  </a:lnTo>
                  <a:lnTo>
                    <a:pt x="484327" y="1266101"/>
                  </a:lnTo>
                  <a:lnTo>
                    <a:pt x="484327" y="1373644"/>
                  </a:lnTo>
                  <a:lnTo>
                    <a:pt x="527558" y="1373644"/>
                  </a:lnTo>
                  <a:lnTo>
                    <a:pt x="527558" y="1184948"/>
                  </a:lnTo>
                  <a:lnTo>
                    <a:pt x="527558" y="1147787"/>
                  </a:lnTo>
                  <a:lnTo>
                    <a:pt x="527558" y="1069035"/>
                  </a:lnTo>
                  <a:close/>
                </a:path>
                <a:path w="2087880" h="1388745">
                  <a:moveTo>
                    <a:pt x="595668" y="1061554"/>
                  </a:moveTo>
                  <a:lnTo>
                    <a:pt x="552551" y="1061554"/>
                  </a:lnTo>
                  <a:lnTo>
                    <a:pt x="552551" y="1388224"/>
                  </a:lnTo>
                  <a:lnTo>
                    <a:pt x="595668" y="1388224"/>
                  </a:lnTo>
                  <a:lnTo>
                    <a:pt x="595668" y="1061554"/>
                  </a:lnTo>
                  <a:close/>
                </a:path>
                <a:path w="2087880" h="1388745">
                  <a:moveTo>
                    <a:pt x="876122" y="1081455"/>
                  </a:moveTo>
                  <a:lnTo>
                    <a:pt x="830846" y="1081455"/>
                  </a:lnTo>
                  <a:lnTo>
                    <a:pt x="830846" y="1117092"/>
                  </a:lnTo>
                  <a:lnTo>
                    <a:pt x="830846" y="1183043"/>
                  </a:lnTo>
                  <a:lnTo>
                    <a:pt x="761733" y="1183043"/>
                  </a:lnTo>
                  <a:lnTo>
                    <a:pt x="761733" y="1117092"/>
                  </a:lnTo>
                  <a:lnTo>
                    <a:pt x="830846" y="1117092"/>
                  </a:lnTo>
                  <a:lnTo>
                    <a:pt x="830846" y="1081455"/>
                  </a:lnTo>
                  <a:lnTo>
                    <a:pt x="716711" y="1081455"/>
                  </a:lnTo>
                  <a:lnTo>
                    <a:pt x="716711" y="1218806"/>
                  </a:lnTo>
                  <a:lnTo>
                    <a:pt x="876122" y="1218806"/>
                  </a:lnTo>
                  <a:lnTo>
                    <a:pt x="876122" y="1183043"/>
                  </a:lnTo>
                  <a:lnTo>
                    <a:pt x="876122" y="1117092"/>
                  </a:lnTo>
                  <a:lnTo>
                    <a:pt x="876122" y="1081455"/>
                  </a:lnTo>
                  <a:close/>
                </a:path>
                <a:path w="2087880" h="1388745">
                  <a:moveTo>
                    <a:pt x="972883" y="1061554"/>
                  </a:moveTo>
                  <a:lnTo>
                    <a:pt x="927481" y="1061554"/>
                  </a:lnTo>
                  <a:lnTo>
                    <a:pt x="927481" y="1246822"/>
                  </a:lnTo>
                  <a:lnTo>
                    <a:pt x="972883" y="1246822"/>
                  </a:lnTo>
                  <a:lnTo>
                    <a:pt x="972883" y="1061554"/>
                  </a:lnTo>
                  <a:close/>
                </a:path>
                <a:path w="2087880" h="1388745">
                  <a:moveTo>
                    <a:pt x="991387" y="1352842"/>
                  </a:moveTo>
                  <a:lnTo>
                    <a:pt x="948448" y="1344904"/>
                  </a:lnTo>
                  <a:lnTo>
                    <a:pt x="929386" y="1336992"/>
                  </a:lnTo>
                  <a:lnTo>
                    <a:pt x="916889" y="1331810"/>
                  </a:lnTo>
                  <a:lnTo>
                    <a:pt x="896556" y="1315694"/>
                  </a:lnTo>
                  <a:lnTo>
                    <a:pt x="887272" y="1298689"/>
                  </a:lnTo>
                  <a:lnTo>
                    <a:pt x="978712" y="1298689"/>
                  </a:lnTo>
                  <a:lnTo>
                    <a:pt x="978712" y="1264831"/>
                  </a:lnTo>
                  <a:lnTo>
                    <a:pt x="885888" y="1264831"/>
                  </a:lnTo>
                  <a:lnTo>
                    <a:pt x="885888" y="1237818"/>
                  </a:lnTo>
                  <a:lnTo>
                    <a:pt x="839978" y="1237818"/>
                  </a:lnTo>
                  <a:lnTo>
                    <a:pt x="839978" y="1264831"/>
                  </a:lnTo>
                  <a:lnTo>
                    <a:pt x="747280" y="1264831"/>
                  </a:lnTo>
                  <a:lnTo>
                    <a:pt x="747280" y="1298689"/>
                  </a:lnTo>
                  <a:lnTo>
                    <a:pt x="838454" y="1298689"/>
                  </a:lnTo>
                  <a:lnTo>
                    <a:pt x="829221" y="1316088"/>
                  </a:lnTo>
                  <a:lnTo>
                    <a:pt x="808863" y="1332382"/>
                  </a:lnTo>
                  <a:lnTo>
                    <a:pt x="777201" y="1345361"/>
                  </a:lnTo>
                  <a:lnTo>
                    <a:pt x="734085" y="1352842"/>
                  </a:lnTo>
                  <a:lnTo>
                    <a:pt x="749681" y="1387462"/>
                  </a:lnTo>
                  <a:lnTo>
                    <a:pt x="787654" y="1380985"/>
                  </a:lnTo>
                  <a:lnTo>
                    <a:pt x="819404" y="1369974"/>
                  </a:lnTo>
                  <a:lnTo>
                    <a:pt x="844626" y="1355102"/>
                  </a:lnTo>
                  <a:lnTo>
                    <a:pt x="863053" y="1336992"/>
                  </a:lnTo>
                  <a:lnTo>
                    <a:pt x="881519" y="1355026"/>
                  </a:lnTo>
                  <a:lnTo>
                    <a:pt x="906665" y="1369974"/>
                  </a:lnTo>
                  <a:lnTo>
                    <a:pt x="938263" y="1381061"/>
                  </a:lnTo>
                  <a:lnTo>
                    <a:pt x="976045" y="1387462"/>
                  </a:lnTo>
                  <a:lnTo>
                    <a:pt x="991387" y="1352842"/>
                  </a:lnTo>
                  <a:close/>
                </a:path>
                <a:path w="2087880" h="1388745">
                  <a:moveTo>
                    <a:pt x="1385392" y="1219695"/>
                  </a:moveTo>
                  <a:lnTo>
                    <a:pt x="1341894" y="1219695"/>
                  </a:lnTo>
                  <a:lnTo>
                    <a:pt x="1346733" y="1187538"/>
                  </a:lnTo>
                  <a:lnTo>
                    <a:pt x="1349222" y="1159154"/>
                  </a:lnTo>
                  <a:lnTo>
                    <a:pt x="1350175" y="1133640"/>
                  </a:lnTo>
                  <a:lnTo>
                    <a:pt x="1350391" y="1110119"/>
                  </a:lnTo>
                  <a:lnTo>
                    <a:pt x="1350391" y="1080833"/>
                  </a:lnTo>
                  <a:lnTo>
                    <a:pt x="1121740" y="1080833"/>
                  </a:lnTo>
                  <a:lnTo>
                    <a:pt x="1121740" y="1117219"/>
                  </a:lnTo>
                  <a:lnTo>
                    <a:pt x="1304861" y="1117219"/>
                  </a:lnTo>
                  <a:lnTo>
                    <a:pt x="1304544" y="1139228"/>
                  </a:lnTo>
                  <a:lnTo>
                    <a:pt x="1303337" y="1163231"/>
                  </a:lnTo>
                  <a:lnTo>
                    <a:pt x="1300619" y="1189837"/>
                  </a:lnTo>
                  <a:lnTo>
                    <a:pt x="1295730" y="1219695"/>
                  </a:lnTo>
                  <a:lnTo>
                    <a:pt x="1087628" y="1219695"/>
                  </a:lnTo>
                  <a:lnTo>
                    <a:pt x="1087628" y="1256588"/>
                  </a:lnTo>
                  <a:lnTo>
                    <a:pt x="1211910" y="1256588"/>
                  </a:lnTo>
                  <a:lnTo>
                    <a:pt x="1211910" y="1388478"/>
                  </a:lnTo>
                  <a:lnTo>
                    <a:pt x="1258062" y="1388478"/>
                  </a:lnTo>
                  <a:lnTo>
                    <a:pt x="1258062" y="1256588"/>
                  </a:lnTo>
                  <a:lnTo>
                    <a:pt x="1385392" y="1256588"/>
                  </a:lnTo>
                  <a:lnTo>
                    <a:pt x="1385392" y="1219695"/>
                  </a:lnTo>
                  <a:close/>
                </a:path>
                <a:path w="2087880" h="1388745">
                  <a:moveTo>
                    <a:pt x="1568386" y="1208024"/>
                  </a:moveTo>
                  <a:lnTo>
                    <a:pt x="1562493" y="1182154"/>
                  </a:lnTo>
                  <a:lnTo>
                    <a:pt x="1560271" y="1179360"/>
                  </a:lnTo>
                  <a:lnTo>
                    <a:pt x="1546402" y="1161859"/>
                  </a:lnTo>
                  <a:lnTo>
                    <a:pt x="1525397" y="1150467"/>
                  </a:lnTo>
                  <a:lnTo>
                    <a:pt x="1525397" y="1208024"/>
                  </a:lnTo>
                  <a:lnTo>
                    <a:pt x="1522691" y="1220533"/>
                  </a:lnTo>
                  <a:lnTo>
                    <a:pt x="1515491" y="1229626"/>
                  </a:lnTo>
                  <a:lnTo>
                    <a:pt x="1504657" y="1235176"/>
                  </a:lnTo>
                  <a:lnTo>
                    <a:pt x="1491030" y="1237068"/>
                  </a:lnTo>
                  <a:lnTo>
                    <a:pt x="1477276" y="1235176"/>
                  </a:lnTo>
                  <a:lnTo>
                    <a:pt x="1466545" y="1229626"/>
                  </a:lnTo>
                  <a:lnTo>
                    <a:pt x="1459598" y="1220533"/>
                  </a:lnTo>
                  <a:lnTo>
                    <a:pt x="1457172" y="1208024"/>
                  </a:lnTo>
                  <a:lnTo>
                    <a:pt x="1459598" y="1195870"/>
                  </a:lnTo>
                  <a:lnTo>
                    <a:pt x="1466545" y="1186942"/>
                  </a:lnTo>
                  <a:lnTo>
                    <a:pt x="1477276" y="1181379"/>
                  </a:lnTo>
                  <a:lnTo>
                    <a:pt x="1491030" y="1179360"/>
                  </a:lnTo>
                  <a:lnTo>
                    <a:pt x="1504657" y="1181379"/>
                  </a:lnTo>
                  <a:lnTo>
                    <a:pt x="1515491" y="1186942"/>
                  </a:lnTo>
                  <a:lnTo>
                    <a:pt x="1522691" y="1195870"/>
                  </a:lnTo>
                  <a:lnTo>
                    <a:pt x="1525397" y="1208024"/>
                  </a:lnTo>
                  <a:lnTo>
                    <a:pt x="1525397" y="1150467"/>
                  </a:lnTo>
                  <a:lnTo>
                    <a:pt x="1521968" y="1148600"/>
                  </a:lnTo>
                  <a:lnTo>
                    <a:pt x="1491030" y="1143850"/>
                  </a:lnTo>
                  <a:lnTo>
                    <a:pt x="1460322" y="1148600"/>
                  </a:lnTo>
                  <a:lnTo>
                    <a:pt x="1436065" y="1161859"/>
                  </a:lnTo>
                  <a:lnTo>
                    <a:pt x="1420164" y="1182154"/>
                  </a:lnTo>
                  <a:lnTo>
                    <a:pt x="1414564" y="1208024"/>
                  </a:lnTo>
                  <a:lnTo>
                    <a:pt x="1420164" y="1233893"/>
                  </a:lnTo>
                  <a:lnTo>
                    <a:pt x="1436065" y="1254099"/>
                  </a:lnTo>
                  <a:lnTo>
                    <a:pt x="1460322" y="1267244"/>
                  </a:lnTo>
                  <a:lnTo>
                    <a:pt x="1491030" y="1271930"/>
                  </a:lnTo>
                  <a:lnTo>
                    <a:pt x="1521968" y="1267244"/>
                  </a:lnTo>
                  <a:lnTo>
                    <a:pt x="1546402" y="1254099"/>
                  </a:lnTo>
                  <a:lnTo>
                    <a:pt x="1559966" y="1237068"/>
                  </a:lnTo>
                  <a:lnTo>
                    <a:pt x="1562493" y="1233893"/>
                  </a:lnTo>
                  <a:lnTo>
                    <a:pt x="1568386" y="1208024"/>
                  </a:lnTo>
                  <a:close/>
                </a:path>
                <a:path w="2087880" h="1388745">
                  <a:moveTo>
                    <a:pt x="1579803" y="1096302"/>
                  </a:moveTo>
                  <a:lnTo>
                    <a:pt x="1514246" y="1096302"/>
                  </a:lnTo>
                  <a:lnTo>
                    <a:pt x="1514246" y="1061300"/>
                  </a:lnTo>
                  <a:lnTo>
                    <a:pt x="1468716" y="1061300"/>
                  </a:lnTo>
                  <a:lnTo>
                    <a:pt x="1468716" y="1096302"/>
                  </a:lnTo>
                  <a:lnTo>
                    <a:pt x="1398460" y="1096302"/>
                  </a:lnTo>
                  <a:lnTo>
                    <a:pt x="1398460" y="1132319"/>
                  </a:lnTo>
                  <a:lnTo>
                    <a:pt x="1579803" y="1132319"/>
                  </a:lnTo>
                  <a:lnTo>
                    <a:pt x="1579803" y="1096302"/>
                  </a:lnTo>
                  <a:close/>
                </a:path>
                <a:path w="2087880" h="1388745">
                  <a:moveTo>
                    <a:pt x="1631530" y="63119"/>
                  </a:moveTo>
                  <a:lnTo>
                    <a:pt x="1581988" y="63119"/>
                  </a:lnTo>
                  <a:lnTo>
                    <a:pt x="1581988" y="78828"/>
                  </a:lnTo>
                  <a:lnTo>
                    <a:pt x="1612988" y="78828"/>
                  </a:lnTo>
                  <a:lnTo>
                    <a:pt x="1610347" y="92468"/>
                  </a:lnTo>
                  <a:lnTo>
                    <a:pt x="1603451" y="102844"/>
                  </a:lnTo>
                  <a:lnTo>
                    <a:pt x="1592884" y="109435"/>
                  </a:lnTo>
                  <a:lnTo>
                    <a:pt x="1579219" y="111747"/>
                  </a:lnTo>
                  <a:lnTo>
                    <a:pt x="1563890" y="108661"/>
                  </a:lnTo>
                  <a:lnTo>
                    <a:pt x="1551787" y="99580"/>
                  </a:lnTo>
                  <a:lnTo>
                    <a:pt x="1543837" y="84785"/>
                  </a:lnTo>
                  <a:lnTo>
                    <a:pt x="1540967" y="64528"/>
                  </a:lnTo>
                  <a:lnTo>
                    <a:pt x="1543837" y="44348"/>
                  </a:lnTo>
                  <a:lnTo>
                    <a:pt x="1551736" y="29591"/>
                  </a:lnTo>
                  <a:lnTo>
                    <a:pt x="1563611" y="20523"/>
                  </a:lnTo>
                  <a:lnTo>
                    <a:pt x="1578419" y="17437"/>
                  </a:lnTo>
                  <a:lnTo>
                    <a:pt x="1589849" y="19113"/>
                  </a:lnTo>
                  <a:lnTo>
                    <a:pt x="1599196" y="23888"/>
                  </a:lnTo>
                  <a:lnTo>
                    <a:pt x="1606296" y="31457"/>
                  </a:lnTo>
                  <a:lnTo>
                    <a:pt x="1611020" y="41440"/>
                  </a:lnTo>
                  <a:lnTo>
                    <a:pt x="1630667" y="41440"/>
                  </a:lnTo>
                  <a:lnTo>
                    <a:pt x="1624495" y="24638"/>
                  </a:lnTo>
                  <a:lnTo>
                    <a:pt x="1613052" y="11544"/>
                  </a:lnTo>
                  <a:lnTo>
                    <a:pt x="1597329" y="3035"/>
                  </a:lnTo>
                  <a:lnTo>
                    <a:pt x="1578305" y="0"/>
                  </a:lnTo>
                  <a:lnTo>
                    <a:pt x="1555750" y="4457"/>
                  </a:lnTo>
                  <a:lnTo>
                    <a:pt x="1537931" y="17272"/>
                  </a:lnTo>
                  <a:lnTo>
                    <a:pt x="1526209" y="37617"/>
                  </a:lnTo>
                  <a:lnTo>
                    <a:pt x="1522006" y="64655"/>
                  </a:lnTo>
                  <a:lnTo>
                    <a:pt x="1526133" y="91516"/>
                  </a:lnTo>
                  <a:lnTo>
                    <a:pt x="1537779" y="111836"/>
                  </a:lnTo>
                  <a:lnTo>
                    <a:pt x="1555826" y="124688"/>
                  </a:lnTo>
                  <a:lnTo>
                    <a:pt x="1579156" y="129184"/>
                  </a:lnTo>
                  <a:lnTo>
                    <a:pt x="1600212" y="125552"/>
                  </a:lnTo>
                  <a:lnTo>
                    <a:pt x="1616786" y="115201"/>
                  </a:lnTo>
                  <a:lnTo>
                    <a:pt x="1627644" y="98869"/>
                  </a:lnTo>
                  <a:lnTo>
                    <a:pt x="1631530" y="77355"/>
                  </a:lnTo>
                  <a:lnTo>
                    <a:pt x="1631530" y="63119"/>
                  </a:lnTo>
                  <a:close/>
                </a:path>
                <a:path w="2087880" h="1388745">
                  <a:moveTo>
                    <a:pt x="1672882" y="1062062"/>
                  </a:moveTo>
                  <a:lnTo>
                    <a:pt x="1627225" y="1062062"/>
                  </a:lnTo>
                  <a:lnTo>
                    <a:pt x="1627225" y="1143215"/>
                  </a:lnTo>
                  <a:lnTo>
                    <a:pt x="1582978" y="1143215"/>
                  </a:lnTo>
                  <a:lnTo>
                    <a:pt x="1582978" y="1180122"/>
                  </a:lnTo>
                  <a:lnTo>
                    <a:pt x="1627225" y="1180122"/>
                  </a:lnTo>
                  <a:lnTo>
                    <a:pt x="1627225" y="1212837"/>
                  </a:lnTo>
                  <a:lnTo>
                    <a:pt x="1582978" y="1212837"/>
                  </a:lnTo>
                  <a:lnTo>
                    <a:pt x="1582978" y="1249108"/>
                  </a:lnTo>
                  <a:lnTo>
                    <a:pt x="1627225" y="1249108"/>
                  </a:lnTo>
                  <a:lnTo>
                    <a:pt x="1627225" y="1310741"/>
                  </a:lnTo>
                  <a:lnTo>
                    <a:pt x="1672882" y="1310741"/>
                  </a:lnTo>
                  <a:lnTo>
                    <a:pt x="1672882" y="1062062"/>
                  </a:lnTo>
                  <a:close/>
                </a:path>
                <a:path w="2087880" h="1388745">
                  <a:moveTo>
                    <a:pt x="1679854" y="1345615"/>
                  </a:moveTo>
                  <a:lnTo>
                    <a:pt x="1501813" y="1345615"/>
                  </a:lnTo>
                  <a:lnTo>
                    <a:pt x="1501813" y="1289431"/>
                  </a:lnTo>
                  <a:lnTo>
                    <a:pt x="1455521" y="1289431"/>
                  </a:lnTo>
                  <a:lnTo>
                    <a:pt x="1455521" y="1382522"/>
                  </a:lnTo>
                  <a:lnTo>
                    <a:pt x="1679854" y="1382522"/>
                  </a:lnTo>
                  <a:lnTo>
                    <a:pt x="1679854" y="1345615"/>
                  </a:lnTo>
                  <a:close/>
                </a:path>
                <a:path w="2087880" h="1388745">
                  <a:moveTo>
                    <a:pt x="1762734" y="64592"/>
                  </a:moveTo>
                  <a:lnTo>
                    <a:pt x="1758454" y="37528"/>
                  </a:lnTo>
                  <a:lnTo>
                    <a:pt x="1746732" y="17437"/>
                  </a:lnTo>
                  <a:lnTo>
                    <a:pt x="1746605" y="17221"/>
                  </a:lnTo>
                  <a:lnTo>
                    <a:pt x="1743760" y="15201"/>
                  </a:lnTo>
                  <a:lnTo>
                    <a:pt x="1743760" y="64592"/>
                  </a:lnTo>
                  <a:lnTo>
                    <a:pt x="1740916" y="84861"/>
                  </a:lnTo>
                  <a:lnTo>
                    <a:pt x="1733016" y="99631"/>
                  </a:lnTo>
                  <a:lnTo>
                    <a:pt x="1721078" y="108673"/>
                  </a:lnTo>
                  <a:lnTo>
                    <a:pt x="1706067" y="111747"/>
                  </a:lnTo>
                  <a:lnTo>
                    <a:pt x="1691055" y="108673"/>
                  </a:lnTo>
                  <a:lnTo>
                    <a:pt x="1679117" y="99631"/>
                  </a:lnTo>
                  <a:lnTo>
                    <a:pt x="1671218" y="84861"/>
                  </a:lnTo>
                  <a:lnTo>
                    <a:pt x="1668373" y="64592"/>
                  </a:lnTo>
                  <a:lnTo>
                    <a:pt x="1671218" y="44323"/>
                  </a:lnTo>
                  <a:lnTo>
                    <a:pt x="1679117" y="29552"/>
                  </a:lnTo>
                  <a:lnTo>
                    <a:pt x="1691055" y="20510"/>
                  </a:lnTo>
                  <a:lnTo>
                    <a:pt x="1706067" y="17437"/>
                  </a:lnTo>
                  <a:lnTo>
                    <a:pt x="1721078" y="20510"/>
                  </a:lnTo>
                  <a:lnTo>
                    <a:pt x="1733016" y="29552"/>
                  </a:lnTo>
                  <a:lnTo>
                    <a:pt x="1740916" y="44323"/>
                  </a:lnTo>
                  <a:lnTo>
                    <a:pt x="1743760" y="64592"/>
                  </a:lnTo>
                  <a:lnTo>
                    <a:pt x="1743760" y="15201"/>
                  </a:lnTo>
                  <a:lnTo>
                    <a:pt x="1728647" y="4445"/>
                  </a:lnTo>
                  <a:lnTo>
                    <a:pt x="1706067" y="0"/>
                  </a:lnTo>
                  <a:lnTo>
                    <a:pt x="1683410" y="4445"/>
                  </a:lnTo>
                  <a:lnTo>
                    <a:pt x="1665465" y="17221"/>
                  </a:lnTo>
                  <a:lnTo>
                    <a:pt x="1653654" y="37528"/>
                  </a:lnTo>
                  <a:lnTo>
                    <a:pt x="1649399" y="64592"/>
                  </a:lnTo>
                  <a:lnTo>
                    <a:pt x="1653667" y="91643"/>
                  </a:lnTo>
                  <a:lnTo>
                    <a:pt x="1665465" y="111937"/>
                  </a:lnTo>
                  <a:lnTo>
                    <a:pt x="1683410" y="124739"/>
                  </a:lnTo>
                  <a:lnTo>
                    <a:pt x="1706067" y="129184"/>
                  </a:lnTo>
                  <a:lnTo>
                    <a:pt x="1728660" y="124739"/>
                  </a:lnTo>
                  <a:lnTo>
                    <a:pt x="1746618" y="111937"/>
                  </a:lnTo>
                  <a:lnTo>
                    <a:pt x="1746732" y="111747"/>
                  </a:lnTo>
                  <a:lnTo>
                    <a:pt x="1758454" y="91617"/>
                  </a:lnTo>
                  <a:lnTo>
                    <a:pt x="1762734" y="64592"/>
                  </a:lnTo>
                  <a:close/>
                </a:path>
                <a:path w="2087880" h="1388745">
                  <a:moveTo>
                    <a:pt x="1887245" y="127457"/>
                  </a:moveTo>
                  <a:lnTo>
                    <a:pt x="1875307" y="94246"/>
                  </a:lnTo>
                  <a:lnTo>
                    <a:pt x="1869541" y="78219"/>
                  </a:lnTo>
                  <a:lnTo>
                    <a:pt x="1850313" y="24688"/>
                  </a:lnTo>
                  <a:lnTo>
                    <a:pt x="1849920" y="23596"/>
                  </a:lnTo>
                  <a:lnTo>
                    <a:pt x="1849920" y="78219"/>
                  </a:lnTo>
                  <a:lnTo>
                    <a:pt x="1811972" y="78219"/>
                  </a:lnTo>
                  <a:lnTo>
                    <a:pt x="1830451" y="24688"/>
                  </a:lnTo>
                  <a:lnTo>
                    <a:pt x="1831428" y="24688"/>
                  </a:lnTo>
                  <a:lnTo>
                    <a:pt x="1849920" y="78219"/>
                  </a:lnTo>
                  <a:lnTo>
                    <a:pt x="1849920" y="23596"/>
                  </a:lnTo>
                  <a:lnTo>
                    <a:pt x="1842058" y="1727"/>
                  </a:lnTo>
                  <a:lnTo>
                    <a:pt x="1819897" y="1727"/>
                  </a:lnTo>
                  <a:lnTo>
                    <a:pt x="1774710" y="127457"/>
                  </a:lnTo>
                  <a:lnTo>
                    <a:pt x="1794967" y="127457"/>
                  </a:lnTo>
                  <a:lnTo>
                    <a:pt x="1806448" y="94246"/>
                  </a:lnTo>
                  <a:lnTo>
                    <a:pt x="1855444" y="94246"/>
                  </a:lnTo>
                  <a:lnTo>
                    <a:pt x="1866925" y="127457"/>
                  </a:lnTo>
                  <a:lnTo>
                    <a:pt x="1887245" y="127457"/>
                  </a:lnTo>
                  <a:close/>
                </a:path>
                <a:path w="2087880" h="1388745">
                  <a:moveTo>
                    <a:pt x="1979206" y="111493"/>
                  </a:moveTo>
                  <a:lnTo>
                    <a:pt x="1922297" y="111493"/>
                  </a:lnTo>
                  <a:lnTo>
                    <a:pt x="1922297" y="2273"/>
                  </a:lnTo>
                  <a:lnTo>
                    <a:pt x="1903209" y="2273"/>
                  </a:lnTo>
                  <a:lnTo>
                    <a:pt x="1903209" y="111493"/>
                  </a:lnTo>
                  <a:lnTo>
                    <a:pt x="1903209" y="128003"/>
                  </a:lnTo>
                  <a:lnTo>
                    <a:pt x="1979206" y="128003"/>
                  </a:lnTo>
                  <a:lnTo>
                    <a:pt x="1979206" y="111493"/>
                  </a:lnTo>
                  <a:close/>
                </a:path>
                <a:path w="2087880" h="1388745">
                  <a:moveTo>
                    <a:pt x="2087448" y="92646"/>
                  </a:moveTo>
                  <a:lnTo>
                    <a:pt x="2063724" y="61290"/>
                  </a:lnTo>
                  <a:lnTo>
                    <a:pt x="2039073" y="54089"/>
                  </a:lnTo>
                  <a:lnTo>
                    <a:pt x="2031301" y="51752"/>
                  </a:lnTo>
                  <a:lnTo>
                    <a:pt x="2023897" y="48120"/>
                  </a:lnTo>
                  <a:lnTo>
                    <a:pt x="2018372" y="42710"/>
                  </a:lnTo>
                  <a:lnTo>
                    <a:pt x="2016226" y="35064"/>
                  </a:lnTo>
                  <a:lnTo>
                    <a:pt x="2018004" y="27660"/>
                  </a:lnTo>
                  <a:lnTo>
                    <a:pt x="2023033" y="21780"/>
                  </a:lnTo>
                  <a:lnTo>
                    <a:pt x="2030971" y="17919"/>
                  </a:lnTo>
                  <a:lnTo>
                    <a:pt x="2041410" y="16522"/>
                  </a:lnTo>
                  <a:lnTo>
                    <a:pt x="2051329" y="17741"/>
                  </a:lnTo>
                  <a:lnTo>
                    <a:pt x="2059254" y="21310"/>
                  </a:lnTo>
                  <a:lnTo>
                    <a:pt x="2064715" y="27063"/>
                  </a:lnTo>
                  <a:lnTo>
                    <a:pt x="2067255" y="34810"/>
                  </a:lnTo>
                  <a:lnTo>
                    <a:pt x="2085733" y="34810"/>
                  </a:lnTo>
                  <a:lnTo>
                    <a:pt x="2082253" y="20853"/>
                  </a:lnTo>
                  <a:lnTo>
                    <a:pt x="2073173" y="9829"/>
                  </a:lnTo>
                  <a:lnTo>
                    <a:pt x="2059393" y="2603"/>
                  </a:lnTo>
                  <a:lnTo>
                    <a:pt x="2041829" y="0"/>
                  </a:lnTo>
                  <a:lnTo>
                    <a:pt x="2024151" y="2590"/>
                  </a:lnTo>
                  <a:lnTo>
                    <a:pt x="2009978" y="9906"/>
                  </a:lnTo>
                  <a:lnTo>
                    <a:pt x="2000554" y="21323"/>
                  </a:lnTo>
                  <a:lnTo>
                    <a:pt x="1997138" y="36169"/>
                  </a:lnTo>
                  <a:lnTo>
                    <a:pt x="1999411" y="47993"/>
                  </a:lnTo>
                  <a:lnTo>
                    <a:pt x="2005939" y="57315"/>
                  </a:lnTo>
                  <a:lnTo>
                    <a:pt x="2016252" y="64376"/>
                  </a:lnTo>
                  <a:lnTo>
                    <a:pt x="2029929" y="69443"/>
                  </a:lnTo>
                  <a:lnTo>
                    <a:pt x="2044725" y="73431"/>
                  </a:lnTo>
                  <a:lnTo>
                    <a:pt x="2054110" y="76352"/>
                  </a:lnTo>
                  <a:lnTo>
                    <a:pt x="2061654" y="80137"/>
                  </a:lnTo>
                  <a:lnTo>
                    <a:pt x="2066683" y="85331"/>
                  </a:lnTo>
                  <a:lnTo>
                    <a:pt x="2068537" y="92468"/>
                  </a:lnTo>
                  <a:lnTo>
                    <a:pt x="2066442" y="100799"/>
                  </a:lnTo>
                  <a:lnTo>
                    <a:pt x="2060676" y="107213"/>
                  </a:lnTo>
                  <a:lnTo>
                    <a:pt x="2051900" y="111328"/>
                  </a:lnTo>
                  <a:lnTo>
                    <a:pt x="2040788" y="112788"/>
                  </a:lnTo>
                  <a:lnTo>
                    <a:pt x="2030425" y="111556"/>
                  </a:lnTo>
                  <a:lnTo>
                    <a:pt x="2021789" y="107823"/>
                  </a:lnTo>
                  <a:lnTo>
                    <a:pt x="2015680" y="101549"/>
                  </a:lnTo>
                  <a:lnTo>
                    <a:pt x="2012911" y="92646"/>
                  </a:lnTo>
                  <a:lnTo>
                    <a:pt x="1993760" y="92646"/>
                  </a:lnTo>
                  <a:lnTo>
                    <a:pt x="1997671" y="108051"/>
                  </a:lnTo>
                  <a:lnTo>
                    <a:pt x="2007196" y="119659"/>
                  </a:lnTo>
                  <a:lnTo>
                    <a:pt x="2021776" y="126987"/>
                  </a:lnTo>
                  <a:lnTo>
                    <a:pt x="2040851" y="129552"/>
                  </a:lnTo>
                  <a:lnTo>
                    <a:pt x="2060638" y="126784"/>
                  </a:lnTo>
                  <a:lnTo>
                    <a:pt x="2075268" y="119113"/>
                  </a:lnTo>
                  <a:lnTo>
                    <a:pt x="2084336" y="107429"/>
                  </a:lnTo>
                  <a:lnTo>
                    <a:pt x="2087448" y="92646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396815" y="5529220"/>
              <a:ext cx="5310505" cy="0"/>
            </a:xfrm>
            <a:custGeom>
              <a:avLst/>
              <a:gdLst/>
              <a:ahLst/>
              <a:cxnLst/>
              <a:rect l="l" t="t" r="r" b="b"/>
              <a:pathLst>
                <a:path w="5310505">
                  <a:moveTo>
                    <a:pt x="0" y="0"/>
                  </a:moveTo>
                  <a:lnTo>
                    <a:pt x="5309900" y="0"/>
                  </a:lnTo>
                </a:path>
              </a:pathLst>
            </a:custGeom>
            <a:ln w="29628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1544929" y="5762557"/>
              <a:ext cx="593725" cy="593725"/>
            </a:xfrm>
            <a:custGeom>
              <a:avLst/>
              <a:gdLst/>
              <a:ahLst/>
              <a:cxnLst/>
              <a:rect l="l" t="t" r="r" b="b"/>
              <a:pathLst>
                <a:path w="593725" h="593725">
                  <a:moveTo>
                    <a:pt x="296594" y="593189"/>
                  </a:moveTo>
                  <a:lnTo>
                    <a:pt x="248485" y="589307"/>
                  </a:lnTo>
                  <a:lnTo>
                    <a:pt x="202848" y="578068"/>
                  </a:lnTo>
                  <a:lnTo>
                    <a:pt x="160292" y="560083"/>
                  </a:lnTo>
                  <a:lnTo>
                    <a:pt x="121430" y="535963"/>
                  </a:lnTo>
                  <a:lnTo>
                    <a:pt x="86871" y="506318"/>
                  </a:lnTo>
                  <a:lnTo>
                    <a:pt x="57225" y="471759"/>
                  </a:lnTo>
                  <a:lnTo>
                    <a:pt x="33105" y="432896"/>
                  </a:lnTo>
                  <a:lnTo>
                    <a:pt x="15120" y="390340"/>
                  </a:lnTo>
                  <a:lnTo>
                    <a:pt x="3881" y="344703"/>
                  </a:lnTo>
                  <a:lnTo>
                    <a:pt x="0" y="296594"/>
                  </a:lnTo>
                  <a:lnTo>
                    <a:pt x="3881" y="248485"/>
                  </a:lnTo>
                  <a:lnTo>
                    <a:pt x="15120" y="202848"/>
                  </a:lnTo>
                  <a:lnTo>
                    <a:pt x="33105" y="160292"/>
                  </a:lnTo>
                  <a:lnTo>
                    <a:pt x="57225" y="121430"/>
                  </a:lnTo>
                  <a:lnTo>
                    <a:pt x="86871" y="86871"/>
                  </a:lnTo>
                  <a:lnTo>
                    <a:pt x="121430" y="57225"/>
                  </a:lnTo>
                  <a:lnTo>
                    <a:pt x="160292" y="33105"/>
                  </a:lnTo>
                  <a:lnTo>
                    <a:pt x="202848" y="15120"/>
                  </a:lnTo>
                  <a:lnTo>
                    <a:pt x="248485" y="3881"/>
                  </a:lnTo>
                  <a:lnTo>
                    <a:pt x="296594" y="0"/>
                  </a:lnTo>
                  <a:lnTo>
                    <a:pt x="344703" y="3881"/>
                  </a:lnTo>
                  <a:lnTo>
                    <a:pt x="390340" y="15120"/>
                  </a:lnTo>
                  <a:lnTo>
                    <a:pt x="432896" y="33105"/>
                  </a:lnTo>
                  <a:lnTo>
                    <a:pt x="471759" y="57225"/>
                  </a:lnTo>
                  <a:lnTo>
                    <a:pt x="506318" y="86871"/>
                  </a:lnTo>
                  <a:lnTo>
                    <a:pt x="535963" y="121430"/>
                  </a:lnTo>
                  <a:lnTo>
                    <a:pt x="560083" y="160292"/>
                  </a:lnTo>
                  <a:lnTo>
                    <a:pt x="578068" y="202848"/>
                  </a:lnTo>
                  <a:lnTo>
                    <a:pt x="589307" y="248485"/>
                  </a:lnTo>
                  <a:lnTo>
                    <a:pt x="593189" y="296594"/>
                  </a:lnTo>
                  <a:lnTo>
                    <a:pt x="589307" y="344703"/>
                  </a:lnTo>
                  <a:lnTo>
                    <a:pt x="578068" y="390340"/>
                  </a:lnTo>
                  <a:lnTo>
                    <a:pt x="560083" y="432896"/>
                  </a:lnTo>
                  <a:lnTo>
                    <a:pt x="535963" y="471759"/>
                  </a:lnTo>
                  <a:lnTo>
                    <a:pt x="506318" y="506318"/>
                  </a:lnTo>
                  <a:lnTo>
                    <a:pt x="471759" y="535963"/>
                  </a:lnTo>
                  <a:lnTo>
                    <a:pt x="432896" y="560083"/>
                  </a:lnTo>
                  <a:lnTo>
                    <a:pt x="390340" y="578068"/>
                  </a:lnTo>
                  <a:lnTo>
                    <a:pt x="344703" y="589307"/>
                  </a:lnTo>
                  <a:lnTo>
                    <a:pt x="296594" y="593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657440" y="5940393"/>
              <a:ext cx="397990" cy="25101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576705" y="6323890"/>
              <a:ext cx="101240" cy="12573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699433" y="6322171"/>
              <a:ext cx="190877" cy="129543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2910879" y="6323890"/>
              <a:ext cx="19685" cy="126364"/>
            </a:xfrm>
            <a:custGeom>
              <a:avLst/>
              <a:gdLst/>
              <a:ahLst/>
              <a:cxnLst/>
              <a:rect l="l" t="t" r="r" b="b"/>
              <a:pathLst>
                <a:path w="19684" h="126364">
                  <a:moveTo>
                    <a:pt x="19093" y="0"/>
                  </a:moveTo>
                  <a:lnTo>
                    <a:pt x="0" y="0"/>
                  </a:lnTo>
                  <a:lnTo>
                    <a:pt x="0" y="125736"/>
                  </a:lnTo>
                  <a:lnTo>
                    <a:pt x="19093" y="125736"/>
                  </a:lnTo>
                  <a:lnTo>
                    <a:pt x="19093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951522" y="6322171"/>
              <a:ext cx="109529" cy="12917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082968" y="6323890"/>
              <a:ext cx="101547" cy="12573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247332" y="6322539"/>
              <a:ext cx="102591" cy="12886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3407017" y="6323890"/>
              <a:ext cx="19685" cy="126364"/>
            </a:xfrm>
            <a:custGeom>
              <a:avLst/>
              <a:gdLst/>
              <a:ahLst/>
              <a:cxnLst/>
              <a:rect l="l" t="t" r="r" b="b"/>
              <a:pathLst>
                <a:path w="19684" h="126364">
                  <a:moveTo>
                    <a:pt x="19094" y="0"/>
                  </a:moveTo>
                  <a:lnTo>
                    <a:pt x="0" y="0"/>
                  </a:lnTo>
                  <a:lnTo>
                    <a:pt x="0" y="125736"/>
                  </a:lnTo>
                  <a:lnTo>
                    <a:pt x="19094" y="125736"/>
                  </a:lnTo>
                  <a:lnTo>
                    <a:pt x="19094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3451713" y="6323890"/>
              <a:ext cx="127763" cy="12573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605017" y="6323890"/>
              <a:ext cx="88470" cy="125736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3713562" y="6323329"/>
              <a:ext cx="175260" cy="125730"/>
            </a:xfrm>
            <a:custGeom>
              <a:avLst/>
              <a:gdLst/>
              <a:ahLst/>
              <a:cxnLst/>
              <a:rect l="l" t="t" r="r" b="b"/>
              <a:pathLst>
                <a:path w="175259" h="125729">
                  <a:moveTo>
                    <a:pt x="75996" y="109220"/>
                  </a:moveTo>
                  <a:lnTo>
                    <a:pt x="19088" y="109220"/>
                  </a:lnTo>
                  <a:lnTo>
                    <a:pt x="19088" y="0"/>
                  </a:lnTo>
                  <a:lnTo>
                    <a:pt x="0" y="0"/>
                  </a:lnTo>
                  <a:lnTo>
                    <a:pt x="0" y="109220"/>
                  </a:lnTo>
                  <a:lnTo>
                    <a:pt x="0" y="125730"/>
                  </a:lnTo>
                  <a:lnTo>
                    <a:pt x="75996" y="125730"/>
                  </a:lnTo>
                  <a:lnTo>
                    <a:pt x="75996" y="109220"/>
                  </a:lnTo>
                  <a:close/>
                </a:path>
                <a:path w="175259" h="125729">
                  <a:moveTo>
                    <a:pt x="175158" y="109220"/>
                  </a:moveTo>
                  <a:lnTo>
                    <a:pt x="114617" y="109220"/>
                  </a:lnTo>
                  <a:lnTo>
                    <a:pt x="114617" y="71120"/>
                  </a:lnTo>
                  <a:lnTo>
                    <a:pt x="170370" y="71120"/>
                  </a:lnTo>
                  <a:lnTo>
                    <a:pt x="170370" y="54610"/>
                  </a:lnTo>
                  <a:lnTo>
                    <a:pt x="114617" y="54610"/>
                  </a:lnTo>
                  <a:lnTo>
                    <a:pt x="114617" y="16510"/>
                  </a:lnTo>
                  <a:lnTo>
                    <a:pt x="174485" y="16510"/>
                  </a:lnTo>
                  <a:lnTo>
                    <a:pt x="174485" y="0"/>
                  </a:lnTo>
                  <a:lnTo>
                    <a:pt x="95529" y="0"/>
                  </a:lnTo>
                  <a:lnTo>
                    <a:pt x="95529" y="16510"/>
                  </a:lnTo>
                  <a:lnTo>
                    <a:pt x="95529" y="54610"/>
                  </a:lnTo>
                  <a:lnTo>
                    <a:pt x="95529" y="71120"/>
                  </a:lnTo>
                  <a:lnTo>
                    <a:pt x="95529" y="109220"/>
                  </a:lnTo>
                  <a:lnTo>
                    <a:pt x="95529" y="125730"/>
                  </a:lnTo>
                  <a:lnTo>
                    <a:pt x="175158" y="125730"/>
                  </a:lnTo>
                  <a:lnTo>
                    <a:pt x="175158" y="10922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911256" y="6323890"/>
              <a:ext cx="127763" cy="125736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4064552" y="6323329"/>
              <a:ext cx="80010" cy="125730"/>
            </a:xfrm>
            <a:custGeom>
              <a:avLst/>
              <a:gdLst/>
              <a:ahLst/>
              <a:cxnLst/>
              <a:rect l="l" t="t" r="r" b="b"/>
              <a:pathLst>
                <a:path w="80009" h="125729">
                  <a:moveTo>
                    <a:pt x="79629" y="109220"/>
                  </a:moveTo>
                  <a:lnTo>
                    <a:pt x="19088" y="109220"/>
                  </a:lnTo>
                  <a:lnTo>
                    <a:pt x="19088" y="71120"/>
                  </a:lnTo>
                  <a:lnTo>
                    <a:pt x="74841" y="71120"/>
                  </a:lnTo>
                  <a:lnTo>
                    <a:pt x="74841" y="54610"/>
                  </a:lnTo>
                  <a:lnTo>
                    <a:pt x="19088" y="54610"/>
                  </a:lnTo>
                  <a:lnTo>
                    <a:pt x="19088" y="16510"/>
                  </a:lnTo>
                  <a:lnTo>
                    <a:pt x="78955" y="16510"/>
                  </a:lnTo>
                  <a:lnTo>
                    <a:pt x="78955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54610"/>
                  </a:lnTo>
                  <a:lnTo>
                    <a:pt x="0" y="71120"/>
                  </a:lnTo>
                  <a:lnTo>
                    <a:pt x="0" y="109220"/>
                  </a:lnTo>
                  <a:lnTo>
                    <a:pt x="0" y="125730"/>
                  </a:lnTo>
                  <a:lnTo>
                    <a:pt x="79629" y="125730"/>
                  </a:lnTo>
                  <a:lnTo>
                    <a:pt x="79629" y="10922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166719" y="6323890"/>
              <a:ext cx="101547" cy="12573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4287606" y="6323329"/>
              <a:ext cx="326989" cy="12629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4633935" y="6323890"/>
              <a:ext cx="19685" cy="126364"/>
            </a:xfrm>
            <a:custGeom>
              <a:avLst/>
              <a:gdLst/>
              <a:ahLst/>
              <a:cxnLst/>
              <a:rect l="l" t="t" r="r" b="b"/>
              <a:pathLst>
                <a:path w="19684" h="126364">
                  <a:moveTo>
                    <a:pt x="19094" y="0"/>
                  </a:moveTo>
                  <a:lnTo>
                    <a:pt x="0" y="0"/>
                  </a:lnTo>
                  <a:lnTo>
                    <a:pt x="0" y="125736"/>
                  </a:lnTo>
                  <a:lnTo>
                    <a:pt x="19094" y="125736"/>
                  </a:lnTo>
                  <a:lnTo>
                    <a:pt x="19094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674579" y="6322171"/>
              <a:ext cx="113334" cy="12917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09402" y="6323890"/>
              <a:ext cx="101547" cy="12573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2507265" y="7383729"/>
              <a:ext cx="1689100" cy="327660"/>
            </a:xfrm>
            <a:custGeom>
              <a:avLst/>
              <a:gdLst/>
              <a:ahLst/>
              <a:cxnLst/>
              <a:rect l="l" t="t" r="r" b="b"/>
              <a:pathLst>
                <a:path w="1689100" h="327659">
                  <a:moveTo>
                    <a:pt x="271132" y="0"/>
                  </a:moveTo>
                  <a:lnTo>
                    <a:pt x="225475" y="0"/>
                  </a:lnTo>
                  <a:lnTo>
                    <a:pt x="225475" y="41211"/>
                  </a:lnTo>
                  <a:lnTo>
                    <a:pt x="163855" y="41211"/>
                  </a:lnTo>
                  <a:lnTo>
                    <a:pt x="164706" y="34378"/>
                  </a:lnTo>
                  <a:lnTo>
                    <a:pt x="165341" y="27406"/>
                  </a:lnTo>
                  <a:lnTo>
                    <a:pt x="165735" y="20256"/>
                  </a:lnTo>
                  <a:lnTo>
                    <a:pt x="165874" y="12928"/>
                  </a:lnTo>
                  <a:lnTo>
                    <a:pt x="18389" y="12928"/>
                  </a:lnTo>
                  <a:lnTo>
                    <a:pt x="18389" y="49580"/>
                  </a:lnTo>
                  <a:lnTo>
                    <a:pt x="115277" y="49580"/>
                  </a:lnTo>
                  <a:lnTo>
                    <a:pt x="105270" y="77317"/>
                  </a:lnTo>
                  <a:lnTo>
                    <a:pt x="83464" y="101257"/>
                  </a:lnTo>
                  <a:lnTo>
                    <a:pt x="48742" y="120624"/>
                  </a:lnTo>
                  <a:lnTo>
                    <a:pt x="0" y="134670"/>
                  </a:lnTo>
                  <a:lnTo>
                    <a:pt x="15481" y="171831"/>
                  </a:lnTo>
                  <a:lnTo>
                    <a:pt x="64782" y="157149"/>
                  </a:lnTo>
                  <a:lnTo>
                    <a:pt x="104406" y="136398"/>
                  </a:lnTo>
                  <a:lnTo>
                    <a:pt x="134277" y="109397"/>
                  </a:lnTo>
                  <a:lnTo>
                    <a:pt x="154343" y="75958"/>
                  </a:lnTo>
                  <a:lnTo>
                    <a:pt x="225475" y="75958"/>
                  </a:lnTo>
                  <a:lnTo>
                    <a:pt x="225475" y="104495"/>
                  </a:lnTo>
                  <a:lnTo>
                    <a:pt x="150914" y="104495"/>
                  </a:lnTo>
                  <a:lnTo>
                    <a:pt x="150914" y="139242"/>
                  </a:lnTo>
                  <a:lnTo>
                    <a:pt x="225475" y="139242"/>
                  </a:lnTo>
                  <a:lnTo>
                    <a:pt x="225475" y="164604"/>
                  </a:lnTo>
                  <a:lnTo>
                    <a:pt x="271132" y="164604"/>
                  </a:lnTo>
                  <a:lnTo>
                    <a:pt x="271132" y="75958"/>
                  </a:lnTo>
                  <a:lnTo>
                    <a:pt x="271132" y="41211"/>
                  </a:lnTo>
                  <a:lnTo>
                    <a:pt x="271132" y="0"/>
                  </a:lnTo>
                  <a:close/>
                </a:path>
                <a:path w="1689100" h="327659">
                  <a:moveTo>
                    <a:pt x="278358" y="287108"/>
                  </a:moveTo>
                  <a:lnTo>
                    <a:pt x="100317" y="287108"/>
                  </a:lnTo>
                  <a:lnTo>
                    <a:pt x="100317" y="265671"/>
                  </a:lnTo>
                  <a:lnTo>
                    <a:pt x="271132" y="265671"/>
                  </a:lnTo>
                  <a:lnTo>
                    <a:pt x="271132" y="176263"/>
                  </a:lnTo>
                  <a:lnTo>
                    <a:pt x="54025" y="176263"/>
                  </a:lnTo>
                  <a:lnTo>
                    <a:pt x="54025" y="212153"/>
                  </a:lnTo>
                  <a:lnTo>
                    <a:pt x="225221" y="212153"/>
                  </a:lnTo>
                  <a:lnTo>
                    <a:pt x="225221" y="231813"/>
                  </a:lnTo>
                  <a:lnTo>
                    <a:pt x="54533" y="231813"/>
                  </a:lnTo>
                  <a:lnTo>
                    <a:pt x="54533" y="323367"/>
                  </a:lnTo>
                  <a:lnTo>
                    <a:pt x="278358" y="323367"/>
                  </a:lnTo>
                  <a:lnTo>
                    <a:pt x="278358" y="287108"/>
                  </a:lnTo>
                  <a:close/>
                </a:path>
                <a:path w="1689100" h="327659">
                  <a:moveTo>
                    <a:pt x="489648" y="32715"/>
                  </a:moveTo>
                  <a:lnTo>
                    <a:pt x="320471" y="32715"/>
                  </a:lnTo>
                  <a:lnTo>
                    <a:pt x="320471" y="69240"/>
                  </a:lnTo>
                  <a:lnTo>
                    <a:pt x="444119" y="69240"/>
                  </a:lnTo>
                  <a:lnTo>
                    <a:pt x="443814" y="92163"/>
                  </a:lnTo>
                  <a:lnTo>
                    <a:pt x="442696" y="117970"/>
                  </a:lnTo>
                  <a:lnTo>
                    <a:pt x="440194" y="147243"/>
                  </a:lnTo>
                  <a:lnTo>
                    <a:pt x="435749" y="180581"/>
                  </a:lnTo>
                  <a:lnTo>
                    <a:pt x="480771" y="184137"/>
                  </a:lnTo>
                  <a:lnTo>
                    <a:pt x="485825" y="145986"/>
                  </a:lnTo>
                  <a:lnTo>
                    <a:pt x="488442" y="112699"/>
                  </a:lnTo>
                  <a:lnTo>
                    <a:pt x="489432" y="83832"/>
                  </a:lnTo>
                  <a:lnTo>
                    <a:pt x="489559" y="69240"/>
                  </a:lnTo>
                  <a:lnTo>
                    <a:pt x="489648" y="32715"/>
                  </a:lnTo>
                  <a:close/>
                </a:path>
                <a:path w="1689100" h="327659">
                  <a:moveTo>
                    <a:pt x="505752" y="247662"/>
                  </a:moveTo>
                  <a:lnTo>
                    <a:pt x="503682" y="221284"/>
                  </a:lnTo>
                  <a:lnTo>
                    <a:pt x="503085" y="213804"/>
                  </a:lnTo>
                  <a:lnTo>
                    <a:pt x="480123" y="216382"/>
                  </a:lnTo>
                  <a:lnTo>
                    <a:pt x="456488" y="218452"/>
                  </a:lnTo>
                  <a:lnTo>
                    <a:pt x="432473" y="220065"/>
                  </a:lnTo>
                  <a:lnTo>
                    <a:pt x="408355" y="221284"/>
                  </a:lnTo>
                  <a:lnTo>
                    <a:pt x="408355" y="126301"/>
                  </a:lnTo>
                  <a:lnTo>
                    <a:pt x="363334" y="126301"/>
                  </a:lnTo>
                  <a:lnTo>
                    <a:pt x="363334" y="222681"/>
                  </a:lnTo>
                  <a:lnTo>
                    <a:pt x="303352" y="223443"/>
                  </a:lnTo>
                  <a:lnTo>
                    <a:pt x="307670" y="259969"/>
                  </a:lnTo>
                  <a:lnTo>
                    <a:pt x="353326" y="259753"/>
                  </a:lnTo>
                  <a:lnTo>
                    <a:pt x="403047" y="258191"/>
                  </a:lnTo>
                  <a:lnTo>
                    <a:pt x="454596" y="254431"/>
                  </a:lnTo>
                  <a:lnTo>
                    <a:pt x="505752" y="247662"/>
                  </a:lnTo>
                  <a:close/>
                </a:path>
                <a:path w="1689100" h="327659">
                  <a:moveTo>
                    <a:pt x="609104" y="131254"/>
                  </a:moveTo>
                  <a:lnTo>
                    <a:pt x="564591" y="131254"/>
                  </a:lnTo>
                  <a:lnTo>
                    <a:pt x="564591" y="0"/>
                  </a:lnTo>
                  <a:lnTo>
                    <a:pt x="518426" y="0"/>
                  </a:lnTo>
                  <a:lnTo>
                    <a:pt x="518426" y="326669"/>
                  </a:lnTo>
                  <a:lnTo>
                    <a:pt x="564591" y="326669"/>
                  </a:lnTo>
                  <a:lnTo>
                    <a:pt x="564591" y="169545"/>
                  </a:lnTo>
                  <a:lnTo>
                    <a:pt x="609104" y="169545"/>
                  </a:lnTo>
                  <a:lnTo>
                    <a:pt x="609104" y="131254"/>
                  </a:lnTo>
                  <a:close/>
                </a:path>
                <a:path w="1689100" h="327659">
                  <a:moveTo>
                    <a:pt x="869518" y="19900"/>
                  </a:moveTo>
                  <a:lnTo>
                    <a:pt x="824255" y="19900"/>
                  </a:lnTo>
                  <a:lnTo>
                    <a:pt x="824255" y="55537"/>
                  </a:lnTo>
                  <a:lnTo>
                    <a:pt x="824255" y="121488"/>
                  </a:lnTo>
                  <a:lnTo>
                    <a:pt x="755142" y="121488"/>
                  </a:lnTo>
                  <a:lnTo>
                    <a:pt x="755142" y="55537"/>
                  </a:lnTo>
                  <a:lnTo>
                    <a:pt x="824255" y="55537"/>
                  </a:lnTo>
                  <a:lnTo>
                    <a:pt x="824255" y="19900"/>
                  </a:lnTo>
                  <a:lnTo>
                    <a:pt x="710120" y="19900"/>
                  </a:lnTo>
                  <a:lnTo>
                    <a:pt x="710120" y="157251"/>
                  </a:lnTo>
                  <a:lnTo>
                    <a:pt x="869518" y="157251"/>
                  </a:lnTo>
                  <a:lnTo>
                    <a:pt x="869518" y="121488"/>
                  </a:lnTo>
                  <a:lnTo>
                    <a:pt x="869518" y="55537"/>
                  </a:lnTo>
                  <a:lnTo>
                    <a:pt x="869518" y="19900"/>
                  </a:lnTo>
                  <a:close/>
                </a:path>
                <a:path w="1689100" h="327659">
                  <a:moveTo>
                    <a:pt x="966279" y="0"/>
                  </a:moveTo>
                  <a:lnTo>
                    <a:pt x="920877" y="0"/>
                  </a:lnTo>
                  <a:lnTo>
                    <a:pt x="920877" y="185267"/>
                  </a:lnTo>
                  <a:lnTo>
                    <a:pt x="966279" y="185267"/>
                  </a:lnTo>
                  <a:lnTo>
                    <a:pt x="966279" y="0"/>
                  </a:lnTo>
                  <a:close/>
                </a:path>
                <a:path w="1689100" h="327659">
                  <a:moveTo>
                    <a:pt x="984796" y="291287"/>
                  </a:moveTo>
                  <a:lnTo>
                    <a:pt x="941857" y="283349"/>
                  </a:lnTo>
                  <a:lnTo>
                    <a:pt x="922794" y="275437"/>
                  </a:lnTo>
                  <a:lnTo>
                    <a:pt x="910297" y="270256"/>
                  </a:lnTo>
                  <a:lnTo>
                    <a:pt x="889965" y="254139"/>
                  </a:lnTo>
                  <a:lnTo>
                    <a:pt x="880681" y="237134"/>
                  </a:lnTo>
                  <a:lnTo>
                    <a:pt x="972121" y="237134"/>
                  </a:lnTo>
                  <a:lnTo>
                    <a:pt x="972121" y="203276"/>
                  </a:lnTo>
                  <a:lnTo>
                    <a:pt x="879284" y="203276"/>
                  </a:lnTo>
                  <a:lnTo>
                    <a:pt x="879284" y="176263"/>
                  </a:lnTo>
                  <a:lnTo>
                    <a:pt x="833386" y="176263"/>
                  </a:lnTo>
                  <a:lnTo>
                    <a:pt x="833386" y="203276"/>
                  </a:lnTo>
                  <a:lnTo>
                    <a:pt x="740676" y="203276"/>
                  </a:lnTo>
                  <a:lnTo>
                    <a:pt x="740676" y="237134"/>
                  </a:lnTo>
                  <a:lnTo>
                    <a:pt x="831862" y="237134"/>
                  </a:lnTo>
                  <a:lnTo>
                    <a:pt x="822629" y="254533"/>
                  </a:lnTo>
                  <a:lnTo>
                    <a:pt x="802259" y="270827"/>
                  </a:lnTo>
                  <a:lnTo>
                    <a:pt x="770597" y="283806"/>
                  </a:lnTo>
                  <a:lnTo>
                    <a:pt x="727494" y="291287"/>
                  </a:lnTo>
                  <a:lnTo>
                    <a:pt x="743089" y="325907"/>
                  </a:lnTo>
                  <a:lnTo>
                    <a:pt x="781062" y="319430"/>
                  </a:lnTo>
                  <a:lnTo>
                    <a:pt x="812800" y="308419"/>
                  </a:lnTo>
                  <a:lnTo>
                    <a:pt x="838034" y="293547"/>
                  </a:lnTo>
                  <a:lnTo>
                    <a:pt x="856462" y="275437"/>
                  </a:lnTo>
                  <a:lnTo>
                    <a:pt x="874915" y="293471"/>
                  </a:lnTo>
                  <a:lnTo>
                    <a:pt x="900074" y="308419"/>
                  </a:lnTo>
                  <a:lnTo>
                    <a:pt x="931659" y="319506"/>
                  </a:lnTo>
                  <a:lnTo>
                    <a:pt x="969454" y="325907"/>
                  </a:lnTo>
                  <a:lnTo>
                    <a:pt x="984796" y="291287"/>
                  </a:lnTo>
                  <a:close/>
                </a:path>
                <a:path w="1689100" h="327659">
                  <a:moveTo>
                    <a:pt x="1258443" y="26250"/>
                  </a:moveTo>
                  <a:lnTo>
                    <a:pt x="1213421" y="26250"/>
                  </a:lnTo>
                  <a:lnTo>
                    <a:pt x="1213421" y="105460"/>
                  </a:lnTo>
                  <a:lnTo>
                    <a:pt x="1143038" y="105460"/>
                  </a:lnTo>
                  <a:lnTo>
                    <a:pt x="1143038" y="26720"/>
                  </a:lnTo>
                  <a:lnTo>
                    <a:pt x="1097267" y="26720"/>
                  </a:lnTo>
                  <a:lnTo>
                    <a:pt x="1097267" y="105460"/>
                  </a:lnTo>
                  <a:lnTo>
                    <a:pt x="1097267" y="141020"/>
                  </a:lnTo>
                  <a:lnTo>
                    <a:pt x="1097267" y="213423"/>
                  </a:lnTo>
                  <a:lnTo>
                    <a:pt x="1097267" y="251523"/>
                  </a:lnTo>
                  <a:lnTo>
                    <a:pt x="1258443" y="251523"/>
                  </a:lnTo>
                  <a:lnTo>
                    <a:pt x="1258443" y="213804"/>
                  </a:lnTo>
                  <a:lnTo>
                    <a:pt x="1258443" y="213423"/>
                  </a:lnTo>
                  <a:lnTo>
                    <a:pt x="1258443" y="141135"/>
                  </a:lnTo>
                  <a:lnTo>
                    <a:pt x="1213421" y="141135"/>
                  </a:lnTo>
                  <a:lnTo>
                    <a:pt x="1213421" y="213423"/>
                  </a:lnTo>
                  <a:lnTo>
                    <a:pt x="1143038" y="213423"/>
                  </a:lnTo>
                  <a:lnTo>
                    <a:pt x="1143038" y="141020"/>
                  </a:lnTo>
                  <a:lnTo>
                    <a:pt x="1258443" y="141020"/>
                  </a:lnTo>
                  <a:lnTo>
                    <a:pt x="1258443" y="105511"/>
                  </a:lnTo>
                  <a:lnTo>
                    <a:pt x="1258443" y="26250"/>
                  </a:lnTo>
                  <a:close/>
                </a:path>
                <a:path w="1689100" h="327659">
                  <a:moveTo>
                    <a:pt x="1354188" y="0"/>
                  </a:moveTo>
                  <a:lnTo>
                    <a:pt x="1307896" y="0"/>
                  </a:lnTo>
                  <a:lnTo>
                    <a:pt x="1307896" y="327431"/>
                  </a:lnTo>
                  <a:lnTo>
                    <a:pt x="1354188" y="327431"/>
                  </a:lnTo>
                  <a:lnTo>
                    <a:pt x="1354188" y="0"/>
                  </a:lnTo>
                  <a:close/>
                </a:path>
                <a:path w="1689100" h="327659">
                  <a:moveTo>
                    <a:pt x="1661845" y="28397"/>
                  </a:moveTo>
                  <a:lnTo>
                    <a:pt x="1420647" y="28397"/>
                  </a:lnTo>
                  <a:lnTo>
                    <a:pt x="1420647" y="64795"/>
                  </a:lnTo>
                  <a:lnTo>
                    <a:pt x="1615948" y="64795"/>
                  </a:lnTo>
                  <a:lnTo>
                    <a:pt x="1615719" y="94513"/>
                  </a:lnTo>
                  <a:lnTo>
                    <a:pt x="1614411" y="127508"/>
                  </a:lnTo>
                  <a:lnTo>
                    <a:pt x="1611071" y="164592"/>
                  </a:lnTo>
                  <a:lnTo>
                    <a:pt x="1604784" y="206578"/>
                  </a:lnTo>
                  <a:lnTo>
                    <a:pt x="1649806" y="210756"/>
                  </a:lnTo>
                  <a:lnTo>
                    <a:pt x="1656702" y="165100"/>
                  </a:lnTo>
                  <a:lnTo>
                    <a:pt x="1660245" y="125806"/>
                  </a:lnTo>
                  <a:lnTo>
                    <a:pt x="1661591" y="91401"/>
                  </a:lnTo>
                  <a:lnTo>
                    <a:pt x="1661820" y="64795"/>
                  </a:lnTo>
                  <a:lnTo>
                    <a:pt x="1661845" y="28397"/>
                  </a:lnTo>
                  <a:close/>
                </a:path>
                <a:path w="1689100" h="327659">
                  <a:moveTo>
                    <a:pt x="1688985" y="249440"/>
                  </a:moveTo>
                  <a:lnTo>
                    <a:pt x="1581200" y="249440"/>
                  </a:lnTo>
                  <a:lnTo>
                    <a:pt x="1581200" y="146723"/>
                  </a:lnTo>
                  <a:lnTo>
                    <a:pt x="1536179" y="146723"/>
                  </a:lnTo>
                  <a:lnTo>
                    <a:pt x="1536179" y="249440"/>
                  </a:lnTo>
                  <a:lnTo>
                    <a:pt x="1500162" y="249440"/>
                  </a:lnTo>
                  <a:lnTo>
                    <a:pt x="1500162" y="146723"/>
                  </a:lnTo>
                  <a:lnTo>
                    <a:pt x="1454505" y="146723"/>
                  </a:lnTo>
                  <a:lnTo>
                    <a:pt x="1454505" y="249440"/>
                  </a:lnTo>
                  <a:lnTo>
                    <a:pt x="1391234" y="249440"/>
                  </a:lnTo>
                  <a:lnTo>
                    <a:pt x="1391234" y="286600"/>
                  </a:lnTo>
                  <a:lnTo>
                    <a:pt x="1688985" y="286600"/>
                  </a:lnTo>
                  <a:lnTo>
                    <a:pt x="1688985" y="24944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1320459" y="7078467"/>
              <a:ext cx="5310505" cy="0"/>
            </a:xfrm>
            <a:custGeom>
              <a:avLst/>
              <a:gdLst/>
              <a:ahLst/>
              <a:cxnLst/>
              <a:rect l="l" t="t" r="r" b="b"/>
              <a:pathLst>
                <a:path w="5310505">
                  <a:moveTo>
                    <a:pt x="0" y="0"/>
                  </a:moveTo>
                  <a:lnTo>
                    <a:pt x="5309900" y="0"/>
                  </a:lnTo>
                </a:path>
              </a:pathLst>
            </a:custGeom>
            <a:ln w="29628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1468574" y="7311805"/>
              <a:ext cx="593725" cy="593725"/>
            </a:xfrm>
            <a:custGeom>
              <a:avLst/>
              <a:gdLst/>
              <a:ahLst/>
              <a:cxnLst/>
              <a:rect l="l" t="t" r="r" b="b"/>
              <a:pathLst>
                <a:path w="593725" h="593725">
                  <a:moveTo>
                    <a:pt x="296594" y="593189"/>
                  </a:moveTo>
                  <a:lnTo>
                    <a:pt x="248485" y="589307"/>
                  </a:lnTo>
                  <a:lnTo>
                    <a:pt x="202848" y="578068"/>
                  </a:lnTo>
                  <a:lnTo>
                    <a:pt x="160292" y="560083"/>
                  </a:lnTo>
                  <a:lnTo>
                    <a:pt x="121430" y="535963"/>
                  </a:lnTo>
                  <a:lnTo>
                    <a:pt x="86871" y="506318"/>
                  </a:lnTo>
                  <a:lnTo>
                    <a:pt x="57225" y="471759"/>
                  </a:lnTo>
                  <a:lnTo>
                    <a:pt x="33105" y="432896"/>
                  </a:lnTo>
                  <a:lnTo>
                    <a:pt x="15120" y="390340"/>
                  </a:lnTo>
                  <a:lnTo>
                    <a:pt x="3881" y="344703"/>
                  </a:lnTo>
                  <a:lnTo>
                    <a:pt x="0" y="296594"/>
                  </a:lnTo>
                  <a:lnTo>
                    <a:pt x="3881" y="248485"/>
                  </a:lnTo>
                  <a:lnTo>
                    <a:pt x="15120" y="202848"/>
                  </a:lnTo>
                  <a:lnTo>
                    <a:pt x="33105" y="160292"/>
                  </a:lnTo>
                  <a:lnTo>
                    <a:pt x="57225" y="121430"/>
                  </a:lnTo>
                  <a:lnTo>
                    <a:pt x="86871" y="86871"/>
                  </a:lnTo>
                  <a:lnTo>
                    <a:pt x="121430" y="57225"/>
                  </a:lnTo>
                  <a:lnTo>
                    <a:pt x="160292" y="33105"/>
                  </a:lnTo>
                  <a:lnTo>
                    <a:pt x="202848" y="15120"/>
                  </a:lnTo>
                  <a:lnTo>
                    <a:pt x="248485" y="3881"/>
                  </a:lnTo>
                  <a:lnTo>
                    <a:pt x="296594" y="0"/>
                  </a:lnTo>
                  <a:lnTo>
                    <a:pt x="344703" y="3881"/>
                  </a:lnTo>
                  <a:lnTo>
                    <a:pt x="390340" y="15120"/>
                  </a:lnTo>
                  <a:lnTo>
                    <a:pt x="432896" y="33105"/>
                  </a:lnTo>
                  <a:lnTo>
                    <a:pt x="471759" y="57225"/>
                  </a:lnTo>
                  <a:lnTo>
                    <a:pt x="506318" y="86871"/>
                  </a:lnTo>
                  <a:lnTo>
                    <a:pt x="535963" y="121430"/>
                  </a:lnTo>
                  <a:lnTo>
                    <a:pt x="560083" y="160292"/>
                  </a:lnTo>
                  <a:lnTo>
                    <a:pt x="578068" y="202848"/>
                  </a:lnTo>
                  <a:lnTo>
                    <a:pt x="589307" y="248485"/>
                  </a:lnTo>
                  <a:lnTo>
                    <a:pt x="593189" y="296594"/>
                  </a:lnTo>
                  <a:lnTo>
                    <a:pt x="589307" y="344703"/>
                  </a:lnTo>
                  <a:lnTo>
                    <a:pt x="578068" y="390340"/>
                  </a:lnTo>
                  <a:lnTo>
                    <a:pt x="560083" y="432896"/>
                  </a:lnTo>
                  <a:lnTo>
                    <a:pt x="535963" y="471759"/>
                  </a:lnTo>
                  <a:lnTo>
                    <a:pt x="506318" y="506318"/>
                  </a:lnTo>
                  <a:lnTo>
                    <a:pt x="471759" y="535963"/>
                  </a:lnTo>
                  <a:lnTo>
                    <a:pt x="432896" y="560083"/>
                  </a:lnTo>
                  <a:lnTo>
                    <a:pt x="390340" y="578068"/>
                  </a:lnTo>
                  <a:lnTo>
                    <a:pt x="344703" y="589307"/>
                  </a:lnTo>
                  <a:lnTo>
                    <a:pt x="296594" y="593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586144" y="7489641"/>
              <a:ext cx="386267" cy="251018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2500349" y="7871418"/>
              <a:ext cx="300405" cy="12954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821323" y="7873137"/>
              <a:ext cx="100012" cy="127824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946876" y="7871418"/>
              <a:ext cx="294817" cy="12954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299564" y="7871787"/>
              <a:ext cx="102591" cy="12886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455048" y="7871418"/>
              <a:ext cx="238397" cy="129175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714933" y="7873137"/>
              <a:ext cx="127763" cy="12573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3868236" y="7873137"/>
              <a:ext cx="356152" cy="12573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245017" y="7871418"/>
              <a:ext cx="223540" cy="129543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4490045" y="7873137"/>
              <a:ext cx="101547" cy="125737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12529096" y="8825077"/>
              <a:ext cx="1205230" cy="329565"/>
            </a:xfrm>
            <a:custGeom>
              <a:avLst/>
              <a:gdLst/>
              <a:ahLst/>
              <a:cxnLst/>
              <a:rect l="l" t="t" r="r" b="b"/>
              <a:pathLst>
                <a:path w="1205230" h="329565">
                  <a:moveTo>
                    <a:pt x="177292" y="138861"/>
                  </a:moveTo>
                  <a:lnTo>
                    <a:pt x="171399" y="114998"/>
                  </a:lnTo>
                  <a:lnTo>
                    <a:pt x="170065" y="113499"/>
                  </a:lnTo>
                  <a:lnTo>
                    <a:pt x="154889" y="96481"/>
                  </a:lnTo>
                  <a:lnTo>
                    <a:pt x="133921" y="86575"/>
                  </a:lnTo>
                  <a:lnTo>
                    <a:pt x="133921" y="138861"/>
                  </a:lnTo>
                  <a:lnTo>
                    <a:pt x="131165" y="149504"/>
                  </a:lnTo>
                  <a:lnTo>
                    <a:pt x="123596" y="157187"/>
                  </a:lnTo>
                  <a:lnTo>
                    <a:pt x="111963" y="161836"/>
                  </a:lnTo>
                  <a:lnTo>
                    <a:pt x="97015" y="163347"/>
                  </a:lnTo>
                  <a:lnTo>
                    <a:pt x="82054" y="161836"/>
                  </a:lnTo>
                  <a:lnTo>
                    <a:pt x="70523" y="157187"/>
                  </a:lnTo>
                  <a:lnTo>
                    <a:pt x="63119" y="149504"/>
                  </a:lnTo>
                  <a:lnTo>
                    <a:pt x="60490" y="138861"/>
                  </a:lnTo>
                  <a:lnTo>
                    <a:pt x="63119" y="128016"/>
                  </a:lnTo>
                  <a:lnTo>
                    <a:pt x="70523" y="120103"/>
                  </a:lnTo>
                  <a:lnTo>
                    <a:pt x="82054" y="115214"/>
                  </a:lnTo>
                  <a:lnTo>
                    <a:pt x="97015" y="113499"/>
                  </a:lnTo>
                  <a:lnTo>
                    <a:pt x="111963" y="115214"/>
                  </a:lnTo>
                  <a:lnTo>
                    <a:pt x="123596" y="120103"/>
                  </a:lnTo>
                  <a:lnTo>
                    <a:pt x="131165" y="128016"/>
                  </a:lnTo>
                  <a:lnTo>
                    <a:pt x="133921" y="138861"/>
                  </a:lnTo>
                  <a:lnTo>
                    <a:pt x="133921" y="86575"/>
                  </a:lnTo>
                  <a:lnTo>
                    <a:pt x="129514" y="84480"/>
                  </a:lnTo>
                  <a:lnTo>
                    <a:pt x="97015" y="80149"/>
                  </a:lnTo>
                  <a:lnTo>
                    <a:pt x="64008" y="84480"/>
                  </a:lnTo>
                  <a:lnTo>
                    <a:pt x="38379" y="96481"/>
                  </a:lnTo>
                  <a:lnTo>
                    <a:pt x="21805" y="114998"/>
                  </a:lnTo>
                  <a:lnTo>
                    <a:pt x="15976" y="138861"/>
                  </a:lnTo>
                  <a:lnTo>
                    <a:pt x="21831" y="162826"/>
                  </a:lnTo>
                  <a:lnTo>
                    <a:pt x="38430" y="181267"/>
                  </a:lnTo>
                  <a:lnTo>
                    <a:pt x="64058" y="193128"/>
                  </a:lnTo>
                  <a:lnTo>
                    <a:pt x="97015" y="197332"/>
                  </a:lnTo>
                  <a:lnTo>
                    <a:pt x="129514" y="193128"/>
                  </a:lnTo>
                  <a:lnTo>
                    <a:pt x="154889" y="181267"/>
                  </a:lnTo>
                  <a:lnTo>
                    <a:pt x="170929" y="163347"/>
                  </a:lnTo>
                  <a:lnTo>
                    <a:pt x="171399" y="162826"/>
                  </a:lnTo>
                  <a:lnTo>
                    <a:pt x="177292" y="138861"/>
                  </a:lnTo>
                  <a:close/>
                </a:path>
                <a:path w="1205230" h="329565">
                  <a:moveTo>
                    <a:pt x="193776" y="33362"/>
                  </a:moveTo>
                  <a:lnTo>
                    <a:pt x="119837" y="33362"/>
                  </a:lnTo>
                  <a:lnTo>
                    <a:pt x="119837" y="254"/>
                  </a:lnTo>
                  <a:lnTo>
                    <a:pt x="74193" y="254"/>
                  </a:lnTo>
                  <a:lnTo>
                    <a:pt x="74193" y="33362"/>
                  </a:lnTo>
                  <a:lnTo>
                    <a:pt x="0" y="33362"/>
                  </a:lnTo>
                  <a:lnTo>
                    <a:pt x="0" y="69113"/>
                  </a:lnTo>
                  <a:lnTo>
                    <a:pt x="193776" y="69113"/>
                  </a:lnTo>
                  <a:lnTo>
                    <a:pt x="193776" y="33362"/>
                  </a:lnTo>
                  <a:close/>
                </a:path>
                <a:path w="1205230" h="329565">
                  <a:moveTo>
                    <a:pt x="262636" y="270751"/>
                  </a:moveTo>
                  <a:lnTo>
                    <a:pt x="255155" y="247294"/>
                  </a:lnTo>
                  <a:lnTo>
                    <a:pt x="254812" y="246202"/>
                  </a:lnTo>
                  <a:lnTo>
                    <a:pt x="232676" y="227901"/>
                  </a:lnTo>
                  <a:lnTo>
                    <a:pt x="216598" y="222631"/>
                  </a:lnTo>
                  <a:lnTo>
                    <a:pt x="216598" y="270751"/>
                  </a:lnTo>
                  <a:lnTo>
                    <a:pt x="212432" y="280936"/>
                  </a:lnTo>
                  <a:lnTo>
                    <a:pt x="200152" y="288366"/>
                  </a:lnTo>
                  <a:lnTo>
                    <a:pt x="180009" y="292925"/>
                  </a:lnTo>
                  <a:lnTo>
                    <a:pt x="152311" y="294462"/>
                  </a:lnTo>
                  <a:lnTo>
                    <a:pt x="124129" y="292925"/>
                  </a:lnTo>
                  <a:lnTo>
                    <a:pt x="103682" y="288366"/>
                  </a:lnTo>
                  <a:lnTo>
                    <a:pt x="91262" y="280936"/>
                  </a:lnTo>
                  <a:lnTo>
                    <a:pt x="87122" y="270751"/>
                  </a:lnTo>
                  <a:lnTo>
                    <a:pt x="91262" y="260299"/>
                  </a:lnTo>
                  <a:lnTo>
                    <a:pt x="103682" y="252984"/>
                  </a:lnTo>
                  <a:lnTo>
                    <a:pt x="124129" y="248691"/>
                  </a:lnTo>
                  <a:lnTo>
                    <a:pt x="152311" y="247294"/>
                  </a:lnTo>
                  <a:lnTo>
                    <a:pt x="180009" y="248691"/>
                  </a:lnTo>
                  <a:lnTo>
                    <a:pt x="200152" y="252984"/>
                  </a:lnTo>
                  <a:lnTo>
                    <a:pt x="212432" y="260299"/>
                  </a:lnTo>
                  <a:lnTo>
                    <a:pt x="216598" y="270751"/>
                  </a:lnTo>
                  <a:lnTo>
                    <a:pt x="216598" y="222631"/>
                  </a:lnTo>
                  <a:lnTo>
                    <a:pt x="197929" y="216484"/>
                  </a:lnTo>
                  <a:lnTo>
                    <a:pt x="152311" y="212547"/>
                  </a:lnTo>
                  <a:lnTo>
                    <a:pt x="106121" y="216484"/>
                  </a:lnTo>
                  <a:lnTo>
                    <a:pt x="71297" y="227901"/>
                  </a:lnTo>
                  <a:lnTo>
                    <a:pt x="49377" y="246202"/>
                  </a:lnTo>
                  <a:lnTo>
                    <a:pt x="41846" y="270751"/>
                  </a:lnTo>
                  <a:lnTo>
                    <a:pt x="49377" y="294995"/>
                  </a:lnTo>
                  <a:lnTo>
                    <a:pt x="71297" y="313220"/>
                  </a:lnTo>
                  <a:lnTo>
                    <a:pt x="106121" y="324662"/>
                  </a:lnTo>
                  <a:lnTo>
                    <a:pt x="152311" y="328587"/>
                  </a:lnTo>
                  <a:lnTo>
                    <a:pt x="197929" y="324662"/>
                  </a:lnTo>
                  <a:lnTo>
                    <a:pt x="232676" y="313220"/>
                  </a:lnTo>
                  <a:lnTo>
                    <a:pt x="254812" y="294995"/>
                  </a:lnTo>
                  <a:lnTo>
                    <a:pt x="254977" y="294462"/>
                  </a:lnTo>
                  <a:lnTo>
                    <a:pt x="262636" y="270751"/>
                  </a:lnTo>
                  <a:close/>
                </a:path>
                <a:path w="1205230" h="329565">
                  <a:moveTo>
                    <a:pt x="301307" y="49847"/>
                  </a:moveTo>
                  <a:lnTo>
                    <a:pt x="259080" y="49847"/>
                  </a:lnTo>
                  <a:lnTo>
                    <a:pt x="259080" y="2032"/>
                  </a:lnTo>
                  <a:lnTo>
                    <a:pt x="213182" y="2032"/>
                  </a:lnTo>
                  <a:lnTo>
                    <a:pt x="213182" y="209499"/>
                  </a:lnTo>
                  <a:lnTo>
                    <a:pt x="259080" y="209499"/>
                  </a:lnTo>
                  <a:lnTo>
                    <a:pt x="259080" y="157505"/>
                  </a:lnTo>
                  <a:lnTo>
                    <a:pt x="301307" y="157505"/>
                  </a:lnTo>
                  <a:lnTo>
                    <a:pt x="301307" y="120357"/>
                  </a:lnTo>
                  <a:lnTo>
                    <a:pt x="259080" y="120357"/>
                  </a:lnTo>
                  <a:lnTo>
                    <a:pt x="259080" y="86995"/>
                  </a:lnTo>
                  <a:lnTo>
                    <a:pt x="301307" y="86995"/>
                  </a:lnTo>
                  <a:lnTo>
                    <a:pt x="301307" y="49847"/>
                  </a:lnTo>
                  <a:close/>
                </a:path>
                <a:path w="1205230" h="329565">
                  <a:moveTo>
                    <a:pt x="571563" y="141528"/>
                  </a:moveTo>
                  <a:lnTo>
                    <a:pt x="564413" y="119341"/>
                  </a:lnTo>
                  <a:lnTo>
                    <a:pt x="563791" y="117411"/>
                  </a:lnTo>
                  <a:lnTo>
                    <a:pt x="541553" y="99860"/>
                  </a:lnTo>
                  <a:lnTo>
                    <a:pt x="524129" y="94576"/>
                  </a:lnTo>
                  <a:lnTo>
                    <a:pt x="524129" y="141528"/>
                  </a:lnTo>
                  <a:lnTo>
                    <a:pt x="519925" y="151142"/>
                  </a:lnTo>
                  <a:lnTo>
                    <a:pt x="507669" y="157937"/>
                  </a:lnTo>
                  <a:lnTo>
                    <a:pt x="487349" y="161950"/>
                  </a:lnTo>
                  <a:lnTo>
                    <a:pt x="458952" y="163220"/>
                  </a:lnTo>
                  <a:lnTo>
                    <a:pt x="430364" y="161950"/>
                  </a:lnTo>
                  <a:lnTo>
                    <a:pt x="410019" y="157937"/>
                  </a:lnTo>
                  <a:lnTo>
                    <a:pt x="397878" y="151142"/>
                  </a:lnTo>
                  <a:lnTo>
                    <a:pt x="393890" y="141528"/>
                  </a:lnTo>
                  <a:lnTo>
                    <a:pt x="397878" y="131699"/>
                  </a:lnTo>
                  <a:lnTo>
                    <a:pt x="410019" y="124777"/>
                  </a:lnTo>
                  <a:lnTo>
                    <a:pt x="430364" y="120688"/>
                  </a:lnTo>
                  <a:lnTo>
                    <a:pt x="458952" y="119341"/>
                  </a:lnTo>
                  <a:lnTo>
                    <a:pt x="487349" y="120688"/>
                  </a:lnTo>
                  <a:lnTo>
                    <a:pt x="507669" y="124777"/>
                  </a:lnTo>
                  <a:lnTo>
                    <a:pt x="519925" y="131699"/>
                  </a:lnTo>
                  <a:lnTo>
                    <a:pt x="524129" y="141528"/>
                  </a:lnTo>
                  <a:lnTo>
                    <a:pt x="524129" y="94576"/>
                  </a:lnTo>
                  <a:lnTo>
                    <a:pt x="506171" y="89115"/>
                  </a:lnTo>
                  <a:lnTo>
                    <a:pt x="458952" y="85483"/>
                  </a:lnTo>
                  <a:lnTo>
                    <a:pt x="411645" y="89115"/>
                  </a:lnTo>
                  <a:lnTo>
                    <a:pt x="376199" y="99860"/>
                  </a:lnTo>
                  <a:lnTo>
                    <a:pt x="353987" y="117411"/>
                  </a:lnTo>
                  <a:lnTo>
                    <a:pt x="346341" y="141528"/>
                  </a:lnTo>
                  <a:lnTo>
                    <a:pt x="353987" y="165366"/>
                  </a:lnTo>
                  <a:lnTo>
                    <a:pt x="376199" y="182829"/>
                  </a:lnTo>
                  <a:lnTo>
                    <a:pt x="411645" y="193548"/>
                  </a:lnTo>
                  <a:lnTo>
                    <a:pt x="458952" y="197205"/>
                  </a:lnTo>
                  <a:lnTo>
                    <a:pt x="506171" y="193548"/>
                  </a:lnTo>
                  <a:lnTo>
                    <a:pt x="541553" y="182829"/>
                  </a:lnTo>
                  <a:lnTo>
                    <a:pt x="563791" y="165366"/>
                  </a:lnTo>
                  <a:lnTo>
                    <a:pt x="564489" y="163220"/>
                  </a:lnTo>
                  <a:lnTo>
                    <a:pt x="571563" y="141528"/>
                  </a:lnTo>
                  <a:close/>
                </a:path>
                <a:path w="1205230" h="329565">
                  <a:moveTo>
                    <a:pt x="592493" y="36017"/>
                  </a:moveTo>
                  <a:lnTo>
                    <a:pt x="481520" y="36017"/>
                  </a:lnTo>
                  <a:lnTo>
                    <a:pt x="481520" y="1778"/>
                  </a:lnTo>
                  <a:lnTo>
                    <a:pt x="436257" y="1778"/>
                  </a:lnTo>
                  <a:lnTo>
                    <a:pt x="436257" y="36017"/>
                  </a:lnTo>
                  <a:lnTo>
                    <a:pt x="324523" y="36017"/>
                  </a:lnTo>
                  <a:lnTo>
                    <a:pt x="324523" y="72669"/>
                  </a:lnTo>
                  <a:lnTo>
                    <a:pt x="592493" y="72669"/>
                  </a:lnTo>
                  <a:lnTo>
                    <a:pt x="592493" y="36017"/>
                  </a:lnTo>
                  <a:close/>
                </a:path>
                <a:path w="1205230" h="329565">
                  <a:moveTo>
                    <a:pt x="608850" y="213182"/>
                  </a:moveTo>
                  <a:lnTo>
                    <a:pt x="310324" y="213182"/>
                  </a:lnTo>
                  <a:lnTo>
                    <a:pt x="310324" y="250215"/>
                  </a:lnTo>
                  <a:lnTo>
                    <a:pt x="436257" y="250215"/>
                  </a:lnTo>
                  <a:lnTo>
                    <a:pt x="436257" y="328968"/>
                  </a:lnTo>
                  <a:lnTo>
                    <a:pt x="481520" y="328968"/>
                  </a:lnTo>
                  <a:lnTo>
                    <a:pt x="481520" y="250215"/>
                  </a:lnTo>
                  <a:lnTo>
                    <a:pt x="608850" y="250215"/>
                  </a:lnTo>
                  <a:lnTo>
                    <a:pt x="608850" y="213182"/>
                  </a:lnTo>
                  <a:close/>
                </a:path>
                <a:path w="1205230" h="329565">
                  <a:moveTo>
                    <a:pt x="835215" y="9512"/>
                  </a:moveTo>
                  <a:lnTo>
                    <a:pt x="791972" y="9512"/>
                  </a:lnTo>
                  <a:lnTo>
                    <a:pt x="791972" y="88265"/>
                  </a:lnTo>
                  <a:lnTo>
                    <a:pt x="759256" y="88265"/>
                  </a:lnTo>
                  <a:lnTo>
                    <a:pt x="760590" y="76758"/>
                  </a:lnTo>
                  <a:lnTo>
                    <a:pt x="761542" y="65049"/>
                  </a:lnTo>
                  <a:lnTo>
                    <a:pt x="762114" y="53124"/>
                  </a:lnTo>
                  <a:lnTo>
                    <a:pt x="762304" y="40970"/>
                  </a:lnTo>
                  <a:lnTo>
                    <a:pt x="634479" y="40970"/>
                  </a:lnTo>
                  <a:lnTo>
                    <a:pt x="634479" y="77736"/>
                  </a:lnTo>
                  <a:lnTo>
                    <a:pt x="717029" y="77736"/>
                  </a:lnTo>
                  <a:lnTo>
                    <a:pt x="707771" y="122809"/>
                  </a:lnTo>
                  <a:lnTo>
                    <a:pt x="688657" y="162458"/>
                  </a:lnTo>
                  <a:lnTo>
                    <a:pt x="658355" y="197434"/>
                  </a:lnTo>
                  <a:lnTo>
                    <a:pt x="615581" y="228523"/>
                  </a:lnTo>
                  <a:lnTo>
                    <a:pt x="642340" y="260604"/>
                  </a:lnTo>
                  <a:lnTo>
                    <a:pt x="682955" y="231851"/>
                  </a:lnTo>
                  <a:lnTo>
                    <a:pt x="714108" y="199669"/>
                  </a:lnTo>
                  <a:lnTo>
                    <a:pt x="736714" y="164172"/>
                  </a:lnTo>
                  <a:lnTo>
                    <a:pt x="751649" y="125425"/>
                  </a:lnTo>
                  <a:lnTo>
                    <a:pt x="791972" y="125425"/>
                  </a:lnTo>
                  <a:lnTo>
                    <a:pt x="791972" y="169557"/>
                  </a:lnTo>
                  <a:lnTo>
                    <a:pt x="745693" y="169557"/>
                  </a:lnTo>
                  <a:lnTo>
                    <a:pt x="745693" y="206590"/>
                  </a:lnTo>
                  <a:lnTo>
                    <a:pt x="791972" y="206590"/>
                  </a:lnTo>
                  <a:lnTo>
                    <a:pt x="791972" y="314121"/>
                  </a:lnTo>
                  <a:lnTo>
                    <a:pt x="835215" y="314121"/>
                  </a:lnTo>
                  <a:lnTo>
                    <a:pt x="835215" y="125425"/>
                  </a:lnTo>
                  <a:lnTo>
                    <a:pt x="835215" y="88265"/>
                  </a:lnTo>
                  <a:lnTo>
                    <a:pt x="835215" y="9512"/>
                  </a:lnTo>
                  <a:close/>
                </a:path>
                <a:path w="1205230" h="329565">
                  <a:moveTo>
                    <a:pt x="903325" y="2032"/>
                  </a:moveTo>
                  <a:lnTo>
                    <a:pt x="860196" y="2032"/>
                  </a:lnTo>
                  <a:lnTo>
                    <a:pt x="860196" y="328714"/>
                  </a:lnTo>
                  <a:lnTo>
                    <a:pt x="903325" y="328714"/>
                  </a:lnTo>
                  <a:lnTo>
                    <a:pt x="903325" y="2032"/>
                  </a:lnTo>
                  <a:close/>
                </a:path>
                <a:path w="1205230" h="329565">
                  <a:moveTo>
                    <a:pt x="1135278" y="26377"/>
                  </a:moveTo>
                  <a:lnTo>
                    <a:pt x="1061085" y="26377"/>
                  </a:lnTo>
                  <a:lnTo>
                    <a:pt x="1061085" y="0"/>
                  </a:lnTo>
                  <a:lnTo>
                    <a:pt x="1015428" y="0"/>
                  </a:lnTo>
                  <a:lnTo>
                    <a:pt x="1015428" y="26377"/>
                  </a:lnTo>
                  <a:lnTo>
                    <a:pt x="941882" y="26377"/>
                  </a:lnTo>
                  <a:lnTo>
                    <a:pt x="941882" y="59613"/>
                  </a:lnTo>
                  <a:lnTo>
                    <a:pt x="1135278" y="59613"/>
                  </a:lnTo>
                  <a:lnTo>
                    <a:pt x="1135278" y="26377"/>
                  </a:lnTo>
                  <a:close/>
                </a:path>
                <a:path w="1205230" h="329565">
                  <a:moveTo>
                    <a:pt x="1141488" y="203542"/>
                  </a:moveTo>
                  <a:lnTo>
                    <a:pt x="1138897" y="179324"/>
                  </a:lnTo>
                  <a:lnTo>
                    <a:pt x="1138186" y="172732"/>
                  </a:lnTo>
                  <a:lnTo>
                    <a:pt x="1119403" y="174840"/>
                  </a:lnTo>
                  <a:lnTo>
                    <a:pt x="1100213" y="176644"/>
                  </a:lnTo>
                  <a:lnTo>
                    <a:pt x="1080731" y="178130"/>
                  </a:lnTo>
                  <a:lnTo>
                    <a:pt x="1061085" y="179324"/>
                  </a:lnTo>
                  <a:lnTo>
                    <a:pt x="1061085" y="163601"/>
                  </a:lnTo>
                  <a:lnTo>
                    <a:pt x="1085392" y="157746"/>
                  </a:lnTo>
                  <a:lnTo>
                    <a:pt x="1103998" y="147675"/>
                  </a:lnTo>
                  <a:lnTo>
                    <a:pt x="1115288" y="134556"/>
                  </a:lnTo>
                  <a:lnTo>
                    <a:pt x="1115923" y="133819"/>
                  </a:lnTo>
                  <a:lnTo>
                    <a:pt x="1120178" y="116547"/>
                  </a:lnTo>
                  <a:lnTo>
                    <a:pt x="1114590" y="97523"/>
                  </a:lnTo>
                  <a:lnTo>
                    <a:pt x="1114158" y="96075"/>
                  </a:lnTo>
                  <a:lnTo>
                    <a:pt x="1097432" y="80454"/>
                  </a:lnTo>
                  <a:lnTo>
                    <a:pt x="1076426" y="72351"/>
                  </a:lnTo>
                  <a:lnTo>
                    <a:pt x="1076426" y="116547"/>
                  </a:lnTo>
                  <a:lnTo>
                    <a:pt x="1073607" y="124409"/>
                  </a:lnTo>
                  <a:lnTo>
                    <a:pt x="1065860" y="130073"/>
                  </a:lnTo>
                  <a:lnTo>
                    <a:pt x="1053947" y="133477"/>
                  </a:lnTo>
                  <a:lnTo>
                    <a:pt x="1038644" y="134556"/>
                  </a:lnTo>
                  <a:lnTo>
                    <a:pt x="1022896" y="133477"/>
                  </a:lnTo>
                  <a:lnTo>
                    <a:pt x="1010996" y="130073"/>
                  </a:lnTo>
                  <a:lnTo>
                    <a:pt x="1003477" y="124409"/>
                  </a:lnTo>
                  <a:lnTo>
                    <a:pt x="1000848" y="116547"/>
                  </a:lnTo>
                  <a:lnTo>
                    <a:pt x="1003477" y="108229"/>
                  </a:lnTo>
                  <a:lnTo>
                    <a:pt x="1010996" y="102285"/>
                  </a:lnTo>
                  <a:lnTo>
                    <a:pt x="1022896" y="98717"/>
                  </a:lnTo>
                  <a:lnTo>
                    <a:pt x="1038644" y="97523"/>
                  </a:lnTo>
                  <a:lnTo>
                    <a:pt x="1053947" y="98717"/>
                  </a:lnTo>
                  <a:lnTo>
                    <a:pt x="1065860" y="102285"/>
                  </a:lnTo>
                  <a:lnTo>
                    <a:pt x="1073607" y="108229"/>
                  </a:lnTo>
                  <a:lnTo>
                    <a:pt x="1076426" y="116547"/>
                  </a:lnTo>
                  <a:lnTo>
                    <a:pt x="1076426" y="72351"/>
                  </a:lnTo>
                  <a:lnTo>
                    <a:pt x="1071689" y="70523"/>
                  </a:lnTo>
                  <a:lnTo>
                    <a:pt x="1038644" y="67094"/>
                  </a:lnTo>
                  <a:lnTo>
                    <a:pt x="1004963" y="70523"/>
                  </a:lnTo>
                  <a:lnTo>
                    <a:pt x="979106" y="80454"/>
                  </a:lnTo>
                  <a:lnTo>
                    <a:pt x="962558" y="96075"/>
                  </a:lnTo>
                  <a:lnTo>
                    <a:pt x="956843" y="116547"/>
                  </a:lnTo>
                  <a:lnTo>
                    <a:pt x="960831" y="133819"/>
                  </a:lnTo>
                  <a:lnTo>
                    <a:pt x="972489" y="147637"/>
                  </a:lnTo>
                  <a:lnTo>
                    <a:pt x="990993" y="157683"/>
                  </a:lnTo>
                  <a:lnTo>
                    <a:pt x="1015428" y="163601"/>
                  </a:lnTo>
                  <a:lnTo>
                    <a:pt x="1015428" y="181102"/>
                  </a:lnTo>
                  <a:lnTo>
                    <a:pt x="993444" y="181559"/>
                  </a:lnTo>
                  <a:lnTo>
                    <a:pt x="932116" y="181978"/>
                  </a:lnTo>
                  <a:lnTo>
                    <a:pt x="938072" y="216598"/>
                  </a:lnTo>
                  <a:lnTo>
                    <a:pt x="984377" y="216242"/>
                  </a:lnTo>
                  <a:lnTo>
                    <a:pt x="1035316" y="214541"/>
                  </a:lnTo>
                  <a:lnTo>
                    <a:pt x="1088478" y="210616"/>
                  </a:lnTo>
                  <a:lnTo>
                    <a:pt x="1141488" y="203542"/>
                  </a:lnTo>
                  <a:close/>
                </a:path>
                <a:path w="1205230" h="329565">
                  <a:moveTo>
                    <a:pt x="1204899" y="236131"/>
                  </a:moveTo>
                  <a:lnTo>
                    <a:pt x="977900" y="236131"/>
                  </a:lnTo>
                  <a:lnTo>
                    <a:pt x="977900" y="271259"/>
                  </a:lnTo>
                  <a:lnTo>
                    <a:pt x="1158481" y="271259"/>
                  </a:lnTo>
                  <a:lnTo>
                    <a:pt x="1158481" y="328714"/>
                  </a:lnTo>
                  <a:lnTo>
                    <a:pt x="1204899" y="328714"/>
                  </a:lnTo>
                  <a:lnTo>
                    <a:pt x="1204899" y="236131"/>
                  </a:lnTo>
                  <a:close/>
                </a:path>
                <a:path w="1205230" h="329565">
                  <a:moveTo>
                    <a:pt x="1204899" y="2794"/>
                  </a:moveTo>
                  <a:lnTo>
                    <a:pt x="1158481" y="2794"/>
                  </a:lnTo>
                  <a:lnTo>
                    <a:pt x="1158481" y="223329"/>
                  </a:lnTo>
                  <a:lnTo>
                    <a:pt x="1204899" y="223329"/>
                  </a:lnTo>
                  <a:lnTo>
                    <a:pt x="1204899" y="2794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1396815" y="8521854"/>
              <a:ext cx="5310505" cy="0"/>
            </a:xfrm>
            <a:custGeom>
              <a:avLst/>
              <a:gdLst/>
              <a:ahLst/>
              <a:cxnLst/>
              <a:rect l="l" t="t" r="r" b="b"/>
              <a:pathLst>
                <a:path w="5310505">
                  <a:moveTo>
                    <a:pt x="0" y="0"/>
                  </a:moveTo>
                  <a:lnTo>
                    <a:pt x="5309900" y="0"/>
                  </a:lnTo>
                </a:path>
              </a:pathLst>
            </a:custGeom>
            <a:ln w="29628">
              <a:solidFill>
                <a:srgbClr val="FFFF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1544929" y="8755191"/>
              <a:ext cx="593725" cy="593725"/>
            </a:xfrm>
            <a:custGeom>
              <a:avLst/>
              <a:gdLst/>
              <a:ahLst/>
              <a:cxnLst/>
              <a:rect l="l" t="t" r="r" b="b"/>
              <a:pathLst>
                <a:path w="593725" h="593725">
                  <a:moveTo>
                    <a:pt x="296594" y="593189"/>
                  </a:moveTo>
                  <a:lnTo>
                    <a:pt x="248485" y="589307"/>
                  </a:lnTo>
                  <a:lnTo>
                    <a:pt x="202848" y="578068"/>
                  </a:lnTo>
                  <a:lnTo>
                    <a:pt x="160292" y="560083"/>
                  </a:lnTo>
                  <a:lnTo>
                    <a:pt x="121430" y="535963"/>
                  </a:lnTo>
                  <a:lnTo>
                    <a:pt x="86871" y="506318"/>
                  </a:lnTo>
                  <a:lnTo>
                    <a:pt x="57225" y="471759"/>
                  </a:lnTo>
                  <a:lnTo>
                    <a:pt x="33105" y="432896"/>
                  </a:lnTo>
                  <a:lnTo>
                    <a:pt x="15120" y="390340"/>
                  </a:lnTo>
                  <a:lnTo>
                    <a:pt x="3881" y="344703"/>
                  </a:lnTo>
                  <a:lnTo>
                    <a:pt x="0" y="296594"/>
                  </a:lnTo>
                  <a:lnTo>
                    <a:pt x="3881" y="248485"/>
                  </a:lnTo>
                  <a:lnTo>
                    <a:pt x="15120" y="202848"/>
                  </a:lnTo>
                  <a:lnTo>
                    <a:pt x="33105" y="160292"/>
                  </a:lnTo>
                  <a:lnTo>
                    <a:pt x="57225" y="121430"/>
                  </a:lnTo>
                  <a:lnTo>
                    <a:pt x="86871" y="86871"/>
                  </a:lnTo>
                  <a:lnTo>
                    <a:pt x="121430" y="57225"/>
                  </a:lnTo>
                  <a:lnTo>
                    <a:pt x="160292" y="33105"/>
                  </a:lnTo>
                  <a:lnTo>
                    <a:pt x="202848" y="15120"/>
                  </a:lnTo>
                  <a:lnTo>
                    <a:pt x="248485" y="3881"/>
                  </a:lnTo>
                  <a:lnTo>
                    <a:pt x="296594" y="0"/>
                  </a:lnTo>
                  <a:lnTo>
                    <a:pt x="344703" y="3881"/>
                  </a:lnTo>
                  <a:lnTo>
                    <a:pt x="390340" y="15120"/>
                  </a:lnTo>
                  <a:lnTo>
                    <a:pt x="432896" y="33105"/>
                  </a:lnTo>
                  <a:lnTo>
                    <a:pt x="471759" y="57225"/>
                  </a:lnTo>
                  <a:lnTo>
                    <a:pt x="506318" y="86871"/>
                  </a:lnTo>
                  <a:lnTo>
                    <a:pt x="535963" y="121430"/>
                  </a:lnTo>
                  <a:lnTo>
                    <a:pt x="560083" y="160292"/>
                  </a:lnTo>
                  <a:lnTo>
                    <a:pt x="578068" y="202848"/>
                  </a:lnTo>
                  <a:lnTo>
                    <a:pt x="589307" y="248485"/>
                  </a:lnTo>
                  <a:lnTo>
                    <a:pt x="593189" y="296594"/>
                  </a:lnTo>
                  <a:lnTo>
                    <a:pt x="589307" y="344703"/>
                  </a:lnTo>
                  <a:lnTo>
                    <a:pt x="578068" y="390340"/>
                  </a:lnTo>
                  <a:lnTo>
                    <a:pt x="560083" y="432896"/>
                  </a:lnTo>
                  <a:lnTo>
                    <a:pt x="535963" y="471759"/>
                  </a:lnTo>
                  <a:lnTo>
                    <a:pt x="506318" y="506318"/>
                  </a:lnTo>
                  <a:lnTo>
                    <a:pt x="471759" y="535963"/>
                  </a:lnTo>
                  <a:lnTo>
                    <a:pt x="432896" y="560083"/>
                  </a:lnTo>
                  <a:lnTo>
                    <a:pt x="390340" y="578068"/>
                  </a:lnTo>
                  <a:lnTo>
                    <a:pt x="344703" y="589307"/>
                  </a:lnTo>
                  <a:lnTo>
                    <a:pt x="296594" y="593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659821" y="8933027"/>
              <a:ext cx="391123" cy="251017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12576696" y="9316719"/>
              <a:ext cx="78105" cy="125730"/>
            </a:xfrm>
            <a:custGeom>
              <a:avLst/>
              <a:gdLst/>
              <a:ahLst/>
              <a:cxnLst/>
              <a:rect l="l" t="t" r="r" b="b"/>
              <a:pathLst>
                <a:path w="78104" h="125729">
                  <a:moveTo>
                    <a:pt x="78092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54610"/>
                  </a:lnTo>
                  <a:lnTo>
                    <a:pt x="0" y="71120"/>
                  </a:lnTo>
                  <a:lnTo>
                    <a:pt x="0" y="125730"/>
                  </a:lnTo>
                  <a:lnTo>
                    <a:pt x="19100" y="125730"/>
                  </a:lnTo>
                  <a:lnTo>
                    <a:pt x="19100" y="71120"/>
                  </a:lnTo>
                  <a:lnTo>
                    <a:pt x="72453" y="71120"/>
                  </a:lnTo>
                  <a:lnTo>
                    <a:pt x="72453" y="54610"/>
                  </a:lnTo>
                  <a:lnTo>
                    <a:pt x="19100" y="54610"/>
                  </a:lnTo>
                  <a:lnTo>
                    <a:pt x="19100" y="16510"/>
                  </a:lnTo>
                  <a:lnTo>
                    <a:pt x="78092" y="16510"/>
                  </a:lnTo>
                  <a:lnTo>
                    <a:pt x="78092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676042" y="9316524"/>
              <a:ext cx="100012" cy="127824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12795390" y="9316719"/>
              <a:ext cx="97790" cy="125730"/>
            </a:xfrm>
            <a:custGeom>
              <a:avLst/>
              <a:gdLst/>
              <a:ahLst/>
              <a:cxnLst/>
              <a:rect l="l" t="t" r="r" b="b"/>
              <a:pathLst>
                <a:path w="97790" h="125729">
                  <a:moveTo>
                    <a:pt x="97434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39230" y="16510"/>
                  </a:lnTo>
                  <a:lnTo>
                    <a:pt x="39230" y="125730"/>
                  </a:lnTo>
                  <a:lnTo>
                    <a:pt x="58318" y="125730"/>
                  </a:lnTo>
                  <a:lnTo>
                    <a:pt x="58318" y="16510"/>
                  </a:lnTo>
                  <a:lnTo>
                    <a:pt x="97434" y="16510"/>
                  </a:lnTo>
                  <a:lnTo>
                    <a:pt x="97434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912167" y="9316524"/>
              <a:ext cx="100012" cy="12782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3037720" y="9316524"/>
              <a:ext cx="189157" cy="125925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3292272" y="9316524"/>
              <a:ext cx="88470" cy="12573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3400817" y="9316524"/>
              <a:ext cx="316061" cy="125925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3737446" y="9314805"/>
              <a:ext cx="93689" cy="1295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10345" cy="6503670"/>
            </a:xfrm>
            <a:custGeom>
              <a:avLst/>
              <a:gdLst/>
              <a:ahLst/>
              <a:cxnLst/>
              <a:rect l="l" t="t" r="r" b="b"/>
              <a:pathLst>
                <a:path w="9110345" h="6503670">
                  <a:moveTo>
                    <a:pt x="2424290" y="6503647"/>
                  </a:moveTo>
                  <a:lnTo>
                    <a:pt x="2368829" y="6503423"/>
                  </a:lnTo>
                  <a:lnTo>
                    <a:pt x="2258443" y="6501634"/>
                  </a:lnTo>
                  <a:lnTo>
                    <a:pt x="2148498" y="6498069"/>
                  </a:lnTo>
                  <a:lnTo>
                    <a:pt x="2039006" y="6492741"/>
                  </a:lnTo>
                  <a:lnTo>
                    <a:pt x="1929982" y="6485665"/>
                  </a:lnTo>
                  <a:lnTo>
                    <a:pt x="1821440" y="6476855"/>
                  </a:lnTo>
                  <a:lnTo>
                    <a:pt x="1713393" y="6466323"/>
                  </a:lnTo>
                  <a:lnTo>
                    <a:pt x="1605855" y="6454084"/>
                  </a:lnTo>
                  <a:lnTo>
                    <a:pt x="1498840" y="6440152"/>
                  </a:lnTo>
                  <a:lnTo>
                    <a:pt x="1392361" y="6424541"/>
                  </a:lnTo>
                  <a:lnTo>
                    <a:pt x="1286433" y="6407263"/>
                  </a:lnTo>
                  <a:lnTo>
                    <a:pt x="1181070" y="6388333"/>
                  </a:lnTo>
                  <a:lnTo>
                    <a:pt x="1076284" y="6367765"/>
                  </a:lnTo>
                  <a:lnTo>
                    <a:pt x="972090" y="6345573"/>
                  </a:lnTo>
                  <a:lnTo>
                    <a:pt x="868501" y="6321770"/>
                  </a:lnTo>
                  <a:lnTo>
                    <a:pt x="765532" y="6296369"/>
                  </a:lnTo>
                  <a:lnTo>
                    <a:pt x="663195" y="6269386"/>
                  </a:lnTo>
                  <a:lnTo>
                    <a:pt x="561506" y="6240833"/>
                  </a:lnTo>
                  <a:lnTo>
                    <a:pt x="460477" y="6210725"/>
                  </a:lnTo>
                  <a:lnTo>
                    <a:pt x="360123" y="6179074"/>
                  </a:lnTo>
                  <a:lnTo>
                    <a:pt x="260456" y="6145895"/>
                  </a:lnTo>
                  <a:lnTo>
                    <a:pt x="161492" y="6111202"/>
                  </a:lnTo>
                  <a:lnTo>
                    <a:pt x="63243" y="6075009"/>
                  </a:lnTo>
                  <a:lnTo>
                    <a:pt x="0" y="6050728"/>
                  </a:lnTo>
                  <a:lnTo>
                    <a:pt x="0" y="0"/>
                  </a:lnTo>
                  <a:lnTo>
                    <a:pt x="9109849" y="0"/>
                  </a:lnTo>
                  <a:lnTo>
                    <a:pt x="9108821" y="36203"/>
                  </a:lnTo>
                  <a:lnTo>
                    <a:pt x="9106818" y="91119"/>
                  </a:lnTo>
                  <a:lnTo>
                    <a:pt x="9104373" y="145923"/>
                  </a:lnTo>
                  <a:lnTo>
                    <a:pt x="9101490" y="200611"/>
                  </a:lnTo>
                  <a:lnTo>
                    <a:pt x="9098170" y="255182"/>
                  </a:lnTo>
                  <a:lnTo>
                    <a:pt x="9094414" y="309635"/>
                  </a:lnTo>
                  <a:lnTo>
                    <a:pt x="9090225" y="363967"/>
                  </a:lnTo>
                  <a:lnTo>
                    <a:pt x="9085604" y="418177"/>
                  </a:lnTo>
                  <a:lnTo>
                    <a:pt x="9080552" y="472264"/>
                  </a:lnTo>
                  <a:lnTo>
                    <a:pt x="9075072" y="526224"/>
                  </a:lnTo>
                  <a:lnTo>
                    <a:pt x="9069165" y="580058"/>
                  </a:lnTo>
                  <a:lnTo>
                    <a:pt x="9062833" y="633762"/>
                  </a:lnTo>
                  <a:lnTo>
                    <a:pt x="9056078" y="687336"/>
                  </a:lnTo>
                  <a:lnTo>
                    <a:pt x="9048901" y="740777"/>
                  </a:lnTo>
                  <a:lnTo>
                    <a:pt x="9041304" y="794084"/>
                  </a:lnTo>
                  <a:lnTo>
                    <a:pt x="9033289" y="847256"/>
                  </a:lnTo>
                  <a:lnTo>
                    <a:pt x="9024858" y="900289"/>
                  </a:lnTo>
                  <a:lnTo>
                    <a:pt x="9016012" y="953184"/>
                  </a:lnTo>
                  <a:lnTo>
                    <a:pt x="9006753" y="1005937"/>
                  </a:lnTo>
                  <a:lnTo>
                    <a:pt x="8997082" y="1058547"/>
                  </a:lnTo>
                  <a:lnTo>
                    <a:pt x="8987002" y="1111013"/>
                  </a:lnTo>
                  <a:lnTo>
                    <a:pt x="8976514" y="1163333"/>
                  </a:lnTo>
                  <a:lnTo>
                    <a:pt x="8965620" y="1215505"/>
                  </a:lnTo>
                  <a:lnTo>
                    <a:pt x="8954322" y="1267527"/>
                  </a:lnTo>
                  <a:lnTo>
                    <a:pt x="8942621" y="1319398"/>
                  </a:lnTo>
                  <a:lnTo>
                    <a:pt x="8930519" y="1371116"/>
                  </a:lnTo>
                  <a:lnTo>
                    <a:pt x="8918017" y="1422679"/>
                  </a:lnTo>
                  <a:lnTo>
                    <a:pt x="8905118" y="1474085"/>
                  </a:lnTo>
                  <a:lnTo>
                    <a:pt x="8891824" y="1525333"/>
                  </a:lnTo>
                  <a:lnTo>
                    <a:pt x="8878135" y="1576422"/>
                  </a:lnTo>
                  <a:lnTo>
                    <a:pt x="8864054" y="1627348"/>
                  </a:lnTo>
                  <a:lnTo>
                    <a:pt x="8849582" y="1678111"/>
                  </a:lnTo>
                  <a:lnTo>
                    <a:pt x="8834721" y="1728709"/>
                  </a:lnTo>
                  <a:lnTo>
                    <a:pt x="8819473" y="1779140"/>
                  </a:lnTo>
                  <a:lnTo>
                    <a:pt x="8803840" y="1829402"/>
                  </a:lnTo>
                  <a:lnTo>
                    <a:pt x="8787823" y="1879495"/>
                  </a:lnTo>
                  <a:lnTo>
                    <a:pt x="8771424" y="1929415"/>
                  </a:lnTo>
                  <a:lnTo>
                    <a:pt x="8754644" y="1979161"/>
                  </a:lnTo>
                  <a:lnTo>
                    <a:pt x="8737486" y="2028732"/>
                  </a:lnTo>
                  <a:lnTo>
                    <a:pt x="8719951" y="2078125"/>
                  </a:lnTo>
                  <a:lnTo>
                    <a:pt x="8702041" y="2127340"/>
                  </a:lnTo>
                  <a:lnTo>
                    <a:pt x="8683758" y="2176374"/>
                  </a:lnTo>
                  <a:lnTo>
                    <a:pt x="8665102" y="2225226"/>
                  </a:lnTo>
                  <a:lnTo>
                    <a:pt x="8646077" y="2273894"/>
                  </a:lnTo>
                  <a:lnTo>
                    <a:pt x="8626684" y="2322376"/>
                  </a:lnTo>
                  <a:lnTo>
                    <a:pt x="8606924" y="2370670"/>
                  </a:lnTo>
                  <a:lnTo>
                    <a:pt x="8586799" y="2418775"/>
                  </a:lnTo>
                  <a:lnTo>
                    <a:pt x="8566311" y="2466689"/>
                  </a:lnTo>
                  <a:lnTo>
                    <a:pt x="8545462" y="2514411"/>
                  </a:lnTo>
                  <a:lnTo>
                    <a:pt x="8524253" y="2561938"/>
                  </a:lnTo>
                  <a:lnTo>
                    <a:pt x="8502686" y="2609269"/>
                  </a:lnTo>
                  <a:lnTo>
                    <a:pt x="8480763" y="2656402"/>
                  </a:lnTo>
                  <a:lnTo>
                    <a:pt x="8458485" y="2703335"/>
                  </a:lnTo>
                  <a:lnTo>
                    <a:pt x="8435855" y="2750068"/>
                  </a:lnTo>
                  <a:lnTo>
                    <a:pt x="8412873" y="2796597"/>
                  </a:lnTo>
                  <a:lnTo>
                    <a:pt x="8389543" y="2842921"/>
                  </a:lnTo>
                  <a:lnTo>
                    <a:pt x="8365864" y="2889039"/>
                  </a:lnTo>
                  <a:lnTo>
                    <a:pt x="8341840" y="2934949"/>
                  </a:lnTo>
                  <a:lnTo>
                    <a:pt x="8317471" y="2980649"/>
                  </a:lnTo>
                  <a:lnTo>
                    <a:pt x="8292761" y="3026137"/>
                  </a:lnTo>
                  <a:lnTo>
                    <a:pt x="8267709" y="3071412"/>
                  </a:lnTo>
                  <a:lnTo>
                    <a:pt x="8242318" y="3116472"/>
                  </a:lnTo>
                  <a:lnTo>
                    <a:pt x="8216591" y="3161315"/>
                  </a:lnTo>
                  <a:lnTo>
                    <a:pt x="8190527" y="3205940"/>
                  </a:lnTo>
                  <a:lnTo>
                    <a:pt x="8164130" y="3250344"/>
                  </a:lnTo>
                  <a:lnTo>
                    <a:pt x="8137400" y="3294527"/>
                  </a:lnTo>
                  <a:lnTo>
                    <a:pt x="8110341" y="3338485"/>
                  </a:lnTo>
                  <a:lnTo>
                    <a:pt x="8082952" y="3382219"/>
                  </a:lnTo>
                  <a:lnTo>
                    <a:pt x="8055237" y="3425725"/>
                  </a:lnTo>
                  <a:lnTo>
                    <a:pt x="8027196" y="3469002"/>
                  </a:lnTo>
                  <a:lnTo>
                    <a:pt x="7998832" y="3512049"/>
                  </a:lnTo>
                  <a:lnTo>
                    <a:pt x="7970146" y="3554864"/>
                  </a:lnTo>
                  <a:lnTo>
                    <a:pt x="7941140" y="3597444"/>
                  </a:lnTo>
                  <a:lnTo>
                    <a:pt x="7911816" y="3639789"/>
                  </a:lnTo>
                  <a:lnTo>
                    <a:pt x="7882175" y="3681897"/>
                  </a:lnTo>
                  <a:lnTo>
                    <a:pt x="7852219" y="3723765"/>
                  </a:lnTo>
                  <a:lnTo>
                    <a:pt x="7821950" y="3765392"/>
                  </a:lnTo>
                  <a:lnTo>
                    <a:pt x="7791369" y="3806777"/>
                  </a:lnTo>
                  <a:lnTo>
                    <a:pt x="7760479" y="3847918"/>
                  </a:lnTo>
                  <a:lnTo>
                    <a:pt x="7729281" y="3888812"/>
                  </a:lnTo>
                  <a:lnTo>
                    <a:pt x="7697776" y="3929459"/>
                  </a:lnTo>
                  <a:lnTo>
                    <a:pt x="7665967" y="3969856"/>
                  </a:lnTo>
                  <a:lnTo>
                    <a:pt x="7633855" y="4010002"/>
                  </a:lnTo>
                  <a:lnTo>
                    <a:pt x="7601442" y="4049895"/>
                  </a:lnTo>
                  <a:lnTo>
                    <a:pt x="7568730" y="4089533"/>
                  </a:lnTo>
                  <a:lnTo>
                    <a:pt x="7535720" y="4128915"/>
                  </a:lnTo>
                  <a:lnTo>
                    <a:pt x="7502413" y="4168039"/>
                  </a:lnTo>
                  <a:lnTo>
                    <a:pt x="7468813" y="4206903"/>
                  </a:lnTo>
                  <a:lnTo>
                    <a:pt x="7434920" y="4245505"/>
                  </a:lnTo>
                  <a:lnTo>
                    <a:pt x="7400736" y="4283844"/>
                  </a:lnTo>
                  <a:lnTo>
                    <a:pt x="7366263" y="4321919"/>
                  </a:lnTo>
                  <a:lnTo>
                    <a:pt x="7331503" y="4359726"/>
                  </a:lnTo>
                  <a:lnTo>
                    <a:pt x="7296457" y="4397265"/>
                  </a:lnTo>
                  <a:lnTo>
                    <a:pt x="7261128" y="4434534"/>
                  </a:lnTo>
                  <a:lnTo>
                    <a:pt x="7225516" y="4471531"/>
                  </a:lnTo>
                  <a:lnTo>
                    <a:pt x="7189623" y="4508255"/>
                  </a:lnTo>
                  <a:lnTo>
                    <a:pt x="7153452" y="4544703"/>
                  </a:lnTo>
                  <a:lnTo>
                    <a:pt x="7117004" y="4580874"/>
                  </a:lnTo>
                  <a:lnTo>
                    <a:pt x="7080280" y="4616767"/>
                  </a:lnTo>
                  <a:lnTo>
                    <a:pt x="7043283" y="4652379"/>
                  </a:lnTo>
                  <a:lnTo>
                    <a:pt x="7006014" y="4687709"/>
                  </a:lnTo>
                  <a:lnTo>
                    <a:pt x="6968475" y="4722754"/>
                  </a:lnTo>
                  <a:lnTo>
                    <a:pt x="6930668" y="4757515"/>
                  </a:lnTo>
                  <a:lnTo>
                    <a:pt x="6892593" y="4791987"/>
                  </a:lnTo>
                  <a:lnTo>
                    <a:pt x="6854254" y="4826171"/>
                  </a:lnTo>
                  <a:lnTo>
                    <a:pt x="6815652" y="4860064"/>
                  </a:lnTo>
                  <a:lnTo>
                    <a:pt x="6776788" y="4893664"/>
                  </a:lnTo>
                  <a:lnTo>
                    <a:pt x="6737664" y="4926971"/>
                  </a:lnTo>
                  <a:lnTo>
                    <a:pt x="6698282" y="4959981"/>
                  </a:lnTo>
                  <a:lnTo>
                    <a:pt x="6658643" y="4992693"/>
                  </a:lnTo>
                  <a:lnTo>
                    <a:pt x="6618750" y="5025106"/>
                  </a:lnTo>
                  <a:lnTo>
                    <a:pt x="6578605" y="5057218"/>
                  </a:lnTo>
                  <a:lnTo>
                    <a:pt x="6538207" y="5089028"/>
                  </a:lnTo>
                  <a:lnTo>
                    <a:pt x="6497561" y="5120532"/>
                  </a:lnTo>
                  <a:lnTo>
                    <a:pt x="6456666" y="5151730"/>
                  </a:lnTo>
                  <a:lnTo>
                    <a:pt x="6415526" y="5182621"/>
                  </a:lnTo>
                  <a:lnTo>
                    <a:pt x="6374141" y="5213201"/>
                  </a:lnTo>
                  <a:lnTo>
                    <a:pt x="6332514" y="5243470"/>
                  </a:lnTo>
                  <a:lnTo>
                    <a:pt x="6290646" y="5273426"/>
                  </a:lnTo>
                  <a:lnTo>
                    <a:pt x="6248538" y="5303067"/>
                  </a:lnTo>
                  <a:lnTo>
                    <a:pt x="6206193" y="5332391"/>
                  </a:lnTo>
                  <a:lnTo>
                    <a:pt x="6163613" y="5361397"/>
                  </a:lnTo>
                  <a:lnTo>
                    <a:pt x="6120798" y="5390083"/>
                  </a:lnTo>
                  <a:lnTo>
                    <a:pt x="6077751" y="5418447"/>
                  </a:lnTo>
                  <a:lnTo>
                    <a:pt x="6034474" y="5446488"/>
                  </a:lnTo>
                  <a:lnTo>
                    <a:pt x="5990968" y="5474203"/>
                  </a:lnTo>
                  <a:lnTo>
                    <a:pt x="5947234" y="5501592"/>
                  </a:lnTo>
                  <a:lnTo>
                    <a:pt x="5903276" y="5528652"/>
                  </a:lnTo>
                  <a:lnTo>
                    <a:pt x="5859093" y="5555381"/>
                  </a:lnTo>
                  <a:lnTo>
                    <a:pt x="5814689" y="5581778"/>
                  </a:lnTo>
                  <a:lnTo>
                    <a:pt x="5770064" y="5607842"/>
                  </a:lnTo>
                  <a:lnTo>
                    <a:pt x="5725221" y="5633570"/>
                  </a:lnTo>
                  <a:lnTo>
                    <a:pt x="5680161" y="5658960"/>
                  </a:lnTo>
                  <a:lnTo>
                    <a:pt x="5634886" y="5684012"/>
                  </a:lnTo>
                  <a:lnTo>
                    <a:pt x="5589398" y="5708723"/>
                  </a:lnTo>
                  <a:lnTo>
                    <a:pt x="5497788" y="5757115"/>
                  </a:lnTo>
                  <a:lnTo>
                    <a:pt x="5405346" y="5804124"/>
                  </a:lnTo>
                  <a:lnTo>
                    <a:pt x="5312084" y="5849736"/>
                  </a:lnTo>
                  <a:lnTo>
                    <a:pt x="5218018" y="5893937"/>
                  </a:lnTo>
                  <a:lnTo>
                    <a:pt x="5123160" y="5936713"/>
                  </a:lnTo>
                  <a:lnTo>
                    <a:pt x="5027524" y="5978050"/>
                  </a:lnTo>
                  <a:lnTo>
                    <a:pt x="4931125" y="6017935"/>
                  </a:lnTo>
                  <a:lnTo>
                    <a:pt x="4833975" y="6056354"/>
                  </a:lnTo>
                  <a:lnTo>
                    <a:pt x="4736089" y="6093292"/>
                  </a:lnTo>
                  <a:lnTo>
                    <a:pt x="4637481" y="6128737"/>
                  </a:lnTo>
                  <a:lnTo>
                    <a:pt x="4538164" y="6162675"/>
                  </a:lnTo>
                  <a:lnTo>
                    <a:pt x="4438151" y="6195091"/>
                  </a:lnTo>
                  <a:lnTo>
                    <a:pt x="4337458" y="6225972"/>
                  </a:lnTo>
                  <a:lnTo>
                    <a:pt x="4236097" y="6255305"/>
                  </a:lnTo>
                  <a:lnTo>
                    <a:pt x="4134082" y="6283075"/>
                  </a:lnTo>
                  <a:lnTo>
                    <a:pt x="4031428" y="6309268"/>
                  </a:lnTo>
                  <a:lnTo>
                    <a:pt x="3928147" y="6333872"/>
                  </a:lnTo>
                  <a:lnTo>
                    <a:pt x="3824254" y="6356871"/>
                  </a:lnTo>
                  <a:lnTo>
                    <a:pt x="3719762" y="6378253"/>
                  </a:lnTo>
                  <a:lnTo>
                    <a:pt x="3614686" y="6398004"/>
                  </a:lnTo>
                  <a:lnTo>
                    <a:pt x="3509038" y="6416109"/>
                  </a:lnTo>
                  <a:lnTo>
                    <a:pt x="3402833" y="6432556"/>
                  </a:lnTo>
                  <a:lnTo>
                    <a:pt x="3296085" y="6447329"/>
                  </a:lnTo>
                  <a:lnTo>
                    <a:pt x="3188807" y="6460416"/>
                  </a:lnTo>
                  <a:lnTo>
                    <a:pt x="3081013" y="6471803"/>
                  </a:lnTo>
                  <a:lnTo>
                    <a:pt x="2972716" y="6481476"/>
                  </a:lnTo>
                  <a:lnTo>
                    <a:pt x="2863931" y="6489421"/>
                  </a:lnTo>
                  <a:lnTo>
                    <a:pt x="2754672" y="6495624"/>
                  </a:lnTo>
                  <a:lnTo>
                    <a:pt x="2699868" y="6498069"/>
                  </a:lnTo>
                  <a:lnTo>
                    <a:pt x="2644951" y="6500072"/>
                  </a:lnTo>
                  <a:lnTo>
                    <a:pt x="2589923" y="6501634"/>
                  </a:lnTo>
                  <a:lnTo>
                    <a:pt x="2534784" y="6502751"/>
                  </a:lnTo>
                  <a:lnTo>
                    <a:pt x="2479537" y="6503423"/>
                  </a:lnTo>
                  <a:lnTo>
                    <a:pt x="2424290" y="6503647"/>
                  </a:lnTo>
                  <a:close/>
                </a:path>
              </a:pathLst>
            </a:custGeom>
            <a:solidFill>
              <a:srgbClr val="FAFAFA">
                <a:alpha val="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2730" y="4038206"/>
              <a:ext cx="663575" cy="582930"/>
            </a:xfrm>
            <a:custGeom>
              <a:avLst/>
              <a:gdLst/>
              <a:ahLst/>
              <a:cxnLst/>
              <a:rect l="l" t="t" r="r" b="b"/>
              <a:pathLst>
                <a:path w="663575" h="582929">
                  <a:moveTo>
                    <a:pt x="415239" y="290918"/>
                  </a:moveTo>
                  <a:lnTo>
                    <a:pt x="412381" y="232410"/>
                  </a:lnTo>
                  <a:lnTo>
                    <a:pt x="404012" y="179997"/>
                  </a:lnTo>
                  <a:lnTo>
                    <a:pt x="390296" y="133718"/>
                  </a:lnTo>
                  <a:lnTo>
                    <a:pt x="371436" y="93878"/>
                  </a:lnTo>
                  <a:lnTo>
                    <a:pt x="356616" y="73215"/>
                  </a:lnTo>
                  <a:lnTo>
                    <a:pt x="347662" y="60731"/>
                  </a:lnTo>
                  <a:lnTo>
                    <a:pt x="329590" y="44119"/>
                  </a:lnTo>
                  <a:lnTo>
                    <a:pt x="329590" y="290918"/>
                  </a:lnTo>
                  <a:lnTo>
                    <a:pt x="325869" y="356069"/>
                  </a:lnTo>
                  <a:lnTo>
                    <a:pt x="314947" y="410108"/>
                  </a:lnTo>
                  <a:lnTo>
                    <a:pt x="297230" y="452716"/>
                  </a:lnTo>
                  <a:lnTo>
                    <a:pt x="273151" y="483552"/>
                  </a:lnTo>
                  <a:lnTo>
                    <a:pt x="207479" y="508622"/>
                  </a:lnTo>
                  <a:lnTo>
                    <a:pt x="171958" y="502297"/>
                  </a:lnTo>
                  <a:lnTo>
                    <a:pt x="117856" y="452716"/>
                  </a:lnTo>
                  <a:lnTo>
                    <a:pt x="100164" y="410108"/>
                  </a:lnTo>
                  <a:lnTo>
                    <a:pt x="89281" y="356069"/>
                  </a:lnTo>
                  <a:lnTo>
                    <a:pt x="85636" y="290918"/>
                  </a:lnTo>
                  <a:lnTo>
                    <a:pt x="89408" y="225869"/>
                  </a:lnTo>
                  <a:lnTo>
                    <a:pt x="100406" y="171856"/>
                  </a:lnTo>
                  <a:lnTo>
                    <a:pt x="118173" y="129222"/>
                  </a:lnTo>
                  <a:lnTo>
                    <a:pt x="142252" y="98336"/>
                  </a:lnTo>
                  <a:lnTo>
                    <a:pt x="207479" y="73215"/>
                  </a:lnTo>
                  <a:lnTo>
                    <a:pt x="242900" y="79552"/>
                  </a:lnTo>
                  <a:lnTo>
                    <a:pt x="297027" y="129222"/>
                  </a:lnTo>
                  <a:lnTo>
                    <a:pt x="314820" y="171856"/>
                  </a:lnTo>
                  <a:lnTo>
                    <a:pt x="325818" y="225869"/>
                  </a:lnTo>
                  <a:lnTo>
                    <a:pt x="329590" y="290918"/>
                  </a:lnTo>
                  <a:lnTo>
                    <a:pt x="329590" y="44119"/>
                  </a:lnTo>
                  <a:lnTo>
                    <a:pt x="319176" y="34531"/>
                  </a:lnTo>
                  <a:lnTo>
                    <a:pt x="286181" y="15506"/>
                  </a:lnTo>
                  <a:lnTo>
                    <a:pt x="248881" y="3911"/>
                  </a:lnTo>
                  <a:lnTo>
                    <a:pt x="207479" y="0"/>
                  </a:lnTo>
                  <a:lnTo>
                    <a:pt x="166141" y="3911"/>
                  </a:lnTo>
                  <a:lnTo>
                    <a:pt x="128930" y="15481"/>
                  </a:lnTo>
                  <a:lnTo>
                    <a:pt x="67525" y="60642"/>
                  </a:lnTo>
                  <a:lnTo>
                    <a:pt x="43764" y="93764"/>
                  </a:lnTo>
                  <a:lnTo>
                    <a:pt x="24930" y="133591"/>
                  </a:lnTo>
                  <a:lnTo>
                    <a:pt x="11214" y="179882"/>
                  </a:lnTo>
                  <a:lnTo>
                    <a:pt x="2832" y="232473"/>
                  </a:lnTo>
                  <a:lnTo>
                    <a:pt x="0" y="290918"/>
                  </a:lnTo>
                  <a:lnTo>
                    <a:pt x="2730" y="349745"/>
                  </a:lnTo>
                  <a:lnTo>
                    <a:pt x="11010" y="402501"/>
                  </a:lnTo>
                  <a:lnTo>
                    <a:pt x="24625" y="448945"/>
                  </a:lnTo>
                  <a:lnTo>
                    <a:pt x="43383" y="488873"/>
                  </a:lnTo>
                  <a:lnTo>
                    <a:pt x="67094" y="522033"/>
                  </a:lnTo>
                  <a:lnTo>
                    <a:pt x="95542" y="548220"/>
                  </a:lnTo>
                  <a:lnTo>
                    <a:pt x="165938" y="578764"/>
                  </a:lnTo>
                  <a:lnTo>
                    <a:pt x="207479" y="582663"/>
                  </a:lnTo>
                  <a:lnTo>
                    <a:pt x="249097" y="578764"/>
                  </a:lnTo>
                  <a:lnTo>
                    <a:pt x="286512" y="567207"/>
                  </a:lnTo>
                  <a:lnTo>
                    <a:pt x="319544" y="548220"/>
                  </a:lnTo>
                  <a:lnTo>
                    <a:pt x="348005" y="522033"/>
                  </a:lnTo>
                  <a:lnTo>
                    <a:pt x="357593" y="508622"/>
                  </a:lnTo>
                  <a:lnTo>
                    <a:pt x="371716" y="488873"/>
                  </a:lnTo>
                  <a:lnTo>
                    <a:pt x="390474" y="448945"/>
                  </a:lnTo>
                  <a:lnTo>
                    <a:pt x="404114" y="402501"/>
                  </a:lnTo>
                  <a:lnTo>
                    <a:pt x="412432" y="349745"/>
                  </a:lnTo>
                  <a:lnTo>
                    <a:pt x="415239" y="290918"/>
                  </a:lnTo>
                  <a:close/>
                </a:path>
                <a:path w="663575" h="582929">
                  <a:moveTo>
                    <a:pt x="663143" y="7734"/>
                  </a:moveTo>
                  <a:lnTo>
                    <a:pt x="579145" y="7734"/>
                  </a:lnTo>
                  <a:lnTo>
                    <a:pt x="438531" y="100012"/>
                  </a:lnTo>
                  <a:lnTo>
                    <a:pt x="438531" y="182067"/>
                  </a:lnTo>
                  <a:lnTo>
                    <a:pt x="573620" y="93929"/>
                  </a:lnTo>
                  <a:lnTo>
                    <a:pt x="576935" y="93929"/>
                  </a:lnTo>
                  <a:lnTo>
                    <a:pt x="576935" y="573544"/>
                  </a:lnTo>
                  <a:lnTo>
                    <a:pt x="663143" y="573544"/>
                  </a:lnTo>
                  <a:lnTo>
                    <a:pt x="663143" y="7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4084" y="4506487"/>
              <a:ext cx="110787" cy="11051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59458" y="4778069"/>
              <a:ext cx="6725920" cy="700405"/>
            </a:xfrm>
            <a:custGeom>
              <a:avLst/>
              <a:gdLst/>
              <a:ahLst/>
              <a:cxnLst/>
              <a:rect l="l" t="t" r="r" b="b"/>
              <a:pathLst>
                <a:path w="6725920" h="700404">
                  <a:moveTo>
                    <a:pt x="582117" y="67691"/>
                  </a:moveTo>
                  <a:lnTo>
                    <a:pt x="401993" y="67691"/>
                  </a:lnTo>
                  <a:lnTo>
                    <a:pt x="401993" y="128193"/>
                  </a:lnTo>
                  <a:lnTo>
                    <a:pt x="401993" y="361924"/>
                  </a:lnTo>
                  <a:lnTo>
                    <a:pt x="234289" y="361924"/>
                  </a:lnTo>
                  <a:lnTo>
                    <a:pt x="234289" y="128193"/>
                  </a:lnTo>
                  <a:lnTo>
                    <a:pt x="401993" y="128193"/>
                  </a:lnTo>
                  <a:lnTo>
                    <a:pt x="401993" y="67691"/>
                  </a:lnTo>
                  <a:lnTo>
                    <a:pt x="54432" y="67691"/>
                  </a:lnTo>
                  <a:lnTo>
                    <a:pt x="54432" y="128193"/>
                  </a:lnTo>
                  <a:lnTo>
                    <a:pt x="160528" y="128193"/>
                  </a:lnTo>
                  <a:lnTo>
                    <a:pt x="160528" y="361924"/>
                  </a:lnTo>
                  <a:lnTo>
                    <a:pt x="56083" y="361924"/>
                  </a:lnTo>
                  <a:lnTo>
                    <a:pt x="56083" y="421322"/>
                  </a:lnTo>
                  <a:lnTo>
                    <a:pt x="579907" y="421322"/>
                  </a:lnTo>
                  <a:lnTo>
                    <a:pt x="579907" y="361924"/>
                  </a:lnTo>
                  <a:lnTo>
                    <a:pt x="474929" y="361924"/>
                  </a:lnTo>
                  <a:lnTo>
                    <a:pt x="474929" y="128193"/>
                  </a:lnTo>
                  <a:lnTo>
                    <a:pt x="582117" y="128193"/>
                  </a:lnTo>
                  <a:lnTo>
                    <a:pt x="582117" y="67691"/>
                  </a:lnTo>
                  <a:close/>
                </a:path>
                <a:path w="6725920" h="700404">
                  <a:moveTo>
                    <a:pt x="1276489" y="554659"/>
                  </a:moveTo>
                  <a:lnTo>
                    <a:pt x="991095" y="554659"/>
                  </a:lnTo>
                  <a:lnTo>
                    <a:pt x="991095" y="431482"/>
                  </a:lnTo>
                  <a:lnTo>
                    <a:pt x="1214323" y="431482"/>
                  </a:lnTo>
                  <a:lnTo>
                    <a:pt x="1214323" y="370509"/>
                  </a:lnTo>
                  <a:lnTo>
                    <a:pt x="787476" y="370509"/>
                  </a:lnTo>
                  <a:lnTo>
                    <a:pt x="787476" y="267639"/>
                  </a:lnTo>
                  <a:lnTo>
                    <a:pt x="1198016" y="267639"/>
                  </a:lnTo>
                  <a:lnTo>
                    <a:pt x="1198016" y="209219"/>
                  </a:lnTo>
                  <a:lnTo>
                    <a:pt x="1198016" y="110172"/>
                  </a:lnTo>
                  <a:lnTo>
                    <a:pt x="1198016" y="49199"/>
                  </a:lnTo>
                  <a:lnTo>
                    <a:pt x="712330" y="49199"/>
                  </a:lnTo>
                  <a:lnTo>
                    <a:pt x="712330" y="110172"/>
                  </a:lnTo>
                  <a:lnTo>
                    <a:pt x="1124813" y="110172"/>
                  </a:lnTo>
                  <a:lnTo>
                    <a:pt x="1124813" y="209219"/>
                  </a:lnTo>
                  <a:lnTo>
                    <a:pt x="713701" y="209219"/>
                  </a:lnTo>
                  <a:lnTo>
                    <a:pt x="713701" y="267639"/>
                  </a:lnTo>
                  <a:lnTo>
                    <a:pt x="713701" y="370509"/>
                  </a:lnTo>
                  <a:lnTo>
                    <a:pt x="713701" y="431482"/>
                  </a:lnTo>
                  <a:lnTo>
                    <a:pt x="917600" y="431482"/>
                  </a:lnTo>
                  <a:lnTo>
                    <a:pt x="917600" y="554659"/>
                  </a:lnTo>
                  <a:lnTo>
                    <a:pt x="640689" y="554659"/>
                  </a:lnTo>
                  <a:lnTo>
                    <a:pt x="640689" y="550354"/>
                  </a:lnTo>
                  <a:lnTo>
                    <a:pt x="0" y="550354"/>
                  </a:lnTo>
                  <a:lnTo>
                    <a:pt x="0" y="612787"/>
                  </a:lnTo>
                  <a:lnTo>
                    <a:pt x="635800" y="612787"/>
                  </a:lnTo>
                  <a:lnTo>
                    <a:pt x="635800" y="615619"/>
                  </a:lnTo>
                  <a:lnTo>
                    <a:pt x="1276489" y="615619"/>
                  </a:lnTo>
                  <a:lnTo>
                    <a:pt x="1276489" y="554659"/>
                  </a:lnTo>
                  <a:close/>
                </a:path>
                <a:path w="6725920" h="700404">
                  <a:moveTo>
                    <a:pt x="1618589" y="341210"/>
                  </a:moveTo>
                  <a:lnTo>
                    <a:pt x="1570355" y="314794"/>
                  </a:lnTo>
                  <a:lnTo>
                    <a:pt x="1532509" y="280200"/>
                  </a:lnTo>
                  <a:lnTo>
                    <a:pt x="1505254" y="239674"/>
                  </a:lnTo>
                  <a:lnTo>
                    <a:pt x="1488757" y="195529"/>
                  </a:lnTo>
                  <a:lnTo>
                    <a:pt x="1483220" y="150025"/>
                  </a:lnTo>
                  <a:lnTo>
                    <a:pt x="1483220" y="115493"/>
                  </a:lnTo>
                  <a:lnTo>
                    <a:pt x="1600365" y="115493"/>
                  </a:lnTo>
                  <a:lnTo>
                    <a:pt x="1600365" y="55257"/>
                  </a:lnTo>
                  <a:lnTo>
                    <a:pt x="1287056" y="55257"/>
                  </a:lnTo>
                  <a:lnTo>
                    <a:pt x="1287056" y="115493"/>
                  </a:lnTo>
                  <a:lnTo>
                    <a:pt x="1411655" y="115493"/>
                  </a:lnTo>
                  <a:lnTo>
                    <a:pt x="1411630" y="150025"/>
                  </a:lnTo>
                  <a:lnTo>
                    <a:pt x="1407515" y="190804"/>
                  </a:lnTo>
                  <a:lnTo>
                    <a:pt x="1395425" y="231178"/>
                  </a:lnTo>
                  <a:lnTo>
                    <a:pt x="1375498" y="269379"/>
                  </a:lnTo>
                  <a:lnTo>
                    <a:pt x="1347876" y="303885"/>
                  </a:lnTo>
                  <a:lnTo>
                    <a:pt x="1312646" y="333209"/>
                  </a:lnTo>
                  <a:lnTo>
                    <a:pt x="1269936" y="355854"/>
                  </a:lnTo>
                  <a:lnTo>
                    <a:pt x="1309433" y="414426"/>
                  </a:lnTo>
                  <a:lnTo>
                    <a:pt x="1356372" y="388137"/>
                  </a:lnTo>
                  <a:lnTo>
                    <a:pt x="1395222" y="353783"/>
                  </a:lnTo>
                  <a:lnTo>
                    <a:pt x="1425994" y="312788"/>
                  </a:lnTo>
                  <a:lnTo>
                    <a:pt x="1448689" y="266611"/>
                  </a:lnTo>
                  <a:lnTo>
                    <a:pt x="1470596" y="307797"/>
                  </a:lnTo>
                  <a:lnTo>
                    <a:pt x="1499870" y="344309"/>
                  </a:lnTo>
                  <a:lnTo>
                    <a:pt x="1536484" y="374929"/>
                  </a:lnTo>
                  <a:lnTo>
                    <a:pt x="1580464" y="398399"/>
                  </a:lnTo>
                  <a:lnTo>
                    <a:pt x="1618589" y="341210"/>
                  </a:lnTo>
                  <a:close/>
                </a:path>
                <a:path w="6725920" h="700404">
                  <a:moveTo>
                    <a:pt x="1731035" y="15201"/>
                  </a:moveTo>
                  <a:lnTo>
                    <a:pt x="1660309" y="15201"/>
                  </a:lnTo>
                  <a:lnTo>
                    <a:pt x="1660309" y="177927"/>
                  </a:lnTo>
                  <a:lnTo>
                    <a:pt x="1562785" y="177927"/>
                  </a:lnTo>
                  <a:lnTo>
                    <a:pt x="1562785" y="238709"/>
                  </a:lnTo>
                  <a:lnTo>
                    <a:pt x="1660309" y="238709"/>
                  </a:lnTo>
                  <a:lnTo>
                    <a:pt x="1660309" y="422160"/>
                  </a:lnTo>
                  <a:lnTo>
                    <a:pt x="1731035" y="422160"/>
                  </a:lnTo>
                  <a:lnTo>
                    <a:pt x="1731035" y="15201"/>
                  </a:lnTo>
                  <a:close/>
                </a:path>
                <a:path w="6725920" h="700404">
                  <a:moveTo>
                    <a:pt x="1868068" y="456692"/>
                  </a:moveTo>
                  <a:lnTo>
                    <a:pt x="1392326" y="456692"/>
                  </a:lnTo>
                  <a:lnTo>
                    <a:pt x="1392326" y="516648"/>
                  </a:lnTo>
                  <a:lnTo>
                    <a:pt x="1794865" y="516648"/>
                  </a:lnTo>
                  <a:lnTo>
                    <a:pt x="1794865" y="700087"/>
                  </a:lnTo>
                  <a:lnTo>
                    <a:pt x="1868068" y="700087"/>
                  </a:lnTo>
                  <a:lnTo>
                    <a:pt x="1868068" y="456692"/>
                  </a:lnTo>
                  <a:close/>
                </a:path>
                <a:path w="6725920" h="700404">
                  <a:moveTo>
                    <a:pt x="1868068" y="0"/>
                  </a:moveTo>
                  <a:lnTo>
                    <a:pt x="1797900" y="0"/>
                  </a:lnTo>
                  <a:lnTo>
                    <a:pt x="1797900" y="427405"/>
                  </a:lnTo>
                  <a:lnTo>
                    <a:pt x="1868068" y="427405"/>
                  </a:lnTo>
                  <a:lnTo>
                    <a:pt x="1868068" y="0"/>
                  </a:lnTo>
                  <a:close/>
                </a:path>
                <a:path w="6725920" h="700404">
                  <a:moveTo>
                    <a:pt x="2475407" y="373049"/>
                  </a:moveTo>
                  <a:lnTo>
                    <a:pt x="2062645" y="373049"/>
                  </a:lnTo>
                  <a:lnTo>
                    <a:pt x="2062645" y="271449"/>
                  </a:lnTo>
                  <a:lnTo>
                    <a:pt x="2453030" y="271449"/>
                  </a:lnTo>
                  <a:lnTo>
                    <a:pt x="2453030" y="213029"/>
                  </a:lnTo>
                  <a:lnTo>
                    <a:pt x="2062645" y="213029"/>
                  </a:lnTo>
                  <a:lnTo>
                    <a:pt x="2062645" y="119049"/>
                  </a:lnTo>
                  <a:lnTo>
                    <a:pt x="2468499" y="119049"/>
                  </a:lnTo>
                  <a:lnTo>
                    <a:pt x="2468499" y="58089"/>
                  </a:lnTo>
                  <a:lnTo>
                    <a:pt x="1987778" y="58089"/>
                  </a:lnTo>
                  <a:lnTo>
                    <a:pt x="1987778" y="119049"/>
                  </a:lnTo>
                  <a:lnTo>
                    <a:pt x="1987778" y="213029"/>
                  </a:lnTo>
                  <a:lnTo>
                    <a:pt x="1987778" y="271449"/>
                  </a:lnTo>
                  <a:lnTo>
                    <a:pt x="1987778" y="373049"/>
                  </a:lnTo>
                  <a:lnTo>
                    <a:pt x="1987778" y="432752"/>
                  </a:lnTo>
                  <a:lnTo>
                    <a:pt x="2475407" y="432752"/>
                  </a:lnTo>
                  <a:lnTo>
                    <a:pt x="2475407" y="373049"/>
                  </a:lnTo>
                  <a:close/>
                </a:path>
                <a:path w="6725920" h="700404">
                  <a:moveTo>
                    <a:pt x="2548064" y="550900"/>
                  </a:moveTo>
                  <a:lnTo>
                    <a:pt x="1907387" y="550900"/>
                  </a:lnTo>
                  <a:lnTo>
                    <a:pt x="1907387" y="612241"/>
                  </a:lnTo>
                  <a:lnTo>
                    <a:pt x="2548064" y="612241"/>
                  </a:lnTo>
                  <a:lnTo>
                    <a:pt x="2548064" y="550900"/>
                  </a:lnTo>
                  <a:close/>
                </a:path>
                <a:path w="6725920" h="700404">
                  <a:moveTo>
                    <a:pt x="2978378" y="232079"/>
                  </a:moveTo>
                  <a:lnTo>
                    <a:pt x="2909582" y="232079"/>
                  </a:lnTo>
                  <a:lnTo>
                    <a:pt x="2909582" y="291769"/>
                  </a:lnTo>
                  <a:lnTo>
                    <a:pt x="2909582" y="467029"/>
                  </a:lnTo>
                  <a:lnTo>
                    <a:pt x="2776423" y="467029"/>
                  </a:lnTo>
                  <a:lnTo>
                    <a:pt x="2776423" y="291769"/>
                  </a:lnTo>
                  <a:lnTo>
                    <a:pt x="2909582" y="291769"/>
                  </a:lnTo>
                  <a:lnTo>
                    <a:pt x="2909582" y="232079"/>
                  </a:lnTo>
                  <a:lnTo>
                    <a:pt x="2776423" y="232079"/>
                  </a:lnTo>
                  <a:lnTo>
                    <a:pt x="2776423" y="65709"/>
                  </a:lnTo>
                  <a:lnTo>
                    <a:pt x="2705963" y="65709"/>
                  </a:lnTo>
                  <a:lnTo>
                    <a:pt x="2705963" y="232079"/>
                  </a:lnTo>
                  <a:lnTo>
                    <a:pt x="2705963" y="291769"/>
                  </a:lnTo>
                  <a:lnTo>
                    <a:pt x="2705963" y="467029"/>
                  </a:lnTo>
                  <a:lnTo>
                    <a:pt x="2705963" y="528002"/>
                  </a:lnTo>
                  <a:lnTo>
                    <a:pt x="2978378" y="528002"/>
                  </a:lnTo>
                  <a:lnTo>
                    <a:pt x="2978378" y="467461"/>
                  </a:lnTo>
                  <a:lnTo>
                    <a:pt x="2978378" y="467029"/>
                  </a:lnTo>
                  <a:lnTo>
                    <a:pt x="2978378" y="291769"/>
                  </a:lnTo>
                  <a:lnTo>
                    <a:pt x="2978378" y="291198"/>
                  </a:lnTo>
                  <a:lnTo>
                    <a:pt x="2978378" y="232079"/>
                  </a:lnTo>
                  <a:close/>
                </a:path>
                <a:path w="6725920" h="700404">
                  <a:moveTo>
                    <a:pt x="2978378" y="65201"/>
                  </a:moveTo>
                  <a:lnTo>
                    <a:pt x="2909582" y="65201"/>
                  </a:lnTo>
                  <a:lnTo>
                    <a:pt x="2909582" y="231800"/>
                  </a:lnTo>
                  <a:lnTo>
                    <a:pt x="2978378" y="231800"/>
                  </a:lnTo>
                  <a:lnTo>
                    <a:pt x="2978378" y="65201"/>
                  </a:lnTo>
                  <a:close/>
                </a:path>
                <a:path w="6725920" h="700404">
                  <a:moveTo>
                    <a:pt x="3284486" y="335407"/>
                  </a:moveTo>
                  <a:lnTo>
                    <a:pt x="3213214" y="335407"/>
                  </a:lnTo>
                  <a:lnTo>
                    <a:pt x="3213214" y="700087"/>
                  </a:lnTo>
                  <a:lnTo>
                    <a:pt x="3284486" y="700087"/>
                  </a:lnTo>
                  <a:lnTo>
                    <a:pt x="3284486" y="335407"/>
                  </a:lnTo>
                  <a:close/>
                </a:path>
                <a:path w="6725920" h="700404">
                  <a:moveTo>
                    <a:pt x="3284486" y="0"/>
                  </a:moveTo>
                  <a:lnTo>
                    <a:pt x="3213214" y="0"/>
                  </a:lnTo>
                  <a:lnTo>
                    <a:pt x="3213214" y="273989"/>
                  </a:lnTo>
                  <a:lnTo>
                    <a:pt x="3127019" y="273989"/>
                  </a:lnTo>
                  <a:lnTo>
                    <a:pt x="3127019" y="13652"/>
                  </a:lnTo>
                  <a:lnTo>
                    <a:pt x="3056559" y="13652"/>
                  </a:lnTo>
                  <a:lnTo>
                    <a:pt x="3056559" y="273989"/>
                  </a:lnTo>
                  <a:lnTo>
                    <a:pt x="3056559" y="334949"/>
                  </a:lnTo>
                  <a:lnTo>
                    <a:pt x="3056559" y="665149"/>
                  </a:lnTo>
                  <a:lnTo>
                    <a:pt x="3127019" y="665149"/>
                  </a:lnTo>
                  <a:lnTo>
                    <a:pt x="3127019" y="334949"/>
                  </a:lnTo>
                  <a:lnTo>
                    <a:pt x="3284486" y="334949"/>
                  </a:lnTo>
                  <a:lnTo>
                    <a:pt x="3284486" y="274066"/>
                  </a:lnTo>
                  <a:lnTo>
                    <a:pt x="3284486" y="0"/>
                  </a:lnTo>
                  <a:close/>
                </a:path>
                <a:path w="6725920" h="700404">
                  <a:moveTo>
                    <a:pt x="3901770" y="558"/>
                  </a:moveTo>
                  <a:lnTo>
                    <a:pt x="3827729" y="558"/>
                  </a:lnTo>
                  <a:lnTo>
                    <a:pt x="3827729" y="124879"/>
                  </a:lnTo>
                  <a:lnTo>
                    <a:pt x="3675773" y="124879"/>
                  </a:lnTo>
                  <a:lnTo>
                    <a:pt x="3678885" y="107061"/>
                  </a:lnTo>
                  <a:lnTo>
                    <a:pt x="3681133" y="88798"/>
                  </a:lnTo>
                  <a:lnTo>
                    <a:pt x="3682504" y="70065"/>
                  </a:lnTo>
                  <a:lnTo>
                    <a:pt x="3682962" y="50838"/>
                  </a:lnTo>
                  <a:lnTo>
                    <a:pt x="3362756" y="50838"/>
                  </a:lnTo>
                  <a:lnTo>
                    <a:pt x="3362756" y="111620"/>
                  </a:lnTo>
                  <a:lnTo>
                    <a:pt x="3602291" y="111620"/>
                  </a:lnTo>
                  <a:lnTo>
                    <a:pt x="3593528" y="152755"/>
                  </a:lnTo>
                  <a:lnTo>
                    <a:pt x="3577120" y="191465"/>
                  </a:lnTo>
                  <a:lnTo>
                    <a:pt x="3553193" y="227545"/>
                  </a:lnTo>
                  <a:lnTo>
                    <a:pt x="3521926" y="260781"/>
                  </a:lnTo>
                  <a:lnTo>
                    <a:pt x="3483470" y="290931"/>
                  </a:lnTo>
                  <a:lnTo>
                    <a:pt x="3437991" y="317804"/>
                  </a:lnTo>
                  <a:lnTo>
                    <a:pt x="3385629" y="341172"/>
                  </a:lnTo>
                  <a:lnTo>
                    <a:pt x="3326561" y="360819"/>
                  </a:lnTo>
                  <a:lnTo>
                    <a:pt x="3356406" y="419392"/>
                  </a:lnTo>
                  <a:lnTo>
                    <a:pt x="3411067" y="401345"/>
                  </a:lnTo>
                  <a:lnTo>
                    <a:pt x="3461207" y="379971"/>
                  </a:lnTo>
                  <a:lnTo>
                    <a:pt x="3506660" y="355295"/>
                  </a:lnTo>
                  <a:lnTo>
                    <a:pt x="3547275" y="327355"/>
                  </a:lnTo>
                  <a:lnTo>
                    <a:pt x="3582911" y="296202"/>
                  </a:lnTo>
                  <a:lnTo>
                    <a:pt x="3613404" y="261848"/>
                  </a:lnTo>
                  <a:lnTo>
                    <a:pt x="3638613" y="224345"/>
                  </a:lnTo>
                  <a:lnTo>
                    <a:pt x="3658374" y="183730"/>
                  </a:lnTo>
                  <a:lnTo>
                    <a:pt x="3827729" y="183730"/>
                  </a:lnTo>
                  <a:lnTo>
                    <a:pt x="3827729" y="268820"/>
                  </a:lnTo>
                  <a:lnTo>
                    <a:pt x="3651186" y="268820"/>
                  </a:lnTo>
                  <a:lnTo>
                    <a:pt x="3651186" y="329603"/>
                  </a:lnTo>
                  <a:lnTo>
                    <a:pt x="3827729" y="329603"/>
                  </a:lnTo>
                  <a:lnTo>
                    <a:pt x="3827729" y="415531"/>
                  </a:lnTo>
                  <a:lnTo>
                    <a:pt x="3901770" y="415531"/>
                  </a:lnTo>
                  <a:lnTo>
                    <a:pt x="3901770" y="183730"/>
                  </a:lnTo>
                  <a:lnTo>
                    <a:pt x="3901770" y="124879"/>
                  </a:lnTo>
                  <a:lnTo>
                    <a:pt x="3901770" y="558"/>
                  </a:lnTo>
                  <a:close/>
                </a:path>
                <a:path w="6725920" h="700404">
                  <a:moveTo>
                    <a:pt x="3906189" y="559460"/>
                  </a:moveTo>
                  <a:lnTo>
                    <a:pt x="3884307" y="495312"/>
                  </a:lnTo>
                  <a:lnTo>
                    <a:pt x="3832148" y="455142"/>
                  </a:lnTo>
                  <a:lnTo>
                    <a:pt x="3832148" y="559460"/>
                  </a:lnTo>
                  <a:lnTo>
                    <a:pt x="3820706" y="592505"/>
                  </a:lnTo>
                  <a:lnTo>
                    <a:pt x="3788435" y="616966"/>
                  </a:lnTo>
                  <a:lnTo>
                    <a:pt x="3737826" y="632155"/>
                  </a:lnTo>
                  <a:lnTo>
                    <a:pt x="3671354" y="637374"/>
                  </a:lnTo>
                  <a:lnTo>
                    <a:pt x="3603777" y="632155"/>
                  </a:lnTo>
                  <a:lnTo>
                    <a:pt x="3552621" y="616966"/>
                  </a:lnTo>
                  <a:lnTo>
                    <a:pt x="3520224" y="592505"/>
                  </a:lnTo>
                  <a:lnTo>
                    <a:pt x="3508908" y="559460"/>
                  </a:lnTo>
                  <a:lnTo>
                    <a:pt x="3520224" y="526275"/>
                  </a:lnTo>
                  <a:lnTo>
                    <a:pt x="3552621" y="501764"/>
                  </a:lnTo>
                  <a:lnTo>
                    <a:pt x="3603777" y="486625"/>
                  </a:lnTo>
                  <a:lnTo>
                    <a:pt x="3671354" y="481558"/>
                  </a:lnTo>
                  <a:lnTo>
                    <a:pt x="3737826" y="486625"/>
                  </a:lnTo>
                  <a:lnTo>
                    <a:pt x="3788435" y="501764"/>
                  </a:lnTo>
                  <a:lnTo>
                    <a:pt x="3820706" y="526275"/>
                  </a:lnTo>
                  <a:lnTo>
                    <a:pt x="3832148" y="559460"/>
                  </a:lnTo>
                  <a:lnTo>
                    <a:pt x="3832148" y="455142"/>
                  </a:lnTo>
                  <a:lnTo>
                    <a:pt x="3823195" y="449999"/>
                  </a:lnTo>
                  <a:lnTo>
                    <a:pt x="3779850" y="435203"/>
                  </a:lnTo>
                  <a:lnTo>
                    <a:pt x="3728974" y="426097"/>
                  </a:lnTo>
                  <a:lnTo>
                    <a:pt x="3671354" y="422986"/>
                  </a:lnTo>
                  <a:lnTo>
                    <a:pt x="3613035" y="426097"/>
                  </a:lnTo>
                  <a:lnTo>
                    <a:pt x="3561702" y="435203"/>
                  </a:lnTo>
                  <a:lnTo>
                    <a:pt x="3518077" y="449999"/>
                  </a:lnTo>
                  <a:lnTo>
                    <a:pt x="3482873" y="470141"/>
                  </a:lnTo>
                  <a:lnTo>
                    <a:pt x="3440684" y="525195"/>
                  </a:lnTo>
                  <a:lnTo>
                    <a:pt x="3435146" y="559460"/>
                  </a:lnTo>
                  <a:lnTo>
                    <a:pt x="3440684" y="593864"/>
                  </a:lnTo>
                  <a:lnTo>
                    <a:pt x="3482873" y="649236"/>
                  </a:lnTo>
                  <a:lnTo>
                    <a:pt x="3518077" y="669531"/>
                  </a:lnTo>
                  <a:lnTo>
                    <a:pt x="3561702" y="684441"/>
                  </a:lnTo>
                  <a:lnTo>
                    <a:pt x="3613035" y="693635"/>
                  </a:lnTo>
                  <a:lnTo>
                    <a:pt x="3671354" y="696772"/>
                  </a:lnTo>
                  <a:lnTo>
                    <a:pt x="3728974" y="693635"/>
                  </a:lnTo>
                  <a:lnTo>
                    <a:pt x="3779850" y="684441"/>
                  </a:lnTo>
                  <a:lnTo>
                    <a:pt x="3823195" y="669531"/>
                  </a:lnTo>
                  <a:lnTo>
                    <a:pt x="3858272" y="649236"/>
                  </a:lnTo>
                  <a:lnTo>
                    <a:pt x="3900538" y="593864"/>
                  </a:lnTo>
                  <a:lnTo>
                    <a:pt x="3906189" y="559460"/>
                  </a:lnTo>
                  <a:close/>
                </a:path>
                <a:path w="6725920" h="700404">
                  <a:moveTo>
                    <a:pt x="4462754" y="44488"/>
                  </a:moveTo>
                  <a:lnTo>
                    <a:pt x="4389539" y="44488"/>
                  </a:lnTo>
                  <a:lnTo>
                    <a:pt x="4389539" y="103606"/>
                  </a:lnTo>
                  <a:lnTo>
                    <a:pt x="4389539" y="274066"/>
                  </a:lnTo>
                  <a:lnTo>
                    <a:pt x="4202506" y="274066"/>
                  </a:lnTo>
                  <a:lnTo>
                    <a:pt x="4202506" y="103606"/>
                  </a:lnTo>
                  <a:lnTo>
                    <a:pt x="4389539" y="103606"/>
                  </a:lnTo>
                  <a:lnTo>
                    <a:pt x="4389539" y="44488"/>
                  </a:lnTo>
                  <a:lnTo>
                    <a:pt x="4129570" y="44488"/>
                  </a:lnTo>
                  <a:lnTo>
                    <a:pt x="4129570" y="332638"/>
                  </a:lnTo>
                  <a:lnTo>
                    <a:pt x="4462754" y="332638"/>
                  </a:lnTo>
                  <a:lnTo>
                    <a:pt x="4462754" y="274066"/>
                  </a:lnTo>
                  <a:lnTo>
                    <a:pt x="4462754" y="103606"/>
                  </a:lnTo>
                  <a:lnTo>
                    <a:pt x="4462754" y="44488"/>
                  </a:lnTo>
                  <a:close/>
                </a:path>
                <a:path w="6725920" h="700404">
                  <a:moveTo>
                    <a:pt x="4673003" y="0"/>
                  </a:moveTo>
                  <a:lnTo>
                    <a:pt x="4599787" y="0"/>
                  </a:lnTo>
                  <a:lnTo>
                    <a:pt x="4599787" y="400329"/>
                  </a:lnTo>
                  <a:lnTo>
                    <a:pt x="4673003" y="400329"/>
                  </a:lnTo>
                  <a:lnTo>
                    <a:pt x="4673003" y="0"/>
                  </a:lnTo>
                  <a:close/>
                </a:path>
                <a:path w="6725920" h="700404">
                  <a:moveTo>
                    <a:pt x="4714722" y="640969"/>
                  </a:moveTo>
                  <a:lnTo>
                    <a:pt x="4653572" y="629805"/>
                  </a:lnTo>
                  <a:lnTo>
                    <a:pt x="4599203" y="611924"/>
                  </a:lnTo>
                  <a:lnTo>
                    <a:pt x="4553382" y="588721"/>
                  </a:lnTo>
                  <a:lnTo>
                    <a:pt x="4517872" y="561619"/>
                  </a:lnTo>
                  <a:lnTo>
                    <a:pt x="4484865" y="501446"/>
                  </a:lnTo>
                  <a:lnTo>
                    <a:pt x="4689310" y="501446"/>
                  </a:lnTo>
                  <a:lnTo>
                    <a:pt x="4689310" y="445084"/>
                  </a:lnTo>
                  <a:lnTo>
                    <a:pt x="4483481" y="445084"/>
                  </a:lnTo>
                  <a:lnTo>
                    <a:pt x="4483481" y="380161"/>
                  </a:lnTo>
                  <a:lnTo>
                    <a:pt x="4409440" y="380161"/>
                  </a:lnTo>
                  <a:lnTo>
                    <a:pt x="4409440" y="445084"/>
                  </a:lnTo>
                  <a:lnTo>
                    <a:pt x="4204436" y="445084"/>
                  </a:lnTo>
                  <a:lnTo>
                    <a:pt x="4204436" y="501446"/>
                  </a:lnTo>
                  <a:lnTo>
                    <a:pt x="4407776" y="501446"/>
                  </a:lnTo>
                  <a:lnTo>
                    <a:pt x="4398048" y="532676"/>
                  </a:lnTo>
                  <a:lnTo>
                    <a:pt x="4374261" y="562673"/>
                  </a:lnTo>
                  <a:lnTo>
                    <a:pt x="4338256" y="589965"/>
                  </a:lnTo>
                  <a:lnTo>
                    <a:pt x="4291927" y="613079"/>
                  </a:lnTo>
                  <a:lnTo>
                    <a:pt x="4237113" y="630580"/>
                  </a:lnTo>
                  <a:lnTo>
                    <a:pt x="4175709" y="640969"/>
                  </a:lnTo>
                  <a:lnTo>
                    <a:pt x="4201680" y="698157"/>
                  </a:lnTo>
                  <a:lnTo>
                    <a:pt x="4255135" y="688746"/>
                  </a:lnTo>
                  <a:lnTo>
                    <a:pt x="4304690" y="674357"/>
                  </a:lnTo>
                  <a:lnTo>
                    <a:pt x="4349483" y="655434"/>
                  </a:lnTo>
                  <a:lnTo>
                    <a:pt x="4388663" y="632447"/>
                  </a:lnTo>
                  <a:lnTo>
                    <a:pt x="4421365" y="605828"/>
                  </a:lnTo>
                  <a:lnTo>
                    <a:pt x="4446727" y="576046"/>
                  </a:lnTo>
                  <a:lnTo>
                    <a:pt x="4471759" y="605561"/>
                  </a:lnTo>
                  <a:lnTo>
                    <a:pt x="4504029" y="632142"/>
                  </a:lnTo>
                  <a:lnTo>
                    <a:pt x="4542739" y="655231"/>
                  </a:lnTo>
                  <a:lnTo>
                    <a:pt x="4587062" y="674293"/>
                  </a:lnTo>
                  <a:lnTo>
                    <a:pt x="4636186" y="688784"/>
                  </a:lnTo>
                  <a:lnTo>
                    <a:pt x="4689310" y="698157"/>
                  </a:lnTo>
                  <a:lnTo>
                    <a:pt x="4714722" y="640969"/>
                  </a:lnTo>
                  <a:close/>
                </a:path>
                <a:path w="6725920" h="700404">
                  <a:moveTo>
                    <a:pt x="5314112" y="314680"/>
                  </a:moveTo>
                  <a:lnTo>
                    <a:pt x="5311902" y="278765"/>
                  </a:lnTo>
                  <a:lnTo>
                    <a:pt x="5311368" y="270205"/>
                  </a:lnTo>
                  <a:lnTo>
                    <a:pt x="5310797" y="260807"/>
                  </a:lnTo>
                  <a:lnTo>
                    <a:pt x="5286870" y="263563"/>
                  </a:lnTo>
                  <a:lnTo>
                    <a:pt x="5262410" y="266026"/>
                  </a:lnTo>
                  <a:lnTo>
                    <a:pt x="5237480" y="268236"/>
                  </a:lnTo>
                  <a:lnTo>
                    <a:pt x="5212156" y="270205"/>
                  </a:lnTo>
                  <a:lnTo>
                    <a:pt x="5212156" y="104432"/>
                  </a:lnTo>
                  <a:lnTo>
                    <a:pt x="5279021" y="104432"/>
                  </a:lnTo>
                  <a:lnTo>
                    <a:pt x="5279021" y="46418"/>
                  </a:lnTo>
                  <a:lnTo>
                    <a:pt x="5140884" y="46418"/>
                  </a:lnTo>
                  <a:lnTo>
                    <a:pt x="5140884" y="104432"/>
                  </a:lnTo>
                  <a:lnTo>
                    <a:pt x="5140884" y="274624"/>
                  </a:lnTo>
                  <a:lnTo>
                    <a:pt x="5114582" y="275932"/>
                  </a:lnTo>
                  <a:lnTo>
                    <a:pt x="5036451" y="278765"/>
                  </a:lnTo>
                  <a:lnTo>
                    <a:pt x="5036451" y="104432"/>
                  </a:lnTo>
                  <a:lnTo>
                    <a:pt x="5140884" y="104432"/>
                  </a:lnTo>
                  <a:lnTo>
                    <a:pt x="5140884" y="46418"/>
                  </a:lnTo>
                  <a:lnTo>
                    <a:pt x="4899139" y="46418"/>
                  </a:lnTo>
                  <a:lnTo>
                    <a:pt x="4899139" y="104432"/>
                  </a:lnTo>
                  <a:lnTo>
                    <a:pt x="4965166" y="104432"/>
                  </a:lnTo>
                  <a:lnTo>
                    <a:pt x="4965166" y="280149"/>
                  </a:lnTo>
                  <a:lnTo>
                    <a:pt x="4880076" y="280974"/>
                  </a:lnTo>
                  <a:lnTo>
                    <a:pt x="4888636" y="340652"/>
                  </a:lnTo>
                  <a:lnTo>
                    <a:pt x="4936502" y="340487"/>
                  </a:lnTo>
                  <a:lnTo>
                    <a:pt x="4987366" y="339699"/>
                  </a:lnTo>
                  <a:lnTo>
                    <a:pt x="5040503" y="338162"/>
                  </a:lnTo>
                  <a:lnTo>
                    <a:pt x="5095151" y="335749"/>
                  </a:lnTo>
                  <a:lnTo>
                    <a:pt x="5150586" y="332320"/>
                  </a:lnTo>
                  <a:lnTo>
                    <a:pt x="5206060" y="327761"/>
                  </a:lnTo>
                  <a:lnTo>
                    <a:pt x="5260810" y="321919"/>
                  </a:lnTo>
                  <a:lnTo>
                    <a:pt x="5314112" y="314680"/>
                  </a:lnTo>
                  <a:close/>
                </a:path>
                <a:path w="6725920" h="700404">
                  <a:moveTo>
                    <a:pt x="5450040" y="0"/>
                  </a:moveTo>
                  <a:lnTo>
                    <a:pt x="5375719" y="0"/>
                  </a:lnTo>
                  <a:lnTo>
                    <a:pt x="5375719" y="362204"/>
                  </a:lnTo>
                  <a:lnTo>
                    <a:pt x="5450040" y="362204"/>
                  </a:lnTo>
                  <a:lnTo>
                    <a:pt x="5450040" y="0"/>
                  </a:lnTo>
                  <a:close/>
                </a:path>
                <a:path w="6725920" h="700404">
                  <a:moveTo>
                    <a:pt x="5474347" y="633780"/>
                  </a:moveTo>
                  <a:lnTo>
                    <a:pt x="5060759" y="633780"/>
                  </a:lnTo>
                  <a:lnTo>
                    <a:pt x="5060759" y="567474"/>
                  </a:lnTo>
                  <a:lnTo>
                    <a:pt x="5450040" y="567474"/>
                  </a:lnTo>
                  <a:lnTo>
                    <a:pt x="5450040" y="394258"/>
                  </a:lnTo>
                  <a:lnTo>
                    <a:pt x="4985613" y="394258"/>
                  </a:lnTo>
                  <a:lnTo>
                    <a:pt x="4985613" y="452272"/>
                  </a:lnTo>
                  <a:lnTo>
                    <a:pt x="5376545" y="452272"/>
                  </a:lnTo>
                  <a:lnTo>
                    <a:pt x="5376545" y="513334"/>
                  </a:lnTo>
                  <a:lnTo>
                    <a:pt x="4987544" y="513334"/>
                  </a:lnTo>
                  <a:lnTo>
                    <a:pt x="4987544" y="693458"/>
                  </a:lnTo>
                  <a:lnTo>
                    <a:pt x="5474347" y="693458"/>
                  </a:lnTo>
                  <a:lnTo>
                    <a:pt x="5474347" y="633780"/>
                  </a:lnTo>
                  <a:close/>
                </a:path>
                <a:path w="6725920" h="700404">
                  <a:moveTo>
                    <a:pt x="6144946" y="551459"/>
                  </a:moveTo>
                  <a:lnTo>
                    <a:pt x="5991339" y="551459"/>
                  </a:lnTo>
                  <a:lnTo>
                    <a:pt x="5991339" y="395363"/>
                  </a:lnTo>
                  <a:lnTo>
                    <a:pt x="5991339" y="366903"/>
                  </a:lnTo>
                  <a:lnTo>
                    <a:pt x="6018415" y="347560"/>
                  </a:lnTo>
                  <a:lnTo>
                    <a:pt x="6029236" y="339839"/>
                  </a:lnTo>
                  <a:lnTo>
                    <a:pt x="6057646" y="306641"/>
                  </a:lnTo>
                  <a:lnTo>
                    <a:pt x="6075489" y="267792"/>
                  </a:lnTo>
                  <a:lnTo>
                    <a:pt x="6081687" y="223786"/>
                  </a:lnTo>
                  <a:lnTo>
                    <a:pt x="6076734" y="184289"/>
                  </a:lnTo>
                  <a:lnTo>
                    <a:pt x="6062408" y="148742"/>
                  </a:lnTo>
                  <a:lnTo>
                    <a:pt x="6039472" y="117538"/>
                  </a:lnTo>
                  <a:lnTo>
                    <a:pt x="6019749" y="100571"/>
                  </a:lnTo>
                  <a:lnTo>
                    <a:pt x="6009297" y="91579"/>
                  </a:lnTo>
                  <a:lnTo>
                    <a:pt x="6009297" y="223786"/>
                  </a:lnTo>
                  <a:lnTo>
                    <a:pt x="6000381" y="265417"/>
                  </a:lnTo>
                  <a:lnTo>
                    <a:pt x="5975083" y="299707"/>
                  </a:lnTo>
                  <a:lnTo>
                    <a:pt x="5935599" y="325551"/>
                  </a:lnTo>
                  <a:lnTo>
                    <a:pt x="5916473" y="331622"/>
                  </a:lnTo>
                  <a:lnTo>
                    <a:pt x="5916473" y="395363"/>
                  </a:lnTo>
                  <a:lnTo>
                    <a:pt x="5916473" y="551459"/>
                  </a:lnTo>
                  <a:lnTo>
                    <a:pt x="5730532" y="551459"/>
                  </a:lnTo>
                  <a:lnTo>
                    <a:pt x="5730532" y="395630"/>
                  </a:lnTo>
                  <a:lnTo>
                    <a:pt x="5752173" y="399872"/>
                  </a:lnTo>
                  <a:lnTo>
                    <a:pt x="5774804" y="402983"/>
                  </a:lnTo>
                  <a:lnTo>
                    <a:pt x="5798375" y="404914"/>
                  </a:lnTo>
                  <a:lnTo>
                    <a:pt x="5822810" y="405574"/>
                  </a:lnTo>
                  <a:lnTo>
                    <a:pt x="5847512" y="404914"/>
                  </a:lnTo>
                  <a:lnTo>
                    <a:pt x="5871400" y="402958"/>
                  </a:lnTo>
                  <a:lnTo>
                    <a:pt x="5894413" y="399757"/>
                  </a:lnTo>
                  <a:lnTo>
                    <a:pt x="5915076" y="395630"/>
                  </a:lnTo>
                  <a:lnTo>
                    <a:pt x="5916473" y="395363"/>
                  </a:lnTo>
                  <a:lnTo>
                    <a:pt x="5916473" y="331622"/>
                  </a:lnTo>
                  <a:lnTo>
                    <a:pt x="5884113" y="341871"/>
                  </a:lnTo>
                  <a:lnTo>
                    <a:pt x="5822810" y="347560"/>
                  </a:lnTo>
                  <a:lnTo>
                    <a:pt x="5761355" y="341871"/>
                  </a:lnTo>
                  <a:lnTo>
                    <a:pt x="5709983" y="325551"/>
                  </a:lnTo>
                  <a:lnTo>
                    <a:pt x="5670740" y="299707"/>
                  </a:lnTo>
                  <a:lnTo>
                    <a:pt x="5645683" y="265417"/>
                  </a:lnTo>
                  <a:lnTo>
                    <a:pt x="5636882" y="223786"/>
                  </a:lnTo>
                  <a:lnTo>
                    <a:pt x="5645683" y="181851"/>
                  </a:lnTo>
                  <a:lnTo>
                    <a:pt x="5670740" y="147548"/>
                  </a:lnTo>
                  <a:lnTo>
                    <a:pt x="5709983" y="121907"/>
                  </a:lnTo>
                  <a:lnTo>
                    <a:pt x="5761355" y="105905"/>
                  </a:lnTo>
                  <a:lnTo>
                    <a:pt x="5822810" y="100571"/>
                  </a:lnTo>
                  <a:lnTo>
                    <a:pt x="5884113" y="105905"/>
                  </a:lnTo>
                  <a:lnTo>
                    <a:pt x="5935599" y="121907"/>
                  </a:lnTo>
                  <a:lnTo>
                    <a:pt x="5975083" y="147548"/>
                  </a:lnTo>
                  <a:lnTo>
                    <a:pt x="6000381" y="181851"/>
                  </a:lnTo>
                  <a:lnTo>
                    <a:pt x="6009297" y="223786"/>
                  </a:lnTo>
                  <a:lnTo>
                    <a:pt x="6009297" y="91579"/>
                  </a:lnTo>
                  <a:lnTo>
                    <a:pt x="5970892" y="69748"/>
                  </a:lnTo>
                  <a:lnTo>
                    <a:pt x="5926785" y="53975"/>
                  </a:lnTo>
                  <a:lnTo>
                    <a:pt x="5877166" y="44119"/>
                  </a:lnTo>
                  <a:lnTo>
                    <a:pt x="5822810" y="40614"/>
                  </a:lnTo>
                  <a:lnTo>
                    <a:pt x="5768657" y="44119"/>
                  </a:lnTo>
                  <a:lnTo>
                    <a:pt x="5719203" y="53975"/>
                  </a:lnTo>
                  <a:lnTo>
                    <a:pt x="5675236" y="69748"/>
                  </a:lnTo>
                  <a:lnTo>
                    <a:pt x="5637530" y="91071"/>
                  </a:lnTo>
                  <a:lnTo>
                    <a:pt x="5606859" y="117538"/>
                  </a:lnTo>
                  <a:lnTo>
                    <a:pt x="5583987" y="148742"/>
                  </a:lnTo>
                  <a:lnTo>
                    <a:pt x="5569699" y="184289"/>
                  </a:lnTo>
                  <a:lnTo>
                    <a:pt x="5564771" y="223786"/>
                  </a:lnTo>
                  <a:lnTo>
                    <a:pt x="5571147" y="268389"/>
                  </a:lnTo>
                  <a:lnTo>
                    <a:pt x="5589524" y="307746"/>
                  </a:lnTo>
                  <a:lnTo>
                    <a:pt x="5618734" y="341236"/>
                  </a:lnTo>
                  <a:lnTo>
                    <a:pt x="5657596" y="368287"/>
                  </a:lnTo>
                  <a:lnTo>
                    <a:pt x="5657596" y="551459"/>
                  </a:lnTo>
                  <a:lnTo>
                    <a:pt x="5504269" y="551459"/>
                  </a:lnTo>
                  <a:lnTo>
                    <a:pt x="5504269" y="612787"/>
                  </a:lnTo>
                  <a:lnTo>
                    <a:pt x="6144946" y="612787"/>
                  </a:lnTo>
                  <a:lnTo>
                    <a:pt x="6144946" y="551459"/>
                  </a:lnTo>
                  <a:close/>
                </a:path>
                <a:path w="6725920" h="700404">
                  <a:moveTo>
                    <a:pt x="6557785" y="324904"/>
                  </a:moveTo>
                  <a:lnTo>
                    <a:pt x="6508382" y="303415"/>
                  </a:lnTo>
                  <a:lnTo>
                    <a:pt x="6466675" y="274281"/>
                  </a:lnTo>
                  <a:lnTo>
                    <a:pt x="6433248" y="238709"/>
                  </a:lnTo>
                  <a:lnTo>
                    <a:pt x="6408725" y="197878"/>
                  </a:lnTo>
                  <a:lnTo>
                    <a:pt x="6393675" y="152996"/>
                  </a:lnTo>
                  <a:lnTo>
                    <a:pt x="6388709" y="105270"/>
                  </a:lnTo>
                  <a:lnTo>
                    <a:pt x="6388709" y="38963"/>
                  </a:lnTo>
                  <a:lnTo>
                    <a:pt x="6314668" y="38963"/>
                  </a:lnTo>
                  <a:lnTo>
                    <a:pt x="6314668" y="108305"/>
                  </a:lnTo>
                  <a:lnTo>
                    <a:pt x="6310541" y="152450"/>
                  </a:lnTo>
                  <a:lnTo>
                    <a:pt x="6298831" y="194373"/>
                  </a:lnTo>
                  <a:lnTo>
                    <a:pt x="6279858" y="233349"/>
                  </a:lnTo>
                  <a:lnTo>
                    <a:pt x="6253899" y="268605"/>
                  </a:lnTo>
                  <a:lnTo>
                    <a:pt x="6221298" y="299389"/>
                  </a:lnTo>
                  <a:lnTo>
                    <a:pt x="6182322" y="324942"/>
                  </a:lnTo>
                  <a:lnTo>
                    <a:pt x="6137287" y="344525"/>
                  </a:lnTo>
                  <a:lnTo>
                    <a:pt x="6177077" y="404202"/>
                  </a:lnTo>
                  <a:lnTo>
                    <a:pt x="6225057" y="382104"/>
                  </a:lnTo>
                  <a:lnTo>
                    <a:pt x="6267005" y="353047"/>
                  </a:lnTo>
                  <a:lnTo>
                    <a:pt x="6302591" y="317728"/>
                  </a:lnTo>
                  <a:lnTo>
                    <a:pt x="6331483" y="276809"/>
                  </a:lnTo>
                  <a:lnTo>
                    <a:pt x="6353340" y="230974"/>
                  </a:lnTo>
                  <a:lnTo>
                    <a:pt x="6374676" y="271043"/>
                  </a:lnTo>
                  <a:lnTo>
                    <a:pt x="6402032" y="306743"/>
                  </a:lnTo>
                  <a:lnTo>
                    <a:pt x="6435141" y="337591"/>
                  </a:lnTo>
                  <a:lnTo>
                    <a:pt x="6473698" y="363143"/>
                  </a:lnTo>
                  <a:lnTo>
                    <a:pt x="6517449" y="382930"/>
                  </a:lnTo>
                  <a:lnTo>
                    <a:pt x="6557785" y="324904"/>
                  </a:lnTo>
                  <a:close/>
                </a:path>
                <a:path w="6725920" h="700404">
                  <a:moveTo>
                    <a:pt x="6723558" y="0"/>
                  </a:moveTo>
                  <a:lnTo>
                    <a:pt x="6649517" y="0"/>
                  </a:lnTo>
                  <a:lnTo>
                    <a:pt x="6649517" y="142557"/>
                  </a:lnTo>
                  <a:lnTo>
                    <a:pt x="6501981" y="142557"/>
                  </a:lnTo>
                  <a:lnTo>
                    <a:pt x="6501981" y="203619"/>
                  </a:lnTo>
                  <a:lnTo>
                    <a:pt x="6649517" y="203619"/>
                  </a:lnTo>
                  <a:lnTo>
                    <a:pt x="6649517" y="413321"/>
                  </a:lnTo>
                  <a:lnTo>
                    <a:pt x="6723558" y="413321"/>
                  </a:lnTo>
                  <a:lnTo>
                    <a:pt x="6723558" y="0"/>
                  </a:lnTo>
                  <a:close/>
                </a:path>
                <a:path w="6725920" h="700404">
                  <a:moveTo>
                    <a:pt x="6725767" y="566648"/>
                  </a:moveTo>
                  <a:lnTo>
                    <a:pt x="6704368" y="502996"/>
                  </a:lnTo>
                  <a:lnTo>
                    <a:pt x="6652273" y="463511"/>
                  </a:lnTo>
                  <a:lnTo>
                    <a:pt x="6652273" y="566648"/>
                  </a:lnTo>
                  <a:lnTo>
                    <a:pt x="6641020" y="597877"/>
                  </a:lnTo>
                  <a:lnTo>
                    <a:pt x="6608864" y="621042"/>
                  </a:lnTo>
                  <a:lnTo>
                    <a:pt x="6557594" y="635457"/>
                  </a:lnTo>
                  <a:lnTo>
                    <a:pt x="6488989" y="640410"/>
                  </a:lnTo>
                  <a:lnTo>
                    <a:pt x="6420205" y="635457"/>
                  </a:lnTo>
                  <a:lnTo>
                    <a:pt x="6368847" y="621042"/>
                  </a:lnTo>
                  <a:lnTo>
                    <a:pt x="6336817" y="597877"/>
                  </a:lnTo>
                  <a:lnTo>
                    <a:pt x="6325984" y="566648"/>
                  </a:lnTo>
                  <a:lnTo>
                    <a:pt x="6336817" y="534428"/>
                  </a:lnTo>
                  <a:lnTo>
                    <a:pt x="6368847" y="510667"/>
                  </a:lnTo>
                  <a:lnTo>
                    <a:pt x="6420205" y="495973"/>
                  </a:lnTo>
                  <a:lnTo>
                    <a:pt x="6488989" y="490943"/>
                  </a:lnTo>
                  <a:lnTo>
                    <a:pt x="6557594" y="495973"/>
                  </a:lnTo>
                  <a:lnTo>
                    <a:pt x="6608864" y="510667"/>
                  </a:lnTo>
                  <a:lnTo>
                    <a:pt x="6641020" y="534428"/>
                  </a:lnTo>
                  <a:lnTo>
                    <a:pt x="6652273" y="566648"/>
                  </a:lnTo>
                  <a:lnTo>
                    <a:pt x="6652273" y="463511"/>
                  </a:lnTo>
                  <a:lnTo>
                    <a:pt x="6643687" y="458685"/>
                  </a:lnTo>
                  <a:lnTo>
                    <a:pt x="6600037" y="444385"/>
                  </a:lnTo>
                  <a:lnTo>
                    <a:pt x="6548285" y="435622"/>
                  </a:lnTo>
                  <a:lnTo>
                    <a:pt x="6488989" y="432650"/>
                  </a:lnTo>
                  <a:lnTo>
                    <a:pt x="6429591" y="435622"/>
                  </a:lnTo>
                  <a:lnTo>
                    <a:pt x="6377737" y="444385"/>
                  </a:lnTo>
                  <a:lnTo>
                    <a:pt x="6334036" y="458685"/>
                  </a:lnTo>
                  <a:lnTo>
                    <a:pt x="6299073" y="478307"/>
                  </a:lnTo>
                  <a:lnTo>
                    <a:pt x="6257709" y="532523"/>
                  </a:lnTo>
                  <a:lnTo>
                    <a:pt x="6252502" y="566648"/>
                  </a:lnTo>
                  <a:lnTo>
                    <a:pt x="6257709" y="600595"/>
                  </a:lnTo>
                  <a:lnTo>
                    <a:pt x="6299073" y="654227"/>
                  </a:lnTo>
                  <a:lnTo>
                    <a:pt x="6334036" y="673519"/>
                  </a:lnTo>
                  <a:lnTo>
                    <a:pt x="6377737" y="687539"/>
                  </a:lnTo>
                  <a:lnTo>
                    <a:pt x="6429591" y="696087"/>
                  </a:lnTo>
                  <a:lnTo>
                    <a:pt x="6488989" y="698982"/>
                  </a:lnTo>
                  <a:lnTo>
                    <a:pt x="6548285" y="696087"/>
                  </a:lnTo>
                  <a:lnTo>
                    <a:pt x="6600037" y="687539"/>
                  </a:lnTo>
                  <a:lnTo>
                    <a:pt x="6643687" y="673519"/>
                  </a:lnTo>
                  <a:lnTo>
                    <a:pt x="6678650" y="654227"/>
                  </a:lnTo>
                  <a:lnTo>
                    <a:pt x="6693230" y="640410"/>
                  </a:lnTo>
                  <a:lnTo>
                    <a:pt x="6704368" y="629856"/>
                  </a:lnTo>
                  <a:lnTo>
                    <a:pt x="6720256" y="600595"/>
                  </a:lnTo>
                  <a:lnTo>
                    <a:pt x="6725767" y="5666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9431" y="5781409"/>
              <a:ext cx="141362" cy="18860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5659" y="5778830"/>
              <a:ext cx="483393" cy="19376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030907" y="5781039"/>
              <a:ext cx="127000" cy="189230"/>
            </a:xfrm>
            <a:custGeom>
              <a:avLst/>
              <a:gdLst/>
              <a:ahLst/>
              <a:cxnLst/>
              <a:rect l="l" t="t" r="r" b="b"/>
              <a:pathLst>
                <a:path w="127000" h="189229">
                  <a:moveTo>
                    <a:pt x="126911" y="156210"/>
                  </a:moveTo>
                  <a:lnTo>
                    <a:pt x="39141" y="156210"/>
                  </a:lnTo>
                  <a:lnTo>
                    <a:pt x="39141" y="110490"/>
                  </a:lnTo>
                  <a:lnTo>
                    <a:pt x="120002" y="110490"/>
                  </a:lnTo>
                  <a:lnTo>
                    <a:pt x="120002" y="78740"/>
                  </a:lnTo>
                  <a:lnTo>
                    <a:pt x="39141" y="78740"/>
                  </a:lnTo>
                  <a:lnTo>
                    <a:pt x="39141" y="33020"/>
                  </a:lnTo>
                  <a:lnTo>
                    <a:pt x="126542" y="33020"/>
                  </a:lnTo>
                  <a:lnTo>
                    <a:pt x="126542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7874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9230"/>
                  </a:lnTo>
                  <a:lnTo>
                    <a:pt x="126911" y="189230"/>
                  </a:lnTo>
                  <a:lnTo>
                    <a:pt x="126911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4342" y="5778830"/>
              <a:ext cx="169266" cy="1937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73490" y="5781039"/>
              <a:ext cx="154940" cy="189230"/>
            </a:xfrm>
            <a:custGeom>
              <a:avLst/>
              <a:gdLst/>
              <a:ahLst/>
              <a:cxnLst/>
              <a:rect l="l" t="t" r="r" b="b"/>
              <a:pathLst>
                <a:path w="154939" h="189229">
                  <a:moveTo>
                    <a:pt x="154444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57924" y="33020"/>
                  </a:lnTo>
                  <a:lnTo>
                    <a:pt x="57924" y="189230"/>
                  </a:lnTo>
                  <a:lnTo>
                    <a:pt x="96697" y="189230"/>
                  </a:lnTo>
                  <a:lnTo>
                    <a:pt x="96697" y="33020"/>
                  </a:lnTo>
                  <a:lnTo>
                    <a:pt x="154444" y="33020"/>
                  </a:lnTo>
                  <a:lnTo>
                    <a:pt x="1544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10284" y="5778830"/>
              <a:ext cx="374632" cy="19376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006179" y="5781039"/>
              <a:ext cx="127000" cy="189230"/>
            </a:xfrm>
            <a:custGeom>
              <a:avLst/>
              <a:gdLst/>
              <a:ahLst/>
              <a:cxnLst/>
              <a:rect l="l" t="t" r="r" b="b"/>
              <a:pathLst>
                <a:path w="127000" h="189229">
                  <a:moveTo>
                    <a:pt x="126911" y="156210"/>
                  </a:moveTo>
                  <a:lnTo>
                    <a:pt x="39141" y="156210"/>
                  </a:lnTo>
                  <a:lnTo>
                    <a:pt x="39141" y="110490"/>
                  </a:lnTo>
                  <a:lnTo>
                    <a:pt x="120002" y="110490"/>
                  </a:lnTo>
                  <a:lnTo>
                    <a:pt x="120002" y="78740"/>
                  </a:lnTo>
                  <a:lnTo>
                    <a:pt x="39141" y="78740"/>
                  </a:lnTo>
                  <a:lnTo>
                    <a:pt x="39141" y="33020"/>
                  </a:lnTo>
                  <a:lnTo>
                    <a:pt x="126542" y="33020"/>
                  </a:lnTo>
                  <a:lnTo>
                    <a:pt x="126542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7874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9230"/>
                  </a:lnTo>
                  <a:lnTo>
                    <a:pt x="126911" y="189230"/>
                  </a:lnTo>
                  <a:lnTo>
                    <a:pt x="126911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63208" y="5781409"/>
              <a:ext cx="338624" cy="1886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523094" y="5781039"/>
              <a:ext cx="474345" cy="189230"/>
            </a:xfrm>
            <a:custGeom>
              <a:avLst/>
              <a:gdLst/>
              <a:ahLst/>
              <a:cxnLst/>
              <a:rect l="l" t="t" r="r" b="b"/>
              <a:pathLst>
                <a:path w="474345" h="189229">
                  <a:moveTo>
                    <a:pt x="39141" y="381"/>
                  </a:moveTo>
                  <a:lnTo>
                    <a:pt x="0" y="381"/>
                  </a:lnTo>
                  <a:lnTo>
                    <a:pt x="0" y="188976"/>
                  </a:lnTo>
                  <a:lnTo>
                    <a:pt x="39141" y="188976"/>
                  </a:lnTo>
                  <a:lnTo>
                    <a:pt x="39141" y="381"/>
                  </a:lnTo>
                  <a:close/>
                </a:path>
                <a:path w="474345" h="189229">
                  <a:moveTo>
                    <a:pt x="197916" y="156210"/>
                  </a:moveTo>
                  <a:lnTo>
                    <a:pt x="110147" y="156210"/>
                  </a:lnTo>
                  <a:lnTo>
                    <a:pt x="110147" y="110490"/>
                  </a:lnTo>
                  <a:lnTo>
                    <a:pt x="191008" y="110490"/>
                  </a:lnTo>
                  <a:lnTo>
                    <a:pt x="191008" y="78740"/>
                  </a:lnTo>
                  <a:lnTo>
                    <a:pt x="110147" y="78740"/>
                  </a:lnTo>
                  <a:lnTo>
                    <a:pt x="110147" y="33020"/>
                  </a:lnTo>
                  <a:lnTo>
                    <a:pt x="197548" y="33020"/>
                  </a:lnTo>
                  <a:lnTo>
                    <a:pt x="197548" y="0"/>
                  </a:lnTo>
                  <a:lnTo>
                    <a:pt x="71005" y="0"/>
                  </a:lnTo>
                  <a:lnTo>
                    <a:pt x="71005" y="33020"/>
                  </a:lnTo>
                  <a:lnTo>
                    <a:pt x="71005" y="78740"/>
                  </a:lnTo>
                  <a:lnTo>
                    <a:pt x="71005" y="110490"/>
                  </a:lnTo>
                  <a:lnTo>
                    <a:pt x="71005" y="156210"/>
                  </a:lnTo>
                  <a:lnTo>
                    <a:pt x="71005" y="189230"/>
                  </a:lnTo>
                  <a:lnTo>
                    <a:pt x="197916" y="189230"/>
                  </a:lnTo>
                  <a:lnTo>
                    <a:pt x="197916" y="156210"/>
                  </a:lnTo>
                  <a:close/>
                </a:path>
                <a:path w="474345" h="189229">
                  <a:moveTo>
                    <a:pt x="474281" y="381"/>
                  </a:moveTo>
                  <a:lnTo>
                    <a:pt x="431546" y="381"/>
                  </a:lnTo>
                  <a:lnTo>
                    <a:pt x="399961" y="132524"/>
                  </a:lnTo>
                  <a:lnTo>
                    <a:pt x="398399" y="132524"/>
                  </a:lnTo>
                  <a:lnTo>
                    <a:pt x="363766" y="381"/>
                  </a:lnTo>
                  <a:lnTo>
                    <a:pt x="326936" y="381"/>
                  </a:lnTo>
                  <a:lnTo>
                    <a:pt x="292303" y="132346"/>
                  </a:lnTo>
                  <a:lnTo>
                    <a:pt x="290652" y="132346"/>
                  </a:lnTo>
                  <a:lnTo>
                    <a:pt x="259067" y="381"/>
                  </a:lnTo>
                  <a:lnTo>
                    <a:pt x="216331" y="381"/>
                  </a:lnTo>
                  <a:lnTo>
                    <a:pt x="270205" y="188976"/>
                  </a:lnTo>
                  <a:lnTo>
                    <a:pt x="308521" y="188976"/>
                  </a:lnTo>
                  <a:lnTo>
                    <a:pt x="344614" y="64566"/>
                  </a:lnTo>
                  <a:lnTo>
                    <a:pt x="346087" y="64566"/>
                  </a:lnTo>
                  <a:lnTo>
                    <a:pt x="382193" y="188976"/>
                  </a:lnTo>
                  <a:lnTo>
                    <a:pt x="420408" y="188976"/>
                  </a:lnTo>
                  <a:lnTo>
                    <a:pt x="474281" y="3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2826" y="5778922"/>
              <a:ext cx="163188" cy="19385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13493" y="5781409"/>
              <a:ext cx="157294" cy="1886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02645" y="5781039"/>
              <a:ext cx="127000" cy="189230"/>
            </a:xfrm>
            <a:custGeom>
              <a:avLst/>
              <a:gdLst/>
              <a:ahLst/>
              <a:cxnLst/>
              <a:rect l="l" t="t" r="r" b="b"/>
              <a:pathLst>
                <a:path w="127000" h="189229">
                  <a:moveTo>
                    <a:pt x="126898" y="156210"/>
                  </a:moveTo>
                  <a:lnTo>
                    <a:pt x="39141" y="156210"/>
                  </a:lnTo>
                  <a:lnTo>
                    <a:pt x="39141" y="110490"/>
                  </a:lnTo>
                  <a:lnTo>
                    <a:pt x="119989" y="110490"/>
                  </a:lnTo>
                  <a:lnTo>
                    <a:pt x="119989" y="78740"/>
                  </a:lnTo>
                  <a:lnTo>
                    <a:pt x="39141" y="78740"/>
                  </a:lnTo>
                  <a:lnTo>
                    <a:pt x="39141" y="33020"/>
                  </a:lnTo>
                  <a:lnTo>
                    <a:pt x="126530" y="33020"/>
                  </a:lnTo>
                  <a:lnTo>
                    <a:pt x="126530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7874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9230"/>
                  </a:lnTo>
                  <a:lnTo>
                    <a:pt x="126898" y="189230"/>
                  </a:lnTo>
                  <a:lnTo>
                    <a:pt x="126898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6077" y="5778830"/>
              <a:ext cx="169266" cy="19376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52682" y="5781039"/>
              <a:ext cx="127000" cy="189230"/>
            </a:xfrm>
            <a:custGeom>
              <a:avLst/>
              <a:gdLst/>
              <a:ahLst/>
              <a:cxnLst/>
              <a:rect l="l" t="t" r="r" b="b"/>
              <a:pathLst>
                <a:path w="127000" h="189229">
                  <a:moveTo>
                    <a:pt x="126911" y="156210"/>
                  </a:moveTo>
                  <a:lnTo>
                    <a:pt x="39141" y="156210"/>
                  </a:lnTo>
                  <a:lnTo>
                    <a:pt x="39141" y="110490"/>
                  </a:lnTo>
                  <a:lnTo>
                    <a:pt x="120002" y="110490"/>
                  </a:lnTo>
                  <a:lnTo>
                    <a:pt x="120002" y="78740"/>
                  </a:lnTo>
                  <a:lnTo>
                    <a:pt x="39141" y="78740"/>
                  </a:lnTo>
                  <a:lnTo>
                    <a:pt x="39141" y="33020"/>
                  </a:lnTo>
                  <a:lnTo>
                    <a:pt x="126542" y="33020"/>
                  </a:lnTo>
                  <a:lnTo>
                    <a:pt x="126542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7874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9230"/>
                  </a:lnTo>
                  <a:lnTo>
                    <a:pt x="126911" y="189230"/>
                  </a:lnTo>
                  <a:lnTo>
                    <a:pt x="126911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03450" y="5778830"/>
              <a:ext cx="148729" cy="19385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71519" y="5778830"/>
              <a:ext cx="148729" cy="19385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345850" y="5781409"/>
              <a:ext cx="39370" cy="189230"/>
            </a:xfrm>
            <a:custGeom>
              <a:avLst/>
              <a:gdLst/>
              <a:ahLst/>
              <a:cxnLst/>
              <a:rect l="l" t="t" r="r" b="b"/>
              <a:pathLst>
                <a:path w="39370" h="189229">
                  <a:moveTo>
                    <a:pt x="39139" y="0"/>
                  </a:moveTo>
                  <a:lnTo>
                    <a:pt x="0" y="0"/>
                  </a:lnTo>
                  <a:lnTo>
                    <a:pt x="0" y="188605"/>
                  </a:lnTo>
                  <a:lnTo>
                    <a:pt x="39139" y="188605"/>
                  </a:lnTo>
                  <a:lnTo>
                    <a:pt x="391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09394" y="5781040"/>
              <a:ext cx="344057" cy="1892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9343" y="758964"/>
              <a:ext cx="624840" cy="465455"/>
            </a:xfrm>
            <a:custGeom>
              <a:avLst/>
              <a:gdLst/>
              <a:ahLst/>
              <a:cxnLst/>
              <a:rect l="l" t="t" r="r" b="b"/>
              <a:pathLst>
                <a:path w="62484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624840" h="465455">
                  <a:moveTo>
                    <a:pt x="624446" y="6146"/>
                  </a:moveTo>
                  <a:lnTo>
                    <a:pt x="534771" y="6146"/>
                  </a:lnTo>
                  <a:lnTo>
                    <a:pt x="421373" y="76746"/>
                  </a:lnTo>
                  <a:lnTo>
                    <a:pt x="421373" y="159626"/>
                  </a:lnTo>
                  <a:lnTo>
                    <a:pt x="526491" y="94945"/>
                  </a:lnTo>
                  <a:lnTo>
                    <a:pt x="529170" y="94945"/>
                  </a:lnTo>
                  <a:lnTo>
                    <a:pt x="529170" y="455206"/>
                  </a:lnTo>
                  <a:lnTo>
                    <a:pt x="624446" y="455206"/>
                  </a:lnTo>
                  <a:lnTo>
                    <a:pt x="624446" y="614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5796" y="1115928"/>
              <a:ext cx="106235" cy="1037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97291" y="740142"/>
              <a:ext cx="5617210" cy="504190"/>
            </a:xfrm>
            <a:custGeom>
              <a:avLst/>
              <a:gdLst/>
              <a:ahLst/>
              <a:cxnLst/>
              <a:rect l="l" t="t" r="r" b="b"/>
              <a:pathLst>
                <a:path w="5617209" h="504190">
                  <a:moveTo>
                    <a:pt x="420928" y="46570"/>
                  </a:moveTo>
                  <a:lnTo>
                    <a:pt x="285750" y="46570"/>
                  </a:lnTo>
                  <a:lnTo>
                    <a:pt x="285750" y="96697"/>
                  </a:lnTo>
                  <a:lnTo>
                    <a:pt x="285750" y="257136"/>
                  </a:lnTo>
                  <a:lnTo>
                    <a:pt x="172478" y="257136"/>
                  </a:lnTo>
                  <a:lnTo>
                    <a:pt x="172478" y="96697"/>
                  </a:lnTo>
                  <a:lnTo>
                    <a:pt x="285750" y="96697"/>
                  </a:lnTo>
                  <a:lnTo>
                    <a:pt x="285750" y="46570"/>
                  </a:lnTo>
                  <a:lnTo>
                    <a:pt x="37693" y="46570"/>
                  </a:lnTo>
                  <a:lnTo>
                    <a:pt x="37693" y="96697"/>
                  </a:lnTo>
                  <a:lnTo>
                    <a:pt x="110705" y="96697"/>
                  </a:lnTo>
                  <a:lnTo>
                    <a:pt x="110705" y="257136"/>
                  </a:lnTo>
                  <a:lnTo>
                    <a:pt x="39268" y="257136"/>
                  </a:lnTo>
                  <a:lnTo>
                    <a:pt x="39268" y="306476"/>
                  </a:lnTo>
                  <a:lnTo>
                    <a:pt x="418960" y="306476"/>
                  </a:lnTo>
                  <a:lnTo>
                    <a:pt x="418960" y="257136"/>
                  </a:lnTo>
                  <a:lnTo>
                    <a:pt x="346925" y="257136"/>
                  </a:lnTo>
                  <a:lnTo>
                    <a:pt x="346925" y="96697"/>
                  </a:lnTo>
                  <a:lnTo>
                    <a:pt x="420928" y="96697"/>
                  </a:lnTo>
                  <a:lnTo>
                    <a:pt x="420928" y="46570"/>
                  </a:lnTo>
                  <a:close/>
                </a:path>
                <a:path w="5617209" h="504190">
                  <a:moveTo>
                    <a:pt x="461187" y="391528"/>
                  </a:moveTo>
                  <a:lnTo>
                    <a:pt x="0" y="391528"/>
                  </a:lnTo>
                  <a:lnTo>
                    <a:pt x="0" y="443420"/>
                  </a:lnTo>
                  <a:lnTo>
                    <a:pt x="461187" y="443420"/>
                  </a:lnTo>
                  <a:lnTo>
                    <a:pt x="461187" y="391528"/>
                  </a:lnTo>
                  <a:close/>
                </a:path>
                <a:path w="5617209" h="504190">
                  <a:moveTo>
                    <a:pt x="943902" y="393966"/>
                  </a:moveTo>
                  <a:lnTo>
                    <a:pt x="743000" y="393966"/>
                  </a:lnTo>
                  <a:lnTo>
                    <a:pt x="743000" y="312686"/>
                  </a:lnTo>
                  <a:lnTo>
                    <a:pt x="900874" y="312686"/>
                  </a:lnTo>
                  <a:lnTo>
                    <a:pt x="900874" y="261886"/>
                  </a:lnTo>
                  <a:lnTo>
                    <a:pt x="599338" y="261886"/>
                  </a:lnTo>
                  <a:lnTo>
                    <a:pt x="599338" y="195846"/>
                  </a:lnTo>
                  <a:lnTo>
                    <a:pt x="889228" y="195846"/>
                  </a:lnTo>
                  <a:lnTo>
                    <a:pt x="889228" y="147586"/>
                  </a:lnTo>
                  <a:lnTo>
                    <a:pt x="889228" y="84086"/>
                  </a:lnTo>
                  <a:lnTo>
                    <a:pt x="889228" y="34556"/>
                  </a:lnTo>
                  <a:lnTo>
                    <a:pt x="536587" y="34556"/>
                  </a:lnTo>
                  <a:lnTo>
                    <a:pt x="536587" y="84086"/>
                  </a:lnTo>
                  <a:lnTo>
                    <a:pt x="827862" y="84086"/>
                  </a:lnTo>
                  <a:lnTo>
                    <a:pt x="827862" y="147586"/>
                  </a:lnTo>
                  <a:lnTo>
                    <a:pt x="537375" y="147586"/>
                  </a:lnTo>
                  <a:lnTo>
                    <a:pt x="537375" y="195846"/>
                  </a:lnTo>
                  <a:lnTo>
                    <a:pt x="537375" y="261886"/>
                  </a:lnTo>
                  <a:lnTo>
                    <a:pt x="537375" y="312686"/>
                  </a:lnTo>
                  <a:lnTo>
                    <a:pt x="681431" y="312686"/>
                  </a:lnTo>
                  <a:lnTo>
                    <a:pt x="681431" y="393966"/>
                  </a:lnTo>
                  <a:lnTo>
                    <a:pt x="482714" y="393966"/>
                  </a:lnTo>
                  <a:lnTo>
                    <a:pt x="482714" y="446036"/>
                  </a:lnTo>
                  <a:lnTo>
                    <a:pt x="943902" y="446036"/>
                  </a:lnTo>
                  <a:lnTo>
                    <a:pt x="943902" y="393966"/>
                  </a:lnTo>
                  <a:close/>
                </a:path>
                <a:path w="5617209" h="504190">
                  <a:moveTo>
                    <a:pt x="1215656" y="242341"/>
                  </a:moveTo>
                  <a:lnTo>
                    <a:pt x="1173657" y="218211"/>
                  </a:lnTo>
                  <a:lnTo>
                    <a:pt x="1144193" y="185915"/>
                  </a:lnTo>
                  <a:lnTo>
                    <a:pt x="1126820" y="148348"/>
                  </a:lnTo>
                  <a:lnTo>
                    <a:pt x="1121130" y="108343"/>
                  </a:lnTo>
                  <a:lnTo>
                    <a:pt x="1121130" y="88214"/>
                  </a:lnTo>
                  <a:lnTo>
                    <a:pt x="1201051" y="88214"/>
                  </a:lnTo>
                  <a:lnTo>
                    <a:pt x="1201051" y="38290"/>
                  </a:lnTo>
                  <a:lnTo>
                    <a:pt x="976083" y="38290"/>
                  </a:lnTo>
                  <a:lnTo>
                    <a:pt x="976083" y="88214"/>
                  </a:lnTo>
                  <a:lnTo>
                    <a:pt x="1060932" y="88214"/>
                  </a:lnTo>
                  <a:lnTo>
                    <a:pt x="1060881" y="108343"/>
                  </a:lnTo>
                  <a:lnTo>
                    <a:pt x="1054912" y="150939"/>
                  </a:lnTo>
                  <a:lnTo>
                    <a:pt x="1036561" y="191516"/>
                  </a:lnTo>
                  <a:lnTo>
                    <a:pt x="1005484" y="226326"/>
                  </a:lnTo>
                  <a:lnTo>
                    <a:pt x="961275" y="252006"/>
                  </a:lnTo>
                  <a:lnTo>
                    <a:pt x="994041" y="300951"/>
                  </a:lnTo>
                  <a:lnTo>
                    <a:pt x="1026922" y="283298"/>
                  </a:lnTo>
                  <a:lnTo>
                    <a:pt x="1054074" y="260248"/>
                  </a:lnTo>
                  <a:lnTo>
                    <a:pt x="1075677" y="232676"/>
                  </a:lnTo>
                  <a:lnTo>
                    <a:pt x="1091920" y="201485"/>
                  </a:lnTo>
                  <a:lnTo>
                    <a:pt x="1107490" y="229260"/>
                  </a:lnTo>
                  <a:lnTo>
                    <a:pt x="1127937" y="253784"/>
                  </a:lnTo>
                  <a:lnTo>
                    <a:pt x="1153414" y="274307"/>
                  </a:lnTo>
                  <a:lnTo>
                    <a:pt x="1184071" y="290093"/>
                  </a:lnTo>
                  <a:lnTo>
                    <a:pt x="1215656" y="242341"/>
                  </a:lnTo>
                  <a:close/>
                </a:path>
                <a:path w="5617209" h="504190">
                  <a:moveTo>
                    <a:pt x="1297355" y="10464"/>
                  </a:moveTo>
                  <a:lnTo>
                    <a:pt x="1238351" y="10464"/>
                  </a:lnTo>
                  <a:lnTo>
                    <a:pt x="1238351" y="126301"/>
                  </a:lnTo>
                  <a:lnTo>
                    <a:pt x="1175194" y="126301"/>
                  </a:lnTo>
                  <a:lnTo>
                    <a:pt x="1175194" y="177012"/>
                  </a:lnTo>
                  <a:lnTo>
                    <a:pt x="1238351" y="177012"/>
                  </a:lnTo>
                  <a:lnTo>
                    <a:pt x="1238351" y="304304"/>
                  </a:lnTo>
                  <a:lnTo>
                    <a:pt x="1297355" y="304304"/>
                  </a:lnTo>
                  <a:lnTo>
                    <a:pt x="1297355" y="10464"/>
                  </a:lnTo>
                  <a:close/>
                </a:path>
                <a:path w="5617209" h="504190">
                  <a:moveTo>
                    <a:pt x="1396809" y="327190"/>
                  </a:moveTo>
                  <a:lnTo>
                    <a:pt x="1051267" y="327190"/>
                  </a:lnTo>
                  <a:lnTo>
                    <a:pt x="1051267" y="376923"/>
                  </a:lnTo>
                  <a:lnTo>
                    <a:pt x="1335049" y="376923"/>
                  </a:lnTo>
                  <a:lnTo>
                    <a:pt x="1335049" y="504012"/>
                  </a:lnTo>
                  <a:lnTo>
                    <a:pt x="1396809" y="504012"/>
                  </a:lnTo>
                  <a:lnTo>
                    <a:pt x="1396809" y="327190"/>
                  </a:lnTo>
                  <a:close/>
                </a:path>
                <a:path w="5617209" h="504190">
                  <a:moveTo>
                    <a:pt x="1396809" y="0"/>
                  </a:moveTo>
                  <a:lnTo>
                    <a:pt x="1337805" y="0"/>
                  </a:lnTo>
                  <a:lnTo>
                    <a:pt x="1337805" y="307454"/>
                  </a:lnTo>
                  <a:lnTo>
                    <a:pt x="1396809" y="307454"/>
                  </a:lnTo>
                  <a:lnTo>
                    <a:pt x="1396809" y="0"/>
                  </a:lnTo>
                  <a:close/>
                </a:path>
                <a:path w="5617209" h="504190">
                  <a:moveTo>
                    <a:pt x="1858213" y="264426"/>
                  </a:moveTo>
                  <a:lnTo>
                    <a:pt x="1567332" y="264426"/>
                  </a:lnTo>
                  <a:lnTo>
                    <a:pt x="1567332" y="199656"/>
                  </a:lnTo>
                  <a:lnTo>
                    <a:pt x="1842223" y="199656"/>
                  </a:lnTo>
                  <a:lnTo>
                    <a:pt x="1842223" y="150126"/>
                  </a:lnTo>
                  <a:lnTo>
                    <a:pt x="1567332" y="150126"/>
                  </a:lnTo>
                  <a:lnTo>
                    <a:pt x="1567332" y="89166"/>
                  </a:lnTo>
                  <a:lnTo>
                    <a:pt x="1853666" y="89166"/>
                  </a:lnTo>
                  <a:lnTo>
                    <a:pt x="1853666" y="39636"/>
                  </a:lnTo>
                  <a:lnTo>
                    <a:pt x="1504378" y="39636"/>
                  </a:lnTo>
                  <a:lnTo>
                    <a:pt x="1504378" y="89166"/>
                  </a:lnTo>
                  <a:lnTo>
                    <a:pt x="1504378" y="150126"/>
                  </a:lnTo>
                  <a:lnTo>
                    <a:pt x="1504378" y="199656"/>
                  </a:lnTo>
                  <a:lnTo>
                    <a:pt x="1504378" y="264426"/>
                  </a:lnTo>
                  <a:lnTo>
                    <a:pt x="1504378" y="313956"/>
                  </a:lnTo>
                  <a:lnTo>
                    <a:pt x="1858213" y="313956"/>
                  </a:lnTo>
                  <a:lnTo>
                    <a:pt x="1858213" y="264426"/>
                  </a:lnTo>
                  <a:close/>
                </a:path>
                <a:path w="5617209" h="504190">
                  <a:moveTo>
                    <a:pt x="1909318" y="392315"/>
                  </a:moveTo>
                  <a:lnTo>
                    <a:pt x="1448130" y="392315"/>
                  </a:lnTo>
                  <a:lnTo>
                    <a:pt x="1448130" y="443026"/>
                  </a:lnTo>
                  <a:lnTo>
                    <a:pt x="1909318" y="443026"/>
                  </a:lnTo>
                  <a:lnTo>
                    <a:pt x="1909318" y="392315"/>
                  </a:lnTo>
                  <a:close/>
                </a:path>
                <a:path w="5617209" h="504190">
                  <a:moveTo>
                    <a:pt x="2269083" y="162826"/>
                  </a:moveTo>
                  <a:lnTo>
                    <a:pt x="2211654" y="162826"/>
                  </a:lnTo>
                  <a:lnTo>
                    <a:pt x="2211654" y="212356"/>
                  </a:lnTo>
                  <a:lnTo>
                    <a:pt x="2211654" y="331736"/>
                  </a:lnTo>
                  <a:lnTo>
                    <a:pt x="2129371" y="331736"/>
                  </a:lnTo>
                  <a:lnTo>
                    <a:pt x="2129371" y="212356"/>
                  </a:lnTo>
                  <a:lnTo>
                    <a:pt x="2211654" y="212356"/>
                  </a:lnTo>
                  <a:lnTo>
                    <a:pt x="2211654" y="162826"/>
                  </a:lnTo>
                  <a:lnTo>
                    <a:pt x="2129371" y="162826"/>
                  </a:lnTo>
                  <a:lnTo>
                    <a:pt x="2129371" y="45986"/>
                  </a:lnTo>
                  <a:lnTo>
                    <a:pt x="2070760" y="45986"/>
                  </a:lnTo>
                  <a:lnTo>
                    <a:pt x="2070760" y="162826"/>
                  </a:lnTo>
                  <a:lnTo>
                    <a:pt x="2070760" y="212356"/>
                  </a:lnTo>
                  <a:lnTo>
                    <a:pt x="2070760" y="331736"/>
                  </a:lnTo>
                  <a:lnTo>
                    <a:pt x="2070760" y="382536"/>
                  </a:lnTo>
                  <a:lnTo>
                    <a:pt x="2269083" y="382536"/>
                  </a:lnTo>
                  <a:lnTo>
                    <a:pt x="2269083" y="332130"/>
                  </a:lnTo>
                  <a:lnTo>
                    <a:pt x="2269083" y="331736"/>
                  </a:lnTo>
                  <a:lnTo>
                    <a:pt x="2269083" y="212356"/>
                  </a:lnTo>
                  <a:lnTo>
                    <a:pt x="2269083" y="211950"/>
                  </a:lnTo>
                  <a:lnTo>
                    <a:pt x="2269083" y="162826"/>
                  </a:lnTo>
                  <a:close/>
                </a:path>
                <a:path w="5617209" h="504190">
                  <a:moveTo>
                    <a:pt x="2269083" y="45986"/>
                  </a:moveTo>
                  <a:lnTo>
                    <a:pt x="2211654" y="45986"/>
                  </a:lnTo>
                  <a:lnTo>
                    <a:pt x="2211654" y="162801"/>
                  </a:lnTo>
                  <a:lnTo>
                    <a:pt x="2269083" y="162801"/>
                  </a:lnTo>
                  <a:lnTo>
                    <a:pt x="2269083" y="45986"/>
                  </a:lnTo>
                  <a:close/>
                </a:path>
                <a:path w="5617209" h="504190">
                  <a:moveTo>
                    <a:pt x="2490305" y="245694"/>
                  </a:moveTo>
                  <a:lnTo>
                    <a:pt x="2430703" y="245694"/>
                  </a:lnTo>
                  <a:lnTo>
                    <a:pt x="2430703" y="504012"/>
                  </a:lnTo>
                  <a:lnTo>
                    <a:pt x="2490305" y="504012"/>
                  </a:lnTo>
                  <a:lnTo>
                    <a:pt x="2490305" y="245694"/>
                  </a:lnTo>
                  <a:close/>
                </a:path>
                <a:path w="5617209" h="504190">
                  <a:moveTo>
                    <a:pt x="2490305" y="0"/>
                  </a:moveTo>
                  <a:lnTo>
                    <a:pt x="2430703" y="0"/>
                  </a:lnTo>
                  <a:lnTo>
                    <a:pt x="2430703" y="194576"/>
                  </a:lnTo>
                  <a:lnTo>
                    <a:pt x="2377033" y="194576"/>
                  </a:lnTo>
                  <a:lnTo>
                    <a:pt x="2377033" y="9156"/>
                  </a:lnTo>
                  <a:lnTo>
                    <a:pt x="2318220" y="9156"/>
                  </a:lnTo>
                  <a:lnTo>
                    <a:pt x="2318220" y="194576"/>
                  </a:lnTo>
                  <a:lnTo>
                    <a:pt x="2318220" y="245376"/>
                  </a:lnTo>
                  <a:lnTo>
                    <a:pt x="2318220" y="480326"/>
                  </a:lnTo>
                  <a:lnTo>
                    <a:pt x="2377033" y="480326"/>
                  </a:lnTo>
                  <a:lnTo>
                    <a:pt x="2377033" y="245376"/>
                  </a:lnTo>
                  <a:lnTo>
                    <a:pt x="2490305" y="245376"/>
                  </a:lnTo>
                  <a:lnTo>
                    <a:pt x="2490305" y="194779"/>
                  </a:lnTo>
                  <a:lnTo>
                    <a:pt x="2490305" y="194576"/>
                  </a:lnTo>
                  <a:lnTo>
                    <a:pt x="2490305" y="0"/>
                  </a:lnTo>
                  <a:close/>
                </a:path>
                <a:path w="5617209" h="504190">
                  <a:moveTo>
                    <a:pt x="2960382" y="393"/>
                  </a:moveTo>
                  <a:lnTo>
                    <a:pt x="2898419" y="393"/>
                  </a:lnTo>
                  <a:lnTo>
                    <a:pt x="2898419" y="85445"/>
                  </a:lnTo>
                  <a:lnTo>
                    <a:pt x="2796984" y="85445"/>
                  </a:lnTo>
                  <a:lnTo>
                    <a:pt x="2798800" y="73342"/>
                  </a:lnTo>
                  <a:lnTo>
                    <a:pt x="2800096" y="60985"/>
                  </a:lnTo>
                  <a:lnTo>
                    <a:pt x="2800870" y="48323"/>
                  </a:lnTo>
                  <a:lnTo>
                    <a:pt x="2801137" y="35331"/>
                  </a:lnTo>
                  <a:lnTo>
                    <a:pt x="2569654" y="35331"/>
                  </a:lnTo>
                  <a:lnTo>
                    <a:pt x="2569654" y="85839"/>
                  </a:lnTo>
                  <a:lnTo>
                    <a:pt x="2733637" y="85839"/>
                  </a:lnTo>
                  <a:lnTo>
                    <a:pt x="2724277" y="122021"/>
                  </a:lnTo>
                  <a:lnTo>
                    <a:pt x="2678811" y="185381"/>
                  </a:lnTo>
                  <a:lnTo>
                    <a:pt x="2642603" y="211874"/>
                  </a:lnTo>
                  <a:lnTo>
                    <a:pt x="2597353" y="234467"/>
                  </a:lnTo>
                  <a:lnTo>
                    <a:pt x="2543010" y="252793"/>
                  </a:lnTo>
                  <a:lnTo>
                    <a:pt x="2567673" y="301739"/>
                  </a:lnTo>
                  <a:lnTo>
                    <a:pt x="2619603" y="284314"/>
                  </a:lnTo>
                  <a:lnTo>
                    <a:pt x="2665336" y="262648"/>
                  </a:lnTo>
                  <a:lnTo>
                    <a:pt x="2704731" y="236816"/>
                  </a:lnTo>
                  <a:lnTo>
                    <a:pt x="2737612" y="206819"/>
                  </a:lnTo>
                  <a:lnTo>
                    <a:pt x="2763812" y="172732"/>
                  </a:lnTo>
                  <a:lnTo>
                    <a:pt x="2783179" y="134581"/>
                  </a:lnTo>
                  <a:lnTo>
                    <a:pt x="2898419" y="134581"/>
                  </a:lnTo>
                  <a:lnTo>
                    <a:pt x="2898419" y="189255"/>
                  </a:lnTo>
                  <a:lnTo>
                    <a:pt x="2778239" y="189255"/>
                  </a:lnTo>
                  <a:lnTo>
                    <a:pt x="2778239" y="239382"/>
                  </a:lnTo>
                  <a:lnTo>
                    <a:pt x="2898419" y="239382"/>
                  </a:lnTo>
                  <a:lnTo>
                    <a:pt x="2898419" y="295021"/>
                  </a:lnTo>
                  <a:lnTo>
                    <a:pt x="2960382" y="295021"/>
                  </a:lnTo>
                  <a:lnTo>
                    <a:pt x="2960382" y="134581"/>
                  </a:lnTo>
                  <a:lnTo>
                    <a:pt x="2960382" y="85445"/>
                  </a:lnTo>
                  <a:lnTo>
                    <a:pt x="2960382" y="393"/>
                  </a:lnTo>
                  <a:close/>
                </a:path>
                <a:path w="5617209" h="504190">
                  <a:moveTo>
                    <a:pt x="2963735" y="400799"/>
                  </a:moveTo>
                  <a:lnTo>
                    <a:pt x="2955772" y="366674"/>
                  </a:lnTo>
                  <a:lnTo>
                    <a:pt x="2941777" y="349491"/>
                  </a:lnTo>
                  <a:lnTo>
                    <a:pt x="2933154" y="338899"/>
                  </a:lnTo>
                  <a:lnTo>
                    <a:pt x="2901772" y="320662"/>
                  </a:lnTo>
                  <a:lnTo>
                    <a:pt x="2901772" y="400799"/>
                  </a:lnTo>
                  <a:lnTo>
                    <a:pt x="2894063" y="422922"/>
                  </a:lnTo>
                  <a:lnTo>
                    <a:pt x="2872473" y="439064"/>
                  </a:lnTo>
                  <a:lnTo>
                    <a:pt x="2838450" y="448945"/>
                  </a:lnTo>
                  <a:lnTo>
                    <a:pt x="2793441" y="452310"/>
                  </a:lnTo>
                  <a:lnTo>
                    <a:pt x="2747721" y="448945"/>
                  </a:lnTo>
                  <a:lnTo>
                    <a:pt x="2713342" y="439064"/>
                  </a:lnTo>
                  <a:lnTo>
                    <a:pt x="2691727" y="422922"/>
                  </a:lnTo>
                  <a:lnTo>
                    <a:pt x="2684310" y="400799"/>
                  </a:lnTo>
                  <a:lnTo>
                    <a:pt x="2691727" y="378663"/>
                  </a:lnTo>
                  <a:lnTo>
                    <a:pt x="2713342" y="362496"/>
                  </a:lnTo>
                  <a:lnTo>
                    <a:pt x="2747721" y="352653"/>
                  </a:lnTo>
                  <a:lnTo>
                    <a:pt x="2793441" y="349491"/>
                  </a:lnTo>
                  <a:lnTo>
                    <a:pt x="2838450" y="352653"/>
                  </a:lnTo>
                  <a:lnTo>
                    <a:pt x="2872473" y="362496"/>
                  </a:lnTo>
                  <a:lnTo>
                    <a:pt x="2894063" y="378663"/>
                  </a:lnTo>
                  <a:lnTo>
                    <a:pt x="2901772" y="400799"/>
                  </a:lnTo>
                  <a:lnTo>
                    <a:pt x="2901772" y="320662"/>
                  </a:lnTo>
                  <a:lnTo>
                    <a:pt x="2897492" y="318173"/>
                  </a:lnTo>
                  <a:lnTo>
                    <a:pt x="2850388" y="305219"/>
                  </a:lnTo>
                  <a:lnTo>
                    <a:pt x="2793441" y="300748"/>
                  </a:lnTo>
                  <a:lnTo>
                    <a:pt x="2735910" y="305219"/>
                  </a:lnTo>
                  <a:lnTo>
                    <a:pt x="2688488" y="318173"/>
                  </a:lnTo>
                  <a:lnTo>
                    <a:pt x="2652699" y="338899"/>
                  </a:lnTo>
                  <a:lnTo>
                    <a:pt x="2630132" y="366674"/>
                  </a:lnTo>
                  <a:lnTo>
                    <a:pt x="2622346" y="400799"/>
                  </a:lnTo>
                  <a:lnTo>
                    <a:pt x="2630132" y="435178"/>
                  </a:lnTo>
                  <a:lnTo>
                    <a:pt x="2652699" y="463207"/>
                  </a:lnTo>
                  <a:lnTo>
                    <a:pt x="2688488" y="484136"/>
                  </a:lnTo>
                  <a:lnTo>
                    <a:pt x="2735910" y="497192"/>
                  </a:lnTo>
                  <a:lnTo>
                    <a:pt x="2793441" y="501637"/>
                  </a:lnTo>
                  <a:lnTo>
                    <a:pt x="2850388" y="497192"/>
                  </a:lnTo>
                  <a:lnTo>
                    <a:pt x="2897492" y="484136"/>
                  </a:lnTo>
                  <a:lnTo>
                    <a:pt x="2933154" y="463207"/>
                  </a:lnTo>
                  <a:lnTo>
                    <a:pt x="2941942" y="452310"/>
                  </a:lnTo>
                  <a:lnTo>
                    <a:pt x="2955772" y="435178"/>
                  </a:lnTo>
                  <a:lnTo>
                    <a:pt x="2963735" y="400799"/>
                  </a:lnTo>
                  <a:close/>
                </a:path>
                <a:path w="5617209" h="504190">
                  <a:moveTo>
                    <a:pt x="3413671" y="31178"/>
                  </a:moveTo>
                  <a:lnTo>
                    <a:pt x="3352292" y="31178"/>
                  </a:lnTo>
                  <a:lnTo>
                    <a:pt x="3352292" y="80124"/>
                  </a:lnTo>
                  <a:lnTo>
                    <a:pt x="3352292" y="192405"/>
                  </a:lnTo>
                  <a:lnTo>
                    <a:pt x="3231718" y="192405"/>
                  </a:lnTo>
                  <a:lnTo>
                    <a:pt x="3231718" y="80124"/>
                  </a:lnTo>
                  <a:lnTo>
                    <a:pt x="3352292" y="80124"/>
                  </a:lnTo>
                  <a:lnTo>
                    <a:pt x="3352292" y="31178"/>
                  </a:lnTo>
                  <a:lnTo>
                    <a:pt x="3170732" y="31178"/>
                  </a:lnTo>
                  <a:lnTo>
                    <a:pt x="3170732" y="240957"/>
                  </a:lnTo>
                  <a:lnTo>
                    <a:pt x="3413671" y="240957"/>
                  </a:lnTo>
                  <a:lnTo>
                    <a:pt x="3413671" y="192405"/>
                  </a:lnTo>
                  <a:lnTo>
                    <a:pt x="3413671" y="80124"/>
                  </a:lnTo>
                  <a:lnTo>
                    <a:pt x="3413671" y="31178"/>
                  </a:lnTo>
                  <a:close/>
                </a:path>
                <a:path w="5617209" h="504190">
                  <a:moveTo>
                    <a:pt x="3564039" y="0"/>
                  </a:moveTo>
                  <a:lnTo>
                    <a:pt x="3502660" y="0"/>
                  </a:lnTo>
                  <a:lnTo>
                    <a:pt x="3502660" y="287134"/>
                  </a:lnTo>
                  <a:lnTo>
                    <a:pt x="3564039" y="287134"/>
                  </a:lnTo>
                  <a:lnTo>
                    <a:pt x="3564039" y="0"/>
                  </a:lnTo>
                  <a:close/>
                </a:path>
                <a:path w="5617209" h="504190">
                  <a:moveTo>
                    <a:pt x="3593439" y="455460"/>
                  </a:moveTo>
                  <a:lnTo>
                    <a:pt x="3528034" y="442429"/>
                  </a:lnTo>
                  <a:lnTo>
                    <a:pt x="3477806" y="420433"/>
                  </a:lnTo>
                  <a:lnTo>
                    <a:pt x="3477209" y="419938"/>
                  </a:lnTo>
                  <a:lnTo>
                    <a:pt x="3444583" y="392963"/>
                  </a:lnTo>
                  <a:lnTo>
                    <a:pt x="3430244" y="363499"/>
                  </a:lnTo>
                  <a:lnTo>
                    <a:pt x="3574504" y="363499"/>
                  </a:lnTo>
                  <a:lnTo>
                    <a:pt x="3574504" y="317131"/>
                  </a:lnTo>
                  <a:lnTo>
                    <a:pt x="3428657" y="317131"/>
                  </a:lnTo>
                  <a:lnTo>
                    <a:pt x="3428657" y="272732"/>
                  </a:lnTo>
                  <a:lnTo>
                    <a:pt x="3366503" y="272732"/>
                  </a:lnTo>
                  <a:lnTo>
                    <a:pt x="3366503" y="317131"/>
                  </a:lnTo>
                  <a:lnTo>
                    <a:pt x="3221253" y="317131"/>
                  </a:lnTo>
                  <a:lnTo>
                    <a:pt x="3221253" y="363499"/>
                  </a:lnTo>
                  <a:lnTo>
                    <a:pt x="3365119" y="363499"/>
                  </a:lnTo>
                  <a:lnTo>
                    <a:pt x="3350641" y="393547"/>
                  </a:lnTo>
                  <a:lnTo>
                    <a:pt x="3317113" y="421246"/>
                  </a:lnTo>
                  <a:lnTo>
                    <a:pt x="3266490" y="443064"/>
                  </a:lnTo>
                  <a:lnTo>
                    <a:pt x="3200730" y="455460"/>
                  </a:lnTo>
                  <a:lnTo>
                    <a:pt x="3222040" y="502831"/>
                  </a:lnTo>
                  <a:lnTo>
                    <a:pt x="3279800" y="492036"/>
                  </a:lnTo>
                  <a:lnTo>
                    <a:pt x="3329127" y="473964"/>
                  </a:lnTo>
                  <a:lnTo>
                    <a:pt x="3368878" y="449605"/>
                  </a:lnTo>
                  <a:lnTo>
                    <a:pt x="3397872" y="419938"/>
                  </a:lnTo>
                  <a:lnTo>
                    <a:pt x="3426637" y="449402"/>
                  </a:lnTo>
                  <a:lnTo>
                    <a:pt x="3466033" y="473887"/>
                  </a:lnTo>
                  <a:lnTo>
                    <a:pt x="3515017" y="492125"/>
                  </a:lnTo>
                  <a:lnTo>
                    <a:pt x="3572522" y="502831"/>
                  </a:lnTo>
                  <a:lnTo>
                    <a:pt x="3593439" y="455460"/>
                  </a:lnTo>
                  <a:close/>
                </a:path>
                <a:path w="5617209" h="504190">
                  <a:moveTo>
                    <a:pt x="4071645" y="228130"/>
                  </a:moveTo>
                  <a:lnTo>
                    <a:pt x="4069664" y="196164"/>
                  </a:lnTo>
                  <a:lnTo>
                    <a:pt x="4069283" y="189839"/>
                  </a:lnTo>
                  <a:lnTo>
                    <a:pt x="4068889" y="183527"/>
                  </a:lnTo>
                  <a:lnTo>
                    <a:pt x="4052722" y="185381"/>
                  </a:lnTo>
                  <a:lnTo>
                    <a:pt x="4036250" y="187058"/>
                  </a:lnTo>
                  <a:lnTo>
                    <a:pt x="4019512" y="188556"/>
                  </a:lnTo>
                  <a:lnTo>
                    <a:pt x="4002582" y="189839"/>
                  </a:lnTo>
                  <a:lnTo>
                    <a:pt x="4002582" y="80124"/>
                  </a:lnTo>
                  <a:lnTo>
                    <a:pt x="4047769" y="80124"/>
                  </a:lnTo>
                  <a:lnTo>
                    <a:pt x="4047769" y="32169"/>
                  </a:lnTo>
                  <a:lnTo>
                    <a:pt x="3943185" y="32169"/>
                  </a:lnTo>
                  <a:lnTo>
                    <a:pt x="3943185" y="80124"/>
                  </a:lnTo>
                  <a:lnTo>
                    <a:pt x="3943185" y="193598"/>
                  </a:lnTo>
                  <a:lnTo>
                    <a:pt x="3877462" y="196164"/>
                  </a:lnTo>
                  <a:lnTo>
                    <a:pt x="3877462" y="80124"/>
                  </a:lnTo>
                  <a:lnTo>
                    <a:pt x="3943185" y="80124"/>
                  </a:lnTo>
                  <a:lnTo>
                    <a:pt x="3943185" y="32169"/>
                  </a:lnTo>
                  <a:lnTo>
                    <a:pt x="3773855" y="32169"/>
                  </a:lnTo>
                  <a:lnTo>
                    <a:pt x="3773855" y="80124"/>
                  </a:lnTo>
                  <a:lnTo>
                    <a:pt x="3818064" y="80124"/>
                  </a:lnTo>
                  <a:lnTo>
                    <a:pt x="3818064" y="197345"/>
                  </a:lnTo>
                  <a:lnTo>
                    <a:pt x="3760241" y="197929"/>
                  </a:lnTo>
                  <a:lnTo>
                    <a:pt x="3767150" y="246875"/>
                  </a:lnTo>
                  <a:lnTo>
                    <a:pt x="3813302" y="246722"/>
                  </a:lnTo>
                  <a:lnTo>
                    <a:pt x="3862933" y="245694"/>
                  </a:lnTo>
                  <a:lnTo>
                    <a:pt x="3914813" y="243573"/>
                  </a:lnTo>
                  <a:lnTo>
                    <a:pt x="3967708" y="240093"/>
                  </a:lnTo>
                  <a:lnTo>
                    <a:pt x="4020401" y="235026"/>
                  </a:lnTo>
                  <a:lnTo>
                    <a:pt x="4071645" y="228130"/>
                  </a:lnTo>
                  <a:close/>
                </a:path>
                <a:path w="5617209" h="504190">
                  <a:moveTo>
                    <a:pt x="4172889" y="0"/>
                  </a:moveTo>
                  <a:lnTo>
                    <a:pt x="4110520" y="0"/>
                  </a:lnTo>
                  <a:lnTo>
                    <a:pt x="4110520" y="259702"/>
                  </a:lnTo>
                  <a:lnTo>
                    <a:pt x="4172889" y="259702"/>
                  </a:lnTo>
                  <a:lnTo>
                    <a:pt x="4172889" y="0"/>
                  </a:lnTo>
                  <a:close/>
                </a:path>
                <a:path w="5617209" h="504190">
                  <a:moveTo>
                    <a:pt x="4188676" y="450532"/>
                  </a:moveTo>
                  <a:lnTo>
                    <a:pt x="3897007" y="450532"/>
                  </a:lnTo>
                  <a:lnTo>
                    <a:pt x="3897007" y="411060"/>
                  </a:lnTo>
                  <a:lnTo>
                    <a:pt x="4172889" y="411060"/>
                  </a:lnTo>
                  <a:lnTo>
                    <a:pt x="4172889" y="281216"/>
                  </a:lnTo>
                  <a:lnTo>
                    <a:pt x="3834244" y="281216"/>
                  </a:lnTo>
                  <a:lnTo>
                    <a:pt x="3834244" y="329361"/>
                  </a:lnTo>
                  <a:lnTo>
                    <a:pt x="4111320" y="329361"/>
                  </a:lnTo>
                  <a:lnTo>
                    <a:pt x="4111320" y="366064"/>
                  </a:lnTo>
                  <a:lnTo>
                    <a:pt x="3835438" y="366064"/>
                  </a:lnTo>
                  <a:lnTo>
                    <a:pt x="3835438" y="499872"/>
                  </a:lnTo>
                  <a:lnTo>
                    <a:pt x="4188676" y="499872"/>
                  </a:lnTo>
                  <a:lnTo>
                    <a:pt x="4188676" y="450532"/>
                  </a:lnTo>
                  <a:close/>
                </a:path>
                <a:path w="5617209" h="504190">
                  <a:moveTo>
                    <a:pt x="4695850" y="392112"/>
                  </a:moveTo>
                  <a:lnTo>
                    <a:pt x="4589488" y="392112"/>
                  </a:lnTo>
                  <a:lnTo>
                    <a:pt x="4589488" y="287134"/>
                  </a:lnTo>
                  <a:lnTo>
                    <a:pt x="4589488" y="263258"/>
                  </a:lnTo>
                  <a:lnTo>
                    <a:pt x="4635512" y="219621"/>
                  </a:lnTo>
                  <a:lnTo>
                    <a:pt x="4652238" y="160439"/>
                  </a:lnTo>
                  <a:lnTo>
                    <a:pt x="4645863" y="122669"/>
                  </a:lnTo>
                  <a:lnTo>
                    <a:pt x="4627651" y="90144"/>
                  </a:lnTo>
                  <a:lnTo>
                    <a:pt x="4612779" y="76377"/>
                  </a:lnTo>
                  <a:lnTo>
                    <a:pt x="4598987" y="63588"/>
                  </a:lnTo>
                  <a:lnTo>
                    <a:pt x="4591266" y="59524"/>
                  </a:lnTo>
                  <a:lnTo>
                    <a:pt x="4591266" y="160439"/>
                  </a:lnTo>
                  <a:lnTo>
                    <a:pt x="4581957" y="195478"/>
                  </a:lnTo>
                  <a:lnTo>
                    <a:pt x="4555845" y="222161"/>
                  </a:lnTo>
                  <a:lnTo>
                    <a:pt x="4526737" y="234467"/>
                  </a:lnTo>
                  <a:lnTo>
                    <a:pt x="4526737" y="287134"/>
                  </a:lnTo>
                  <a:lnTo>
                    <a:pt x="4526737" y="392112"/>
                  </a:lnTo>
                  <a:lnTo>
                    <a:pt x="4402607" y="392112"/>
                  </a:lnTo>
                  <a:lnTo>
                    <a:pt x="4402607" y="287134"/>
                  </a:lnTo>
                  <a:lnTo>
                    <a:pt x="4417225" y="289864"/>
                  </a:lnTo>
                  <a:lnTo>
                    <a:pt x="4432351" y="291846"/>
                  </a:lnTo>
                  <a:lnTo>
                    <a:pt x="4448010" y="293039"/>
                  </a:lnTo>
                  <a:lnTo>
                    <a:pt x="4464177" y="293446"/>
                  </a:lnTo>
                  <a:lnTo>
                    <a:pt x="4480636" y="293039"/>
                  </a:lnTo>
                  <a:lnTo>
                    <a:pt x="4496562" y="291846"/>
                  </a:lnTo>
                  <a:lnTo>
                    <a:pt x="4511941" y="289864"/>
                  </a:lnTo>
                  <a:lnTo>
                    <a:pt x="4526737" y="287134"/>
                  </a:lnTo>
                  <a:lnTo>
                    <a:pt x="4526737" y="234467"/>
                  </a:lnTo>
                  <a:lnTo>
                    <a:pt x="4515675" y="239141"/>
                  </a:lnTo>
                  <a:lnTo>
                    <a:pt x="4464177" y="245097"/>
                  </a:lnTo>
                  <a:lnTo>
                    <a:pt x="4412526" y="239141"/>
                  </a:lnTo>
                  <a:lnTo>
                    <a:pt x="4372584" y="222161"/>
                  </a:lnTo>
                  <a:lnTo>
                    <a:pt x="4346816" y="195478"/>
                  </a:lnTo>
                  <a:lnTo>
                    <a:pt x="4337685" y="160439"/>
                  </a:lnTo>
                  <a:lnTo>
                    <a:pt x="4346816" y="125133"/>
                  </a:lnTo>
                  <a:lnTo>
                    <a:pt x="4372584" y="98640"/>
                  </a:lnTo>
                  <a:lnTo>
                    <a:pt x="4412526" y="82042"/>
                  </a:lnTo>
                  <a:lnTo>
                    <a:pt x="4464177" y="76377"/>
                  </a:lnTo>
                  <a:lnTo>
                    <a:pt x="4515675" y="82042"/>
                  </a:lnTo>
                  <a:lnTo>
                    <a:pt x="4555845" y="98640"/>
                  </a:lnTo>
                  <a:lnTo>
                    <a:pt x="4581957" y="125133"/>
                  </a:lnTo>
                  <a:lnTo>
                    <a:pt x="4591266" y="160439"/>
                  </a:lnTo>
                  <a:lnTo>
                    <a:pt x="4591266" y="59524"/>
                  </a:lnTo>
                  <a:lnTo>
                    <a:pt x="4561256" y="43713"/>
                  </a:lnTo>
                  <a:lnTo>
                    <a:pt x="4515866" y="31229"/>
                  </a:lnTo>
                  <a:lnTo>
                    <a:pt x="4464177" y="26835"/>
                  </a:lnTo>
                  <a:lnTo>
                    <a:pt x="4412539" y="31229"/>
                  </a:lnTo>
                  <a:lnTo>
                    <a:pt x="4367250" y="43713"/>
                  </a:lnTo>
                  <a:lnTo>
                    <a:pt x="4329684" y="63588"/>
                  </a:lnTo>
                  <a:lnTo>
                    <a:pt x="4301198" y="90144"/>
                  </a:lnTo>
                  <a:lnTo>
                    <a:pt x="4276903" y="160439"/>
                  </a:lnTo>
                  <a:lnTo>
                    <a:pt x="4281208" y="192341"/>
                  </a:lnTo>
                  <a:lnTo>
                    <a:pt x="4293895" y="220573"/>
                  </a:lnTo>
                  <a:lnTo>
                    <a:pt x="4314164" y="244741"/>
                  </a:lnTo>
                  <a:lnTo>
                    <a:pt x="4341228" y="264439"/>
                  </a:lnTo>
                  <a:lnTo>
                    <a:pt x="4341228" y="392112"/>
                  </a:lnTo>
                  <a:lnTo>
                    <a:pt x="4234662" y="392112"/>
                  </a:lnTo>
                  <a:lnTo>
                    <a:pt x="4234662" y="443026"/>
                  </a:lnTo>
                  <a:lnTo>
                    <a:pt x="4695850" y="443026"/>
                  </a:lnTo>
                  <a:lnTo>
                    <a:pt x="4695850" y="392112"/>
                  </a:lnTo>
                  <a:close/>
                </a:path>
                <a:path w="5617209" h="504190">
                  <a:moveTo>
                    <a:pt x="5020691" y="228714"/>
                  </a:moveTo>
                  <a:lnTo>
                    <a:pt x="4968887" y="203377"/>
                  </a:lnTo>
                  <a:lnTo>
                    <a:pt x="4938026" y="173062"/>
                  </a:lnTo>
                  <a:lnTo>
                    <a:pt x="4931715" y="166878"/>
                  </a:lnTo>
                  <a:lnTo>
                    <a:pt x="4909388" y="122123"/>
                  </a:lnTo>
                  <a:lnTo>
                    <a:pt x="4902098" y="72034"/>
                  </a:lnTo>
                  <a:lnTo>
                    <a:pt x="4902098" y="27228"/>
                  </a:lnTo>
                  <a:lnTo>
                    <a:pt x="4839728" y="27228"/>
                  </a:lnTo>
                  <a:lnTo>
                    <a:pt x="4839728" y="74790"/>
                  </a:lnTo>
                  <a:lnTo>
                    <a:pt x="4834521" y="117665"/>
                  </a:lnTo>
                  <a:lnTo>
                    <a:pt x="4819358" y="157556"/>
                  </a:lnTo>
                  <a:lnTo>
                    <a:pt x="4794224" y="192798"/>
                  </a:lnTo>
                  <a:lnTo>
                    <a:pt x="4759122" y="221742"/>
                  </a:lnTo>
                  <a:lnTo>
                    <a:pt x="4714024" y="242735"/>
                  </a:lnTo>
                  <a:lnTo>
                    <a:pt x="4747184" y="292658"/>
                  </a:lnTo>
                  <a:lnTo>
                    <a:pt x="4789348" y="272719"/>
                  </a:lnTo>
                  <a:lnTo>
                    <a:pt x="4824311" y="245516"/>
                  </a:lnTo>
                  <a:lnTo>
                    <a:pt x="4851997" y="211988"/>
                  </a:lnTo>
                  <a:lnTo>
                    <a:pt x="4872291" y="173062"/>
                  </a:lnTo>
                  <a:lnTo>
                    <a:pt x="4891633" y="206832"/>
                  </a:lnTo>
                  <a:lnTo>
                    <a:pt x="4917313" y="235826"/>
                  </a:lnTo>
                  <a:lnTo>
                    <a:pt x="4949253" y="259486"/>
                  </a:lnTo>
                  <a:lnTo>
                    <a:pt x="4987341" y="277266"/>
                  </a:lnTo>
                  <a:lnTo>
                    <a:pt x="5020691" y="228714"/>
                  </a:lnTo>
                  <a:close/>
                </a:path>
                <a:path w="5617209" h="504190">
                  <a:moveTo>
                    <a:pt x="5139893" y="0"/>
                  </a:moveTo>
                  <a:lnTo>
                    <a:pt x="5077917" y="0"/>
                  </a:lnTo>
                  <a:lnTo>
                    <a:pt x="5077917" y="97485"/>
                  </a:lnTo>
                  <a:lnTo>
                    <a:pt x="4977473" y="97485"/>
                  </a:lnTo>
                  <a:lnTo>
                    <a:pt x="4977473" y="148399"/>
                  </a:lnTo>
                  <a:lnTo>
                    <a:pt x="5077917" y="148399"/>
                  </a:lnTo>
                  <a:lnTo>
                    <a:pt x="5077917" y="296405"/>
                  </a:lnTo>
                  <a:lnTo>
                    <a:pt x="5139893" y="296405"/>
                  </a:lnTo>
                  <a:lnTo>
                    <a:pt x="5139893" y="0"/>
                  </a:lnTo>
                  <a:close/>
                </a:path>
                <a:path w="5617209" h="504190">
                  <a:moveTo>
                    <a:pt x="5141265" y="407111"/>
                  </a:moveTo>
                  <a:lnTo>
                    <a:pt x="5133619" y="373456"/>
                  </a:lnTo>
                  <a:lnTo>
                    <a:pt x="5121249" y="358368"/>
                  </a:lnTo>
                  <a:lnTo>
                    <a:pt x="5111445" y="346430"/>
                  </a:lnTo>
                  <a:lnTo>
                    <a:pt x="5079695" y="328663"/>
                  </a:lnTo>
                  <a:lnTo>
                    <a:pt x="5079695" y="407111"/>
                  </a:lnTo>
                  <a:lnTo>
                    <a:pt x="5072253" y="427596"/>
                  </a:lnTo>
                  <a:lnTo>
                    <a:pt x="5050790" y="442607"/>
                  </a:lnTo>
                  <a:lnTo>
                    <a:pt x="5016144" y="451827"/>
                  </a:lnTo>
                  <a:lnTo>
                    <a:pt x="4969192" y="454875"/>
                  </a:lnTo>
                  <a:lnTo>
                    <a:pt x="4922317" y="451827"/>
                  </a:lnTo>
                  <a:lnTo>
                    <a:pt x="4887734" y="442607"/>
                  </a:lnTo>
                  <a:lnTo>
                    <a:pt x="4866398" y="427596"/>
                  </a:lnTo>
                  <a:lnTo>
                    <a:pt x="4859274" y="407111"/>
                  </a:lnTo>
                  <a:lnTo>
                    <a:pt x="4866398" y="386092"/>
                  </a:lnTo>
                  <a:lnTo>
                    <a:pt x="4887734" y="370827"/>
                  </a:lnTo>
                  <a:lnTo>
                    <a:pt x="4922317" y="361518"/>
                  </a:lnTo>
                  <a:lnTo>
                    <a:pt x="4969192" y="358368"/>
                  </a:lnTo>
                  <a:lnTo>
                    <a:pt x="5016144" y="361518"/>
                  </a:lnTo>
                  <a:lnTo>
                    <a:pt x="5050790" y="370827"/>
                  </a:lnTo>
                  <a:lnTo>
                    <a:pt x="5072253" y="386092"/>
                  </a:lnTo>
                  <a:lnTo>
                    <a:pt x="5079695" y="407111"/>
                  </a:lnTo>
                  <a:lnTo>
                    <a:pt x="5079695" y="328663"/>
                  </a:lnTo>
                  <a:lnTo>
                    <a:pt x="5075885" y="326529"/>
                  </a:lnTo>
                  <a:lnTo>
                    <a:pt x="5028082" y="314236"/>
                  </a:lnTo>
                  <a:lnTo>
                    <a:pt x="4969192" y="310019"/>
                  </a:lnTo>
                  <a:lnTo>
                    <a:pt x="4910391" y="314236"/>
                  </a:lnTo>
                  <a:lnTo>
                    <a:pt x="4862665" y="326529"/>
                  </a:lnTo>
                  <a:lnTo>
                    <a:pt x="4827155" y="346430"/>
                  </a:lnTo>
                  <a:lnTo>
                    <a:pt x="4805045" y="373456"/>
                  </a:lnTo>
                  <a:lnTo>
                    <a:pt x="4797501" y="407111"/>
                  </a:lnTo>
                  <a:lnTo>
                    <a:pt x="4805045" y="440817"/>
                  </a:lnTo>
                  <a:lnTo>
                    <a:pt x="4827155" y="467741"/>
                  </a:lnTo>
                  <a:lnTo>
                    <a:pt x="4862665" y="487464"/>
                  </a:lnTo>
                  <a:lnTo>
                    <a:pt x="4910391" y="499567"/>
                  </a:lnTo>
                  <a:lnTo>
                    <a:pt x="4969192" y="503618"/>
                  </a:lnTo>
                  <a:lnTo>
                    <a:pt x="5028082" y="499567"/>
                  </a:lnTo>
                  <a:lnTo>
                    <a:pt x="5075885" y="487464"/>
                  </a:lnTo>
                  <a:lnTo>
                    <a:pt x="5111445" y="467741"/>
                  </a:lnTo>
                  <a:lnTo>
                    <a:pt x="5122037" y="454875"/>
                  </a:lnTo>
                  <a:lnTo>
                    <a:pt x="5133619" y="440817"/>
                  </a:lnTo>
                  <a:lnTo>
                    <a:pt x="5141265" y="407111"/>
                  </a:lnTo>
                  <a:close/>
                </a:path>
                <a:path w="5617209" h="504190">
                  <a:moveTo>
                    <a:pt x="5617121" y="137414"/>
                  </a:moveTo>
                  <a:lnTo>
                    <a:pt x="5586184" y="137414"/>
                  </a:lnTo>
                  <a:lnTo>
                    <a:pt x="5586184" y="360540"/>
                  </a:lnTo>
                  <a:lnTo>
                    <a:pt x="5617121" y="360540"/>
                  </a:lnTo>
                  <a:lnTo>
                    <a:pt x="5617121" y="13741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7937" y="899300"/>
              <a:ext cx="131938" cy="1796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879727" y="889215"/>
              <a:ext cx="650875" cy="240665"/>
            </a:xfrm>
            <a:custGeom>
              <a:avLst/>
              <a:gdLst/>
              <a:ahLst/>
              <a:cxnLst/>
              <a:rect l="l" t="t" r="r" b="b"/>
              <a:pathLst>
                <a:path w="650875" h="240665">
                  <a:moveTo>
                    <a:pt x="79590" y="54203"/>
                  </a:moveTo>
                  <a:lnTo>
                    <a:pt x="76415" y="53594"/>
                  </a:lnTo>
                  <a:lnTo>
                    <a:pt x="71767" y="53073"/>
                  </a:lnTo>
                  <a:lnTo>
                    <a:pt x="68072" y="53073"/>
                  </a:lnTo>
                  <a:lnTo>
                    <a:pt x="57543" y="54698"/>
                  </a:lnTo>
                  <a:lnTo>
                    <a:pt x="48437" y="59524"/>
                  </a:lnTo>
                  <a:lnTo>
                    <a:pt x="41198" y="67462"/>
                  </a:lnTo>
                  <a:lnTo>
                    <a:pt x="36271" y="78409"/>
                  </a:lnTo>
                  <a:lnTo>
                    <a:pt x="34899" y="78409"/>
                  </a:lnTo>
                  <a:lnTo>
                    <a:pt x="34899" y="54991"/>
                  </a:lnTo>
                  <a:lnTo>
                    <a:pt x="0" y="54991"/>
                  </a:lnTo>
                  <a:lnTo>
                    <a:pt x="0" y="189712"/>
                  </a:lnTo>
                  <a:lnTo>
                    <a:pt x="36017" y="189712"/>
                  </a:lnTo>
                  <a:lnTo>
                    <a:pt x="36017" y="113144"/>
                  </a:lnTo>
                  <a:lnTo>
                    <a:pt x="38138" y="101752"/>
                  </a:lnTo>
                  <a:lnTo>
                    <a:pt x="44018" y="92849"/>
                  </a:lnTo>
                  <a:lnTo>
                    <a:pt x="52946" y="87058"/>
                  </a:lnTo>
                  <a:lnTo>
                    <a:pt x="64211" y="84988"/>
                  </a:lnTo>
                  <a:lnTo>
                    <a:pt x="69278" y="84988"/>
                  </a:lnTo>
                  <a:lnTo>
                    <a:pt x="76238" y="85953"/>
                  </a:lnTo>
                  <a:lnTo>
                    <a:pt x="79590" y="87007"/>
                  </a:lnTo>
                  <a:lnTo>
                    <a:pt x="79590" y="54203"/>
                  </a:lnTo>
                  <a:close/>
                </a:path>
                <a:path w="650875" h="240665">
                  <a:moveTo>
                    <a:pt x="218833" y="122885"/>
                  </a:moveTo>
                  <a:lnTo>
                    <a:pt x="214337" y="94386"/>
                  </a:lnTo>
                  <a:lnTo>
                    <a:pt x="206654" y="81305"/>
                  </a:lnTo>
                  <a:lnTo>
                    <a:pt x="201434" y="72402"/>
                  </a:lnTo>
                  <a:lnTo>
                    <a:pt x="182308" y="59131"/>
                  </a:lnTo>
                  <a:lnTo>
                    <a:pt x="182308" y="122618"/>
                  </a:lnTo>
                  <a:lnTo>
                    <a:pt x="180517" y="139052"/>
                  </a:lnTo>
                  <a:lnTo>
                    <a:pt x="175196" y="152107"/>
                  </a:lnTo>
                  <a:lnTo>
                    <a:pt x="166433" y="160731"/>
                  </a:lnTo>
                  <a:lnTo>
                    <a:pt x="154292" y="163842"/>
                  </a:lnTo>
                  <a:lnTo>
                    <a:pt x="141897" y="160731"/>
                  </a:lnTo>
                  <a:lnTo>
                    <a:pt x="133007" y="152107"/>
                  </a:lnTo>
                  <a:lnTo>
                    <a:pt x="127635" y="139052"/>
                  </a:lnTo>
                  <a:lnTo>
                    <a:pt x="125844" y="122618"/>
                  </a:lnTo>
                  <a:lnTo>
                    <a:pt x="127635" y="106210"/>
                  </a:lnTo>
                  <a:lnTo>
                    <a:pt x="133007" y="93116"/>
                  </a:lnTo>
                  <a:lnTo>
                    <a:pt x="141897" y="84442"/>
                  </a:lnTo>
                  <a:lnTo>
                    <a:pt x="154292" y="81305"/>
                  </a:lnTo>
                  <a:lnTo>
                    <a:pt x="166433" y="84442"/>
                  </a:lnTo>
                  <a:lnTo>
                    <a:pt x="175196" y="93116"/>
                  </a:lnTo>
                  <a:lnTo>
                    <a:pt x="180517" y="106210"/>
                  </a:lnTo>
                  <a:lnTo>
                    <a:pt x="182308" y="122618"/>
                  </a:lnTo>
                  <a:lnTo>
                    <a:pt x="182308" y="59131"/>
                  </a:lnTo>
                  <a:lnTo>
                    <a:pt x="181051" y="58254"/>
                  </a:lnTo>
                  <a:lnTo>
                    <a:pt x="154114" y="53238"/>
                  </a:lnTo>
                  <a:lnTo>
                    <a:pt x="127114" y="58254"/>
                  </a:lnTo>
                  <a:lnTo>
                    <a:pt x="106680" y="72402"/>
                  </a:lnTo>
                  <a:lnTo>
                    <a:pt x="93738" y="94386"/>
                  </a:lnTo>
                  <a:lnTo>
                    <a:pt x="89217" y="122885"/>
                  </a:lnTo>
                  <a:lnTo>
                    <a:pt x="93738" y="151231"/>
                  </a:lnTo>
                  <a:lnTo>
                    <a:pt x="106680" y="173177"/>
                  </a:lnTo>
                  <a:lnTo>
                    <a:pt x="127114" y="187325"/>
                  </a:lnTo>
                  <a:lnTo>
                    <a:pt x="154114" y="192341"/>
                  </a:lnTo>
                  <a:lnTo>
                    <a:pt x="181051" y="187325"/>
                  </a:lnTo>
                  <a:lnTo>
                    <a:pt x="201434" y="173177"/>
                  </a:lnTo>
                  <a:lnTo>
                    <a:pt x="206921" y="163842"/>
                  </a:lnTo>
                  <a:lnTo>
                    <a:pt x="214337" y="151231"/>
                  </a:lnTo>
                  <a:lnTo>
                    <a:pt x="218833" y="122885"/>
                  </a:lnTo>
                  <a:close/>
                </a:path>
                <a:path w="650875" h="240665">
                  <a:moveTo>
                    <a:pt x="275056" y="54991"/>
                  </a:moveTo>
                  <a:lnTo>
                    <a:pt x="239039" y="54991"/>
                  </a:lnTo>
                  <a:lnTo>
                    <a:pt x="239039" y="206209"/>
                  </a:lnTo>
                  <a:lnTo>
                    <a:pt x="234746" y="211467"/>
                  </a:lnTo>
                  <a:lnTo>
                    <a:pt x="221424" y="211467"/>
                  </a:lnTo>
                  <a:lnTo>
                    <a:pt x="220040" y="211378"/>
                  </a:lnTo>
                  <a:lnTo>
                    <a:pt x="218160" y="211289"/>
                  </a:lnTo>
                  <a:lnTo>
                    <a:pt x="218160" y="240055"/>
                  </a:lnTo>
                  <a:lnTo>
                    <a:pt x="222973" y="240233"/>
                  </a:lnTo>
                  <a:lnTo>
                    <a:pt x="225552" y="240233"/>
                  </a:lnTo>
                  <a:lnTo>
                    <a:pt x="246265" y="237756"/>
                  </a:lnTo>
                  <a:lnTo>
                    <a:pt x="261835" y="229997"/>
                  </a:lnTo>
                  <a:lnTo>
                    <a:pt x="271653" y="216408"/>
                  </a:lnTo>
                  <a:lnTo>
                    <a:pt x="272491" y="211467"/>
                  </a:lnTo>
                  <a:lnTo>
                    <a:pt x="275056" y="196469"/>
                  </a:lnTo>
                  <a:lnTo>
                    <a:pt x="275056" y="54991"/>
                  </a:lnTo>
                  <a:close/>
                </a:path>
                <a:path w="650875" h="240665">
                  <a:moveTo>
                    <a:pt x="276517" y="18681"/>
                  </a:moveTo>
                  <a:lnTo>
                    <a:pt x="274967" y="11442"/>
                  </a:lnTo>
                  <a:lnTo>
                    <a:pt x="270751" y="5499"/>
                  </a:lnTo>
                  <a:lnTo>
                    <a:pt x="264515" y="1485"/>
                  </a:lnTo>
                  <a:lnTo>
                    <a:pt x="256921" y="0"/>
                  </a:lnTo>
                  <a:lnTo>
                    <a:pt x="249326" y="1485"/>
                  </a:lnTo>
                  <a:lnTo>
                    <a:pt x="243090" y="5499"/>
                  </a:lnTo>
                  <a:lnTo>
                    <a:pt x="238874" y="11442"/>
                  </a:lnTo>
                  <a:lnTo>
                    <a:pt x="237324" y="18681"/>
                  </a:lnTo>
                  <a:lnTo>
                    <a:pt x="238874" y="25971"/>
                  </a:lnTo>
                  <a:lnTo>
                    <a:pt x="243090" y="31902"/>
                  </a:lnTo>
                  <a:lnTo>
                    <a:pt x="249326" y="35902"/>
                  </a:lnTo>
                  <a:lnTo>
                    <a:pt x="256921" y="37363"/>
                  </a:lnTo>
                  <a:lnTo>
                    <a:pt x="264515" y="35902"/>
                  </a:lnTo>
                  <a:lnTo>
                    <a:pt x="270751" y="31902"/>
                  </a:lnTo>
                  <a:lnTo>
                    <a:pt x="274967" y="25971"/>
                  </a:lnTo>
                  <a:lnTo>
                    <a:pt x="276517" y="18681"/>
                  </a:lnTo>
                  <a:close/>
                </a:path>
                <a:path w="650875" h="240665">
                  <a:moveTo>
                    <a:pt x="421005" y="121564"/>
                  </a:moveTo>
                  <a:lnTo>
                    <a:pt x="418973" y="108851"/>
                  </a:lnTo>
                  <a:lnTo>
                    <a:pt x="416191" y="91503"/>
                  </a:lnTo>
                  <a:lnTo>
                    <a:pt x="409511" y="80695"/>
                  </a:lnTo>
                  <a:lnTo>
                    <a:pt x="403009" y="70167"/>
                  </a:lnTo>
                  <a:lnTo>
                    <a:pt x="387057" y="59867"/>
                  </a:lnTo>
                  <a:lnTo>
                    <a:pt x="387057" y="108851"/>
                  </a:lnTo>
                  <a:lnTo>
                    <a:pt x="330758" y="108851"/>
                  </a:lnTo>
                  <a:lnTo>
                    <a:pt x="333311" y="97942"/>
                  </a:lnTo>
                  <a:lnTo>
                    <a:pt x="339344" y="88988"/>
                  </a:lnTo>
                  <a:lnTo>
                    <a:pt x="348322" y="82918"/>
                  </a:lnTo>
                  <a:lnTo>
                    <a:pt x="359727" y="80695"/>
                  </a:lnTo>
                  <a:lnTo>
                    <a:pt x="370751" y="82804"/>
                  </a:lnTo>
                  <a:lnTo>
                    <a:pt x="379349" y="88658"/>
                  </a:lnTo>
                  <a:lnTo>
                    <a:pt x="384975" y="97561"/>
                  </a:lnTo>
                  <a:lnTo>
                    <a:pt x="387057" y="108851"/>
                  </a:lnTo>
                  <a:lnTo>
                    <a:pt x="387057" y="59867"/>
                  </a:lnTo>
                  <a:lnTo>
                    <a:pt x="383336" y="57454"/>
                  </a:lnTo>
                  <a:lnTo>
                    <a:pt x="359041" y="53238"/>
                  </a:lnTo>
                  <a:lnTo>
                    <a:pt x="332740" y="58293"/>
                  </a:lnTo>
                  <a:lnTo>
                    <a:pt x="312597" y="72517"/>
                  </a:lnTo>
                  <a:lnTo>
                    <a:pt x="299707" y="94538"/>
                  </a:lnTo>
                  <a:lnTo>
                    <a:pt x="295173" y="122974"/>
                  </a:lnTo>
                  <a:lnTo>
                    <a:pt x="299681" y="151828"/>
                  </a:lnTo>
                  <a:lnTo>
                    <a:pt x="312648" y="173672"/>
                  </a:lnTo>
                  <a:lnTo>
                    <a:pt x="333209" y="187515"/>
                  </a:lnTo>
                  <a:lnTo>
                    <a:pt x="360502" y="192341"/>
                  </a:lnTo>
                  <a:lnTo>
                    <a:pt x="382816" y="189433"/>
                  </a:lnTo>
                  <a:lnTo>
                    <a:pt x="400558" y="181178"/>
                  </a:lnTo>
                  <a:lnTo>
                    <a:pt x="413156" y="168262"/>
                  </a:lnTo>
                  <a:lnTo>
                    <a:pt x="414578" y="164807"/>
                  </a:lnTo>
                  <a:lnTo>
                    <a:pt x="420065" y="151384"/>
                  </a:lnTo>
                  <a:lnTo>
                    <a:pt x="385851" y="151384"/>
                  </a:lnTo>
                  <a:lnTo>
                    <a:pt x="382206" y="156845"/>
                  </a:lnTo>
                  <a:lnTo>
                    <a:pt x="376758" y="161086"/>
                  </a:lnTo>
                  <a:lnTo>
                    <a:pt x="369684" y="163830"/>
                  </a:lnTo>
                  <a:lnTo>
                    <a:pt x="361099" y="164807"/>
                  </a:lnTo>
                  <a:lnTo>
                    <a:pt x="348564" y="162521"/>
                  </a:lnTo>
                  <a:lnTo>
                    <a:pt x="339001" y="155981"/>
                  </a:lnTo>
                  <a:lnTo>
                    <a:pt x="332905" y="145605"/>
                  </a:lnTo>
                  <a:lnTo>
                    <a:pt x="330758" y="131826"/>
                  </a:lnTo>
                  <a:lnTo>
                    <a:pt x="421005" y="131826"/>
                  </a:lnTo>
                  <a:lnTo>
                    <a:pt x="421005" y="121564"/>
                  </a:lnTo>
                  <a:close/>
                </a:path>
                <a:path w="650875" h="240665">
                  <a:moveTo>
                    <a:pt x="559219" y="104470"/>
                  </a:moveTo>
                  <a:lnTo>
                    <a:pt x="554151" y="83400"/>
                  </a:lnTo>
                  <a:lnTo>
                    <a:pt x="542010" y="67246"/>
                  </a:lnTo>
                  <a:lnTo>
                    <a:pt x="523786" y="56896"/>
                  </a:lnTo>
                  <a:lnTo>
                    <a:pt x="500430" y="53238"/>
                  </a:lnTo>
                  <a:lnTo>
                    <a:pt x="473494" y="58318"/>
                  </a:lnTo>
                  <a:lnTo>
                    <a:pt x="453110" y="72567"/>
                  </a:lnTo>
                  <a:lnTo>
                    <a:pt x="440207" y="94576"/>
                  </a:lnTo>
                  <a:lnTo>
                    <a:pt x="435711" y="122885"/>
                  </a:lnTo>
                  <a:lnTo>
                    <a:pt x="440143" y="151015"/>
                  </a:lnTo>
                  <a:lnTo>
                    <a:pt x="452945" y="172974"/>
                  </a:lnTo>
                  <a:lnTo>
                    <a:pt x="473354" y="187248"/>
                  </a:lnTo>
                  <a:lnTo>
                    <a:pt x="500608" y="192341"/>
                  </a:lnTo>
                  <a:lnTo>
                    <a:pt x="524243" y="188595"/>
                  </a:lnTo>
                  <a:lnTo>
                    <a:pt x="542353" y="178041"/>
                  </a:lnTo>
                  <a:lnTo>
                    <a:pt x="554240" y="161747"/>
                  </a:lnTo>
                  <a:lnTo>
                    <a:pt x="559219" y="140779"/>
                  </a:lnTo>
                  <a:lnTo>
                    <a:pt x="525272" y="140779"/>
                  </a:lnTo>
                  <a:lnTo>
                    <a:pt x="522312" y="150342"/>
                  </a:lnTo>
                  <a:lnTo>
                    <a:pt x="517042" y="157353"/>
                  </a:lnTo>
                  <a:lnTo>
                    <a:pt x="509803" y="161671"/>
                  </a:lnTo>
                  <a:lnTo>
                    <a:pt x="500951" y="163144"/>
                  </a:lnTo>
                  <a:lnTo>
                    <a:pt x="489153" y="160413"/>
                  </a:lnTo>
                  <a:lnTo>
                    <a:pt x="480123" y="152488"/>
                  </a:lnTo>
                  <a:lnTo>
                    <a:pt x="474357" y="139687"/>
                  </a:lnTo>
                  <a:lnTo>
                    <a:pt x="472325" y="122351"/>
                  </a:lnTo>
                  <a:lnTo>
                    <a:pt x="474370" y="105194"/>
                  </a:lnTo>
                  <a:lnTo>
                    <a:pt x="480161" y="92506"/>
                  </a:lnTo>
                  <a:lnTo>
                    <a:pt x="489191" y="84632"/>
                  </a:lnTo>
                  <a:lnTo>
                    <a:pt x="500951" y="81927"/>
                  </a:lnTo>
                  <a:lnTo>
                    <a:pt x="510222" y="83566"/>
                  </a:lnTo>
                  <a:lnTo>
                    <a:pt x="517461" y="88188"/>
                  </a:lnTo>
                  <a:lnTo>
                    <a:pt x="522528" y="95313"/>
                  </a:lnTo>
                  <a:lnTo>
                    <a:pt x="525272" y="104470"/>
                  </a:lnTo>
                  <a:lnTo>
                    <a:pt x="559219" y="104470"/>
                  </a:lnTo>
                  <a:close/>
                </a:path>
                <a:path w="650875" h="240665">
                  <a:moveTo>
                    <a:pt x="650341" y="161302"/>
                  </a:moveTo>
                  <a:lnTo>
                    <a:pt x="639762" y="162001"/>
                  </a:lnTo>
                  <a:lnTo>
                    <a:pt x="636244" y="161912"/>
                  </a:lnTo>
                  <a:lnTo>
                    <a:pt x="628853" y="161645"/>
                  </a:lnTo>
                  <a:lnTo>
                    <a:pt x="623697" y="159105"/>
                  </a:lnTo>
                  <a:lnTo>
                    <a:pt x="623697" y="82626"/>
                  </a:lnTo>
                  <a:lnTo>
                    <a:pt x="648614" y="82626"/>
                  </a:lnTo>
                  <a:lnTo>
                    <a:pt x="648614" y="54991"/>
                  </a:lnTo>
                  <a:lnTo>
                    <a:pt x="623697" y="54991"/>
                  </a:lnTo>
                  <a:lnTo>
                    <a:pt x="623697" y="22720"/>
                  </a:lnTo>
                  <a:lnTo>
                    <a:pt x="587679" y="22720"/>
                  </a:lnTo>
                  <a:lnTo>
                    <a:pt x="587679" y="54991"/>
                  </a:lnTo>
                  <a:lnTo>
                    <a:pt x="569544" y="54991"/>
                  </a:lnTo>
                  <a:lnTo>
                    <a:pt x="569544" y="82626"/>
                  </a:lnTo>
                  <a:lnTo>
                    <a:pt x="587679" y="82626"/>
                  </a:lnTo>
                  <a:lnTo>
                    <a:pt x="587679" y="153403"/>
                  </a:lnTo>
                  <a:lnTo>
                    <a:pt x="590753" y="170434"/>
                  </a:lnTo>
                  <a:lnTo>
                    <a:pt x="599643" y="182321"/>
                  </a:lnTo>
                  <a:lnTo>
                    <a:pt x="613473" y="189280"/>
                  </a:lnTo>
                  <a:lnTo>
                    <a:pt x="631342" y="191554"/>
                  </a:lnTo>
                  <a:lnTo>
                    <a:pt x="640105" y="191554"/>
                  </a:lnTo>
                  <a:lnTo>
                    <a:pt x="646557" y="190855"/>
                  </a:lnTo>
                  <a:lnTo>
                    <a:pt x="650341" y="190246"/>
                  </a:lnTo>
                  <a:lnTo>
                    <a:pt x="650341" y="16130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00423" y="896844"/>
              <a:ext cx="445415" cy="18471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065946" y="889215"/>
              <a:ext cx="620395" cy="192405"/>
            </a:xfrm>
            <a:custGeom>
              <a:avLst/>
              <a:gdLst/>
              <a:ahLst/>
              <a:cxnLst/>
              <a:rect l="l" t="t" r="r" b="b"/>
              <a:pathLst>
                <a:path w="620395" h="192405">
                  <a:moveTo>
                    <a:pt x="79590" y="54203"/>
                  </a:moveTo>
                  <a:lnTo>
                    <a:pt x="76415" y="53594"/>
                  </a:lnTo>
                  <a:lnTo>
                    <a:pt x="71780" y="53073"/>
                  </a:lnTo>
                  <a:lnTo>
                    <a:pt x="68072" y="53073"/>
                  </a:lnTo>
                  <a:lnTo>
                    <a:pt x="57543" y="54698"/>
                  </a:lnTo>
                  <a:lnTo>
                    <a:pt x="48437" y="59524"/>
                  </a:lnTo>
                  <a:lnTo>
                    <a:pt x="41198" y="67462"/>
                  </a:lnTo>
                  <a:lnTo>
                    <a:pt x="36271" y="78409"/>
                  </a:lnTo>
                  <a:lnTo>
                    <a:pt x="34899" y="78409"/>
                  </a:lnTo>
                  <a:lnTo>
                    <a:pt x="34899" y="54991"/>
                  </a:lnTo>
                  <a:lnTo>
                    <a:pt x="0" y="54991"/>
                  </a:lnTo>
                  <a:lnTo>
                    <a:pt x="0" y="189712"/>
                  </a:lnTo>
                  <a:lnTo>
                    <a:pt x="36017" y="189712"/>
                  </a:lnTo>
                  <a:lnTo>
                    <a:pt x="36017" y="113144"/>
                  </a:lnTo>
                  <a:lnTo>
                    <a:pt x="38138" y="101752"/>
                  </a:lnTo>
                  <a:lnTo>
                    <a:pt x="44018" y="92849"/>
                  </a:lnTo>
                  <a:lnTo>
                    <a:pt x="52946" y="87058"/>
                  </a:lnTo>
                  <a:lnTo>
                    <a:pt x="64211" y="84988"/>
                  </a:lnTo>
                  <a:lnTo>
                    <a:pt x="69278" y="84988"/>
                  </a:lnTo>
                  <a:lnTo>
                    <a:pt x="76238" y="85953"/>
                  </a:lnTo>
                  <a:lnTo>
                    <a:pt x="79590" y="87007"/>
                  </a:lnTo>
                  <a:lnTo>
                    <a:pt x="79590" y="54203"/>
                  </a:lnTo>
                  <a:close/>
                </a:path>
                <a:path w="620395" h="192405">
                  <a:moveTo>
                    <a:pt x="217119" y="54991"/>
                  </a:moveTo>
                  <a:lnTo>
                    <a:pt x="179044" y="54991"/>
                  </a:lnTo>
                  <a:lnTo>
                    <a:pt x="151371" y="151828"/>
                  </a:lnTo>
                  <a:lnTo>
                    <a:pt x="149999" y="151828"/>
                  </a:lnTo>
                  <a:lnTo>
                    <a:pt x="122237" y="54991"/>
                  </a:lnTo>
                  <a:lnTo>
                    <a:pt x="84150" y="54991"/>
                  </a:lnTo>
                  <a:lnTo>
                    <a:pt x="130403" y="189712"/>
                  </a:lnTo>
                  <a:lnTo>
                    <a:pt x="170878" y="189712"/>
                  </a:lnTo>
                  <a:lnTo>
                    <a:pt x="217119" y="54991"/>
                  </a:lnTo>
                  <a:close/>
                </a:path>
                <a:path w="620395" h="192405">
                  <a:moveTo>
                    <a:pt x="268185" y="54991"/>
                  </a:moveTo>
                  <a:lnTo>
                    <a:pt x="232168" y="54991"/>
                  </a:lnTo>
                  <a:lnTo>
                    <a:pt x="232168" y="189712"/>
                  </a:lnTo>
                  <a:lnTo>
                    <a:pt x="268185" y="189712"/>
                  </a:lnTo>
                  <a:lnTo>
                    <a:pt x="268185" y="54991"/>
                  </a:lnTo>
                  <a:close/>
                </a:path>
                <a:path w="620395" h="192405">
                  <a:moveTo>
                    <a:pt x="269811" y="18681"/>
                  </a:moveTo>
                  <a:lnTo>
                    <a:pt x="268262" y="11442"/>
                  </a:lnTo>
                  <a:lnTo>
                    <a:pt x="264045" y="5499"/>
                  </a:lnTo>
                  <a:lnTo>
                    <a:pt x="257810" y="1485"/>
                  </a:lnTo>
                  <a:lnTo>
                    <a:pt x="250215" y="0"/>
                  </a:lnTo>
                  <a:lnTo>
                    <a:pt x="242620" y="1485"/>
                  </a:lnTo>
                  <a:lnTo>
                    <a:pt x="236397" y="5499"/>
                  </a:lnTo>
                  <a:lnTo>
                    <a:pt x="232168" y="11442"/>
                  </a:lnTo>
                  <a:lnTo>
                    <a:pt x="230619" y="18681"/>
                  </a:lnTo>
                  <a:lnTo>
                    <a:pt x="232168" y="25971"/>
                  </a:lnTo>
                  <a:lnTo>
                    <a:pt x="236397" y="31902"/>
                  </a:lnTo>
                  <a:lnTo>
                    <a:pt x="242620" y="35902"/>
                  </a:lnTo>
                  <a:lnTo>
                    <a:pt x="250215" y="37363"/>
                  </a:lnTo>
                  <a:lnTo>
                    <a:pt x="257810" y="35902"/>
                  </a:lnTo>
                  <a:lnTo>
                    <a:pt x="264045" y="31902"/>
                  </a:lnTo>
                  <a:lnTo>
                    <a:pt x="268262" y="25971"/>
                  </a:lnTo>
                  <a:lnTo>
                    <a:pt x="269811" y="18681"/>
                  </a:lnTo>
                  <a:close/>
                </a:path>
                <a:path w="620395" h="192405">
                  <a:moveTo>
                    <a:pt x="414134" y="121564"/>
                  </a:moveTo>
                  <a:lnTo>
                    <a:pt x="412102" y="108851"/>
                  </a:lnTo>
                  <a:lnTo>
                    <a:pt x="409321" y="91503"/>
                  </a:lnTo>
                  <a:lnTo>
                    <a:pt x="402640" y="80695"/>
                  </a:lnTo>
                  <a:lnTo>
                    <a:pt x="396138" y="70167"/>
                  </a:lnTo>
                  <a:lnTo>
                    <a:pt x="380187" y="59867"/>
                  </a:lnTo>
                  <a:lnTo>
                    <a:pt x="380187" y="108851"/>
                  </a:lnTo>
                  <a:lnTo>
                    <a:pt x="323888" y="108851"/>
                  </a:lnTo>
                  <a:lnTo>
                    <a:pt x="326440" y="97942"/>
                  </a:lnTo>
                  <a:lnTo>
                    <a:pt x="332473" y="88988"/>
                  </a:lnTo>
                  <a:lnTo>
                    <a:pt x="341452" y="82918"/>
                  </a:lnTo>
                  <a:lnTo>
                    <a:pt x="352856" y="80695"/>
                  </a:lnTo>
                  <a:lnTo>
                    <a:pt x="363880" y="82804"/>
                  </a:lnTo>
                  <a:lnTo>
                    <a:pt x="372478" y="88658"/>
                  </a:lnTo>
                  <a:lnTo>
                    <a:pt x="378104" y="97561"/>
                  </a:lnTo>
                  <a:lnTo>
                    <a:pt x="380187" y="108851"/>
                  </a:lnTo>
                  <a:lnTo>
                    <a:pt x="380187" y="59867"/>
                  </a:lnTo>
                  <a:lnTo>
                    <a:pt x="376466" y="57454"/>
                  </a:lnTo>
                  <a:lnTo>
                    <a:pt x="352158" y="53238"/>
                  </a:lnTo>
                  <a:lnTo>
                    <a:pt x="325869" y="58293"/>
                  </a:lnTo>
                  <a:lnTo>
                    <a:pt x="305727" y="72517"/>
                  </a:lnTo>
                  <a:lnTo>
                    <a:pt x="292836" y="94538"/>
                  </a:lnTo>
                  <a:lnTo>
                    <a:pt x="288302" y="122974"/>
                  </a:lnTo>
                  <a:lnTo>
                    <a:pt x="292811" y="151828"/>
                  </a:lnTo>
                  <a:lnTo>
                    <a:pt x="305777" y="173672"/>
                  </a:lnTo>
                  <a:lnTo>
                    <a:pt x="326339" y="187515"/>
                  </a:lnTo>
                  <a:lnTo>
                    <a:pt x="353618" y="192341"/>
                  </a:lnTo>
                  <a:lnTo>
                    <a:pt x="375945" y="189433"/>
                  </a:lnTo>
                  <a:lnTo>
                    <a:pt x="393687" y="181178"/>
                  </a:lnTo>
                  <a:lnTo>
                    <a:pt x="406285" y="168262"/>
                  </a:lnTo>
                  <a:lnTo>
                    <a:pt x="407695" y="164807"/>
                  </a:lnTo>
                  <a:lnTo>
                    <a:pt x="413194" y="151384"/>
                  </a:lnTo>
                  <a:lnTo>
                    <a:pt x="378980" y="151384"/>
                  </a:lnTo>
                  <a:lnTo>
                    <a:pt x="375335" y="156845"/>
                  </a:lnTo>
                  <a:lnTo>
                    <a:pt x="369887" y="161086"/>
                  </a:lnTo>
                  <a:lnTo>
                    <a:pt x="362813" y="163830"/>
                  </a:lnTo>
                  <a:lnTo>
                    <a:pt x="354228" y="164807"/>
                  </a:lnTo>
                  <a:lnTo>
                    <a:pt x="341693" y="162521"/>
                  </a:lnTo>
                  <a:lnTo>
                    <a:pt x="332130" y="155981"/>
                  </a:lnTo>
                  <a:lnTo>
                    <a:pt x="326021" y="145605"/>
                  </a:lnTo>
                  <a:lnTo>
                    <a:pt x="323888" y="131826"/>
                  </a:lnTo>
                  <a:lnTo>
                    <a:pt x="414134" y="131826"/>
                  </a:lnTo>
                  <a:lnTo>
                    <a:pt x="414134" y="121564"/>
                  </a:lnTo>
                  <a:close/>
                </a:path>
                <a:path w="620395" h="192405">
                  <a:moveTo>
                    <a:pt x="620001" y="54991"/>
                  </a:moveTo>
                  <a:lnTo>
                    <a:pt x="583552" y="54991"/>
                  </a:lnTo>
                  <a:lnTo>
                    <a:pt x="563181" y="145427"/>
                  </a:lnTo>
                  <a:lnTo>
                    <a:pt x="561975" y="145427"/>
                  </a:lnTo>
                  <a:lnTo>
                    <a:pt x="540143" y="54991"/>
                  </a:lnTo>
                  <a:lnTo>
                    <a:pt x="504393" y="54991"/>
                  </a:lnTo>
                  <a:lnTo>
                    <a:pt x="482727" y="146037"/>
                  </a:lnTo>
                  <a:lnTo>
                    <a:pt x="481520" y="146037"/>
                  </a:lnTo>
                  <a:lnTo>
                    <a:pt x="460806" y="54991"/>
                  </a:lnTo>
                  <a:lnTo>
                    <a:pt x="424370" y="54991"/>
                  </a:lnTo>
                  <a:lnTo>
                    <a:pt x="460463" y="189712"/>
                  </a:lnTo>
                  <a:lnTo>
                    <a:pt x="498462" y="189712"/>
                  </a:lnTo>
                  <a:lnTo>
                    <a:pt x="521322" y="104203"/>
                  </a:lnTo>
                  <a:lnTo>
                    <a:pt x="523036" y="104203"/>
                  </a:lnTo>
                  <a:lnTo>
                    <a:pt x="545985" y="189712"/>
                  </a:lnTo>
                  <a:lnTo>
                    <a:pt x="583895" y="189712"/>
                  </a:lnTo>
                  <a:lnTo>
                    <a:pt x="620001" y="5499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1033" y="896932"/>
              <a:ext cx="152308" cy="1846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70550" y="899300"/>
              <a:ext cx="146807" cy="1796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38334" y="889215"/>
              <a:ext cx="961390" cy="240665"/>
            </a:xfrm>
            <a:custGeom>
              <a:avLst/>
              <a:gdLst/>
              <a:ahLst/>
              <a:cxnLst/>
              <a:rect l="l" t="t" r="r" b="b"/>
              <a:pathLst>
                <a:path w="961390" h="240665">
                  <a:moveTo>
                    <a:pt x="125831" y="121564"/>
                  </a:moveTo>
                  <a:lnTo>
                    <a:pt x="123799" y="108851"/>
                  </a:lnTo>
                  <a:lnTo>
                    <a:pt x="121018" y="91503"/>
                  </a:lnTo>
                  <a:lnTo>
                    <a:pt x="114338" y="80695"/>
                  </a:lnTo>
                  <a:lnTo>
                    <a:pt x="107835" y="70167"/>
                  </a:lnTo>
                  <a:lnTo>
                    <a:pt x="91884" y="59867"/>
                  </a:lnTo>
                  <a:lnTo>
                    <a:pt x="91884" y="108851"/>
                  </a:lnTo>
                  <a:lnTo>
                    <a:pt x="35572" y="108851"/>
                  </a:lnTo>
                  <a:lnTo>
                    <a:pt x="38138" y="97942"/>
                  </a:lnTo>
                  <a:lnTo>
                    <a:pt x="44157" y="88988"/>
                  </a:lnTo>
                  <a:lnTo>
                    <a:pt x="53136" y="82918"/>
                  </a:lnTo>
                  <a:lnTo>
                    <a:pt x="64541" y="80695"/>
                  </a:lnTo>
                  <a:lnTo>
                    <a:pt x="75577" y="82804"/>
                  </a:lnTo>
                  <a:lnTo>
                    <a:pt x="84175" y="88658"/>
                  </a:lnTo>
                  <a:lnTo>
                    <a:pt x="89801" y="97561"/>
                  </a:lnTo>
                  <a:lnTo>
                    <a:pt x="91884" y="108851"/>
                  </a:lnTo>
                  <a:lnTo>
                    <a:pt x="91884" y="59867"/>
                  </a:lnTo>
                  <a:lnTo>
                    <a:pt x="88150" y="57454"/>
                  </a:lnTo>
                  <a:lnTo>
                    <a:pt x="63855" y="53238"/>
                  </a:lnTo>
                  <a:lnTo>
                    <a:pt x="37566" y="58293"/>
                  </a:lnTo>
                  <a:lnTo>
                    <a:pt x="17424" y="72517"/>
                  </a:lnTo>
                  <a:lnTo>
                    <a:pt x="4533" y="94538"/>
                  </a:lnTo>
                  <a:lnTo>
                    <a:pt x="0" y="122974"/>
                  </a:lnTo>
                  <a:lnTo>
                    <a:pt x="4508" y="151828"/>
                  </a:lnTo>
                  <a:lnTo>
                    <a:pt x="17475" y="173672"/>
                  </a:lnTo>
                  <a:lnTo>
                    <a:pt x="38036" y="187515"/>
                  </a:lnTo>
                  <a:lnTo>
                    <a:pt x="65316" y="192341"/>
                  </a:lnTo>
                  <a:lnTo>
                    <a:pt x="87642" y="189433"/>
                  </a:lnTo>
                  <a:lnTo>
                    <a:pt x="105384" y="181178"/>
                  </a:lnTo>
                  <a:lnTo>
                    <a:pt x="117983" y="168262"/>
                  </a:lnTo>
                  <a:lnTo>
                    <a:pt x="119392" y="164807"/>
                  </a:lnTo>
                  <a:lnTo>
                    <a:pt x="124879" y="151384"/>
                  </a:lnTo>
                  <a:lnTo>
                    <a:pt x="90678" y="151384"/>
                  </a:lnTo>
                  <a:lnTo>
                    <a:pt x="87020" y="156845"/>
                  </a:lnTo>
                  <a:lnTo>
                    <a:pt x="81584" y="161086"/>
                  </a:lnTo>
                  <a:lnTo>
                    <a:pt x="74498" y="163830"/>
                  </a:lnTo>
                  <a:lnTo>
                    <a:pt x="65925" y="164807"/>
                  </a:lnTo>
                  <a:lnTo>
                    <a:pt x="53378" y="162521"/>
                  </a:lnTo>
                  <a:lnTo>
                    <a:pt x="43815" y="155981"/>
                  </a:lnTo>
                  <a:lnTo>
                    <a:pt x="37719" y="145605"/>
                  </a:lnTo>
                  <a:lnTo>
                    <a:pt x="35572" y="131826"/>
                  </a:lnTo>
                  <a:lnTo>
                    <a:pt x="125831" y="131826"/>
                  </a:lnTo>
                  <a:lnTo>
                    <a:pt x="125831" y="121564"/>
                  </a:lnTo>
                  <a:close/>
                </a:path>
                <a:path w="961390" h="240665">
                  <a:moveTo>
                    <a:pt x="264045" y="104470"/>
                  </a:moveTo>
                  <a:lnTo>
                    <a:pt x="258965" y="83400"/>
                  </a:lnTo>
                  <a:lnTo>
                    <a:pt x="246837" y="67246"/>
                  </a:lnTo>
                  <a:lnTo>
                    <a:pt x="228600" y="56896"/>
                  </a:lnTo>
                  <a:lnTo>
                    <a:pt x="205257" y="53238"/>
                  </a:lnTo>
                  <a:lnTo>
                    <a:pt x="178320" y="58318"/>
                  </a:lnTo>
                  <a:lnTo>
                    <a:pt x="157937" y="72567"/>
                  </a:lnTo>
                  <a:lnTo>
                    <a:pt x="145034" y="94576"/>
                  </a:lnTo>
                  <a:lnTo>
                    <a:pt x="140525" y="122885"/>
                  </a:lnTo>
                  <a:lnTo>
                    <a:pt x="144970" y="151015"/>
                  </a:lnTo>
                  <a:lnTo>
                    <a:pt x="157759" y="172974"/>
                  </a:lnTo>
                  <a:lnTo>
                    <a:pt x="178168" y="187248"/>
                  </a:lnTo>
                  <a:lnTo>
                    <a:pt x="205422" y="192341"/>
                  </a:lnTo>
                  <a:lnTo>
                    <a:pt x="229069" y="188595"/>
                  </a:lnTo>
                  <a:lnTo>
                    <a:pt x="247180" y="178041"/>
                  </a:lnTo>
                  <a:lnTo>
                    <a:pt x="259067" y="161747"/>
                  </a:lnTo>
                  <a:lnTo>
                    <a:pt x="264045" y="140779"/>
                  </a:lnTo>
                  <a:lnTo>
                    <a:pt x="230098" y="140779"/>
                  </a:lnTo>
                  <a:lnTo>
                    <a:pt x="227139" y="150342"/>
                  </a:lnTo>
                  <a:lnTo>
                    <a:pt x="221869" y="157353"/>
                  </a:lnTo>
                  <a:lnTo>
                    <a:pt x="214617" y="161671"/>
                  </a:lnTo>
                  <a:lnTo>
                    <a:pt x="205765" y="163144"/>
                  </a:lnTo>
                  <a:lnTo>
                    <a:pt x="193967" y="160413"/>
                  </a:lnTo>
                  <a:lnTo>
                    <a:pt x="184950" y="152488"/>
                  </a:lnTo>
                  <a:lnTo>
                    <a:pt x="179171" y="139687"/>
                  </a:lnTo>
                  <a:lnTo>
                    <a:pt x="177152" y="122351"/>
                  </a:lnTo>
                  <a:lnTo>
                    <a:pt x="179184" y="105194"/>
                  </a:lnTo>
                  <a:lnTo>
                    <a:pt x="184975" y="92506"/>
                  </a:lnTo>
                  <a:lnTo>
                    <a:pt x="194005" y="84632"/>
                  </a:lnTo>
                  <a:lnTo>
                    <a:pt x="205765" y="81927"/>
                  </a:lnTo>
                  <a:lnTo>
                    <a:pt x="215049" y="83566"/>
                  </a:lnTo>
                  <a:lnTo>
                    <a:pt x="222288" y="88188"/>
                  </a:lnTo>
                  <a:lnTo>
                    <a:pt x="227342" y="95313"/>
                  </a:lnTo>
                  <a:lnTo>
                    <a:pt x="230098" y="104470"/>
                  </a:lnTo>
                  <a:lnTo>
                    <a:pt x="264045" y="104470"/>
                  </a:lnTo>
                  <a:close/>
                </a:path>
                <a:path w="961390" h="240665">
                  <a:moveTo>
                    <a:pt x="404152" y="121564"/>
                  </a:moveTo>
                  <a:lnTo>
                    <a:pt x="402120" y="108851"/>
                  </a:lnTo>
                  <a:lnTo>
                    <a:pt x="399338" y="91503"/>
                  </a:lnTo>
                  <a:lnTo>
                    <a:pt x="392658" y="80695"/>
                  </a:lnTo>
                  <a:lnTo>
                    <a:pt x="386156" y="70167"/>
                  </a:lnTo>
                  <a:lnTo>
                    <a:pt x="370205" y="59867"/>
                  </a:lnTo>
                  <a:lnTo>
                    <a:pt x="370205" y="108851"/>
                  </a:lnTo>
                  <a:lnTo>
                    <a:pt x="313905" y="108851"/>
                  </a:lnTo>
                  <a:lnTo>
                    <a:pt x="316458" y="97942"/>
                  </a:lnTo>
                  <a:lnTo>
                    <a:pt x="322491" y="88988"/>
                  </a:lnTo>
                  <a:lnTo>
                    <a:pt x="331470" y="82918"/>
                  </a:lnTo>
                  <a:lnTo>
                    <a:pt x="342861" y="80695"/>
                  </a:lnTo>
                  <a:lnTo>
                    <a:pt x="353898" y="82804"/>
                  </a:lnTo>
                  <a:lnTo>
                    <a:pt x="362496" y="88658"/>
                  </a:lnTo>
                  <a:lnTo>
                    <a:pt x="368122" y="97561"/>
                  </a:lnTo>
                  <a:lnTo>
                    <a:pt x="370205" y="108851"/>
                  </a:lnTo>
                  <a:lnTo>
                    <a:pt x="370205" y="59867"/>
                  </a:lnTo>
                  <a:lnTo>
                    <a:pt x="366471" y="57454"/>
                  </a:lnTo>
                  <a:lnTo>
                    <a:pt x="342176" y="53238"/>
                  </a:lnTo>
                  <a:lnTo>
                    <a:pt x="315887" y="58293"/>
                  </a:lnTo>
                  <a:lnTo>
                    <a:pt x="295744" y="72517"/>
                  </a:lnTo>
                  <a:lnTo>
                    <a:pt x="282854" y="94538"/>
                  </a:lnTo>
                  <a:lnTo>
                    <a:pt x="278320" y="122974"/>
                  </a:lnTo>
                  <a:lnTo>
                    <a:pt x="282829" y="151828"/>
                  </a:lnTo>
                  <a:lnTo>
                    <a:pt x="295795" y="173672"/>
                  </a:lnTo>
                  <a:lnTo>
                    <a:pt x="316357" y="187515"/>
                  </a:lnTo>
                  <a:lnTo>
                    <a:pt x="343636" y="192341"/>
                  </a:lnTo>
                  <a:lnTo>
                    <a:pt x="365963" y="189433"/>
                  </a:lnTo>
                  <a:lnTo>
                    <a:pt x="383705" y="181178"/>
                  </a:lnTo>
                  <a:lnTo>
                    <a:pt x="396303" y="168262"/>
                  </a:lnTo>
                  <a:lnTo>
                    <a:pt x="397713" y="164807"/>
                  </a:lnTo>
                  <a:lnTo>
                    <a:pt x="403212" y="151384"/>
                  </a:lnTo>
                  <a:lnTo>
                    <a:pt x="368998" y="151384"/>
                  </a:lnTo>
                  <a:lnTo>
                    <a:pt x="365353" y="156845"/>
                  </a:lnTo>
                  <a:lnTo>
                    <a:pt x="359905" y="161086"/>
                  </a:lnTo>
                  <a:lnTo>
                    <a:pt x="352831" y="163830"/>
                  </a:lnTo>
                  <a:lnTo>
                    <a:pt x="344246" y="164807"/>
                  </a:lnTo>
                  <a:lnTo>
                    <a:pt x="331711" y="162521"/>
                  </a:lnTo>
                  <a:lnTo>
                    <a:pt x="322148" y="155981"/>
                  </a:lnTo>
                  <a:lnTo>
                    <a:pt x="316039" y="145605"/>
                  </a:lnTo>
                  <a:lnTo>
                    <a:pt x="313905" y="131826"/>
                  </a:lnTo>
                  <a:lnTo>
                    <a:pt x="404152" y="131826"/>
                  </a:lnTo>
                  <a:lnTo>
                    <a:pt x="404152" y="121564"/>
                  </a:lnTo>
                  <a:close/>
                </a:path>
                <a:path w="961390" h="240665">
                  <a:moveTo>
                    <a:pt x="536346" y="148145"/>
                  </a:moveTo>
                  <a:lnTo>
                    <a:pt x="498360" y="111658"/>
                  </a:lnTo>
                  <a:lnTo>
                    <a:pt x="474548" y="106743"/>
                  </a:lnTo>
                  <a:lnTo>
                    <a:pt x="462178" y="104025"/>
                  </a:lnTo>
                  <a:lnTo>
                    <a:pt x="457530" y="99288"/>
                  </a:lnTo>
                  <a:lnTo>
                    <a:pt x="457530" y="85077"/>
                  </a:lnTo>
                  <a:lnTo>
                    <a:pt x="466382" y="79463"/>
                  </a:lnTo>
                  <a:lnTo>
                    <a:pt x="478078" y="79463"/>
                  </a:lnTo>
                  <a:lnTo>
                    <a:pt x="486321" y="80556"/>
                  </a:lnTo>
                  <a:lnTo>
                    <a:pt x="492836" y="83693"/>
                  </a:lnTo>
                  <a:lnTo>
                    <a:pt x="497395" y="88607"/>
                  </a:lnTo>
                  <a:lnTo>
                    <a:pt x="499732" y="95084"/>
                  </a:lnTo>
                  <a:lnTo>
                    <a:pt x="533425" y="95084"/>
                  </a:lnTo>
                  <a:lnTo>
                    <a:pt x="528586" y="77698"/>
                  </a:lnTo>
                  <a:lnTo>
                    <a:pt x="517283" y="64528"/>
                  </a:lnTo>
                  <a:lnTo>
                    <a:pt x="500062" y="56172"/>
                  </a:lnTo>
                  <a:lnTo>
                    <a:pt x="477469" y="53238"/>
                  </a:lnTo>
                  <a:lnTo>
                    <a:pt x="454444" y="56172"/>
                  </a:lnTo>
                  <a:lnTo>
                    <a:pt x="436905" y="64541"/>
                  </a:lnTo>
                  <a:lnTo>
                    <a:pt x="425742" y="77774"/>
                  </a:lnTo>
                  <a:lnTo>
                    <a:pt x="421855" y="95250"/>
                  </a:lnTo>
                  <a:lnTo>
                    <a:pt x="424218" y="108915"/>
                  </a:lnTo>
                  <a:lnTo>
                    <a:pt x="431393" y="119938"/>
                  </a:lnTo>
                  <a:lnTo>
                    <a:pt x="443318" y="128168"/>
                  </a:lnTo>
                  <a:lnTo>
                    <a:pt x="459943" y="133489"/>
                  </a:lnTo>
                  <a:lnTo>
                    <a:pt x="494144" y="140512"/>
                  </a:lnTo>
                  <a:lnTo>
                    <a:pt x="499656" y="144805"/>
                  </a:lnTo>
                  <a:lnTo>
                    <a:pt x="477901" y="165773"/>
                  </a:lnTo>
                  <a:lnTo>
                    <a:pt x="468871" y="164757"/>
                  </a:lnTo>
                  <a:lnTo>
                    <a:pt x="461848" y="161734"/>
                  </a:lnTo>
                  <a:lnTo>
                    <a:pt x="456996" y="156743"/>
                  </a:lnTo>
                  <a:lnTo>
                    <a:pt x="454444" y="149809"/>
                  </a:lnTo>
                  <a:lnTo>
                    <a:pt x="418338" y="149809"/>
                  </a:lnTo>
                  <a:lnTo>
                    <a:pt x="423849" y="167551"/>
                  </a:lnTo>
                  <a:lnTo>
                    <a:pt x="435813" y="180949"/>
                  </a:lnTo>
                  <a:lnTo>
                    <a:pt x="453923" y="189395"/>
                  </a:lnTo>
                  <a:lnTo>
                    <a:pt x="477901" y="192341"/>
                  </a:lnTo>
                  <a:lnTo>
                    <a:pt x="501815" y="189166"/>
                  </a:lnTo>
                  <a:lnTo>
                    <a:pt x="520242" y="180174"/>
                  </a:lnTo>
                  <a:lnTo>
                    <a:pt x="532117" y="166217"/>
                  </a:lnTo>
                  <a:lnTo>
                    <a:pt x="536346" y="148145"/>
                  </a:lnTo>
                  <a:close/>
                </a:path>
                <a:path w="961390" h="240665">
                  <a:moveTo>
                    <a:pt x="668032" y="148145"/>
                  </a:moveTo>
                  <a:lnTo>
                    <a:pt x="630047" y="111658"/>
                  </a:lnTo>
                  <a:lnTo>
                    <a:pt x="606234" y="106743"/>
                  </a:lnTo>
                  <a:lnTo>
                    <a:pt x="593852" y="104025"/>
                  </a:lnTo>
                  <a:lnTo>
                    <a:pt x="589216" y="99288"/>
                  </a:lnTo>
                  <a:lnTo>
                    <a:pt x="589216" y="85077"/>
                  </a:lnTo>
                  <a:lnTo>
                    <a:pt x="598068" y="79463"/>
                  </a:lnTo>
                  <a:lnTo>
                    <a:pt x="609765" y="79463"/>
                  </a:lnTo>
                  <a:lnTo>
                    <a:pt x="618007" y="80556"/>
                  </a:lnTo>
                  <a:lnTo>
                    <a:pt x="624522" y="83693"/>
                  </a:lnTo>
                  <a:lnTo>
                    <a:pt x="629069" y="88607"/>
                  </a:lnTo>
                  <a:lnTo>
                    <a:pt x="631418" y="95084"/>
                  </a:lnTo>
                  <a:lnTo>
                    <a:pt x="665111" y="95084"/>
                  </a:lnTo>
                  <a:lnTo>
                    <a:pt x="660273" y="77698"/>
                  </a:lnTo>
                  <a:lnTo>
                    <a:pt x="648970" y="64528"/>
                  </a:lnTo>
                  <a:lnTo>
                    <a:pt x="631736" y="56172"/>
                  </a:lnTo>
                  <a:lnTo>
                    <a:pt x="609155" y="53238"/>
                  </a:lnTo>
                  <a:lnTo>
                    <a:pt x="586130" y="56172"/>
                  </a:lnTo>
                  <a:lnTo>
                    <a:pt x="568591" y="64541"/>
                  </a:lnTo>
                  <a:lnTo>
                    <a:pt x="557428" y="77774"/>
                  </a:lnTo>
                  <a:lnTo>
                    <a:pt x="553542" y="95250"/>
                  </a:lnTo>
                  <a:lnTo>
                    <a:pt x="555904" y="108915"/>
                  </a:lnTo>
                  <a:lnTo>
                    <a:pt x="563079" y="119938"/>
                  </a:lnTo>
                  <a:lnTo>
                    <a:pt x="575005" y="128168"/>
                  </a:lnTo>
                  <a:lnTo>
                    <a:pt x="591616" y="133489"/>
                  </a:lnTo>
                  <a:lnTo>
                    <a:pt x="625830" y="140512"/>
                  </a:lnTo>
                  <a:lnTo>
                    <a:pt x="631329" y="144805"/>
                  </a:lnTo>
                  <a:lnTo>
                    <a:pt x="609587" y="165773"/>
                  </a:lnTo>
                  <a:lnTo>
                    <a:pt x="600557" y="164757"/>
                  </a:lnTo>
                  <a:lnTo>
                    <a:pt x="593534" y="161734"/>
                  </a:lnTo>
                  <a:lnTo>
                    <a:pt x="588670" y="156743"/>
                  </a:lnTo>
                  <a:lnTo>
                    <a:pt x="586117" y="149809"/>
                  </a:lnTo>
                  <a:lnTo>
                    <a:pt x="550024" y="149809"/>
                  </a:lnTo>
                  <a:lnTo>
                    <a:pt x="555536" y="167551"/>
                  </a:lnTo>
                  <a:lnTo>
                    <a:pt x="567486" y="180949"/>
                  </a:lnTo>
                  <a:lnTo>
                    <a:pt x="585609" y="189395"/>
                  </a:lnTo>
                  <a:lnTo>
                    <a:pt x="609587" y="192341"/>
                  </a:lnTo>
                  <a:lnTo>
                    <a:pt x="633501" y="189166"/>
                  </a:lnTo>
                  <a:lnTo>
                    <a:pt x="651929" y="180174"/>
                  </a:lnTo>
                  <a:lnTo>
                    <a:pt x="663803" y="166217"/>
                  </a:lnTo>
                  <a:lnTo>
                    <a:pt x="668032" y="148145"/>
                  </a:lnTo>
                  <a:close/>
                </a:path>
                <a:path w="961390" h="240665">
                  <a:moveTo>
                    <a:pt x="723646" y="54991"/>
                  </a:moveTo>
                  <a:lnTo>
                    <a:pt x="687641" y="54991"/>
                  </a:lnTo>
                  <a:lnTo>
                    <a:pt x="687641" y="189712"/>
                  </a:lnTo>
                  <a:lnTo>
                    <a:pt x="723646" y="189712"/>
                  </a:lnTo>
                  <a:lnTo>
                    <a:pt x="723646" y="54991"/>
                  </a:lnTo>
                  <a:close/>
                </a:path>
                <a:path w="961390" h="240665">
                  <a:moveTo>
                    <a:pt x="725284" y="18681"/>
                  </a:moveTo>
                  <a:lnTo>
                    <a:pt x="723734" y="11442"/>
                  </a:lnTo>
                  <a:lnTo>
                    <a:pt x="719518" y="5499"/>
                  </a:lnTo>
                  <a:lnTo>
                    <a:pt x="713282" y="1485"/>
                  </a:lnTo>
                  <a:lnTo>
                    <a:pt x="705688" y="0"/>
                  </a:lnTo>
                  <a:lnTo>
                    <a:pt x="698093" y="1485"/>
                  </a:lnTo>
                  <a:lnTo>
                    <a:pt x="691857" y="5499"/>
                  </a:lnTo>
                  <a:lnTo>
                    <a:pt x="687641" y="11442"/>
                  </a:lnTo>
                  <a:lnTo>
                    <a:pt x="686092" y="18681"/>
                  </a:lnTo>
                  <a:lnTo>
                    <a:pt x="687641" y="25971"/>
                  </a:lnTo>
                  <a:lnTo>
                    <a:pt x="691857" y="31902"/>
                  </a:lnTo>
                  <a:lnTo>
                    <a:pt x="698093" y="35902"/>
                  </a:lnTo>
                  <a:lnTo>
                    <a:pt x="705688" y="37363"/>
                  </a:lnTo>
                  <a:lnTo>
                    <a:pt x="713282" y="35902"/>
                  </a:lnTo>
                  <a:lnTo>
                    <a:pt x="719518" y="31902"/>
                  </a:lnTo>
                  <a:lnTo>
                    <a:pt x="723734" y="25971"/>
                  </a:lnTo>
                  <a:lnTo>
                    <a:pt x="725284" y="18681"/>
                  </a:lnTo>
                  <a:close/>
                </a:path>
                <a:path w="961390" h="240665">
                  <a:moveTo>
                    <a:pt x="820610" y="161302"/>
                  </a:moveTo>
                  <a:lnTo>
                    <a:pt x="810031" y="162001"/>
                  </a:lnTo>
                  <a:lnTo>
                    <a:pt x="806513" y="161912"/>
                  </a:lnTo>
                  <a:lnTo>
                    <a:pt x="799122" y="161645"/>
                  </a:lnTo>
                  <a:lnTo>
                    <a:pt x="793965" y="159105"/>
                  </a:lnTo>
                  <a:lnTo>
                    <a:pt x="793965" y="82626"/>
                  </a:lnTo>
                  <a:lnTo>
                    <a:pt x="818883" y="82626"/>
                  </a:lnTo>
                  <a:lnTo>
                    <a:pt x="818883" y="54991"/>
                  </a:lnTo>
                  <a:lnTo>
                    <a:pt x="793965" y="54991"/>
                  </a:lnTo>
                  <a:lnTo>
                    <a:pt x="793965" y="22720"/>
                  </a:lnTo>
                  <a:lnTo>
                    <a:pt x="757948" y="22720"/>
                  </a:lnTo>
                  <a:lnTo>
                    <a:pt x="757948" y="54991"/>
                  </a:lnTo>
                  <a:lnTo>
                    <a:pt x="739813" y="54991"/>
                  </a:lnTo>
                  <a:lnTo>
                    <a:pt x="739813" y="82626"/>
                  </a:lnTo>
                  <a:lnTo>
                    <a:pt x="757948" y="82626"/>
                  </a:lnTo>
                  <a:lnTo>
                    <a:pt x="757948" y="153403"/>
                  </a:lnTo>
                  <a:lnTo>
                    <a:pt x="761022" y="170434"/>
                  </a:lnTo>
                  <a:lnTo>
                    <a:pt x="769912" y="182321"/>
                  </a:lnTo>
                  <a:lnTo>
                    <a:pt x="783742" y="189280"/>
                  </a:lnTo>
                  <a:lnTo>
                    <a:pt x="801611" y="191554"/>
                  </a:lnTo>
                  <a:lnTo>
                    <a:pt x="810374" y="191554"/>
                  </a:lnTo>
                  <a:lnTo>
                    <a:pt x="816825" y="190855"/>
                  </a:lnTo>
                  <a:lnTo>
                    <a:pt x="820610" y="190246"/>
                  </a:lnTo>
                  <a:lnTo>
                    <a:pt x="820610" y="161302"/>
                  </a:lnTo>
                  <a:close/>
                </a:path>
                <a:path w="961390" h="240665">
                  <a:moveTo>
                    <a:pt x="961313" y="54991"/>
                  </a:moveTo>
                  <a:lnTo>
                    <a:pt x="923239" y="54991"/>
                  </a:lnTo>
                  <a:lnTo>
                    <a:pt x="895299" y="154279"/>
                  </a:lnTo>
                  <a:lnTo>
                    <a:pt x="893927" y="154279"/>
                  </a:lnTo>
                  <a:lnTo>
                    <a:pt x="866254" y="54991"/>
                  </a:lnTo>
                  <a:lnTo>
                    <a:pt x="828344" y="54991"/>
                  </a:lnTo>
                  <a:lnTo>
                    <a:pt x="875792" y="193484"/>
                  </a:lnTo>
                  <a:lnTo>
                    <a:pt x="869353" y="210858"/>
                  </a:lnTo>
                  <a:lnTo>
                    <a:pt x="863587" y="211467"/>
                  </a:lnTo>
                  <a:lnTo>
                    <a:pt x="846404" y="211378"/>
                  </a:lnTo>
                  <a:lnTo>
                    <a:pt x="841844" y="211023"/>
                  </a:lnTo>
                  <a:lnTo>
                    <a:pt x="841756" y="239623"/>
                  </a:lnTo>
                  <a:lnTo>
                    <a:pt x="846480" y="240055"/>
                  </a:lnTo>
                  <a:lnTo>
                    <a:pt x="860069" y="240233"/>
                  </a:lnTo>
                  <a:lnTo>
                    <a:pt x="878535" y="237718"/>
                  </a:lnTo>
                  <a:lnTo>
                    <a:pt x="892581" y="230543"/>
                  </a:lnTo>
                  <a:lnTo>
                    <a:pt x="902817" y="219290"/>
                  </a:lnTo>
                  <a:lnTo>
                    <a:pt x="909828" y="204533"/>
                  </a:lnTo>
                  <a:lnTo>
                    <a:pt x="961313" y="5499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60412" y="2431669"/>
            <a:ext cx="7114850" cy="216960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737528" y="5093517"/>
            <a:ext cx="3993515" cy="4196080"/>
            <a:chOff x="2737528" y="5093517"/>
            <a:chExt cx="3993515" cy="419608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36439" y="5192429"/>
              <a:ext cx="3894176" cy="39398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37528" y="5093517"/>
              <a:ext cx="3619500" cy="366515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90384" y="9120227"/>
              <a:ext cx="305483" cy="16879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25338" y="9160484"/>
              <a:ext cx="29209" cy="95885"/>
            </a:xfrm>
            <a:custGeom>
              <a:avLst/>
              <a:gdLst/>
              <a:ahLst/>
              <a:cxnLst/>
              <a:rect l="l" t="t" r="r" b="b"/>
              <a:pathLst>
                <a:path w="29210" h="95884">
                  <a:moveTo>
                    <a:pt x="22299" y="0"/>
                  </a:moveTo>
                  <a:lnTo>
                    <a:pt x="6578" y="0"/>
                  </a:lnTo>
                  <a:lnTo>
                    <a:pt x="0" y="6380"/>
                  </a:lnTo>
                  <a:lnTo>
                    <a:pt x="131" y="14274"/>
                  </a:lnTo>
                  <a:lnTo>
                    <a:pt x="0" y="22233"/>
                  </a:lnTo>
                  <a:lnTo>
                    <a:pt x="6578" y="28680"/>
                  </a:lnTo>
                  <a:lnTo>
                    <a:pt x="22299" y="28680"/>
                  </a:lnTo>
                  <a:lnTo>
                    <a:pt x="28877" y="22233"/>
                  </a:lnTo>
                  <a:lnTo>
                    <a:pt x="28877" y="6380"/>
                  </a:lnTo>
                  <a:lnTo>
                    <a:pt x="22299" y="0"/>
                  </a:lnTo>
                  <a:close/>
                </a:path>
                <a:path w="29210" h="95884">
                  <a:moveTo>
                    <a:pt x="22299" y="66767"/>
                  </a:moveTo>
                  <a:lnTo>
                    <a:pt x="6578" y="66767"/>
                  </a:lnTo>
                  <a:lnTo>
                    <a:pt x="0" y="73147"/>
                  </a:lnTo>
                  <a:lnTo>
                    <a:pt x="131" y="81041"/>
                  </a:lnTo>
                  <a:lnTo>
                    <a:pt x="0" y="89000"/>
                  </a:lnTo>
                  <a:lnTo>
                    <a:pt x="6578" y="95447"/>
                  </a:lnTo>
                  <a:lnTo>
                    <a:pt x="22299" y="95447"/>
                  </a:lnTo>
                  <a:lnTo>
                    <a:pt x="28877" y="89000"/>
                  </a:lnTo>
                  <a:lnTo>
                    <a:pt x="28877" y="73147"/>
                  </a:lnTo>
                  <a:lnTo>
                    <a:pt x="22299" y="6676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23569" y="9120621"/>
              <a:ext cx="2343886" cy="16839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786069" y="9128759"/>
              <a:ext cx="318770" cy="160020"/>
            </a:xfrm>
            <a:custGeom>
              <a:avLst/>
              <a:gdLst/>
              <a:ahLst/>
              <a:cxnLst/>
              <a:rect l="l" t="t" r="r" b="b"/>
              <a:pathLst>
                <a:path w="318770" h="160020">
                  <a:moveTo>
                    <a:pt x="135839" y="45720"/>
                  </a:moveTo>
                  <a:lnTo>
                    <a:pt x="39598" y="45720"/>
                  </a:lnTo>
                  <a:lnTo>
                    <a:pt x="39598" y="0"/>
                  </a:lnTo>
                  <a:lnTo>
                    <a:pt x="18872" y="0"/>
                  </a:lnTo>
                  <a:lnTo>
                    <a:pt x="18872" y="45720"/>
                  </a:lnTo>
                  <a:lnTo>
                    <a:pt x="18872" y="62230"/>
                  </a:lnTo>
                  <a:lnTo>
                    <a:pt x="135839" y="62230"/>
                  </a:lnTo>
                  <a:lnTo>
                    <a:pt x="135839" y="45720"/>
                  </a:lnTo>
                  <a:close/>
                </a:path>
                <a:path w="318770" h="160020">
                  <a:moveTo>
                    <a:pt x="153200" y="83566"/>
                  </a:moveTo>
                  <a:lnTo>
                    <a:pt x="0" y="83566"/>
                  </a:lnTo>
                  <a:lnTo>
                    <a:pt x="0" y="100203"/>
                  </a:lnTo>
                  <a:lnTo>
                    <a:pt x="36893" y="100203"/>
                  </a:lnTo>
                  <a:lnTo>
                    <a:pt x="36893" y="159867"/>
                  </a:lnTo>
                  <a:lnTo>
                    <a:pt x="57619" y="159867"/>
                  </a:lnTo>
                  <a:lnTo>
                    <a:pt x="57619" y="100203"/>
                  </a:lnTo>
                  <a:lnTo>
                    <a:pt x="95643" y="100203"/>
                  </a:lnTo>
                  <a:lnTo>
                    <a:pt x="95643" y="159867"/>
                  </a:lnTo>
                  <a:lnTo>
                    <a:pt x="116497" y="159867"/>
                  </a:lnTo>
                  <a:lnTo>
                    <a:pt x="116497" y="100203"/>
                  </a:lnTo>
                  <a:lnTo>
                    <a:pt x="153200" y="100203"/>
                  </a:lnTo>
                  <a:lnTo>
                    <a:pt x="153200" y="83566"/>
                  </a:lnTo>
                  <a:close/>
                </a:path>
                <a:path w="318770" h="160020">
                  <a:moveTo>
                    <a:pt x="312191" y="73101"/>
                  </a:moveTo>
                  <a:lnTo>
                    <a:pt x="268681" y="51409"/>
                  </a:lnTo>
                  <a:lnTo>
                    <a:pt x="251612" y="14820"/>
                  </a:lnTo>
                  <a:lnTo>
                    <a:pt x="251612" y="2463"/>
                  </a:lnTo>
                  <a:lnTo>
                    <a:pt x="229641" y="2463"/>
                  </a:lnTo>
                  <a:lnTo>
                    <a:pt x="229641" y="14820"/>
                  </a:lnTo>
                  <a:lnTo>
                    <a:pt x="225044" y="33972"/>
                  </a:lnTo>
                  <a:lnTo>
                    <a:pt x="212458" y="51320"/>
                  </a:lnTo>
                  <a:lnTo>
                    <a:pt x="193408" y="64985"/>
                  </a:lnTo>
                  <a:lnTo>
                    <a:pt x="169379" y="73101"/>
                  </a:lnTo>
                  <a:lnTo>
                    <a:pt x="178460" y="90335"/>
                  </a:lnTo>
                  <a:lnTo>
                    <a:pt x="198475" y="83858"/>
                  </a:lnTo>
                  <a:lnTo>
                    <a:pt x="215963" y="73748"/>
                  </a:lnTo>
                  <a:lnTo>
                    <a:pt x="230251" y="60553"/>
                  </a:lnTo>
                  <a:lnTo>
                    <a:pt x="240690" y="44818"/>
                  </a:lnTo>
                  <a:lnTo>
                    <a:pt x="251053" y="60655"/>
                  </a:lnTo>
                  <a:lnTo>
                    <a:pt x="265315" y="73875"/>
                  </a:lnTo>
                  <a:lnTo>
                    <a:pt x="282816" y="83947"/>
                  </a:lnTo>
                  <a:lnTo>
                    <a:pt x="302920" y="90335"/>
                  </a:lnTo>
                  <a:lnTo>
                    <a:pt x="312191" y="73101"/>
                  </a:lnTo>
                  <a:close/>
                </a:path>
                <a:path w="318770" h="160020">
                  <a:moveTo>
                    <a:pt x="318439" y="121450"/>
                  </a:moveTo>
                  <a:lnTo>
                    <a:pt x="164706" y="121450"/>
                  </a:lnTo>
                  <a:lnTo>
                    <a:pt x="164706" y="138557"/>
                  </a:lnTo>
                  <a:lnTo>
                    <a:pt x="318439" y="138557"/>
                  </a:lnTo>
                  <a:lnTo>
                    <a:pt x="318439" y="12145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0156363" y="9082127"/>
            <a:ext cx="363855" cy="168910"/>
            <a:chOff x="10156363" y="9082127"/>
            <a:chExt cx="363855" cy="16891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56363" y="9082127"/>
              <a:ext cx="305483" cy="16879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0491316" y="9122384"/>
              <a:ext cx="29209" cy="95885"/>
            </a:xfrm>
            <a:custGeom>
              <a:avLst/>
              <a:gdLst/>
              <a:ahLst/>
              <a:cxnLst/>
              <a:rect l="l" t="t" r="r" b="b"/>
              <a:pathLst>
                <a:path w="29209" h="95884">
                  <a:moveTo>
                    <a:pt x="22299" y="0"/>
                  </a:moveTo>
                  <a:lnTo>
                    <a:pt x="6578" y="0"/>
                  </a:lnTo>
                  <a:lnTo>
                    <a:pt x="0" y="6380"/>
                  </a:lnTo>
                  <a:lnTo>
                    <a:pt x="131" y="14274"/>
                  </a:lnTo>
                  <a:lnTo>
                    <a:pt x="0" y="22233"/>
                  </a:lnTo>
                  <a:lnTo>
                    <a:pt x="6578" y="28680"/>
                  </a:lnTo>
                  <a:lnTo>
                    <a:pt x="22299" y="28680"/>
                  </a:lnTo>
                  <a:lnTo>
                    <a:pt x="28878" y="22233"/>
                  </a:lnTo>
                  <a:lnTo>
                    <a:pt x="28878" y="6380"/>
                  </a:lnTo>
                  <a:lnTo>
                    <a:pt x="22299" y="0"/>
                  </a:lnTo>
                  <a:close/>
                </a:path>
                <a:path w="29209" h="95884">
                  <a:moveTo>
                    <a:pt x="22299" y="66767"/>
                  </a:moveTo>
                  <a:lnTo>
                    <a:pt x="6578" y="66767"/>
                  </a:lnTo>
                  <a:lnTo>
                    <a:pt x="0" y="73147"/>
                  </a:lnTo>
                  <a:lnTo>
                    <a:pt x="131" y="81041"/>
                  </a:lnTo>
                  <a:lnTo>
                    <a:pt x="0" y="89000"/>
                  </a:lnTo>
                  <a:lnTo>
                    <a:pt x="6578" y="95447"/>
                  </a:lnTo>
                  <a:lnTo>
                    <a:pt x="22299" y="95447"/>
                  </a:lnTo>
                  <a:lnTo>
                    <a:pt x="28878" y="89000"/>
                  </a:lnTo>
                  <a:lnTo>
                    <a:pt x="28878" y="73147"/>
                  </a:lnTo>
                  <a:lnTo>
                    <a:pt x="22299" y="6676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0582576" y="9082521"/>
            <a:ext cx="527050" cy="190500"/>
            <a:chOff x="10582576" y="9082521"/>
            <a:chExt cx="527050" cy="190500"/>
          </a:xfrm>
        </p:grpSpPr>
        <p:sp>
          <p:nvSpPr>
            <p:cNvPr id="26" name="object 26"/>
            <p:cNvSpPr/>
            <p:nvPr/>
          </p:nvSpPr>
          <p:spPr>
            <a:xfrm>
              <a:off x="10601452" y="9090659"/>
              <a:ext cx="117475" cy="62230"/>
            </a:xfrm>
            <a:custGeom>
              <a:avLst/>
              <a:gdLst/>
              <a:ahLst/>
              <a:cxnLst/>
              <a:rect l="l" t="t" r="r" b="b"/>
              <a:pathLst>
                <a:path w="117475" h="62229">
                  <a:moveTo>
                    <a:pt x="116954" y="45720"/>
                  </a:moveTo>
                  <a:lnTo>
                    <a:pt x="20713" y="45720"/>
                  </a:lnTo>
                  <a:lnTo>
                    <a:pt x="20713" y="0"/>
                  </a:lnTo>
                  <a:lnTo>
                    <a:pt x="0" y="0"/>
                  </a:lnTo>
                  <a:lnTo>
                    <a:pt x="0" y="45720"/>
                  </a:lnTo>
                  <a:lnTo>
                    <a:pt x="0" y="62230"/>
                  </a:lnTo>
                  <a:lnTo>
                    <a:pt x="116954" y="62230"/>
                  </a:lnTo>
                  <a:lnTo>
                    <a:pt x="116954" y="4572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582576" y="9082521"/>
              <a:ext cx="469408" cy="16800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1076257" y="9220660"/>
              <a:ext cx="33655" cy="52705"/>
            </a:xfrm>
            <a:custGeom>
              <a:avLst/>
              <a:gdLst/>
              <a:ahLst/>
              <a:cxnLst/>
              <a:rect l="l" t="t" r="r" b="b"/>
              <a:pathLst>
                <a:path w="33654" h="52704">
                  <a:moveTo>
                    <a:pt x="33218" y="0"/>
                  </a:moveTo>
                  <a:lnTo>
                    <a:pt x="9604" y="0"/>
                  </a:lnTo>
                  <a:lnTo>
                    <a:pt x="0" y="52163"/>
                  </a:lnTo>
                  <a:lnTo>
                    <a:pt x="17760" y="52163"/>
                  </a:lnTo>
                  <a:lnTo>
                    <a:pt x="33218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1176622" y="9081995"/>
            <a:ext cx="360680" cy="191135"/>
            <a:chOff x="11176622" y="9081995"/>
            <a:chExt cx="360680" cy="191135"/>
          </a:xfrm>
        </p:grpSpPr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176622" y="9082653"/>
              <a:ext cx="140243" cy="16708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38441" y="9081995"/>
              <a:ext cx="198656" cy="190828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16374" y="9082521"/>
            <a:ext cx="366660" cy="168003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12048252" y="9082521"/>
            <a:ext cx="648335" cy="168275"/>
            <a:chOff x="12048252" y="9082521"/>
            <a:chExt cx="648335" cy="168275"/>
          </a:xfrm>
        </p:grpSpPr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048252" y="9082521"/>
              <a:ext cx="145177" cy="16662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213097" y="9082653"/>
              <a:ext cx="306668" cy="16774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2542520" y="9093199"/>
              <a:ext cx="154305" cy="137160"/>
            </a:xfrm>
            <a:custGeom>
              <a:avLst/>
              <a:gdLst/>
              <a:ahLst/>
              <a:cxnLst/>
              <a:rect l="l" t="t" r="r" b="b"/>
              <a:pathLst>
                <a:path w="154304" h="137159">
                  <a:moveTo>
                    <a:pt x="136105" y="44513"/>
                  </a:moveTo>
                  <a:lnTo>
                    <a:pt x="115506" y="44513"/>
                  </a:lnTo>
                  <a:lnTo>
                    <a:pt x="115506" y="70827"/>
                  </a:lnTo>
                  <a:lnTo>
                    <a:pt x="136105" y="70827"/>
                  </a:lnTo>
                  <a:lnTo>
                    <a:pt x="136105" y="44513"/>
                  </a:lnTo>
                  <a:close/>
                </a:path>
                <a:path w="154304" h="137159">
                  <a:moveTo>
                    <a:pt x="153733" y="120230"/>
                  </a:moveTo>
                  <a:lnTo>
                    <a:pt x="86766" y="120230"/>
                  </a:lnTo>
                  <a:lnTo>
                    <a:pt x="86766" y="87630"/>
                  </a:lnTo>
                  <a:lnTo>
                    <a:pt x="136105" y="87630"/>
                  </a:lnTo>
                  <a:lnTo>
                    <a:pt x="136105" y="71120"/>
                  </a:lnTo>
                  <a:lnTo>
                    <a:pt x="37630" y="71120"/>
                  </a:lnTo>
                  <a:lnTo>
                    <a:pt x="37630" y="44450"/>
                  </a:lnTo>
                  <a:lnTo>
                    <a:pt x="136105" y="44450"/>
                  </a:lnTo>
                  <a:lnTo>
                    <a:pt x="136105" y="27940"/>
                  </a:lnTo>
                  <a:lnTo>
                    <a:pt x="136105" y="444"/>
                  </a:lnTo>
                  <a:lnTo>
                    <a:pt x="115506" y="444"/>
                  </a:lnTo>
                  <a:lnTo>
                    <a:pt x="115506" y="27940"/>
                  </a:lnTo>
                  <a:lnTo>
                    <a:pt x="37630" y="27940"/>
                  </a:lnTo>
                  <a:lnTo>
                    <a:pt x="37630" y="0"/>
                  </a:lnTo>
                  <a:lnTo>
                    <a:pt x="16903" y="0"/>
                  </a:lnTo>
                  <a:lnTo>
                    <a:pt x="16903" y="27940"/>
                  </a:lnTo>
                  <a:lnTo>
                    <a:pt x="16903" y="44450"/>
                  </a:lnTo>
                  <a:lnTo>
                    <a:pt x="16903" y="71120"/>
                  </a:lnTo>
                  <a:lnTo>
                    <a:pt x="16903" y="87630"/>
                  </a:lnTo>
                  <a:lnTo>
                    <a:pt x="66243" y="87630"/>
                  </a:lnTo>
                  <a:lnTo>
                    <a:pt x="66243" y="120230"/>
                  </a:lnTo>
                  <a:lnTo>
                    <a:pt x="0" y="120230"/>
                  </a:lnTo>
                  <a:lnTo>
                    <a:pt x="0" y="137134"/>
                  </a:lnTo>
                  <a:lnTo>
                    <a:pt x="153733" y="137134"/>
                  </a:lnTo>
                  <a:lnTo>
                    <a:pt x="153733" y="12023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12750713" y="9082521"/>
            <a:ext cx="475615" cy="168910"/>
            <a:chOff x="12750713" y="9082521"/>
            <a:chExt cx="475615" cy="168910"/>
          </a:xfrm>
        </p:grpSpPr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750713" y="9082521"/>
              <a:ext cx="141691" cy="16839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917203" y="9082521"/>
              <a:ext cx="308510" cy="166029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291646" y="9082521"/>
            <a:ext cx="306208" cy="167871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13672287" y="9160802"/>
            <a:ext cx="133350" cy="29209"/>
          </a:xfrm>
          <a:custGeom>
            <a:avLst/>
            <a:gdLst/>
            <a:ahLst/>
            <a:cxnLst/>
            <a:rect l="l" t="t" r="r" b="b"/>
            <a:pathLst>
              <a:path w="133350" h="29209">
                <a:moveTo>
                  <a:pt x="28943" y="14274"/>
                </a:moveTo>
                <a:lnTo>
                  <a:pt x="28879" y="6451"/>
                </a:lnTo>
                <a:lnTo>
                  <a:pt x="22301" y="0"/>
                </a:lnTo>
                <a:lnTo>
                  <a:pt x="6578" y="0"/>
                </a:lnTo>
                <a:lnTo>
                  <a:pt x="0" y="6451"/>
                </a:lnTo>
                <a:lnTo>
                  <a:pt x="139" y="14274"/>
                </a:lnTo>
                <a:lnTo>
                  <a:pt x="0" y="22237"/>
                </a:lnTo>
                <a:lnTo>
                  <a:pt x="6578" y="28689"/>
                </a:lnTo>
                <a:lnTo>
                  <a:pt x="14541" y="28689"/>
                </a:lnTo>
                <a:lnTo>
                  <a:pt x="22301" y="28689"/>
                </a:lnTo>
                <a:lnTo>
                  <a:pt x="28879" y="22237"/>
                </a:lnTo>
                <a:lnTo>
                  <a:pt x="28943" y="14274"/>
                </a:lnTo>
                <a:close/>
              </a:path>
              <a:path w="133350" h="29209">
                <a:moveTo>
                  <a:pt x="80911" y="14274"/>
                </a:moveTo>
                <a:lnTo>
                  <a:pt x="80848" y="6451"/>
                </a:lnTo>
                <a:lnTo>
                  <a:pt x="74269" y="0"/>
                </a:lnTo>
                <a:lnTo>
                  <a:pt x="58547" y="0"/>
                </a:lnTo>
                <a:lnTo>
                  <a:pt x="51968" y="6451"/>
                </a:lnTo>
                <a:lnTo>
                  <a:pt x="52108" y="14274"/>
                </a:lnTo>
                <a:lnTo>
                  <a:pt x="51968" y="22237"/>
                </a:lnTo>
                <a:lnTo>
                  <a:pt x="58547" y="28689"/>
                </a:lnTo>
                <a:lnTo>
                  <a:pt x="66509" y="28689"/>
                </a:lnTo>
                <a:lnTo>
                  <a:pt x="74269" y="28689"/>
                </a:lnTo>
                <a:lnTo>
                  <a:pt x="80848" y="22237"/>
                </a:lnTo>
                <a:lnTo>
                  <a:pt x="80911" y="14274"/>
                </a:lnTo>
                <a:close/>
              </a:path>
              <a:path w="133350" h="29209">
                <a:moveTo>
                  <a:pt x="132880" y="14274"/>
                </a:moveTo>
                <a:lnTo>
                  <a:pt x="132816" y="6451"/>
                </a:lnTo>
                <a:lnTo>
                  <a:pt x="126238" y="0"/>
                </a:lnTo>
                <a:lnTo>
                  <a:pt x="110515" y="0"/>
                </a:lnTo>
                <a:lnTo>
                  <a:pt x="103936" y="6451"/>
                </a:lnTo>
                <a:lnTo>
                  <a:pt x="104063" y="14274"/>
                </a:lnTo>
                <a:lnTo>
                  <a:pt x="103936" y="22237"/>
                </a:lnTo>
                <a:lnTo>
                  <a:pt x="110515" y="28689"/>
                </a:lnTo>
                <a:lnTo>
                  <a:pt x="118478" y="28689"/>
                </a:lnTo>
                <a:lnTo>
                  <a:pt x="126238" y="28689"/>
                </a:lnTo>
                <a:lnTo>
                  <a:pt x="132816" y="22237"/>
                </a:lnTo>
                <a:lnTo>
                  <a:pt x="132880" y="1427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13871868" y="9082521"/>
            <a:ext cx="521334" cy="168275"/>
            <a:chOff x="13871868" y="9082521"/>
            <a:chExt cx="521334" cy="168275"/>
          </a:xfrm>
        </p:grpSpPr>
        <p:sp>
          <p:nvSpPr>
            <p:cNvPr id="43" name="object 43"/>
            <p:cNvSpPr/>
            <p:nvPr/>
          </p:nvSpPr>
          <p:spPr>
            <a:xfrm>
              <a:off x="13871867" y="9082531"/>
              <a:ext cx="179070" cy="167005"/>
            </a:xfrm>
            <a:custGeom>
              <a:avLst/>
              <a:gdLst/>
              <a:ahLst/>
              <a:cxnLst/>
              <a:rect l="l" t="t" r="r" b="b"/>
              <a:pathLst>
                <a:path w="179069" h="167004">
                  <a:moveTo>
                    <a:pt x="18084" y="16840"/>
                  </a:moveTo>
                  <a:lnTo>
                    <a:pt x="0" y="16840"/>
                  </a:lnTo>
                  <a:lnTo>
                    <a:pt x="0" y="66370"/>
                  </a:lnTo>
                  <a:lnTo>
                    <a:pt x="18084" y="66370"/>
                  </a:lnTo>
                  <a:lnTo>
                    <a:pt x="18084" y="16840"/>
                  </a:lnTo>
                  <a:close/>
                </a:path>
                <a:path w="179069" h="167004">
                  <a:moveTo>
                    <a:pt x="137210" y="66433"/>
                  </a:moveTo>
                  <a:lnTo>
                    <a:pt x="98996" y="32651"/>
                  </a:lnTo>
                  <a:lnTo>
                    <a:pt x="96431" y="16967"/>
                  </a:lnTo>
                  <a:lnTo>
                    <a:pt x="96431" y="4076"/>
                  </a:lnTo>
                  <a:lnTo>
                    <a:pt x="75057" y="4076"/>
                  </a:lnTo>
                  <a:lnTo>
                    <a:pt x="75057" y="16967"/>
                  </a:lnTo>
                  <a:lnTo>
                    <a:pt x="72390" y="33248"/>
                  </a:lnTo>
                  <a:lnTo>
                    <a:pt x="64490" y="48171"/>
                  </a:lnTo>
                  <a:lnTo>
                    <a:pt x="51485" y="60566"/>
                  </a:lnTo>
                  <a:lnTo>
                    <a:pt x="33540" y="69265"/>
                  </a:lnTo>
                  <a:lnTo>
                    <a:pt x="43942" y="85509"/>
                  </a:lnTo>
                  <a:lnTo>
                    <a:pt x="57886" y="79400"/>
                  </a:lnTo>
                  <a:lnTo>
                    <a:pt x="69583" y="70878"/>
                  </a:lnTo>
                  <a:lnTo>
                    <a:pt x="78955" y="60299"/>
                  </a:lnTo>
                  <a:lnTo>
                    <a:pt x="85902" y="48018"/>
                  </a:lnTo>
                  <a:lnTo>
                    <a:pt x="92798" y="59309"/>
                  </a:lnTo>
                  <a:lnTo>
                    <a:pt x="101993" y="68999"/>
                  </a:lnTo>
                  <a:lnTo>
                    <a:pt x="113423" y="76822"/>
                  </a:lnTo>
                  <a:lnTo>
                    <a:pt x="127012" y="82486"/>
                  </a:lnTo>
                  <a:lnTo>
                    <a:pt x="137210" y="66433"/>
                  </a:lnTo>
                  <a:close/>
                </a:path>
                <a:path w="179069" h="167004">
                  <a:moveTo>
                    <a:pt x="173393" y="0"/>
                  </a:moveTo>
                  <a:lnTo>
                    <a:pt x="152933" y="0"/>
                  </a:lnTo>
                  <a:lnTo>
                    <a:pt x="152933" y="85775"/>
                  </a:lnTo>
                  <a:lnTo>
                    <a:pt x="173393" y="85775"/>
                  </a:lnTo>
                  <a:lnTo>
                    <a:pt x="173393" y="0"/>
                  </a:lnTo>
                  <a:close/>
                </a:path>
                <a:path w="179069" h="167004">
                  <a:moveTo>
                    <a:pt x="178727" y="150177"/>
                  </a:moveTo>
                  <a:lnTo>
                    <a:pt x="82677" y="150177"/>
                  </a:lnTo>
                  <a:lnTo>
                    <a:pt x="82677" y="137147"/>
                  </a:lnTo>
                  <a:lnTo>
                    <a:pt x="173659" y="137147"/>
                  </a:lnTo>
                  <a:lnTo>
                    <a:pt x="173659" y="93472"/>
                  </a:lnTo>
                  <a:lnTo>
                    <a:pt x="62026" y="93472"/>
                  </a:lnTo>
                  <a:lnTo>
                    <a:pt x="62026" y="109588"/>
                  </a:lnTo>
                  <a:lnTo>
                    <a:pt x="153073" y="109588"/>
                  </a:lnTo>
                  <a:lnTo>
                    <a:pt x="153073" y="121754"/>
                  </a:lnTo>
                  <a:lnTo>
                    <a:pt x="62547" y="121754"/>
                  </a:lnTo>
                  <a:lnTo>
                    <a:pt x="62547" y="166624"/>
                  </a:lnTo>
                  <a:lnTo>
                    <a:pt x="178727" y="166624"/>
                  </a:lnTo>
                  <a:lnTo>
                    <a:pt x="178727" y="15017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070262" y="9082521"/>
              <a:ext cx="322324" cy="168003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444964" y="9082521"/>
            <a:ext cx="305089" cy="168003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4825287" y="9082653"/>
            <a:ext cx="304102" cy="166756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15195430" y="9082521"/>
            <a:ext cx="470534" cy="190500"/>
            <a:chOff x="15195430" y="9082521"/>
            <a:chExt cx="470534" cy="190500"/>
          </a:xfrm>
        </p:grpSpPr>
        <p:pic>
          <p:nvPicPr>
            <p:cNvPr id="48" name="object 4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195430" y="9082521"/>
              <a:ext cx="139257" cy="16800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364223" y="9082521"/>
              <a:ext cx="139454" cy="16800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527947" y="9099372"/>
              <a:ext cx="137795" cy="173990"/>
            </a:xfrm>
            <a:custGeom>
              <a:avLst/>
              <a:gdLst/>
              <a:ahLst/>
              <a:cxnLst/>
              <a:rect l="l" t="t" r="r" b="b"/>
              <a:pathLst>
                <a:path w="137794" h="173990">
                  <a:moveTo>
                    <a:pt x="18084" y="0"/>
                  </a:moveTo>
                  <a:lnTo>
                    <a:pt x="0" y="0"/>
                  </a:lnTo>
                  <a:lnTo>
                    <a:pt x="0" y="49530"/>
                  </a:lnTo>
                  <a:lnTo>
                    <a:pt x="18084" y="49530"/>
                  </a:lnTo>
                  <a:lnTo>
                    <a:pt x="18084" y="0"/>
                  </a:lnTo>
                  <a:close/>
                </a:path>
                <a:path w="137794" h="173990">
                  <a:moveTo>
                    <a:pt x="79590" y="68275"/>
                  </a:moveTo>
                  <a:lnTo>
                    <a:pt x="56832" y="68275"/>
                  </a:lnTo>
                  <a:lnTo>
                    <a:pt x="56832" y="130505"/>
                  </a:lnTo>
                  <a:lnTo>
                    <a:pt x="32232" y="130505"/>
                  </a:lnTo>
                  <a:lnTo>
                    <a:pt x="32232" y="150964"/>
                  </a:lnTo>
                  <a:lnTo>
                    <a:pt x="79590" y="150964"/>
                  </a:lnTo>
                  <a:lnTo>
                    <a:pt x="79590" y="68275"/>
                  </a:lnTo>
                  <a:close/>
                </a:path>
                <a:path w="137794" h="173990">
                  <a:moveTo>
                    <a:pt x="137604" y="121297"/>
                  </a:moveTo>
                  <a:lnTo>
                    <a:pt x="113995" y="121297"/>
                  </a:lnTo>
                  <a:lnTo>
                    <a:pt x="104394" y="173456"/>
                  </a:lnTo>
                  <a:lnTo>
                    <a:pt x="122148" y="173456"/>
                  </a:lnTo>
                  <a:lnTo>
                    <a:pt x="137604" y="12129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15735985" y="9097519"/>
            <a:ext cx="920750" cy="139700"/>
            <a:chOff x="15735985" y="9097519"/>
            <a:chExt cx="920750" cy="139700"/>
          </a:xfrm>
        </p:grpSpPr>
        <p:pic>
          <p:nvPicPr>
            <p:cNvPr id="52" name="object 5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735985" y="9097519"/>
              <a:ext cx="94132" cy="13656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849260" y="9097519"/>
              <a:ext cx="103537" cy="13912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972399" y="9097519"/>
              <a:ext cx="94132" cy="13656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086792" y="9097519"/>
              <a:ext cx="100183" cy="13840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6208349" y="9099372"/>
              <a:ext cx="255904" cy="136525"/>
            </a:xfrm>
            <a:custGeom>
              <a:avLst/>
              <a:gdLst/>
              <a:ahLst/>
              <a:cxnLst/>
              <a:rect l="l" t="t" r="r" b="b"/>
              <a:pathLst>
                <a:path w="255905" h="136525">
                  <a:moveTo>
                    <a:pt x="28943" y="121754"/>
                  </a:moveTo>
                  <a:lnTo>
                    <a:pt x="28879" y="113855"/>
                  </a:lnTo>
                  <a:lnTo>
                    <a:pt x="22301" y="107480"/>
                  </a:lnTo>
                  <a:lnTo>
                    <a:pt x="6578" y="107480"/>
                  </a:lnTo>
                  <a:lnTo>
                    <a:pt x="0" y="113855"/>
                  </a:lnTo>
                  <a:lnTo>
                    <a:pt x="127" y="121754"/>
                  </a:lnTo>
                  <a:lnTo>
                    <a:pt x="0" y="129717"/>
                  </a:lnTo>
                  <a:lnTo>
                    <a:pt x="6578" y="136156"/>
                  </a:lnTo>
                  <a:lnTo>
                    <a:pt x="14541" y="136156"/>
                  </a:lnTo>
                  <a:lnTo>
                    <a:pt x="22301" y="136156"/>
                  </a:lnTo>
                  <a:lnTo>
                    <a:pt x="28879" y="129717"/>
                  </a:lnTo>
                  <a:lnTo>
                    <a:pt x="28943" y="121754"/>
                  </a:lnTo>
                  <a:close/>
                </a:path>
                <a:path w="255905" h="136525">
                  <a:moveTo>
                    <a:pt x="106362" y="0"/>
                  </a:moveTo>
                  <a:lnTo>
                    <a:pt x="83146" y="0"/>
                  </a:lnTo>
                  <a:lnTo>
                    <a:pt x="49733" y="21577"/>
                  </a:lnTo>
                  <a:lnTo>
                    <a:pt x="49733" y="43738"/>
                  </a:lnTo>
                  <a:lnTo>
                    <a:pt x="81241" y="23609"/>
                  </a:lnTo>
                  <a:lnTo>
                    <a:pt x="82029" y="23609"/>
                  </a:lnTo>
                  <a:lnTo>
                    <a:pt x="82029" y="134708"/>
                  </a:lnTo>
                  <a:lnTo>
                    <a:pt x="106362" y="134708"/>
                  </a:lnTo>
                  <a:lnTo>
                    <a:pt x="106362" y="0"/>
                  </a:lnTo>
                  <a:close/>
                </a:path>
                <a:path w="255905" h="136525">
                  <a:moveTo>
                    <a:pt x="193725" y="0"/>
                  </a:moveTo>
                  <a:lnTo>
                    <a:pt x="170497" y="0"/>
                  </a:lnTo>
                  <a:lnTo>
                    <a:pt x="137083" y="21577"/>
                  </a:lnTo>
                  <a:lnTo>
                    <a:pt x="137083" y="43738"/>
                  </a:lnTo>
                  <a:lnTo>
                    <a:pt x="168592" y="23609"/>
                  </a:lnTo>
                  <a:lnTo>
                    <a:pt x="169379" y="23609"/>
                  </a:lnTo>
                  <a:lnTo>
                    <a:pt x="169379" y="134708"/>
                  </a:lnTo>
                  <a:lnTo>
                    <a:pt x="193725" y="134708"/>
                  </a:lnTo>
                  <a:lnTo>
                    <a:pt x="193725" y="0"/>
                  </a:lnTo>
                  <a:close/>
                </a:path>
                <a:path w="255905" h="136525">
                  <a:moveTo>
                    <a:pt x="255625" y="121754"/>
                  </a:moveTo>
                  <a:lnTo>
                    <a:pt x="255562" y="113855"/>
                  </a:lnTo>
                  <a:lnTo>
                    <a:pt x="248983" y="107480"/>
                  </a:lnTo>
                  <a:lnTo>
                    <a:pt x="233260" y="107480"/>
                  </a:lnTo>
                  <a:lnTo>
                    <a:pt x="226682" y="113855"/>
                  </a:lnTo>
                  <a:lnTo>
                    <a:pt x="226809" y="121754"/>
                  </a:lnTo>
                  <a:lnTo>
                    <a:pt x="226682" y="129717"/>
                  </a:lnTo>
                  <a:lnTo>
                    <a:pt x="233260" y="136156"/>
                  </a:lnTo>
                  <a:lnTo>
                    <a:pt x="241211" y="136156"/>
                  </a:lnTo>
                  <a:lnTo>
                    <a:pt x="248983" y="136156"/>
                  </a:lnTo>
                  <a:lnTo>
                    <a:pt x="255562" y="129717"/>
                  </a:lnTo>
                  <a:lnTo>
                    <a:pt x="255625" y="12175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486145" y="9097519"/>
              <a:ext cx="94131" cy="13656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6599551" y="9099361"/>
              <a:ext cx="57150" cy="135255"/>
            </a:xfrm>
            <a:custGeom>
              <a:avLst/>
              <a:gdLst/>
              <a:ahLst/>
              <a:cxnLst/>
              <a:rect l="l" t="t" r="r" b="b"/>
              <a:pathLst>
                <a:path w="57150" h="135254">
                  <a:moveTo>
                    <a:pt x="56636" y="0"/>
                  </a:moveTo>
                  <a:lnTo>
                    <a:pt x="33415" y="0"/>
                  </a:lnTo>
                  <a:lnTo>
                    <a:pt x="0" y="21575"/>
                  </a:lnTo>
                  <a:lnTo>
                    <a:pt x="0" y="43743"/>
                  </a:lnTo>
                  <a:lnTo>
                    <a:pt x="31508" y="23615"/>
                  </a:lnTo>
                  <a:lnTo>
                    <a:pt x="32298" y="23615"/>
                  </a:lnTo>
                  <a:lnTo>
                    <a:pt x="32298" y="134718"/>
                  </a:lnTo>
                  <a:lnTo>
                    <a:pt x="56636" y="134718"/>
                  </a:lnTo>
                  <a:lnTo>
                    <a:pt x="56636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9" name="object 59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7592315" y="9537479"/>
            <a:ext cx="144169" cy="193994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10886740" y="8623927"/>
            <a:ext cx="3390900" cy="0"/>
          </a:xfrm>
          <a:custGeom>
            <a:avLst/>
            <a:gdLst/>
            <a:ahLst/>
            <a:cxnLst/>
            <a:rect l="l" t="t" r="r" b="b"/>
            <a:pathLst>
              <a:path w="3390900">
                <a:moveTo>
                  <a:pt x="0" y="0"/>
                </a:moveTo>
                <a:lnTo>
                  <a:pt x="3390395" y="0"/>
                </a:lnTo>
              </a:path>
            </a:pathLst>
          </a:custGeom>
          <a:ln w="7104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object 61"/>
          <p:cNvGrpSpPr/>
          <p:nvPr/>
        </p:nvGrpSpPr>
        <p:grpSpPr>
          <a:xfrm>
            <a:off x="10886740" y="8620374"/>
            <a:ext cx="5795645" cy="10795"/>
            <a:chOff x="10886740" y="8620374"/>
            <a:chExt cx="5795645" cy="10795"/>
          </a:xfrm>
        </p:grpSpPr>
        <p:sp>
          <p:nvSpPr>
            <p:cNvPr id="62" name="object 62"/>
            <p:cNvSpPr/>
            <p:nvPr/>
          </p:nvSpPr>
          <p:spPr>
            <a:xfrm>
              <a:off x="16189666" y="8623926"/>
              <a:ext cx="492759" cy="0"/>
            </a:xfrm>
            <a:custGeom>
              <a:avLst/>
              <a:gdLst/>
              <a:ahLst/>
              <a:cxnLst/>
              <a:rect l="l" t="t" r="r" b="b"/>
              <a:pathLst>
                <a:path w="492759">
                  <a:moveTo>
                    <a:pt x="0" y="0"/>
                  </a:moveTo>
                  <a:lnTo>
                    <a:pt x="492621" y="0"/>
                  </a:lnTo>
                </a:path>
              </a:pathLst>
            </a:custGeom>
            <a:ln w="710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886740" y="8626308"/>
              <a:ext cx="5795645" cy="3810"/>
            </a:xfrm>
            <a:custGeom>
              <a:avLst/>
              <a:gdLst/>
              <a:ahLst/>
              <a:cxnLst/>
              <a:rect l="l" t="t" r="r" b="b"/>
              <a:pathLst>
                <a:path w="5795644" h="3809">
                  <a:moveTo>
                    <a:pt x="0" y="0"/>
                  </a:moveTo>
                  <a:lnTo>
                    <a:pt x="5795548" y="0"/>
                  </a:lnTo>
                </a:path>
                <a:path w="5795644" h="3809">
                  <a:moveTo>
                    <a:pt x="0" y="3552"/>
                  </a:moveTo>
                  <a:lnTo>
                    <a:pt x="5795548" y="3552"/>
                  </a:lnTo>
                </a:path>
              </a:pathLst>
            </a:custGeom>
            <a:ln w="3175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/>
          <p:nvPr/>
        </p:nvSpPr>
        <p:spPr>
          <a:xfrm>
            <a:off x="10886740" y="7777412"/>
            <a:ext cx="3390900" cy="0"/>
          </a:xfrm>
          <a:custGeom>
            <a:avLst/>
            <a:gdLst/>
            <a:ahLst/>
            <a:cxnLst/>
            <a:rect l="l" t="t" r="r" b="b"/>
            <a:pathLst>
              <a:path w="3390900">
                <a:moveTo>
                  <a:pt x="0" y="0"/>
                </a:moveTo>
                <a:lnTo>
                  <a:pt x="3390395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6189666" y="7777412"/>
            <a:ext cx="492759" cy="0"/>
          </a:xfrm>
          <a:custGeom>
            <a:avLst/>
            <a:gdLst/>
            <a:ahLst/>
            <a:cxnLst/>
            <a:rect l="l" t="t" r="r" b="b"/>
            <a:pathLst>
              <a:path w="492759">
                <a:moveTo>
                  <a:pt x="0" y="0"/>
                </a:moveTo>
                <a:lnTo>
                  <a:pt x="492621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0886740" y="6929687"/>
            <a:ext cx="3390900" cy="0"/>
          </a:xfrm>
          <a:custGeom>
            <a:avLst/>
            <a:gdLst/>
            <a:ahLst/>
            <a:cxnLst/>
            <a:rect l="l" t="t" r="r" b="b"/>
            <a:pathLst>
              <a:path w="3390900">
                <a:moveTo>
                  <a:pt x="0" y="0"/>
                </a:moveTo>
                <a:lnTo>
                  <a:pt x="3390395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6189666" y="6929687"/>
            <a:ext cx="492759" cy="0"/>
          </a:xfrm>
          <a:custGeom>
            <a:avLst/>
            <a:gdLst/>
            <a:ahLst/>
            <a:cxnLst/>
            <a:rect l="l" t="t" r="r" b="b"/>
            <a:pathLst>
              <a:path w="492759">
                <a:moveTo>
                  <a:pt x="0" y="0"/>
                </a:moveTo>
                <a:lnTo>
                  <a:pt x="492621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0886740" y="6081962"/>
            <a:ext cx="3390900" cy="0"/>
          </a:xfrm>
          <a:custGeom>
            <a:avLst/>
            <a:gdLst/>
            <a:ahLst/>
            <a:cxnLst/>
            <a:rect l="l" t="t" r="r" b="b"/>
            <a:pathLst>
              <a:path w="3390900">
                <a:moveTo>
                  <a:pt x="0" y="0"/>
                </a:moveTo>
                <a:lnTo>
                  <a:pt x="3390395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6189666" y="6081962"/>
            <a:ext cx="492759" cy="0"/>
          </a:xfrm>
          <a:custGeom>
            <a:avLst/>
            <a:gdLst/>
            <a:ahLst/>
            <a:cxnLst/>
            <a:rect l="l" t="t" r="r" b="b"/>
            <a:pathLst>
              <a:path w="492759">
                <a:moveTo>
                  <a:pt x="0" y="0"/>
                </a:moveTo>
                <a:lnTo>
                  <a:pt x="492621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0" name="object 70"/>
          <p:cNvGrpSpPr/>
          <p:nvPr/>
        </p:nvGrpSpPr>
        <p:grpSpPr>
          <a:xfrm>
            <a:off x="10886740" y="5229474"/>
            <a:ext cx="5795645" cy="3401695"/>
            <a:chOff x="10886740" y="5229474"/>
            <a:chExt cx="5795645" cy="3401695"/>
          </a:xfrm>
        </p:grpSpPr>
        <p:sp>
          <p:nvSpPr>
            <p:cNvPr id="71" name="object 71"/>
            <p:cNvSpPr/>
            <p:nvPr/>
          </p:nvSpPr>
          <p:spPr>
            <a:xfrm>
              <a:off x="10886740" y="5234237"/>
              <a:ext cx="5795645" cy="0"/>
            </a:xfrm>
            <a:custGeom>
              <a:avLst/>
              <a:gdLst/>
              <a:ahLst/>
              <a:cxnLst/>
              <a:rect l="l" t="t" r="r" b="b"/>
              <a:pathLst>
                <a:path w="5795644">
                  <a:moveTo>
                    <a:pt x="0" y="0"/>
                  </a:moveTo>
                  <a:lnTo>
                    <a:pt x="5795548" y="0"/>
                  </a:lnTo>
                </a:path>
              </a:pathLst>
            </a:custGeom>
            <a:ln w="9525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892155" y="5230838"/>
              <a:ext cx="0" cy="3397250"/>
            </a:xfrm>
            <a:custGeom>
              <a:avLst/>
              <a:gdLst/>
              <a:ahLst/>
              <a:cxnLst/>
              <a:rect l="l" t="t" r="r" b="b"/>
              <a:pathLst>
                <a:path h="3397250">
                  <a:moveTo>
                    <a:pt x="0" y="339664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BABB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886740" y="8623927"/>
              <a:ext cx="5795645" cy="0"/>
            </a:xfrm>
            <a:custGeom>
              <a:avLst/>
              <a:gdLst/>
              <a:ahLst/>
              <a:cxnLst/>
              <a:rect l="l" t="t" r="r" b="b"/>
              <a:pathLst>
                <a:path w="5795644">
                  <a:moveTo>
                    <a:pt x="0" y="0"/>
                  </a:moveTo>
                  <a:lnTo>
                    <a:pt x="3390395" y="0"/>
                  </a:lnTo>
                </a:path>
                <a:path w="5795644">
                  <a:moveTo>
                    <a:pt x="5302926" y="0"/>
                  </a:moveTo>
                  <a:lnTo>
                    <a:pt x="5795548" y="0"/>
                  </a:lnTo>
                </a:path>
              </a:pathLst>
            </a:custGeom>
            <a:ln w="7104">
              <a:solidFill>
                <a:srgbClr val="BABB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886740" y="8626308"/>
              <a:ext cx="5795645" cy="3810"/>
            </a:xfrm>
            <a:custGeom>
              <a:avLst/>
              <a:gdLst/>
              <a:ahLst/>
              <a:cxnLst/>
              <a:rect l="l" t="t" r="r" b="b"/>
              <a:pathLst>
                <a:path w="5795644" h="3809">
                  <a:moveTo>
                    <a:pt x="0" y="0"/>
                  </a:moveTo>
                  <a:lnTo>
                    <a:pt x="5795548" y="0"/>
                  </a:lnTo>
                </a:path>
                <a:path w="5795644" h="3809">
                  <a:moveTo>
                    <a:pt x="0" y="3552"/>
                  </a:moveTo>
                  <a:lnTo>
                    <a:pt x="5795548" y="3552"/>
                  </a:lnTo>
                </a:path>
              </a:pathLst>
            </a:custGeom>
            <a:ln w="3175">
              <a:solidFill>
                <a:srgbClr val="BABB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10327037" y="8539659"/>
            <a:ext cx="455295" cy="175895"/>
            <a:chOff x="10327037" y="8539659"/>
            <a:chExt cx="455295" cy="175895"/>
          </a:xfrm>
        </p:grpSpPr>
        <p:pic>
          <p:nvPicPr>
            <p:cNvPr id="76" name="object 7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327037" y="8539659"/>
              <a:ext cx="261366" cy="17545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618788" y="8539659"/>
              <a:ext cx="163068" cy="171259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10238836" y="7690498"/>
            <a:ext cx="543560" cy="175895"/>
            <a:chOff x="10238836" y="7690498"/>
            <a:chExt cx="543560" cy="175895"/>
          </a:xfrm>
        </p:grpSpPr>
        <p:sp>
          <p:nvSpPr>
            <p:cNvPr id="79" name="object 79"/>
            <p:cNvSpPr/>
            <p:nvPr/>
          </p:nvSpPr>
          <p:spPr>
            <a:xfrm>
              <a:off x="10238836" y="7706977"/>
              <a:ext cx="53340" cy="142875"/>
            </a:xfrm>
            <a:custGeom>
              <a:avLst/>
              <a:gdLst/>
              <a:ahLst/>
              <a:cxnLst/>
              <a:rect l="l" t="t" r="r" b="b"/>
              <a:pathLst>
                <a:path w="53340" h="142875">
                  <a:moveTo>
                    <a:pt x="53339" y="142684"/>
                  </a:moveTo>
                  <a:lnTo>
                    <a:pt x="35528" y="142684"/>
                  </a:lnTo>
                  <a:lnTo>
                    <a:pt x="35528" y="18573"/>
                  </a:lnTo>
                  <a:lnTo>
                    <a:pt x="34670" y="18573"/>
                  </a:lnTo>
                  <a:lnTo>
                    <a:pt x="0" y="41529"/>
                  </a:lnTo>
                  <a:lnTo>
                    <a:pt x="0" y="23717"/>
                  </a:lnTo>
                  <a:lnTo>
                    <a:pt x="35528" y="0"/>
                  </a:lnTo>
                  <a:lnTo>
                    <a:pt x="53339" y="0"/>
                  </a:lnTo>
                  <a:lnTo>
                    <a:pt x="53339" y="1426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327037" y="7690498"/>
              <a:ext cx="261366" cy="17545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618788" y="7690498"/>
              <a:ext cx="163068" cy="171259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10211594" y="6841338"/>
            <a:ext cx="570865" cy="175895"/>
            <a:chOff x="10211594" y="6841338"/>
            <a:chExt cx="570865" cy="175895"/>
          </a:xfrm>
        </p:grpSpPr>
        <p:pic>
          <p:nvPicPr>
            <p:cNvPr id="83" name="object 8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211594" y="6855911"/>
              <a:ext cx="92868" cy="14458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327037" y="6841338"/>
              <a:ext cx="261366" cy="17545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618788" y="6841338"/>
              <a:ext cx="163068" cy="171259"/>
            </a:xfrm>
            <a:prstGeom prst="rect">
              <a:avLst/>
            </a:prstGeom>
          </p:spPr>
        </p:pic>
      </p:grpSp>
      <p:grpSp>
        <p:nvGrpSpPr>
          <p:cNvPr id="86" name="object 86"/>
          <p:cNvGrpSpPr/>
          <p:nvPr/>
        </p:nvGrpSpPr>
        <p:grpSpPr>
          <a:xfrm>
            <a:off x="10205403" y="5992177"/>
            <a:ext cx="576580" cy="175895"/>
            <a:chOff x="10205403" y="5992177"/>
            <a:chExt cx="576580" cy="175895"/>
          </a:xfrm>
        </p:grpSpPr>
        <p:pic>
          <p:nvPicPr>
            <p:cNvPr id="87" name="object 8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205403" y="6006750"/>
              <a:ext cx="99345" cy="14649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327037" y="5992177"/>
              <a:ext cx="261366" cy="17545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618788" y="5992177"/>
              <a:ext cx="163068" cy="171259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10200926" y="5143018"/>
            <a:ext cx="581025" cy="175895"/>
            <a:chOff x="10200926" y="5143018"/>
            <a:chExt cx="581025" cy="175895"/>
          </a:xfrm>
        </p:grpSpPr>
        <p:pic>
          <p:nvPicPr>
            <p:cNvPr id="91" name="object 9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200926" y="5159496"/>
              <a:ext cx="106013" cy="142684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327037" y="5143018"/>
              <a:ext cx="261366" cy="17545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618788" y="5143018"/>
              <a:ext cx="163068" cy="171259"/>
            </a:xfrm>
            <a:prstGeom prst="rect">
              <a:avLst/>
            </a:prstGeom>
          </p:spPr>
        </p:pic>
      </p:grpSp>
      <p:grpSp>
        <p:nvGrpSpPr>
          <p:cNvPr id="94" name="object 94"/>
          <p:cNvGrpSpPr/>
          <p:nvPr/>
        </p:nvGrpSpPr>
        <p:grpSpPr>
          <a:xfrm>
            <a:off x="11783938" y="8741410"/>
            <a:ext cx="513080" cy="175260"/>
            <a:chOff x="11783938" y="8741410"/>
            <a:chExt cx="513080" cy="175260"/>
          </a:xfrm>
        </p:grpSpPr>
        <p:pic>
          <p:nvPicPr>
            <p:cNvPr id="95" name="object 9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1783938" y="8741410"/>
              <a:ext cx="149733" cy="173164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957198" y="8741410"/>
              <a:ext cx="339280" cy="175164"/>
            </a:xfrm>
            <a:prstGeom prst="rect">
              <a:avLst/>
            </a:prstGeom>
          </p:spPr>
        </p:pic>
      </p:grpSp>
      <p:grpSp>
        <p:nvGrpSpPr>
          <p:cNvPr id="97" name="object 97"/>
          <p:cNvGrpSpPr/>
          <p:nvPr/>
        </p:nvGrpSpPr>
        <p:grpSpPr>
          <a:xfrm>
            <a:off x="12354581" y="8741410"/>
            <a:ext cx="337185" cy="175260"/>
            <a:chOff x="12354581" y="8741410"/>
            <a:chExt cx="337185" cy="175260"/>
          </a:xfrm>
        </p:grpSpPr>
        <p:pic>
          <p:nvPicPr>
            <p:cNvPr id="98" name="object 9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354581" y="8741410"/>
              <a:ext cx="151733" cy="175164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12531077" y="8753766"/>
              <a:ext cx="160655" cy="140335"/>
            </a:xfrm>
            <a:custGeom>
              <a:avLst/>
              <a:gdLst/>
              <a:ahLst/>
              <a:cxnLst/>
              <a:rect l="l" t="t" r="r" b="b"/>
              <a:pathLst>
                <a:path w="160654" h="140334">
                  <a:moveTo>
                    <a:pt x="140779" y="38"/>
                  </a:moveTo>
                  <a:lnTo>
                    <a:pt x="125437" y="38"/>
                  </a:lnTo>
                  <a:lnTo>
                    <a:pt x="125437" y="31661"/>
                  </a:lnTo>
                  <a:lnTo>
                    <a:pt x="140779" y="31661"/>
                  </a:lnTo>
                  <a:lnTo>
                    <a:pt x="140779" y="38"/>
                  </a:lnTo>
                  <a:close/>
                </a:path>
                <a:path w="160654" h="140334">
                  <a:moveTo>
                    <a:pt x="160401" y="127381"/>
                  </a:moveTo>
                  <a:lnTo>
                    <a:pt x="87439" y="127381"/>
                  </a:lnTo>
                  <a:lnTo>
                    <a:pt x="87439" y="90170"/>
                  </a:lnTo>
                  <a:lnTo>
                    <a:pt x="140779" y="90170"/>
                  </a:lnTo>
                  <a:lnTo>
                    <a:pt x="140779" y="77470"/>
                  </a:lnTo>
                  <a:lnTo>
                    <a:pt x="34480" y="77470"/>
                  </a:lnTo>
                  <a:lnTo>
                    <a:pt x="34480" y="44450"/>
                  </a:lnTo>
                  <a:lnTo>
                    <a:pt x="125437" y="44450"/>
                  </a:lnTo>
                  <a:lnTo>
                    <a:pt x="125437" y="77000"/>
                  </a:lnTo>
                  <a:lnTo>
                    <a:pt x="140779" y="77000"/>
                  </a:lnTo>
                  <a:lnTo>
                    <a:pt x="140779" y="44450"/>
                  </a:lnTo>
                  <a:lnTo>
                    <a:pt x="140779" y="44323"/>
                  </a:lnTo>
                  <a:lnTo>
                    <a:pt x="140779" y="31750"/>
                  </a:lnTo>
                  <a:lnTo>
                    <a:pt x="34480" y="31750"/>
                  </a:lnTo>
                  <a:lnTo>
                    <a:pt x="34480" y="0"/>
                  </a:lnTo>
                  <a:lnTo>
                    <a:pt x="18948" y="0"/>
                  </a:lnTo>
                  <a:lnTo>
                    <a:pt x="18948" y="31750"/>
                  </a:lnTo>
                  <a:lnTo>
                    <a:pt x="18948" y="44450"/>
                  </a:lnTo>
                  <a:lnTo>
                    <a:pt x="18948" y="77470"/>
                  </a:lnTo>
                  <a:lnTo>
                    <a:pt x="18948" y="90170"/>
                  </a:lnTo>
                  <a:lnTo>
                    <a:pt x="72097" y="90170"/>
                  </a:lnTo>
                  <a:lnTo>
                    <a:pt x="72097" y="127381"/>
                  </a:lnTo>
                  <a:lnTo>
                    <a:pt x="0" y="127381"/>
                  </a:lnTo>
                  <a:lnTo>
                    <a:pt x="0" y="140335"/>
                  </a:lnTo>
                  <a:lnTo>
                    <a:pt x="160401" y="140335"/>
                  </a:lnTo>
                  <a:lnTo>
                    <a:pt x="160401" y="1273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0" name="object 100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2759203" y="8755888"/>
            <a:ext cx="126301" cy="146589"/>
          </a:xfrm>
          <a:prstGeom prst="rect">
            <a:avLst/>
          </a:prstGeom>
        </p:spPr>
      </p:pic>
      <p:grpSp>
        <p:nvGrpSpPr>
          <p:cNvPr id="101" name="object 101"/>
          <p:cNvGrpSpPr/>
          <p:nvPr/>
        </p:nvGrpSpPr>
        <p:grpSpPr>
          <a:xfrm>
            <a:off x="14693334" y="8741410"/>
            <a:ext cx="512445" cy="175260"/>
            <a:chOff x="14693334" y="8741410"/>
            <a:chExt cx="512445" cy="175260"/>
          </a:xfrm>
        </p:grpSpPr>
        <p:pic>
          <p:nvPicPr>
            <p:cNvPr id="102" name="object 10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4693334" y="8741410"/>
              <a:ext cx="149637" cy="173164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866498" y="8741410"/>
              <a:ext cx="339280" cy="175164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15263880" y="8741410"/>
            <a:ext cx="337185" cy="175260"/>
            <a:chOff x="15263880" y="8741410"/>
            <a:chExt cx="337185" cy="175260"/>
          </a:xfrm>
        </p:grpSpPr>
        <p:pic>
          <p:nvPicPr>
            <p:cNvPr id="105" name="object 10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5263880" y="8741410"/>
              <a:ext cx="151733" cy="175164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5440469" y="8753766"/>
              <a:ext cx="160655" cy="140335"/>
            </a:xfrm>
            <a:custGeom>
              <a:avLst/>
              <a:gdLst/>
              <a:ahLst/>
              <a:cxnLst/>
              <a:rect l="l" t="t" r="r" b="b"/>
              <a:pathLst>
                <a:path w="160655" h="140334">
                  <a:moveTo>
                    <a:pt x="140677" y="38"/>
                  </a:moveTo>
                  <a:lnTo>
                    <a:pt x="125349" y="38"/>
                  </a:lnTo>
                  <a:lnTo>
                    <a:pt x="125349" y="31661"/>
                  </a:lnTo>
                  <a:lnTo>
                    <a:pt x="140677" y="31661"/>
                  </a:lnTo>
                  <a:lnTo>
                    <a:pt x="140677" y="38"/>
                  </a:lnTo>
                  <a:close/>
                </a:path>
                <a:path w="160655" h="140334">
                  <a:moveTo>
                    <a:pt x="160401" y="127381"/>
                  </a:moveTo>
                  <a:lnTo>
                    <a:pt x="87337" y="127381"/>
                  </a:lnTo>
                  <a:lnTo>
                    <a:pt x="87337" y="90170"/>
                  </a:lnTo>
                  <a:lnTo>
                    <a:pt x="140677" y="90170"/>
                  </a:lnTo>
                  <a:lnTo>
                    <a:pt x="140677" y="77470"/>
                  </a:lnTo>
                  <a:lnTo>
                    <a:pt x="34378" y="77470"/>
                  </a:lnTo>
                  <a:lnTo>
                    <a:pt x="34378" y="44450"/>
                  </a:lnTo>
                  <a:lnTo>
                    <a:pt x="125349" y="44450"/>
                  </a:lnTo>
                  <a:lnTo>
                    <a:pt x="125349" y="77000"/>
                  </a:lnTo>
                  <a:lnTo>
                    <a:pt x="140677" y="77000"/>
                  </a:lnTo>
                  <a:lnTo>
                    <a:pt x="140677" y="44450"/>
                  </a:lnTo>
                  <a:lnTo>
                    <a:pt x="140677" y="44323"/>
                  </a:lnTo>
                  <a:lnTo>
                    <a:pt x="140677" y="31750"/>
                  </a:lnTo>
                  <a:lnTo>
                    <a:pt x="34378" y="31750"/>
                  </a:lnTo>
                  <a:lnTo>
                    <a:pt x="34378" y="0"/>
                  </a:lnTo>
                  <a:lnTo>
                    <a:pt x="18948" y="0"/>
                  </a:lnTo>
                  <a:lnTo>
                    <a:pt x="18948" y="31750"/>
                  </a:lnTo>
                  <a:lnTo>
                    <a:pt x="18948" y="44450"/>
                  </a:lnTo>
                  <a:lnTo>
                    <a:pt x="18948" y="77470"/>
                  </a:lnTo>
                  <a:lnTo>
                    <a:pt x="18948" y="90170"/>
                  </a:lnTo>
                  <a:lnTo>
                    <a:pt x="72009" y="90170"/>
                  </a:lnTo>
                  <a:lnTo>
                    <a:pt x="72009" y="127381"/>
                  </a:lnTo>
                  <a:lnTo>
                    <a:pt x="0" y="127381"/>
                  </a:lnTo>
                  <a:lnTo>
                    <a:pt x="0" y="140335"/>
                  </a:lnTo>
                  <a:lnTo>
                    <a:pt x="160401" y="140335"/>
                  </a:lnTo>
                  <a:lnTo>
                    <a:pt x="160401" y="1273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7" name="object 10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662121" y="8757889"/>
            <a:ext cx="115919" cy="142684"/>
          </a:xfrm>
          <a:prstGeom prst="rect">
            <a:avLst/>
          </a:prstGeom>
        </p:spPr>
      </p:pic>
      <p:sp>
        <p:nvSpPr>
          <p:cNvPr id="108" name="object 108"/>
          <p:cNvSpPr/>
          <p:nvPr/>
        </p:nvSpPr>
        <p:spPr>
          <a:xfrm>
            <a:off x="11379361" y="8287815"/>
            <a:ext cx="1912620" cy="339725"/>
          </a:xfrm>
          <a:custGeom>
            <a:avLst/>
            <a:gdLst/>
            <a:ahLst/>
            <a:cxnLst/>
            <a:rect l="l" t="t" r="r" b="b"/>
            <a:pathLst>
              <a:path w="1912619" h="339725">
                <a:moveTo>
                  <a:pt x="1912531" y="339664"/>
                </a:moveTo>
                <a:lnTo>
                  <a:pt x="0" y="339664"/>
                </a:lnTo>
                <a:lnTo>
                  <a:pt x="0" y="0"/>
                </a:lnTo>
                <a:lnTo>
                  <a:pt x="1912531" y="0"/>
                </a:lnTo>
                <a:lnTo>
                  <a:pt x="1912531" y="339664"/>
                </a:lnTo>
                <a:close/>
              </a:path>
            </a:pathLst>
          </a:custGeom>
          <a:solidFill>
            <a:srgbClr val="3F64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4277134" y="5995082"/>
            <a:ext cx="1912620" cy="2632710"/>
          </a:xfrm>
          <a:custGeom>
            <a:avLst/>
            <a:gdLst/>
            <a:ahLst/>
            <a:cxnLst/>
            <a:rect l="l" t="t" r="r" b="b"/>
            <a:pathLst>
              <a:path w="1912619" h="2632709">
                <a:moveTo>
                  <a:pt x="1912531" y="2632396"/>
                </a:moveTo>
                <a:lnTo>
                  <a:pt x="0" y="2632396"/>
                </a:lnTo>
                <a:lnTo>
                  <a:pt x="0" y="0"/>
                </a:lnTo>
                <a:lnTo>
                  <a:pt x="1912531" y="0"/>
                </a:lnTo>
                <a:lnTo>
                  <a:pt x="1912531" y="2632396"/>
                </a:lnTo>
                <a:close/>
              </a:path>
            </a:pathLst>
          </a:custGeom>
          <a:solidFill>
            <a:srgbClr val="3F64B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0" name="object 110"/>
          <p:cNvGrpSpPr/>
          <p:nvPr/>
        </p:nvGrpSpPr>
        <p:grpSpPr>
          <a:xfrm>
            <a:off x="12080547" y="7983938"/>
            <a:ext cx="506730" cy="194945"/>
            <a:chOff x="12080547" y="7983938"/>
            <a:chExt cx="506730" cy="194945"/>
          </a:xfrm>
        </p:grpSpPr>
        <p:pic>
          <p:nvPicPr>
            <p:cNvPr id="111" name="object 11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080547" y="7983938"/>
              <a:ext cx="286416" cy="194691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2407635" y="7984128"/>
              <a:ext cx="179165" cy="189738"/>
            </a:xfrm>
            <a:prstGeom prst="rect">
              <a:avLst/>
            </a:prstGeom>
          </p:spPr>
        </p:pic>
      </p:grpSp>
      <p:pic>
        <p:nvPicPr>
          <p:cNvPr id="113" name="object 113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4920123" y="5707588"/>
            <a:ext cx="101822" cy="164687"/>
          </a:xfrm>
          <a:prstGeom prst="rect">
            <a:avLst/>
          </a:prstGeom>
        </p:spPr>
      </p:pic>
      <p:grpSp>
        <p:nvGrpSpPr>
          <p:cNvPr id="114" name="object 114"/>
          <p:cNvGrpSpPr/>
          <p:nvPr/>
        </p:nvGrpSpPr>
        <p:grpSpPr>
          <a:xfrm>
            <a:off x="15053188" y="5691204"/>
            <a:ext cx="492125" cy="194945"/>
            <a:chOff x="15053188" y="5691204"/>
            <a:chExt cx="492125" cy="194945"/>
          </a:xfrm>
        </p:grpSpPr>
        <p:pic>
          <p:nvPicPr>
            <p:cNvPr id="115" name="object 11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5164916" y="5691204"/>
              <a:ext cx="159924" cy="194691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5053188" y="5710635"/>
              <a:ext cx="87058" cy="158876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5365608" y="5691395"/>
              <a:ext cx="179165" cy="1897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01833" y="8176479"/>
            <a:ext cx="12017375" cy="2022475"/>
            <a:chOff x="3201833" y="8176479"/>
            <a:chExt cx="12017375" cy="2022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1833" y="8176479"/>
              <a:ext cx="12017380" cy="202185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81844" y="8356488"/>
              <a:ext cx="11524615" cy="1529080"/>
            </a:xfrm>
            <a:custGeom>
              <a:avLst/>
              <a:gdLst/>
              <a:ahLst/>
              <a:cxnLst/>
              <a:rect l="l" t="t" r="r" b="b"/>
              <a:pathLst>
                <a:path w="11524615" h="1529079">
                  <a:moveTo>
                    <a:pt x="5762163" y="0"/>
                  </a:moveTo>
                  <a:lnTo>
                    <a:pt x="5609615" y="152547"/>
                  </a:lnTo>
                  <a:lnTo>
                    <a:pt x="183057" y="152547"/>
                  </a:lnTo>
                  <a:lnTo>
                    <a:pt x="134379" y="159083"/>
                  </a:lnTo>
                  <a:lnTo>
                    <a:pt x="90647" y="177531"/>
                  </a:lnTo>
                  <a:lnTo>
                    <a:pt x="53601" y="206148"/>
                  </a:lnTo>
                  <a:lnTo>
                    <a:pt x="24983" y="243194"/>
                  </a:lnTo>
                  <a:lnTo>
                    <a:pt x="6536" y="286927"/>
                  </a:lnTo>
                  <a:lnTo>
                    <a:pt x="0" y="335604"/>
                  </a:lnTo>
                  <a:lnTo>
                    <a:pt x="0" y="1345728"/>
                  </a:lnTo>
                  <a:lnTo>
                    <a:pt x="6536" y="1394406"/>
                  </a:lnTo>
                  <a:lnTo>
                    <a:pt x="24983" y="1438138"/>
                  </a:lnTo>
                  <a:lnTo>
                    <a:pt x="53601" y="1475184"/>
                  </a:lnTo>
                  <a:lnTo>
                    <a:pt x="90647" y="1503801"/>
                  </a:lnTo>
                  <a:lnTo>
                    <a:pt x="134379" y="1522249"/>
                  </a:lnTo>
                  <a:lnTo>
                    <a:pt x="183057" y="1528785"/>
                  </a:lnTo>
                  <a:lnTo>
                    <a:pt x="11341253" y="1528785"/>
                  </a:lnTo>
                  <a:lnTo>
                    <a:pt x="11389931" y="1522249"/>
                  </a:lnTo>
                  <a:lnTo>
                    <a:pt x="11433663" y="1503801"/>
                  </a:lnTo>
                  <a:lnTo>
                    <a:pt x="11470709" y="1475184"/>
                  </a:lnTo>
                  <a:lnTo>
                    <a:pt x="11499326" y="1438138"/>
                  </a:lnTo>
                  <a:lnTo>
                    <a:pt x="11517774" y="1394406"/>
                  </a:lnTo>
                  <a:lnTo>
                    <a:pt x="11524310" y="1345728"/>
                  </a:lnTo>
                  <a:lnTo>
                    <a:pt x="11524310" y="335604"/>
                  </a:lnTo>
                  <a:lnTo>
                    <a:pt x="11517774" y="286927"/>
                  </a:lnTo>
                  <a:lnTo>
                    <a:pt x="11499326" y="243194"/>
                  </a:lnTo>
                  <a:lnTo>
                    <a:pt x="11470709" y="206148"/>
                  </a:lnTo>
                  <a:lnTo>
                    <a:pt x="11433663" y="177531"/>
                  </a:lnTo>
                  <a:lnTo>
                    <a:pt x="11389931" y="159083"/>
                  </a:lnTo>
                  <a:lnTo>
                    <a:pt x="11341253" y="152547"/>
                  </a:lnTo>
                  <a:lnTo>
                    <a:pt x="5914710" y="152547"/>
                  </a:lnTo>
                  <a:lnTo>
                    <a:pt x="5762163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18288000" cy="8143875"/>
            <a:chOff x="0" y="0"/>
            <a:chExt cx="18288000" cy="8143875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9110345" cy="6503670"/>
            </a:xfrm>
            <a:custGeom>
              <a:avLst/>
              <a:gdLst/>
              <a:ahLst/>
              <a:cxnLst/>
              <a:rect l="l" t="t" r="r" b="b"/>
              <a:pathLst>
                <a:path w="9110345" h="6503670">
                  <a:moveTo>
                    <a:pt x="2424290" y="6503647"/>
                  </a:moveTo>
                  <a:lnTo>
                    <a:pt x="2368829" y="6503423"/>
                  </a:lnTo>
                  <a:lnTo>
                    <a:pt x="2258443" y="6501634"/>
                  </a:lnTo>
                  <a:lnTo>
                    <a:pt x="2148498" y="6498069"/>
                  </a:lnTo>
                  <a:lnTo>
                    <a:pt x="2039006" y="6492741"/>
                  </a:lnTo>
                  <a:lnTo>
                    <a:pt x="1929982" y="6485665"/>
                  </a:lnTo>
                  <a:lnTo>
                    <a:pt x="1821440" y="6476855"/>
                  </a:lnTo>
                  <a:lnTo>
                    <a:pt x="1713393" y="6466323"/>
                  </a:lnTo>
                  <a:lnTo>
                    <a:pt x="1605855" y="6454084"/>
                  </a:lnTo>
                  <a:lnTo>
                    <a:pt x="1498840" y="6440152"/>
                  </a:lnTo>
                  <a:lnTo>
                    <a:pt x="1392361" y="6424541"/>
                  </a:lnTo>
                  <a:lnTo>
                    <a:pt x="1286433" y="6407263"/>
                  </a:lnTo>
                  <a:lnTo>
                    <a:pt x="1181070" y="6388333"/>
                  </a:lnTo>
                  <a:lnTo>
                    <a:pt x="1076284" y="6367765"/>
                  </a:lnTo>
                  <a:lnTo>
                    <a:pt x="972090" y="6345573"/>
                  </a:lnTo>
                  <a:lnTo>
                    <a:pt x="868501" y="6321770"/>
                  </a:lnTo>
                  <a:lnTo>
                    <a:pt x="765532" y="6296369"/>
                  </a:lnTo>
                  <a:lnTo>
                    <a:pt x="663195" y="6269386"/>
                  </a:lnTo>
                  <a:lnTo>
                    <a:pt x="561506" y="6240833"/>
                  </a:lnTo>
                  <a:lnTo>
                    <a:pt x="460477" y="6210725"/>
                  </a:lnTo>
                  <a:lnTo>
                    <a:pt x="360123" y="6179074"/>
                  </a:lnTo>
                  <a:lnTo>
                    <a:pt x="260456" y="6145895"/>
                  </a:lnTo>
                  <a:lnTo>
                    <a:pt x="161492" y="6111202"/>
                  </a:lnTo>
                  <a:lnTo>
                    <a:pt x="63243" y="6075009"/>
                  </a:lnTo>
                  <a:lnTo>
                    <a:pt x="0" y="6050728"/>
                  </a:lnTo>
                  <a:lnTo>
                    <a:pt x="0" y="0"/>
                  </a:lnTo>
                  <a:lnTo>
                    <a:pt x="9109849" y="0"/>
                  </a:lnTo>
                  <a:lnTo>
                    <a:pt x="9108821" y="36203"/>
                  </a:lnTo>
                  <a:lnTo>
                    <a:pt x="9106818" y="91119"/>
                  </a:lnTo>
                  <a:lnTo>
                    <a:pt x="9104373" y="145923"/>
                  </a:lnTo>
                  <a:lnTo>
                    <a:pt x="9101490" y="200611"/>
                  </a:lnTo>
                  <a:lnTo>
                    <a:pt x="9098170" y="255182"/>
                  </a:lnTo>
                  <a:lnTo>
                    <a:pt x="9094414" y="309635"/>
                  </a:lnTo>
                  <a:lnTo>
                    <a:pt x="9090225" y="363967"/>
                  </a:lnTo>
                  <a:lnTo>
                    <a:pt x="9085604" y="418177"/>
                  </a:lnTo>
                  <a:lnTo>
                    <a:pt x="9080552" y="472264"/>
                  </a:lnTo>
                  <a:lnTo>
                    <a:pt x="9075072" y="526224"/>
                  </a:lnTo>
                  <a:lnTo>
                    <a:pt x="9069165" y="580058"/>
                  </a:lnTo>
                  <a:lnTo>
                    <a:pt x="9062833" y="633762"/>
                  </a:lnTo>
                  <a:lnTo>
                    <a:pt x="9056078" y="687336"/>
                  </a:lnTo>
                  <a:lnTo>
                    <a:pt x="9048901" y="740777"/>
                  </a:lnTo>
                  <a:lnTo>
                    <a:pt x="9041304" y="794084"/>
                  </a:lnTo>
                  <a:lnTo>
                    <a:pt x="9033289" y="847256"/>
                  </a:lnTo>
                  <a:lnTo>
                    <a:pt x="9024858" y="900289"/>
                  </a:lnTo>
                  <a:lnTo>
                    <a:pt x="9016012" y="953184"/>
                  </a:lnTo>
                  <a:lnTo>
                    <a:pt x="9006753" y="1005937"/>
                  </a:lnTo>
                  <a:lnTo>
                    <a:pt x="8997082" y="1058547"/>
                  </a:lnTo>
                  <a:lnTo>
                    <a:pt x="8987002" y="1111013"/>
                  </a:lnTo>
                  <a:lnTo>
                    <a:pt x="8976514" y="1163333"/>
                  </a:lnTo>
                  <a:lnTo>
                    <a:pt x="8965620" y="1215505"/>
                  </a:lnTo>
                  <a:lnTo>
                    <a:pt x="8954322" y="1267527"/>
                  </a:lnTo>
                  <a:lnTo>
                    <a:pt x="8942621" y="1319398"/>
                  </a:lnTo>
                  <a:lnTo>
                    <a:pt x="8930519" y="1371116"/>
                  </a:lnTo>
                  <a:lnTo>
                    <a:pt x="8918017" y="1422679"/>
                  </a:lnTo>
                  <a:lnTo>
                    <a:pt x="8905118" y="1474085"/>
                  </a:lnTo>
                  <a:lnTo>
                    <a:pt x="8891824" y="1525333"/>
                  </a:lnTo>
                  <a:lnTo>
                    <a:pt x="8878135" y="1576422"/>
                  </a:lnTo>
                  <a:lnTo>
                    <a:pt x="8864054" y="1627348"/>
                  </a:lnTo>
                  <a:lnTo>
                    <a:pt x="8849582" y="1678111"/>
                  </a:lnTo>
                  <a:lnTo>
                    <a:pt x="8834721" y="1728709"/>
                  </a:lnTo>
                  <a:lnTo>
                    <a:pt x="8819473" y="1779140"/>
                  </a:lnTo>
                  <a:lnTo>
                    <a:pt x="8803840" y="1829402"/>
                  </a:lnTo>
                  <a:lnTo>
                    <a:pt x="8787823" y="1879495"/>
                  </a:lnTo>
                  <a:lnTo>
                    <a:pt x="8771424" y="1929415"/>
                  </a:lnTo>
                  <a:lnTo>
                    <a:pt x="8754644" y="1979161"/>
                  </a:lnTo>
                  <a:lnTo>
                    <a:pt x="8737486" y="2028732"/>
                  </a:lnTo>
                  <a:lnTo>
                    <a:pt x="8719951" y="2078125"/>
                  </a:lnTo>
                  <a:lnTo>
                    <a:pt x="8702041" y="2127340"/>
                  </a:lnTo>
                  <a:lnTo>
                    <a:pt x="8683758" y="2176374"/>
                  </a:lnTo>
                  <a:lnTo>
                    <a:pt x="8665102" y="2225226"/>
                  </a:lnTo>
                  <a:lnTo>
                    <a:pt x="8646077" y="2273894"/>
                  </a:lnTo>
                  <a:lnTo>
                    <a:pt x="8626684" y="2322376"/>
                  </a:lnTo>
                  <a:lnTo>
                    <a:pt x="8606924" y="2370670"/>
                  </a:lnTo>
                  <a:lnTo>
                    <a:pt x="8586799" y="2418775"/>
                  </a:lnTo>
                  <a:lnTo>
                    <a:pt x="8566311" y="2466689"/>
                  </a:lnTo>
                  <a:lnTo>
                    <a:pt x="8545462" y="2514411"/>
                  </a:lnTo>
                  <a:lnTo>
                    <a:pt x="8524253" y="2561938"/>
                  </a:lnTo>
                  <a:lnTo>
                    <a:pt x="8502686" y="2609269"/>
                  </a:lnTo>
                  <a:lnTo>
                    <a:pt x="8480763" y="2656402"/>
                  </a:lnTo>
                  <a:lnTo>
                    <a:pt x="8458485" y="2703335"/>
                  </a:lnTo>
                  <a:lnTo>
                    <a:pt x="8435855" y="2750068"/>
                  </a:lnTo>
                  <a:lnTo>
                    <a:pt x="8412873" y="2796597"/>
                  </a:lnTo>
                  <a:lnTo>
                    <a:pt x="8389543" y="2842921"/>
                  </a:lnTo>
                  <a:lnTo>
                    <a:pt x="8365864" y="2889039"/>
                  </a:lnTo>
                  <a:lnTo>
                    <a:pt x="8341840" y="2934949"/>
                  </a:lnTo>
                  <a:lnTo>
                    <a:pt x="8317471" y="2980649"/>
                  </a:lnTo>
                  <a:lnTo>
                    <a:pt x="8292761" y="3026137"/>
                  </a:lnTo>
                  <a:lnTo>
                    <a:pt x="8267709" y="3071412"/>
                  </a:lnTo>
                  <a:lnTo>
                    <a:pt x="8242318" y="3116472"/>
                  </a:lnTo>
                  <a:lnTo>
                    <a:pt x="8216591" y="3161315"/>
                  </a:lnTo>
                  <a:lnTo>
                    <a:pt x="8190527" y="3205940"/>
                  </a:lnTo>
                  <a:lnTo>
                    <a:pt x="8164130" y="3250344"/>
                  </a:lnTo>
                  <a:lnTo>
                    <a:pt x="8137400" y="3294527"/>
                  </a:lnTo>
                  <a:lnTo>
                    <a:pt x="8110341" y="3338485"/>
                  </a:lnTo>
                  <a:lnTo>
                    <a:pt x="8082952" y="3382219"/>
                  </a:lnTo>
                  <a:lnTo>
                    <a:pt x="8055237" y="3425725"/>
                  </a:lnTo>
                  <a:lnTo>
                    <a:pt x="8027196" y="3469002"/>
                  </a:lnTo>
                  <a:lnTo>
                    <a:pt x="7998832" y="3512049"/>
                  </a:lnTo>
                  <a:lnTo>
                    <a:pt x="7970146" y="3554864"/>
                  </a:lnTo>
                  <a:lnTo>
                    <a:pt x="7941140" y="3597444"/>
                  </a:lnTo>
                  <a:lnTo>
                    <a:pt x="7911816" y="3639789"/>
                  </a:lnTo>
                  <a:lnTo>
                    <a:pt x="7882175" y="3681897"/>
                  </a:lnTo>
                  <a:lnTo>
                    <a:pt x="7852219" y="3723765"/>
                  </a:lnTo>
                  <a:lnTo>
                    <a:pt x="7821950" y="3765392"/>
                  </a:lnTo>
                  <a:lnTo>
                    <a:pt x="7791369" y="3806777"/>
                  </a:lnTo>
                  <a:lnTo>
                    <a:pt x="7760479" y="3847918"/>
                  </a:lnTo>
                  <a:lnTo>
                    <a:pt x="7729281" y="3888812"/>
                  </a:lnTo>
                  <a:lnTo>
                    <a:pt x="7697776" y="3929459"/>
                  </a:lnTo>
                  <a:lnTo>
                    <a:pt x="7665967" y="3969856"/>
                  </a:lnTo>
                  <a:lnTo>
                    <a:pt x="7633855" y="4010002"/>
                  </a:lnTo>
                  <a:lnTo>
                    <a:pt x="7601442" y="4049895"/>
                  </a:lnTo>
                  <a:lnTo>
                    <a:pt x="7568730" y="4089533"/>
                  </a:lnTo>
                  <a:lnTo>
                    <a:pt x="7535720" y="4128915"/>
                  </a:lnTo>
                  <a:lnTo>
                    <a:pt x="7502413" y="4168039"/>
                  </a:lnTo>
                  <a:lnTo>
                    <a:pt x="7468813" y="4206903"/>
                  </a:lnTo>
                  <a:lnTo>
                    <a:pt x="7434920" y="4245505"/>
                  </a:lnTo>
                  <a:lnTo>
                    <a:pt x="7400736" y="4283844"/>
                  </a:lnTo>
                  <a:lnTo>
                    <a:pt x="7366263" y="4321919"/>
                  </a:lnTo>
                  <a:lnTo>
                    <a:pt x="7331503" y="4359726"/>
                  </a:lnTo>
                  <a:lnTo>
                    <a:pt x="7296457" y="4397265"/>
                  </a:lnTo>
                  <a:lnTo>
                    <a:pt x="7261128" y="4434534"/>
                  </a:lnTo>
                  <a:lnTo>
                    <a:pt x="7225516" y="4471531"/>
                  </a:lnTo>
                  <a:lnTo>
                    <a:pt x="7189623" y="4508255"/>
                  </a:lnTo>
                  <a:lnTo>
                    <a:pt x="7153452" y="4544703"/>
                  </a:lnTo>
                  <a:lnTo>
                    <a:pt x="7117004" y="4580874"/>
                  </a:lnTo>
                  <a:lnTo>
                    <a:pt x="7080280" y="4616767"/>
                  </a:lnTo>
                  <a:lnTo>
                    <a:pt x="7043283" y="4652379"/>
                  </a:lnTo>
                  <a:lnTo>
                    <a:pt x="7006014" y="4687709"/>
                  </a:lnTo>
                  <a:lnTo>
                    <a:pt x="6968475" y="4722754"/>
                  </a:lnTo>
                  <a:lnTo>
                    <a:pt x="6930668" y="4757515"/>
                  </a:lnTo>
                  <a:lnTo>
                    <a:pt x="6892593" y="4791987"/>
                  </a:lnTo>
                  <a:lnTo>
                    <a:pt x="6854254" y="4826171"/>
                  </a:lnTo>
                  <a:lnTo>
                    <a:pt x="6815652" y="4860064"/>
                  </a:lnTo>
                  <a:lnTo>
                    <a:pt x="6776788" y="4893664"/>
                  </a:lnTo>
                  <a:lnTo>
                    <a:pt x="6737664" y="4926971"/>
                  </a:lnTo>
                  <a:lnTo>
                    <a:pt x="6698282" y="4959981"/>
                  </a:lnTo>
                  <a:lnTo>
                    <a:pt x="6658643" y="4992693"/>
                  </a:lnTo>
                  <a:lnTo>
                    <a:pt x="6618750" y="5025106"/>
                  </a:lnTo>
                  <a:lnTo>
                    <a:pt x="6578605" y="5057218"/>
                  </a:lnTo>
                  <a:lnTo>
                    <a:pt x="6538207" y="5089028"/>
                  </a:lnTo>
                  <a:lnTo>
                    <a:pt x="6497561" y="5120532"/>
                  </a:lnTo>
                  <a:lnTo>
                    <a:pt x="6456666" y="5151730"/>
                  </a:lnTo>
                  <a:lnTo>
                    <a:pt x="6415526" y="5182621"/>
                  </a:lnTo>
                  <a:lnTo>
                    <a:pt x="6374141" y="5213201"/>
                  </a:lnTo>
                  <a:lnTo>
                    <a:pt x="6332514" y="5243470"/>
                  </a:lnTo>
                  <a:lnTo>
                    <a:pt x="6290646" y="5273426"/>
                  </a:lnTo>
                  <a:lnTo>
                    <a:pt x="6248538" y="5303067"/>
                  </a:lnTo>
                  <a:lnTo>
                    <a:pt x="6206193" y="5332391"/>
                  </a:lnTo>
                  <a:lnTo>
                    <a:pt x="6163613" y="5361397"/>
                  </a:lnTo>
                  <a:lnTo>
                    <a:pt x="6120798" y="5390083"/>
                  </a:lnTo>
                  <a:lnTo>
                    <a:pt x="6077751" y="5418447"/>
                  </a:lnTo>
                  <a:lnTo>
                    <a:pt x="6034474" y="5446488"/>
                  </a:lnTo>
                  <a:lnTo>
                    <a:pt x="5990968" y="5474203"/>
                  </a:lnTo>
                  <a:lnTo>
                    <a:pt x="5947234" y="5501592"/>
                  </a:lnTo>
                  <a:lnTo>
                    <a:pt x="5903276" y="5528652"/>
                  </a:lnTo>
                  <a:lnTo>
                    <a:pt x="5859093" y="5555381"/>
                  </a:lnTo>
                  <a:lnTo>
                    <a:pt x="5814689" y="5581778"/>
                  </a:lnTo>
                  <a:lnTo>
                    <a:pt x="5770064" y="5607842"/>
                  </a:lnTo>
                  <a:lnTo>
                    <a:pt x="5725221" y="5633570"/>
                  </a:lnTo>
                  <a:lnTo>
                    <a:pt x="5680161" y="5658960"/>
                  </a:lnTo>
                  <a:lnTo>
                    <a:pt x="5634886" y="5684012"/>
                  </a:lnTo>
                  <a:lnTo>
                    <a:pt x="5589398" y="5708723"/>
                  </a:lnTo>
                  <a:lnTo>
                    <a:pt x="5497788" y="5757115"/>
                  </a:lnTo>
                  <a:lnTo>
                    <a:pt x="5405346" y="5804124"/>
                  </a:lnTo>
                  <a:lnTo>
                    <a:pt x="5312084" y="5849736"/>
                  </a:lnTo>
                  <a:lnTo>
                    <a:pt x="5218018" y="5893937"/>
                  </a:lnTo>
                  <a:lnTo>
                    <a:pt x="5123160" y="5936713"/>
                  </a:lnTo>
                  <a:lnTo>
                    <a:pt x="5027524" y="5978050"/>
                  </a:lnTo>
                  <a:lnTo>
                    <a:pt x="4931125" y="6017935"/>
                  </a:lnTo>
                  <a:lnTo>
                    <a:pt x="4833975" y="6056354"/>
                  </a:lnTo>
                  <a:lnTo>
                    <a:pt x="4736089" y="6093292"/>
                  </a:lnTo>
                  <a:lnTo>
                    <a:pt x="4637481" y="6128737"/>
                  </a:lnTo>
                  <a:lnTo>
                    <a:pt x="4538164" y="6162675"/>
                  </a:lnTo>
                  <a:lnTo>
                    <a:pt x="4438151" y="6195091"/>
                  </a:lnTo>
                  <a:lnTo>
                    <a:pt x="4337458" y="6225972"/>
                  </a:lnTo>
                  <a:lnTo>
                    <a:pt x="4236097" y="6255305"/>
                  </a:lnTo>
                  <a:lnTo>
                    <a:pt x="4134082" y="6283075"/>
                  </a:lnTo>
                  <a:lnTo>
                    <a:pt x="4031428" y="6309268"/>
                  </a:lnTo>
                  <a:lnTo>
                    <a:pt x="3928147" y="6333872"/>
                  </a:lnTo>
                  <a:lnTo>
                    <a:pt x="3824254" y="6356871"/>
                  </a:lnTo>
                  <a:lnTo>
                    <a:pt x="3719762" y="6378253"/>
                  </a:lnTo>
                  <a:lnTo>
                    <a:pt x="3614686" y="6398004"/>
                  </a:lnTo>
                  <a:lnTo>
                    <a:pt x="3509038" y="6416109"/>
                  </a:lnTo>
                  <a:lnTo>
                    <a:pt x="3402833" y="6432556"/>
                  </a:lnTo>
                  <a:lnTo>
                    <a:pt x="3296085" y="6447329"/>
                  </a:lnTo>
                  <a:lnTo>
                    <a:pt x="3188807" y="6460416"/>
                  </a:lnTo>
                  <a:lnTo>
                    <a:pt x="3081013" y="6471803"/>
                  </a:lnTo>
                  <a:lnTo>
                    <a:pt x="2972716" y="6481476"/>
                  </a:lnTo>
                  <a:lnTo>
                    <a:pt x="2863931" y="6489421"/>
                  </a:lnTo>
                  <a:lnTo>
                    <a:pt x="2754672" y="6495624"/>
                  </a:lnTo>
                  <a:lnTo>
                    <a:pt x="2699868" y="6498069"/>
                  </a:lnTo>
                  <a:lnTo>
                    <a:pt x="2644951" y="6500072"/>
                  </a:lnTo>
                  <a:lnTo>
                    <a:pt x="2589923" y="6501634"/>
                  </a:lnTo>
                  <a:lnTo>
                    <a:pt x="2534784" y="6502751"/>
                  </a:lnTo>
                  <a:lnTo>
                    <a:pt x="2479537" y="6503423"/>
                  </a:lnTo>
                  <a:lnTo>
                    <a:pt x="2424290" y="6503647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47389" y="2416034"/>
              <a:ext cx="10310495" cy="725805"/>
            </a:xfrm>
            <a:custGeom>
              <a:avLst/>
              <a:gdLst/>
              <a:ahLst/>
              <a:cxnLst/>
              <a:rect l="l" t="t" r="r" b="b"/>
              <a:pathLst>
                <a:path w="10310494" h="725805">
                  <a:moveTo>
                    <a:pt x="172440" y="112699"/>
                  </a:moveTo>
                  <a:lnTo>
                    <a:pt x="143078" y="99288"/>
                  </a:lnTo>
                  <a:lnTo>
                    <a:pt x="124053" y="82067"/>
                  </a:lnTo>
                  <a:lnTo>
                    <a:pt x="121780" y="80010"/>
                  </a:lnTo>
                  <a:lnTo>
                    <a:pt x="108864" y="56515"/>
                  </a:lnTo>
                  <a:lnTo>
                    <a:pt x="104609" y="30416"/>
                  </a:lnTo>
                  <a:lnTo>
                    <a:pt x="104609" y="8978"/>
                  </a:lnTo>
                  <a:lnTo>
                    <a:pt x="69049" y="8978"/>
                  </a:lnTo>
                  <a:lnTo>
                    <a:pt x="69049" y="30416"/>
                  </a:lnTo>
                  <a:lnTo>
                    <a:pt x="64617" y="57505"/>
                  </a:lnTo>
                  <a:lnTo>
                    <a:pt x="51473" y="82321"/>
                  </a:lnTo>
                  <a:lnTo>
                    <a:pt x="29857" y="102946"/>
                  </a:lnTo>
                  <a:lnTo>
                    <a:pt x="0" y="117411"/>
                  </a:lnTo>
                  <a:lnTo>
                    <a:pt x="17297" y="144437"/>
                  </a:lnTo>
                  <a:lnTo>
                    <a:pt x="40487" y="134277"/>
                  </a:lnTo>
                  <a:lnTo>
                    <a:pt x="59956" y="120103"/>
                  </a:lnTo>
                  <a:lnTo>
                    <a:pt x="75526" y="102501"/>
                  </a:lnTo>
                  <a:lnTo>
                    <a:pt x="87096" y="82067"/>
                  </a:lnTo>
                  <a:lnTo>
                    <a:pt x="98564" y="100838"/>
                  </a:lnTo>
                  <a:lnTo>
                    <a:pt x="113868" y="116967"/>
                  </a:lnTo>
                  <a:lnTo>
                    <a:pt x="132880" y="129984"/>
                  </a:lnTo>
                  <a:lnTo>
                    <a:pt x="155486" y="139395"/>
                  </a:lnTo>
                  <a:lnTo>
                    <a:pt x="172440" y="112699"/>
                  </a:lnTo>
                  <a:close/>
                </a:path>
                <a:path w="10310494" h="725805">
                  <a:moveTo>
                    <a:pt x="232625" y="2197"/>
                  </a:moveTo>
                  <a:lnTo>
                    <a:pt x="198589" y="2197"/>
                  </a:lnTo>
                  <a:lnTo>
                    <a:pt x="198589" y="144868"/>
                  </a:lnTo>
                  <a:lnTo>
                    <a:pt x="232625" y="144868"/>
                  </a:lnTo>
                  <a:lnTo>
                    <a:pt x="232625" y="2197"/>
                  </a:lnTo>
                  <a:close/>
                </a:path>
                <a:path w="10310494" h="725805">
                  <a:moveTo>
                    <a:pt x="241490" y="251993"/>
                  </a:moveTo>
                  <a:lnTo>
                    <a:pt x="81737" y="251993"/>
                  </a:lnTo>
                  <a:lnTo>
                    <a:pt x="81737" y="230327"/>
                  </a:lnTo>
                  <a:lnTo>
                    <a:pt x="233057" y="230327"/>
                  </a:lnTo>
                  <a:lnTo>
                    <a:pt x="233057" y="157670"/>
                  </a:lnTo>
                  <a:lnTo>
                    <a:pt x="47383" y="157670"/>
                  </a:lnTo>
                  <a:lnTo>
                    <a:pt x="47383" y="184480"/>
                  </a:lnTo>
                  <a:lnTo>
                    <a:pt x="198818" y="184480"/>
                  </a:lnTo>
                  <a:lnTo>
                    <a:pt x="198818" y="204724"/>
                  </a:lnTo>
                  <a:lnTo>
                    <a:pt x="48260" y="204724"/>
                  </a:lnTo>
                  <a:lnTo>
                    <a:pt x="48260" y="279349"/>
                  </a:lnTo>
                  <a:lnTo>
                    <a:pt x="241490" y="279349"/>
                  </a:lnTo>
                  <a:lnTo>
                    <a:pt x="241490" y="251993"/>
                  </a:lnTo>
                  <a:close/>
                </a:path>
                <a:path w="10310494" h="725805">
                  <a:moveTo>
                    <a:pt x="452120" y="191490"/>
                  </a:moveTo>
                  <a:lnTo>
                    <a:pt x="398894" y="142328"/>
                  </a:lnTo>
                  <a:lnTo>
                    <a:pt x="379895" y="69380"/>
                  </a:lnTo>
                  <a:lnTo>
                    <a:pt x="379895" y="24625"/>
                  </a:lnTo>
                  <a:lnTo>
                    <a:pt x="345109" y="24625"/>
                  </a:lnTo>
                  <a:lnTo>
                    <a:pt x="345109" y="69380"/>
                  </a:lnTo>
                  <a:lnTo>
                    <a:pt x="339991" y="109169"/>
                  </a:lnTo>
                  <a:lnTo>
                    <a:pt x="325488" y="145745"/>
                  </a:lnTo>
                  <a:lnTo>
                    <a:pt x="302336" y="176009"/>
                  </a:lnTo>
                  <a:lnTo>
                    <a:pt x="271246" y="196850"/>
                  </a:lnTo>
                  <a:lnTo>
                    <a:pt x="292252" y="225513"/>
                  </a:lnTo>
                  <a:lnTo>
                    <a:pt x="315823" y="210680"/>
                  </a:lnTo>
                  <a:lnTo>
                    <a:pt x="335559" y="190563"/>
                  </a:lnTo>
                  <a:lnTo>
                    <a:pt x="351307" y="166039"/>
                  </a:lnTo>
                  <a:lnTo>
                    <a:pt x="362940" y="137972"/>
                  </a:lnTo>
                  <a:lnTo>
                    <a:pt x="374662" y="163969"/>
                  </a:lnTo>
                  <a:lnTo>
                    <a:pt x="390156" y="186639"/>
                  </a:lnTo>
                  <a:lnTo>
                    <a:pt x="409219" y="205244"/>
                  </a:lnTo>
                  <a:lnTo>
                    <a:pt x="431660" y="219062"/>
                  </a:lnTo>
                  <a:lnTo>
                    <a:pt x="452120" y="191490"/>
                  </a:lnTo>
                  <a:close/>
                </a:path>
                <a:path w="10310494" h="725805">
                  <a:moveTo>
                    <a:pt x="506933" y="2197"/>
                  </a:moveTo>
                  <a:lnTo>
                    <a:pt x="472249" y="2197"/>
                  </a:lnTo>
                  <a:lnTo>
                    <a:pt x="472249" y="282295"/>
                  </a:lnTo>
                  <a:lnTo>
                    <a:pt x="506933" y="282295"/>
                  </a:lnTo>
                  <a:lnTo>
                    <a:pt x="506933" y="2197"/>
                  </a:lnTo>
                  <a:close/>
                </a:path>
                <a:path w="10310494" h="725805">
                  <a:moveTo>
                    <a:pt x="692835" y="23304"/>
                  </a:moveTo>
                  <a:lnTo>
                    <a:pt x="559015" y="23304"/>
                  </a:lnTo>
                  <a:lnTo>
                    <a:pt x="559015" y="51536"/>
                  </a:lnTo>
                  <a:lnTo>
                    <a:pt x="655078" y="51536"/>
                  </a:lnTo>
                  <a:lnTo>
                    <a:pt x="644740" y="81940"/>
                  </a:lnTo>
                  <a:lnTo>
                    <a:pt x="622922" y="108597"/>
                  </a:lnTo>
                  <a:lnTo>
                    <a:pt x="590181" y="130746"/>
                  </a:lnTo>
                  <a:lnTo>
                    <a:pt x="547090" y="147612"/>
                  </a:lnTo>
                  <a:lnTo>
                    <a:pt x="561530" y="174967"/>
                  </a:lnTo>
                  <a:lnTo>
                    <a:pt x="606945" y="157010"/>
                  </a:lnTo>
                  <a:lnTo>
                    <a:pt x="643458" y="132511"/>
                  </a:lnTo>
                  <a:lnTo>
                    <a:pt x="670394" y="101841"/>
                  </a:lnTo>
                  <a:lnTo>
                    <a:pt x="687082" y="65316"/>
                  </a:lnTo>
                  <a:lnTo>
                    <a:pt x="692835" y="23304"/>
                  </a:lnTo>
                  <a:close/>
                </a:path>
                <a:path w="10310494" h="725805">
                  <a:moveTo>
                    <a:pt x="750684" y="569341"/>
                  </a:moveTo>
                  <a:lnTo>
                    <a:pt x="712736" y="560476"/>
                  </a:lnTo>
                  <a:lnTo>
                    <a:pt x="683310" y="545515"/>
                  </a:lnTo>
                  <a:lnTo>
                    <a:pt x="681126" y="543407"/>
                  </a:lnTo>
                  <a:lnTo>
                    <a:pt x="663689" y="526656"/>
                  </a:lnTo>
                  <a:lnTo>
                    <a:pt x="655167" y="506095"/>
                  </a:lnTo>
                  <a:lnTo>
                    <a:pt x="741489" y="506095"/>
                  </a:lnTo>
                  <a:lnTo>
                    <a:pt x="741489" y="478739"/>
                  </a:lnTo>
                  <a:lnTo>
                    <a:pt x="654621" y="478739"/>
                  </a:lnTo>
                  <a:lnTo>
                    <a:pt x="654621" y="445808"/>
                  </a:lnTo>
                  <a:lnTo>
                    <a:pt x="620483" y="445808"/>
                  </a:lnTo>
                  <a:lnTo>
                    <a:pt x="620483" y="478739"/>
                  </a:lnTo>
                  <a:lnTo>
                    <a:pt x="534035" y="478739"/>
                  </a:lnTo>
                  <a:lnTo>
                    <a:pt x="534035" y="506095"/>
                  </a:lnTo>
                  <a:lnTo>
                    <a:pt x="620255" y="506095"/>
                  </a:lnTo>
                  <a:lnTo>
                    <a:pt x="611632" y="526796"/>
                  </a:lnTo>
                  <a:lnTo>
                    <a:pt x="591896" y="545642"/>
                  </a:lnTo>
                  <a:lnTo>
                    <a:pt x="562343" y="560527"/>
                  </a:lnTo>
                  <a:lnTo>
                    <a:pt x="524306" y="569341"/>
                  </a:lnTo>
                  <a:lnTo>
                    <a:pt x="536778" y="596480"/>
                  </a:lnTo>
                  <a:lnTo>
                    <a:pt x="569671" y="589572"/>
                  </a:lnTo>
                  <a:lnTo>
                    <a:pt x="597941" y="577989"/>
                  </a:lnTo>
                  <a:lnTo>
                    <a:pt x="620877" y="562381"/>
                  </a:lnTo>
                  <a:lnTo>
                    <a:pt x="637768" y="543407"/>
                  </a:lnTo>
                  <a:lnTo>
                    <a:pt x="654659" y="562241"/>
                  </a:lnTo>
                  <a:lnTo>
                    <a:pt x="677481" y="577862"/>
                  </a:lnTo>
                  <a:lnTo>
                    <a:pt x="705561" y="589521"/>
                  </a:lnTo>
                  <a:lnTo>
                    <a:pt x="738212" y="596480"/>
                  </a:lnTo>
                  <a:lnTo>
                    <a:pt x="750684" y="569341"/>
                  </a:lnTo>
                  <a:close/>
                </a:path>
                <a:path w="10310494" h="725805">
                  <a:moveTo>
                    <a:pt x="765238" y="613549"/>
                  </a:moveTo>
                  <a:lnTo>
                    <a:pt x="510400" y="613549"/>
                  </a:lnTo>
                  <a:lnTo>
                    <a:pt x="510400" y="641781"/>
                  </a:lnTo>
                  <a:lnTo>
                    <a:pt x="620483" y="641781"/>
                  </a:lnTo>
                  <a:lnTo>
                    <a:pt x="620483" y="725589"/>
                  </a:lnTo>
                  <a:lnTo>
                    <a:pt x="654621" y="725589"/>
                  </a:lnTo>
                  <a:lnTo>
                    <a:pt x="654621" y="641781"/>
                  </a:lnTo>
                  <a:lnTo>
                    <a:pt x="765238" y="641781"/>
                  </a:lnTo>
                  <a:lnTo>
                    <a:pt x="765238" y="613549"/>
                  </a:lnTo>
                  <a:close/>
                </a:path>
                <a:path w="10310494" h="725805">
                  <a:moveTo>
                    <a:pt x="779386" y="248488"/>
                  </a:moveTo>
                  <a:lnTo>
                    <a:pt x="623900" y="248488"/>
                  </a:lnTo>
                  <a:lnTo>
                    <a:pt x="623900" y="183273"/>
                  </a:lnTo>
                  <a:lnTo>
                    <a:pt x="589216" y="183273"/>
                  </a:lnTo>
                  <a:lnTo>
                    <a:pt x="589216" y="276390"/>
                  </a:lnTo>
                  <a:lnTo>
                    <a:pt x="779386" y="276390"/>
                  </a:lnTo>
                  <a:lnTo>
                    <a:pt x="779386" y="248488"/>
                  </a:lnTo>
                  <a:close/>
                </a:path>
                <a:path w="10310494" h="725805">
                  <a:moveTo>
                    <a:pt x="807935" y="82613"/>
                  </a:moveTo>
                  <a:lnTo>
                    <a:pt x="768883" y="82613"/>
                  </a:lnTo>
                  <a:lnTo>
                    <a:pt x="768883" y="2197"/>
                  </a:lnTo>
                  <a:lnTo>
                    <a:pt x="733971" y="2197"/>
                  </a:lnTo>
                  <a:lnTo>
                    <a:pt x="733971" y="203847"/>
                  </a:lnTo>
                  <a:lnTo>
                    <a:pt x="768883" y="203847"/>
                  </a:lnTo>
                  <a:lnTo>
                    <a:pt x="768883" y="111175"/>
                  </a:lnTo>
                  <a:lnTo>
                    <a:pt x="807935" y="111175"/>
                  </a:lnTo>
                  <a:lnTo>
                    <a:pt x="807935" y="82613"/>
                  </a:lnTo>
                  <a:close/>
                </a:path>
                <a:path w="10310494" h="725805">
                  <a:moveTo>
                    <a:pt x="952893" y="576567"/>
                  </a:moveTo>
                  <a:lnTo>
                    <a:pt x="924382" y="562267"/>
                  </a:lnTo>
                  <a:lnTo>
                    <a:pt x="906856" y="545376"/>
                  </a:lnTo>
                  <a:lnTo>
                    <a:pt x="903795" y="542442"/>
                  </a:lnTo>
                  <a:lnTo>
                    <a:pt x="891324" y="518934"/>
                  </a:lnTo>
                  <a:lnTo>
                    <a:pt x="887183" y="493953"/>
                  </a:lnTo>
                  <a:lnTo>
                    <a:pt x="887133" y="490118"/>
                  </a:lnTo>
                  <a:lnTo>
                    <a:pt x="945007" y="490118"/>
                  </a:lnTo>
                  <a:lnTo>
                    <a:pt x="945007" y="462546"/>
                  </a:lnTo>
                  <a:lnTo>
                    <a:pt x="793800" y="462546"/>
                  </a:lnTo>
                  <a:lnTo>
                    <a:pt x="793800" y="490118"/>
                  </a:lnTo>
                  <a:lnTo>
                    <a:pt x="852119" y="490118"/>
                  </a:lnTo>
                  <a:lnTo>
                    <a:pt x="852119" y="493953"/>
                  </a:lnTo>
                  <a:lnTo>
                    <a:pt x="847686" y="520979"/>
                  </a:lnTo>
                  <a:lnTo>
                    <a:pt x="834618" y="546125"/>
                  </a:lnTo>
                  <a:lnTo>
                    <a:pt x="813206" y="567245"/>
                  </a:lnTo>
                  <a:lnTo>
                    <a:pt x="783729" y="582142"/>
                  </a:lnTo>
                  <a:lnTo>
                    <a:pt x="801458" y="609282"/>
                  </a:lnTo>
                  <a:lnTo>
                    <a:pt x="824445" y="598690"/>
                  </a:lnTo>
                  <a:lnTo>
                    <a:pt x="843610" y="584098"/>
                  </a:lnTo>
                  <a:lnTo>
                    <a:pt x="858875" y="566115"/>
                  </a:lnTo>
                  <a:lnTo>
                    <a:pt x="870165" y="545376"/>
                  </a:lnTo>
                  <a:lnTo>
                    <a:pt x="881151" y="564095"/>
                  </a:lnTo>
                  <a:lnTo>
                    <a:pt x="895794" y="580351"/>
                  </a:lnTo>
                  <a:lnTo>
                    <a:pt x="914019" y="593585"/>
                  </a:lnTo>
                  <a:lnTo>
                    <a:pt x="935710" y="603262"/>
                  </a:lnTo>
                  <a:lnTo>
                    <a:pt x="952893" y="576567"/>
                  </a:lnTo>
                  <a:close/>
                </a:path>
                <a:path w="10310494" h="725805">
                  <a:moveTo>
                    <a:pt x="1018654" y="625690"/>
                  </a:moveTo>
                  <a:lnTo>
                    <a:pt x="827938" y="625690"/>
                  </a:lnTo>
                  <a:lnTo>
                    <a:pt x="827938" y="653376"/>
                  </a:lnTo>
                  <a:lnTo>
                    <a:pt x="984288" y="653376"/>
                  </a:lnTo>
                  <a:lnTo>
                    <a:pt x="984288" y="725157"/>
                  </a:lnTo>
                  <a:lnTo>
                    <a:pt x="1018654" y="725157"/>
                  </a:lnTo>
                  <a:lnTo>
                    <a:pt x="1018654" y="625690"/>
                  </a:lnTo>
                  <a:close/>
                </a:path>
                <a:path w="10310494" h="725805">
                  <a:moveTo>
                    <a:pt x="1018654" y="445706"/>
                  </a:moveTo>
                  <a:lnTo>
                    <a:pt x="984288" y="445706"/>
                  </a:lnTo>
                  <a:lnTo>
                    <a:pt x="984288" y="514858"/>
                  </a:lnTo>
                  <a:lnTo>
                    <a:pt x="936802" y="514858"/>
                  </a:lnTo>
                  <a:lnTo>
                    <a:pt x="936802" y="543077"/>
                  </a:lnTo>
                  <a:lnTo>
                    <a:pt x="984288" y="543077"/>
                  </a:lnTo>
                  <a:lnTo>
                    <a:pt x="984288" y="612457"/>
                  </a:lnTo>
                  <a:lnTo>
                    <a:pt x="1018654" y="612457"/>
                  </a:lnTo>
                  <a:lnTo>
                    <a:pt x="1018654" y="445706"/>
                  </a:lnTo>
                  <a:close/>
                </a:path>
                <a:path w="10310494" h="725805">
                  <a:moveTo>
                    <a:pt x="1053693" y="96951"/>
                  </a:moveTo>
                  <a:lnTo>
                    <a:pt x="1045679" y="64465"/>
                  </a:lnTo>
                  <a:lnTo>
                    <a:pt x="1029055" y="45631"/>
                  </a:lnTo>
                  <a:lnTo>
                    <a:pt x="1023632" y="39484"/>
                  </a:lnTo>
                  <a:lnTo>
                    <a:pt x="1019886" y="37668"/>
                  </a:lnTo>
                  <a:lnTo>
                    <a:pt x="1019886" y="96951"/>
                  </a:lnTo>
                  <a:lnTo>
                    <a:pt x="1014590" y="118224"/>
                  </a:lnTo>
                  <a:lnTo>
                    <a:pt x="999909" y="134315"/>
                  </a:lnTo>
                  <a:lnTo>
                    <a:pt x="977595" y="144487"/>
                  </a:lnTo>
                  <a:lnTo>
                    <a:pt x="949413" y="148043"/>
                  </a:lnTo>
                  <a:lnTo>
                    <a:pt x="921181" y="144487"/>
                  </a:lnTo>
                  <a:lnTo>
                    <a:pt x="898779" y="134315"/>
                  </a:lnTo>
                  <a:lnTo>
                    <a:pt x="884059" y="118224"/>
                  </a:lnTo>
                  <a:lnTo>
                    <a:pt x="878840" y="96951"/>
                  </a:lnTo>
                  <a:lnTo>
                    <a:pt x="884059" y="75755"/>
                  </a:lnTo>
                  <a:lnTo>
                    <a:pt x="898779" y="59550"/>
                  </a:lnTo>
                  <a:lnTo>
                    <a:pt x="921181" y="49212"/>
                  </a:lnTo>
                  <a:lnTo>
                    <a:pt x="949413" y="45631"/>
                  </a:lnTo>
                  <a:lnTo>
                    <a:pt x="977595" y="49212"/>
                  </a:lnTo>
                  <a:lnTo>
                    <a:pt x="999909" y="59550"/>
                  </a:lnTo>
                  <a:lnTo>
                    <a:pt x="1014590" y="75755"/>
                  </a:lnTo>
                  <a:lnTo>
                    <a:pt x="1019886" y="96951"/>
                  </a:lnTo>
                  <a:lnTo>
                    <a:pt x="1019886" y="37668"/>
                  </a:lnTo>
                  <a:lnTo>
                    <a:pt x="990549" y="23444"/>
                  </a:lnTo>
                  <a:lnTo>
                    <a:pt x="949413" y="17729"/>
                  </a:lnTo>
                  <a:lnTo>
                    <a:pt x="908392" y="23444"/>
                  </a:lnTo>
                  <a:lnTo>
                    <a:pt x="875423" y="39484"/>
                  </a:lnTo>
                  <a:lnTo>
                    <a:pt x="853490" y="64465"/>
                  </a:lnTo>
                  <a:lnTo>
                    <a:pt x="845578" y="96951"/>
                  </a:lnTo>
                  <a:lnTo>
                    <a:pt x="853490" y="129616"/>
                  </a:lnTo>
                  <a:lnTo>
                    <a:pt x="875423" y="154647"/>
                  </a:lnTo>
                  <a:lnTo>
                    <a:pt x="908392" y="170637"/>
                  </a:lnTo>
                  <a:lnTo>
                    <a:pt x="949413" y="176161"/>
                  </a:lnTo>
                  <a:lnTo>
                    <a:pt x="990549" y="170637"/>
                  </a:lnTo>
                  <a:lnTo>
                    <a:pt x="1023632" y="154647"/>
                  </a:lnTo>
                  <a:lnTo>
                    <a:pt x="1029449" y="148043"/>
                  </a:lnTo>
                  <a:lnTo>
                    <a:pt x="1045679" y="129616"/>
                  </a:lnTo>
                  <a:lnTo>
                    <a:pt x="1053693" y="96951"/>
                  </a:lnTo>
                  <a:close/>
                </a:path>
                <a:path w="10310494" h="725805">
                  <a:moveTo>
                    <a:pt x="1077874" y="218516"/>
                  </a:moveTo>
                  <a:lnTo>
                    <a:pt x="822159" y="218516"/>
                  </a:lnTo>
                  <a:lnTo>
                    <a:pt x="822159" y="246519"/>
                  </a:lnTo>
                  <a:lnTo>
                    <a:pt x="1077874" y="246519"/>
                  </a:lnTo>
                  <a:lnTo>
                    <a:pt x="1077874" y="218516"/>
                  </a:lnTo>
                  <a:close/>
                </a:path>
                <a:path w="10310494" h="725805">
                  <a:moveTo>
                    <a:pt x="1210678" y="600202"/>
                  </a:moveTo>
                  <a:lnTo>
                    <a:pt x="1205255" y="573608"/>
                  </a:lnTo>
                  <a:lnTo>
                    <a:pt x="1197432" y="562559"/>
                  </a:lnTo>
                  <a:lnTo>
                    <a:pt x="1190510" y="552780"/>
                  </a:lnTo>
                  <a:lnTo>
                    <a:pt x="1177747" y="544982"/>
                  </a:lnTo>
                  <a:lnTo>
                    <a:pt x="1177747" y="600202"/>
                  </a:lnTo>
                  <a:lnTo>
                    <a:pt x="1174838" y="615746"/>
                  </a:lnTo>
                  <a:lnTo>
                    <a:pt x="1167028" y="627557"/>
                  </a:lnTo>
                  <a:lnTo>
                    <a:pt x="1155230" y="635000"/>
                  </a:lnTo>
                  <a:lnTo>
                    <a:pt x="1140320" y="637514"/>
                  </a:lnTo>
                  <a:lnTo>
                    <a:pt x="1125181" y="635000"/>
                  </a:lnTo>
                  <a:lnTo>
                    <a:pt x="1113218" y="627557"/>
                  </a:lnTo>
                  <a:lnTo>
                    <a:pt x="1105395" y="615746"/>
                  </a:lnTo>
                  <a:lnTo>
                    <a:pt x="1102677" y="600202"/>
                  </a:lnTo>
                  <a:lnTo>
                    <a:pt x="1105395" y="584758"/>
                  </a:lnTo>
                  <a:lnTo>
                    <a:pt x="1113218" y="572884"/>
                  </a:lnTo>
                  <a:lnTo>
                    <a:pt x="1125181" y="565251"/>
                  </a:lnTo>
                  <a:lnTo>
                    <a:pt x="1140320" y="562559"/>
                  </a:lnTo>
                  <a:lnTo>
                    <a:pt x="1155230" y="565251"/>
                  </a:lnTo>
                  <a:lnTo>
                    <a:pt x="1167028" y="572884"/>
                  </a:lnTo>
                  <a:lnTo>
                    <a:pt x="1174838" y="584758"/>
                  </a:lnTo>
                  <a:lnTo>
                    <a:pt x="1177747" y="600202"/>
                  </a:lnTo>
                  <a:lnTo>
                    <a:pt x="1177747" y="544982"/>
                  </a:lnTo>
                  <a:lnTo>
                    <a:pt x="1168273" y="539191"/>
                  </a:lnTo>
                  <a:lnTo>
                    <a:pt x="1140320" y="534327"/>
                  </a:lnTo>
                  <a:lnTo>
                    <a:pt x="1112050" y="539191"/>
                  </a:lnTo>
                  <a:lnTo>
                    <a:pt x="1089647" y="552780"/>
                  </a:lnTo>
                  <a:lnTo>
                    <a:pt x="1074940" y="573608"/>
                  </a:lnTo>
                  <a:lnTo>
                    <a:pt x="1069746" y="600202"/>
                  </a:lnTo>
                  <a:lnTo>
                    <a:pt x="1074940" y="626770"/>
                  </a:lnTo>
                  <a:lnTo>
                    <a:pt x="1089647" y="647560"/>
                  </a:lnTo>
                  <a:lnTo>
                    <a:pt x="1112050" y="661111"/>
                  </a:lnTo>
                  <a:lnTo>
                    <a:pt x="1140320" y="665962"/>
                  </a:lnTo>
                  <a:lnTo>
                    <a:pt x="1168273" y="661111"/>
                  </a:lnTo>
                  <a:lnTo>
                    <a:pt x="1190510" y="647560"/>
                  </a:lnTo>
                  <a:lnTo>
                    <a:pt x="1197635" y="637514"/>
                  </a:lnTo>
                  <a:lnTo>
                    <a:pt x="1205255" y="626770"/>
                  </a:lnTo>
                  <a:lnTo>
                    <a:pt x="1210678" y="600202"/>
                  </a:lnTo>
                  <a:close/>
                </a:path>
                <a:path w="10310494" h="725805">
                  <a:moveTo>
                    <a:pt x="1221841" y="488480"/>
                  </a:moveTo>
                  <a:lnTo>
                    <a:pt x="1157274" y="488480"/>
                  </a:lnTo>
                  <a:lnTo>
                    <a:pt x="1157274" y="449643"/>
                  </a:lnTo>
                  <a:lnTo>
                    <a:pt x="1122921" y="449643"/>
                  </a:lnTo>
                  <a:lnTo>
                    <a:pt x="1122921" y="488480"/>
                  </a:lnTo>
                  <a:lnTo>
                    <a:pt x="1056830" y="488480"/>
                  </a:lnTo>
                  <a:lnTo>
                    <a:pt x="1056830" y="516280"/>
                  </a:lnTo>
                  <a:lnTo>
                    <a:pt x="1221841" y="516280"/>
                  </a:lnTo>
                  <a:lnTo>
                    <a:pt x="1221841" y="488480"/>
                  </a:lnTo>
                  <a:close/>
                </a:path>
                <a:path w="10310494" h="725805">
                  <a:moveTo>
                    <a:pt x="1320533" y="557085"/>
                  </a:moveTo>
                  <a:lnTo>
                    <a:pt x="1277416" y="557085"/>
                  </a:lnTo>
                  <a:lnTo>
                    <a:pt x="1277416" y="445706"/>
                  </a:lnTo>
                  <a:lnTo>
                    <a:pt x="1243393" y="445706"/>
                  </a:lnTo>
                  <a:lnTo>
                    <a:pt x="1243393" y="725157"/>
                  </a:lnTo>
                  <a:lnTo>
                    <a:pt x="1277416" y="725157"/>
                  </a:lnTo>
                  <a:lnTo>
                    <a:pt x="1277416" y="585431"/>
                  </a:lnTo>
                  <a:lnTo>
                    <a:pt x="1320533" y="585431"/>
                  </a:lnTo>
                  <a:lnTo>
                    <a:pt x="1320533" y="557085"/>
                  </a:lnTo>
                  <a:close/>
                </a:path>
                <a:path w="10310494" h="725805">
                  <a:moveTo>
                    <a:pt x="1351851" y="220484"/>
                  </a:moveTo>
                  <a:lnTo>
                    <a:pt x="1240472" y="220484"/>
                  </a:lnTo>
                  <a:lnTo>
                    <a:pt x="1240472" y="174764"/>
                  </a:lnTo>
                  <a:lnTo>
                    <a:pt x="1328000" y="174764"/>
                  </a:lnTo>
                  <a:lnTo>
                    <a:pt x="1328000" y="146824"/>
                  </a:lnTo>
                  <a:lnTo>
                    <a:pt x="1160805" y="146824"/>
                  </a:lnTo>
                  <a:lnTo>
                    <a:pt x="1160805" y="111264"/>
                  </a:lnTo>
                  <a:lnTo>
                    <a:pt x="1321549" y="111264"/>
                  </a:lnTo>
                  <a:lnTo>
                    <a:pt x="1321549" y="83324"/>
                  </a:lnTo>
                  <a:lnTo>
                    <a:pt x="1321549" y="49034"/>
                  </a:lnTo>
                  <a:lnTo>
                    <a:pt x="1321549" y="21094"/>
                  </a:lnTo>
                  <a:lnTo>
                    <a:pt x="1126020" y="21094"/>
                  </a:lnTo>
                  <a:lnTo>
                    <a:pt x="1126020" y="49034"/>
                  </a:lnTo>
                  <a:lnTo>
                    <a:pt x="1287513" y="49034"/>
                  </a:lnTo>
                  <a:lnTo>
                    <a:pt x="1287513" y="83324"/>
                  </a:lnTo>
                  <a:lnTo>
                    <a:pt x="1126451" y="83324"/>
                  </a:lnTo>
                  <a:lnTo>
                    <a:pt x="1126451" y="111264"/>
                  </a:lnTo>
                  <a:lnTo>
                    <a:pt x="1126451" y="146824"/>
                  </a:lnTo>
                  <a:lnTo>
                    <a:pt x="1126451" y="174764"/>
                  </a:lnTo>
                  <a:lnTo>
                    <a:pt x="1206322" y="174764"/>
                  </a:lnTo>
                  <a:lnTo>
                    <a:pt x="1206322" y="220484"/>
                  </a:lnTo>
                  <a:lnTo>
                    <a:pt x="1096149" y="220484"/>
                  </a:lnTo>
                  <a:lnTo>
                    <a:pt x="1096149" y="249694"/>
                  </a:lnTo>
                  <a:lnTo>
                    <a:pt x="1351851" y="249694"/>
                  </a:lnTo>
                  <a:lnTo>
                    <a:pt x="1351851" y="220484"/>
                  </a:lnTo>
                  <a:close/>
                </a:path>
                <a:path w="10310494" h="725805">
                  <a:moveTo>
                    <a:pt x="1560588" y="471195"/>
                  </a:moveTo>
                  <a:lnTo>
                    <a:pt x="1358938" y="471195"/>
                  </a:lnTo>
                  <a:lnTo>
                    <a:pt x="1358938" y="498881"/>
                  </a:lnTo>
                  <a:lnTo>
                    <a:pt x="1526019" y="498881"/>
                  </a:lnTo>
                  <a:lnTo>
                    <a:pt x="1525765" y="525411"/>
                  </a:lnTo>
                  <a:lnTo>
                    <a:pt x="1524495" y="555002"/>
                  </a:lnTo>
                  <a:lnTo>
                    <a:pt x="1521206" y="588454"/>
                  </a:lnTo>
                  <a:lnTo>
                    <a:pt x="1514856" y="626567"/>
                  </a:lnTo>
                  <a:lnTo>
                    <a:pt x="1549654" y="630288"/>
                  </a:lnTo>
                  <a:lnTo>
                    <a:pt x="1555915" y="589876"/>
                  </a:lnTo>
                  <a:lnTo>
                    <a:pt x="1559140" y="555332"/>
                  </a:lnTo>
                  <a:lnTo>
                    <a:pt x="1560360" y="525221"/>
                  </a:lnTo>
                  <a:lnTo>
                    <a:pt x="1560588" y="498881"/>
                  </a:lnTo>
                  <a:lnTo>
                    <a:pt x="1560588" y="471195"/>
                  </a:lnTo>
                  <a:close/>
                </a:path>
                <a:path w="10310494" h="725805">
                  <a:moveTo>
                    <a:pt x="1587182" y="661035"/>
                  </a:moveTo>
                  <a:lnTo>
                    <a:pt x="1460588" y="661035"/>
                  </a:lnTo>
                  <a:lnTo>
                    <a:pt x="1460588" y="563765"/>
                  </a:lnTo>
                  <a:lnTo>
                    <a:pt x="1426451" y="563765"/>
                  </a:lnTo>
                  <a:lnTo>
                    <a:pt x="1426451" y="661035"/>
                  </a:lnTo>
                  <a:lnTo>
                    <a:pt x="1332344" y="661035"/>
                  </a:lnTo>
                  <a:lnTo>
                    <a:pt x="1332344" y="689267"/>
                  </a:lnTo>
                  <a:lnTo>
                    <a:pt x="1587182" y="689267"/>
                  </a:lnTo>
                  <a:lnTo>
                    <a:pt x="1587182" y="661035"/>
                  </a:lnTo>
                  <a:close/>
                </a:path>
                <a:path w="10310494" h="725805">
                  <a:moveTo>
                    <a:pt x="1616824" y="112699"/>
                  </a:moveTo>
                  <a:lnTo>
                    <a:pt x="1568424" y="82067"/>
                  </a:lnTo>
                  <a:lnTo>
                    <a:pt x="1548980" y="30416"/>
                  </a:lnTo>
                  <a:lnTo>
                    <a:pt x="1548980" y="8978"/>
                  </a:lnTo>
                  <a:lnTo>
                    <a:pt x="1513420" y="8978"/>
                  </a:lnTo>
                  <a:lnTo>
                    <a:pt x="1513420" y="30416"/>
                  </a:lnTo>
                  <a:lnTo>
                    <a:pt x="1508988" y="57505"/>
                  </a:lnTo>
                  <a:lnTo>
                    <a:pt x="1495844" y="82321"/>
                  </a:lnTo>
                  <a:lnTo>
                    <a:pt x="1474228" y="102946"/>
                  </a:lnTo>
                  <a:lnTo>
                    <a:pt x="1444383" y="117411"/>
                  </a:lnTo>
                  <a:lnTo>
                    <a:pt x="1461668" y="144437"/>
                  </a:lnTo>
                  <a:lnTo>
                    <a:pt x="1484871" y="134277"/>
                  </a:lnTo>
                  <a:lnTo>
                    <a:pt x="1504327" y="120103"/>
                  </a:lnTo>
                  <a:lnTo>
                    <a:pt x="1519910" y="102501"/>
                  </a:lnTo>
                  <a:lnTo>
                    <a:pt x="1531480" y="82067"/>
                  </a:lnTo>
                  <a:lnTo>
                    <a:pt x="1542948" y="100838"/>
                  </a:lnTo>
                  <a:lnTo>
                    <a:pt x="1558239" y="116967"/>
                  </a:lnTo>
                  <a:lnTo>
                    <a:pt x="1577251" y="129984"/>
                  </a:lnTo>
                  <a:lnTo>
                    <a:pt x="1599857" y="139395"/>
                  </a:lnTo>
                  <a:lnTo>
                    <a:pt x="1616824" y="112699"/>
                  </a:lnTo>
                  <a:close/>
                </a:path>
                <a:path w="10310494" h="725805">
                  <a:moveTo>
                    <a:pt x="1676996" y="2197"/>
                  </a:moveTo>
                  <a:lnTo>
                    <a:pt x="1642973" y="2197"/>
                  </a:lnTo>
                  <a:lnTo>
                    <a:pt x="1642973" y="144868"/>
                  </a:lnTo>
                  <a:lnTo>
                    <a:pt x="1676996" y="144868"/>
                  </a:lnTo>
                  <a:lnTo>
                    <a:pt x="1676996" y="2197"/>
                  </a:lnTo>
                  <a:close/>
                </a:path>
                <a:path w="10310494" h="725805">
                  <a:moveTo>
                    <a:pt x="1685861" y="251993"/>
                  </a:moveTo>
                  <a:lnTo>
                    <a:pt x="1526120" y="251993"/>
                  </a:lnTo>
                  <a:lnTo>
                    <a:pt x="1526120" y="230327"/>
                  </a:lnTo>
                  <a:lnTo>
                    <a:pt x="1677441" y="230327"/>
                  </a:lnTo>
                  <a:lnTo>
                    <a:pt x="1677441" y="157670"/>
                  </a:lnTo>
                  <a:lnTo>
                    <a:pt x="1491754" y="157670"/>
                  </a:lnTo>
                  <a:lnTo>
                    <a:pt x="1491754" y="184480"/>
                  </a:lnTo>
                  <a:lnTo>
                    <a:pt x="1643189" y="184480"/>
                  </a:lnTo>
                  <a:lnTo>
                    <a:pt x="1643189" y="204724"/>
                  </a:lnTo>
                  <a:lnTo>
                    <a:pt x="1492631" y="204724"/>
                  </a:lnTo>
                  <a:lnTo>
                    <a:pt x="1492631" y="279349"/>
                  </a:lnTo>
                  <a:lnTo>
                    <a:pt x="1685861" y="279349"/>
                  </a:lnTo>
                  <a:lnTo>
                    <a:pt x="1685861" y="251993"/>
                  </a:lnTo>
                  <a:close/>
                </a:path>
                <a:path w="10310494" h="725805">
                  <a:moveTo>
                    <a:pt x="1843201" y="590677"/>
                  </a:moveTo>
                  <a:lnTo>
                    <a:pt x="1840382" y="571093"/>
                  </a:lnTo>
                  <a:lnTo>
                    <a:pt x="1839264" y="563321"/>
                  </a:lnTo>
                  <a:lnTo>
                    <a:pt x="1814093" y="567309"/>
                  </a:lnTo>
                  <a:lnTo>
                    <a:pt x="1788375" y="569671"/>
                  </a:lnTo>
                  <a:lnTo>
                    <a:pt x="1760004" y="570801"/>
                  </a:lnTo>
                  <a:lnTo>
                    <a:pt x="1726895" y="571093"/>
                  </a:lnTo>
                  <a:lnTo>
                    <a:pt x="1726895" y="543521"/>
                  </a:lnTo>
                  <a:lnTo>
                    <a:pt x="1817598" y="543521"/>
                  </a:lnTo>
                  <a:lnTo>
                    <a:pt x="1817598" y="516166"/>
                  </a:lnTo>
                  <a:lnTo>
                    <a:pt x="1726895" y="516166"/>
                  </a:lnTo>
                  <a:lnTo>
                    <a:pt x="1726895" y="490016"/>
                  </a:lnTo>
                  <a:lnTo>
                    <a:pt x="1823186" y="490016"/>
                  </a:lnTo>
                  <a:lnTo>
                    <a:pt x="1823186" y="461899"/>
                  </a:lnTo>
                  <a:lnTo>
                    <a:pt x="1692211" y="461899"/>
                  </a:lnTo>
                  <a:lnTo>
                    <a:pt x="1692211" y="598335"/>
                  </a:lnTo>
                  <a:lnTo>
                    <a:pt x="1714754" y="598335"/>
                  </a:lnTo>
                  <a:lnTo>
                    <a:pt x="1753514" y="598119"/>
                  </a:lnTo>
                  <a:lnTo>
                    <a:pt x="1786077" y="597052"/>
                  </a:lnTo>
                  <a:lnTo>
                    <a:pt x="1815084" y="594702"/>
                  </a:lnTo>
                  <a:lnTo>
                    <a:pt x="1843201" y="590677"/>
                  </a:lnTo>
                  <a:close/>
                </a:path>
                <a:path w="10310494" h="725805">
                  <a:moveTo>
                    <a:pt x="1901634" y="622414"/>
                  </a:moveTo>
                  <a:lnTo>
                    <a:pt x="1867598" y="622414"/>
                  </a:lnTo>
                  <a:lnTo>
                    <a:pt x="1867598" y="649439"/>
                  </a:lnTo>
                  <a:lnTo>
                    <a:pt x="1867598" y="694080"/>
                  </a:lnTo>
                  <a:lnTo>
                    <a:pt x="1754898" y="694080"/>
                  </a:lnTo>
                  <a:lnTo>
                    <a:pt x="1754898" y="649439"/>
                  </a:lnTo>
                  <a:lnTo>
                    <a:pt x="1867598" y="649439"/>
                  </a:lnTo>
                  <a:lnTo>
                    <a:pt x="1867598" y="622414"/>
                  </a:lnTo>
                  <a:lnTo>
                    <a:pt x="1720989" y="622414"/>
                  </a:lnTo>
                  <a:lnTo>
                    <a:pt x="1720989" y="721868"/>
                  </a:lnTo>
                  <a:lnTo>
                    <a:pt x="1901634" y="721868"/>
                  </a:lnTo>
                  <a:lnTo>
                    <a:pt x="1901634" y="694080"/>
                  </a:lnTo>
                  <a:lnTo>
                    <a:pt x="1901634" y="649439"/>
                  </a:lnTo>
                  <a:lnTo>
                    <a:pt x="1901634" y="622414"/>
                  </a:lnTo>
                  <a:close/>
                </a:path>
                <a:path w="10310494" h="725805">
                  <a:moveTo>
                    <a:pt x="1940699" y="512330"/>
                  </a:moveTo>
                  <a:lnTo>
                    <a:pt x="1901634" y="512330"/>
                  </a:lnTo>
                  <a:lnTo>
                    <a:pt x="1901634" y="445706"/>
                  </a:lnTo>
                  <a:lnTo>
                    <a:pt x="1867052" y="445706"/>
                  </a:lnTo>
                  <a:lnTo>
                    <a:pt x="1867052" y="609498"/>
                  </a:lnTo>
                  <a:lnTo>
                    <a:pt x="1901634" y="609498"/>
                  </a:lnTo>
                  <a:lnTo>
                    <a:pt x="1901634" y="541007"/>
                  </a:lnTo>
                  <a:lnTo>
                    <a:pt x="1940699" y="541007"/>
                  </a:lnTo>
                  <a:lnTo>
                    <a:pt x="1940699" y="512330"/>
                  </a:lnTo>
                  <a:close/>
                </a:path>
                <a:path w="10310494" h="725805">
                  <a:moveTo>
                    <a:pt x="1942553" y="232410"/>
                  </a:moveTo>
                  <a:lnTo>
                    <a:pt x="1935899" y="211455"/>
                  </a:lnTo>
                  <a:lnTo>
                    <a:pt x="1933803" y="209753"/>
                  </a:lnTo>
                  <a:lnTo>
                    <a:pt x="1916811" y="196075"/>
                  </a:lnTo>
                  <a:lnTo>
                    <a:pt x="1908200" y="193408"/>
                  </a:lnTo>
                  <a:lnTo>
                    <a:pt x="1908200" y="232410"/>
                  </a:lnTo>
                  <a:lnTo>
                    <a:pt x="1904022" y="242443"/>
                  </a:lnTo>
                  <a:lnTo>
                    <a:pt x="1892007" y="249694"/>
                  </a:lnTo>
                  <a:lnTo>
                    <a:pt x="1872437" y="254076"/>
                  </a:lnTo>
                  <a:lnTo>
                    <a:pt x="1845614" y="255498"/>
                  </a:lnTo>
                  <a:lnTo>
                    <a:pt x="1818525" y="254076"/>
                  </a:lnTo>
                  <a:lnTo>
                    <a:pt x="1798955" y="249694"/>
                  </a:lnTo>
                  <a:lnTo>
                    <a:pt x="1787131" y="242443"/>
                  </a:lnTo>
                  <a:lnTo>
                    <a:pt x="1783245" y="232410"/>
                  </a:lnTo>
                  <a:lnTo>
                    <a:pt x="1787131" y="222554"/>
                  </a:lnTo>
                  <a:lnTo>
                    <a:pt x="1798955" y="215506"/>
                  </a:lnTo>
                  <a:lnTo>
                    <a:pt x="1818525" y="211239"/>
                  </a:lnTo>
                  <a:lnTo>
                    <a:pt x="1845614" y="209753"/>
                  </a:lnTo>
                  <a:lnTo>
                    <a:pt x="1872437" y="211239"/>
                  </a:lnTo>
                  <a:lnTo>
                    <a:pt x="1892007" y="215506"/>
                  </a:lnTo>
                  <a:lnTo>
                    <a:pt x="1904022" y="222554"/>
                  </a:lnTo>
                  <a:lnTo>
                    <a:pt x="1908200" y="232410"/>
                  </a:lnTo>
                  <a:lnTo>
                    <a:pt x="1908200" y="193408"/>
                  </a:lnTo>
                  <a:lnTo>
                    <a:pt x="1886369" y="186613"/>
                  </a:lnTo>
                  <a:lnTo>
                    <a:pt x="1845614" y="183388"/>
                  </a:lnTo>
                  <a:lnTo>
                    <a:pt x="1804682" y="186613"/>
                  </a:lnTo>
                  <a:lnTo>
                    <a:pt x="1774063" y="196075"/>
                  </a:lnTo>
                  <a:lnTo>
                    <a:pt x="1754873" y="211455"/>
                  </a:lnTo>
                  <a:lnTo>
                    <a:pt x="1748231" y="232410"/>
                  </a:lnTo>
                  <a:lnTo>
                    <a:pt x="1754873" y="253377"/>
                  </a:lnTo>
                  <a:lnTo>
                    <a:pt x="1774063" y="268770"/>
                  </a:lnTo>
                  <a:lnTo>
                    <a:pt x="1804682" y="278244"/>
                  </a:lnTo>
                  <a:lnTo>
                    <a:pt x="1845614" y="281419"/>
                  </a:lnTo>
                  <a:lnTo>
                    <a:pt x="1886369" y="278244"/>
                  </a:lnTo>
                  <a:lnTo>
                    <a:pt x="1916811" y="268770"/>
                  </a:lnTo>
                  <a:lnTo>
                    <a:pt x="1933282" y="255498"/>
                  </a:lnTo>
                  <a:lnTo>
                    <a:pt x="1935899" y="253377"/>
                  </a:lnTo>
                  <a:lnTo>
                    <a:pt x="1942553" y="232410"/>
                  </a:lnTo>
                  <a:close/>
                </a:path>
                <a:path w="10310494" h="725805">
                  <a:moveTo>
                    <a:pt x="1961375" y="90271"/>
                  </a:moveTo>
                  <a:lnTo>
                    <a:pt x="1898345" y="72732"/>
                  </a:lnTo>
                  <a:lnTo>
                    <a:pt x="1870011" y="41910"/>
                  </a:lnTo>
                  <a:lnTo>
                    <a:pt x="1950542" y="41910"/>
                  </a:lnTo>
                  <a:lnTo>
                    <a:pt x="1950542" y="14452"/>
                  </a:lnTo>
                  <a:lnTo>
                    <a:pt x="1741881" y="14452"/>
                  </a:lnTo>
                  <a:lnTo>
                    <a:pt x="1741881" y="41910"/>
                  </a:lnTo>
                  <a:lnTo>
                    <a:pt x="1821764" y="41910"/>
                  </a:lnTo>
                  <a:lnTo>
                    <a:pt x="1812340" y="58458"/>
                  </a:lnTo>
                  <a:lnTo>
                    <a:pt x="1793379" y="72821"/>
                  </a:lnTo>
                  <a:lnTo>
                    <a:pt x="1765833" y="83820"/>
                  </a:lnTo>
                  <a:lnTo>
                    <a:pt x="1730616" y="90271"/>
                  </a:lnTo>
                  <a:lnTo>
                    <a:pt x="1742871" y="117297"/>
                  </a:lnTo>
                  <a:lnTo>
                    <a:pt x="1778190" y="110680"/>
                  </a:lnTo>
                  <a:lnTo>
                    <a:pt x="1807629" y="99237"/>
                  </a:lnTo>
                  <a:lnTo>
                    <a:pt x="1830400" y="83489"/>
                  </a:lnTo>
                  <a:lnTo>
                    <a:pt x="1845729" y="64008"/>
                  </a:lnTo>
                  <a:lnTo>
                    <a:pt x="1861108" y="83489"/>
                  </a:lnTo>
                  <a:lnTo>
                    <a:pt x="1884045" y="99237"/>
                  </a:lnTo>
                  <a:lnTo>
                    <a:pt x="1913674" y="110680"/>
                  </a:lnTo>
                  <a:lnTo>
                    <a:pt x="1949119" y="117297"/>
                  </a:lnTo>
                  <a:lnTo>
                    <a:pt x="1961375" y="90271"/>
                  </a:lnTo>
                  <a:close/>
                </a:path>
                <a:path w="10310494" h="725805">
                  <a:moveTo>
                    <a:pt x="1973414" y="137756"/>
                  </a:moveTo>
                  <a:lnTo>
                    <a:pt x="1862797" y="137756"/>
                  </a:lnTo>
                  <a:lnTo>
                    <a:pt x="1862797" y="101981"/>
                  </a:lnTo>
                  <a:lnTo>
                    <a:pt x="1828660" y="101981"/>
                  </a:lnTo>
                  <a:lnTo>
                    <a:pt x="1828660" y="137756"/>
                  </a:lnTo>
                  <a:lnTo>
                    <a:pt x="1718576" y="137756"/>
                  </a:lnTo>
                  <a:lnTo>
                    <a:pt x="1718576" y="165557"/>
                  </a:lnTo>
                  <a:lnTo>
                    <a:pt x="1973414" y="165557"/>
                  </a:lnTo>
                  <a:lnTo>
                    <a:pt x="1973414" y="137756"/>
                  </a:lnTo>
                  <a:close/>
                </a:path>
                <a:path w="10310494" h="725805">
                  <a:moveTo>
                    <a:pt x="2132393" y="638060"/>
                  </a:moveTo>
                  <a:lnTo>
                    <a:pt x="2079586" y="591718"/>
                  </a:lnTo>
                  <a:lnTo>
                    <a:pt x="2060511" y="525030"/>
                  </a:lnTo>
                  <a:lnTo>
                    <a:pt x="2060511" y="501497"/>
                  </a:lnTo>
                  <a:lnTo>
                    <a:pt x="2121560" y="501497"/>
                  </a:lnTo>
                  <a:lnTo>
                    <a:pt x="2121560" y="473278"/>
                  </a:lnTo>
                  <a:lnTo>
                    <a:pt x="1963889" y="473278"/>
                  </a:lnTo>
                  <a:lnTo>
                    <a:pt x="1963889" y="501497"/>
                  </a:lnTo>
                  <a:lnTo>
                    <a:pt x="2025497" y="501497"/>
                  </a:lnTo>
                  <a:lnTo>
                    <a:pt x="2025497" y="525030"/>
                  </a:lnTo>
                  <a:lnTo>
                    <a:pt x="2020379" y="561060"/>
                  </a:lnTo>
                  <a:lnTo>
                    <a:pt x="2006041" y="595337"/>
                  </a:lnTo>
                  <a:lnTo>
                    <a:pt x="1983460" y="624471"/>
                  </a:lnTo>
                  <a:lnTo>
                    <a:pt x="1953602" y="645058"/>
                  </a:lnTo>
                  <a:lnTo>
                    <a:pt x="1973414" y="672198"/>
                  </a:lnTo>
                  <a:lnTo>
                    <a:pt x="1996414" y="657567"/>
                  </a:lnTo>
                  <a:lnTo>
                    <a:pt x="2015985" y="637654"/>
                  </a:lnTo>
                  <a:lnTo>
                    <a:pt x="2031809" y="613460"/>
                  </a:lnTo>
                  <a:lnTo>
                    <a:pt x="2043544" y="585978"/>
                  </a:lnTo>
                  <a:lnTo>
                    <a:pt x="2055266" y="611339"/>
                  </a:lnTo>
                  <a:lnTo>
                    <a:pt x="2071027" y="633539"/>
                  </a:lnTo>
                  <a:lnTo>
                    <a:pt x="2090585" y="651764"/>
                  </a:lnTo>
                  <a:lnTo>
                    <a:pt x="2113686" y="665187"/>
                  </a:lnTo>
                  <a:lnTo>
                    <a:pt x="2132393" y="638060"/>
                  </a:lnTo>
                  <a:close/>
                </a:path>
                <a:path w="10310494" h="725805">
                  <a:moveTo>
                    <a:pt x="2162708" y="194551"/>
                  </a:moveTo>
                  <a:lnTo>
                    <a:pt x="2111184" y="146570"/>
                  </a:lnTo>
                  <a:lnTo>
                    <a:pt x="2092896" y="81521"/>
                  </a:lnTo>
                  <a:lnTo>
                    <a:pt x="2092896" y="58000"/>
                  </a:lnTo>
                  <a:lnTo>
                    <a:pt x="2151329" y="58000"/>
                  </a:lnTo>
                  <a:lnTo>
                    <a:pt x="2151329" y="29768"/>
                  </a:lnTo>
                  <a:lnTo>
                    <a:pt x="1997481" y="29768"/>
                  </a:lnTo>
                  <a:lnTo>
                    <a:pt x="1997481" y="58000"/>
                  </a:lnTo>
                  <a:lnTo>
                    <a:pt x="2058428" y="58000"/>
                  </a:lnTo>
                  <a:lnTo>
                    <a:pt x="2058428" y="81521"/>
                  </a:lnTo>
                  <a:lnTo>
                    <a:pt x="2053437" y="116979"/>
                  </a:lnTo>
                  <a:lnTo>
                    <a:pt x="2039200" y="151142"/>
                  </a:lnTo>
                  <a:lnTo>
                    <a:pt x="2016645" y="180492"/>
                  </a:lnTo>
                  <a:lnTo>
                    <a:pt x="1986648" y="201549"/>
                  </a:lnTo>
                  <a:lnTo>
                    <a:pt x="2006892" y="228688"/>
                  </a:lnTo>
                  <a:lnTo>
                    <a:pt x="2029434" y="213969"/>
                  </a:lnTo>
                  <a:lnTo>
                    <a:pt x="2048738" y="193878"/>
                  </a:lnTo>
                  <a:lnTo>
                    <a:pt x="2064397" y="169494"/>
                  </a:lnTo>
                  <a:lnTo>
                    <a:pt x="2076043" y="141922"/>
                  </a:lnTo>
                  <a:lnTo>
                    <a:pt x="2087460" y="167093"/>
                  </a:lnTo>
                  <a:lnTo>
                    <a:pt x="2102650" y="189433"/>
                  </a:lnTo>
                  <a:lnTo>
                    <a:pt x="2121395" y="207962"/>
                  </a:lnTo>
                  <a:lnTo>
                    <a:pt x="2143442" y="221678"/>
                  </a:lnTo>
                  <a:lnTo>
                    <a:pt x="2162708" y="194551"/>
                  </a:lnTo>
                  <a:close/>
                </a:path>
                <a:path w="10310494" h="725805">
                  <a:moveTo>
                    <a:pt x="2187651" y="445706"/>
                  </a:moveTo>
                  <a:lnTo>
                    <a:pt x="2152967" y="445706"/>
                  </a:lnTo>
                  <a:lnTo>
                    <a:pt x="2152967" y="725157"/>
                  </a:lnTo>
                  <a:lnTo>
                    <a:pt x="2187651" y="725157"/>
                  </a:lnTo>
                  <a:lnTo>
                    <a:pt x="2187651" y="445706"/>
                  </a:lnTo>
                  <a:close/>
                </a:path>
                <a:path w="10310494" h="725805">
                  <a:moveTo>
                    <a:pt x="2254720" y="110947"/>
                  </a:moveTo>
                  <a:lnTo>
                    <a:pt x="2211616" y="110947"/>
                  </a:lnTo>
                  <a:lnTo>
                    <a:pt x="2211616" y="2197"/>
                  </a:lnTo>
                  <a:lnTo>
                    <a:pt x="2177148" y="2197"/>
                  </a:lnTo>
                  <a:lnTo>
                    <a:pt x="2177148" y="281647"/>
                  </a:lnTo>
                  <a:lnTo>
                    <a:pt x="2211616" y="281647"/>
                  </a:lnTo>
                  <a:lnTo>
                    <a:pt x="2211616" y="139839"/>
                  </a:lnTo>
                  <a:lnTo>
                    <a:pt x="2254720" y="139839"/>
                  </a:lnTo>
                  <a:lnTo>
                    <a:pt x="2254720" y="110947"/>
                  </a:lnTo>
                  <a:close/>
                </a:path>
                <a:path w="10310494" h="725805">
                  <a:moveTo>
                    <a:pt x="2380437" y="548995"/>
                  </a:moveTo>
                  <a:lnTo>
                    <a:pt x="2375547" y="530085"/>
                  </a:lnTo>
                  <a:lnTo>
                    <a:pt x="2373325" y="527761"/>
                  </a:lnTo>
                  <a:lnTo>
                    <a:pt x="2361793" y="515696"/>
                  </a:lnTo>
                  <a:lnTo>
                    <a:pt x="2347836" y="509739"/>
                  </a:lnTo>
                  <a:lnTo>
                    <a:pt x="2347836" y="548995"/>
                  </a:lnTo>
                  <a:lnTo>
                    <a:pt x="2345220" y="558025"/>
                  </a:lnTo>
                  <a:lnTo>
                    <a:pt x="2338057" y="564565"/>
                  </a:lnTo>
                  <a:lnTo>
                    <a:pt x="2326894" y="568540"/>
                  </a:lnTo>
                  <a:lnTo>
                    <a:pt x="2312276" y="569887"/>
                  </a:lnTo>
                  <a:lnTo>
                    <a:pt x="2297493" y="568540"/>
                  </a:lnTo>
                  <a:lnTo>
                    <a:pt x="2286317" y="564565"/>
                  </a:lnTo>
                  <a:lnTo>
                    <a:pt x="2279281" y="558025"/>
                  </a:lnTo>
                  <a:lnTo>
                    <a:pt x="2276932" y="548995"/>
                  </a:lnTo>
                  <a:lnTo>
                    <a:pt x="2279281" y="540042"/>
                  </a:lnTo>
                  <a:lnTo>
                    <a:pt x="2286317" y="533374"/>
                  </a:lnTo>
                  <a:lnTo>
                    <a:pt x="2297493" y="529209"/>
                  </a:lnTo>
                  <a:lnTo>
                    <a:pt x="2312276" y="527761"/>
                  </a:lnTo>
                  <a:lnTo>
                    <a:pt x="2326894" y="529209"/>
                  </a:lnTo>
                  <a:lnTo>
                    <a:pt x="2338057" y="533374"/>
                  </a:lnTo>
                  <a:lnTo>
                    <a:pt x="2345220" y="540042"/>
                  </a:lnTo>
                  <a:lnTo>
                    <a:pt x="2347836" y="548995"/>
                  </a:lnTo>
                  <a:lnTo>
                    <a:pt x="2347836" y="509739"/>
                  </a:lnTo>
                  <a:lnTo>
                    <a:pt x="2340318" y="506526"/>
                  </a:lnTo>
                  <a:lnTo>
                    <a:pt x="2312276" y="503250"/>
                  </a:lnTo>
                  <a:lnTo>
                    <a:pt x="2283980" y="506526"/>
                  </a:lnTo>
                  <a:lnTo>
                    <a:pt x="2262289" y="515696"/>
                  </a:lnTo>
                  <a:lnTo>
                    <a:pt x="2248408" y="530085"/>
                  </a:lnTo>
                  <a:lnTo>
                    <a:pt x="2243556" y="548995"/>
                  </a:lnTo>
                  <a:lnTo>
                    <a:pt x="2248408" y="568185"/>
                  </a:lnTo>
                  <a:lnTo>
                    <a:pt x="2262289" y="582561"/>
                  </a:lnTo>
                  <a:lnTo>
                    <a:pt x="2283980" y="591591"/>
                  </a:lnTo>
                  <a:lnTo>
                    <a:pt x="2312276" y="594728"/>
                  </a:lnTo>
                  <a:lnTo>
                    <a:pt x="2340318" y="591591"/>
                  </a:lnTo>
                  <a:lnTo>
                    <a:pt x="2361793" y="582561"/>
                  </a:lnTo>
                  <a:lnTo>
                    <a:pt x="2373922" y="569887"/>
                  </a:lnTo>
                  <a:lnTo>
                    <a:pt x="2375547" y="568185"/>
                  </a:lnTo>
                  <a:lnTo>
                    <a:pt x="2380437" y="548995"/>
                  </a:lnTo>
                  <a:close/>
                </a:path>
                <a:path w="10310494" h="725805">
                  <a:moveTo>
                    <a:pt x="2395105" y="468020"/>
                  </a:moveTo>
                  <a:lnTo>
                    <a:pt x="2329345" y="468020"/>
                  </a:lnTo>
                  <a:lnTo>
                    <a:pt x="2329345" y="443509"/>
                  </a:lnTo>
                  <a:lnTo>
                    <a:pt x="2295093" y="443509"/>
                  </a:lnTo>
                  <a:lnTo>
                    <a:pt x="2295093" y="468020"/>
                  </a:lnTo>
                  <a:lnTo>
                    <a:pt x="2229116" y="468020"/>
                  </a:lnTo>
                  <a:lnTo>
                    <a:pt x="2229116" y="494499"/>
                  </a:lnTo>
                  <a:lnTo>
                    <a:pt x="2395105" y="494499"/>
                  </a:lnTo>
                  <a:lnTo>
                    <a:pt x="2395105" y="468020"/>
                  </a:lnTo>
                  <a:close/>
                </a:path>
                <a:path w="10310494" h="725805">
                  <a:moveTo>
                    <a:pt x="2434056" y="89065"/>
                  </a:moveTo>
                  <a:lnTo>
                    <a:pt x="2428240" y="61747"/>
                  </a:lnTo>
                  <a:lnTo>
                    <a:pt x="2420429" y="51320"/>
                  </a:lnTo>
                  <a:lnTo>
                    <a:pt x="2412225" y="40360"/>
                  </a:lnTo>
                  <a:lnTo>
                    <a:pt x="2400465" y="33616"/>
                  </a:lnTo>
                  <a:lnTo>
                    <a:pt x="2400465" y="89065"/>
                  </a:lnTo>
                  <a:lnTo>
                    <a:pt x="2397188" y="104851"/>
                  </a:lnTo>
                  <a:lnTo>
                    <a:pt x="2388133" y="116725"/>
                  </a:lnTo>
                  <a:lnTo>
                    <a:pt x="2374430" y="124218"/>
                  </a:lnTo>
                  <a:lnTo>
                    <a:pt x="2357247" y="126822"/>
                  </a:lnTo>
                  <a:lnTo>
                    <a:pt x="2340216" y="124218"/>
                  </a:lnTo>
                  <a:lnTo>
                    <a:pt x="2326640" y="116725"/>
                  </a:lnTo>
                  <a:lnTo>
                    <a:pt x="2317699" y="104851"/>
                  </a:lnTo>
                  <a:lnTo>
                    <a:pt x="2314575" y="89065"/>
                  </a:lnTo>
                  <a:lnTo>
                    <a:pt x="2317699" y="73380"/>
                  </a:lnTo>
                  <a:lnTo>
                    <a:pt x="2326640" y="61493"/>
                  </a:lnTo>
                  <a:lnTo>
                    <a:pt x="2340216" y="53962"/>
                  </a:lnTo>
                  <a:lnTo>
                    <a:pt x="2357247" y="51320"/>
                  </a:lnTo>
                  <a:lnTo>
                    <a:pt x="2374481" y="53962"/>
                  </a:lnTo>
                  <a:lnTo>
                    <a:pt x="2388171" y="61493"/>
                  </a:lnTo>
                  <a:lnTo>
                    <a:pt x="2397214" y="73380"/>
                  </a:lnTo>
                  <a:lnTo>
                    <a:pt x="2400465" y="89065"/>
                  </a:lnTo>
                  <a:lnTo>
                    <a:pt x="2400465" y="33616"/>
                  </a:lnTo>
                  <a:lnTo>
                    <a:pt x="2387930" y="26428"/>
                  </a:lnTo>
                  <a:lnTo>
                    <a:pt x="2357247" y="21450"/>
                  </a:lnTo>
                  <a:lnTo>
                    <a:pt x="2326678" y="26428"/>
                  </a:lnTo>
                  <a:lnTo>
                    <a:pt x="2302306" y="40360"/>
                  </a:lnTo>
                  <a:lnTo>
                    <a:pt x="2286203" y="61747"/>
                  </a:lnTo>
                  <a:lnTo>
                    <a:pt x="2280437" y="89065"/>
                  </a:lnTo>
                  <a:lnTo>
                    <a:pt x="2286203" y="116433"/>
                  </a:lnTo>
                  <a:lnTo>
                    <a:pt x="2302306" y="137820"/>
                  </a:lnTo>
                  <a:lnTo>
                    <a:pt x="2326678" y="151726"/>
                  </a:lnTo>
                  <a:lnTo>
                    <a:pt x="2357247" y="156692"/>
                  </a:lnTo>
                  <a:lnTo>
                    <a:pt x="2387930" y="151726"/>
                  </a:lnTo>
                  <a:lnTo>
                    <a:pt x="2412225" y="137820"/>
                  </a:lnTo>
                  <a:lnTo>
                    <a:pt x="2420467" y="126822"/>
                  </a:lnTo>
                  <a:lnTo>
                    <a:pt x="2428240" y="116433"/>
                  </a:lnTo>
                  <a:lnTo>
                    <a:pt x="2434056" y="89065"/>
                  </a:lnTo>
                  <a:close/>
                </a:path>
                <a:path w="10310494" h="725805">
                  <a:moveTo>
                    <a:pt x="2451125" y="211175"/>
                  </a:moveTo>
                  <a:lnTo>
                    <a:pt x="2448496" y="186232"/>
                  </a:lnTo>
                  <a:lnTo>
                    <a:pt x="2401849" y="191312"/>
                  </a:lnTo>
                  <a:lnTo>
                    <a:pt x="2354402" y="194056"/>
                  </a:lnTo>
                  <a:lnTo>
                    <a:pt x="2308847" y="195160"/>
                  </a:lnTo>
                  <a:lnTo>
                    <a:pt x="2267851" y="195313"/>
                  </a:lnTo>
                  <a:lnTo>
                    <a:pt x="2272017" y="223647"/>
                  </a:lnTo>
                  <a:lnTo>
                    <a:pt x="2312060" y="223393"/>
                  </a:lnTo>
                  <a:lnTo>
                    <a:pt x="2356650" y="221932"/>
                  </a:lnTo>
                  <a:lnTo>
                    <a:pt x="2403691" y="218211"/>
                  </a:lnTo>
                  <a:lnTo>
                    <a:pt x="2451125" y="211175"/>
                  </a:lnTo>
                  <a:close/>
                </a:path>
                <a:path w="10310494" h="725805">
                  <a:moveTo>
                    <a:pt x="2458351" y="697255"/>
                  </a:moveTo>
                  <a:lnTo>
                    <a:pt x="2300897" y="697255"/>
                  </a:lnTo>
                  <a:lnTo>
                    <a:pt x="2300897" y="677557"/>
                  </a:lnTo>
                  <a:lnTo>
                    <a:pt x="2449588" y="677557"/>
                  </a:lnTo>
                  <a:lnTo>
                    <a:pt x="2449588" y="609828"/>
                  </a:lnTo>
                  <a:lnTo>
                    <a:pt x="2266543" y="609828"/>
                  </a:lnTo>
                  <a:lnTo>
                    <a:pt x="2266543" y="634885"/>
                  </a:lnTo>
                  <a:lnTo>
                    <a:pt x="2415235" y="634885"/>
                  </a:lnTo>
                  <a:lnTo>
                    <a:pt x="2415235" y="653592"/>
                  </a:lnTo>
                  <a:lnTo>
                    <a:pt x="2266975" y="653592"/>
                  </a:lnTo>
                  <a:lnTo>
                    <a:pt x="2266975" y="722858"/>
                  </a:lnTo>
                  <a:lnTo>
                    <a:pt x="2458351" y="722858"/>
                  </a:lnTo>
                  <a:lnTo>
                    <a:pt x="2458351" y="697255"/>
                  </a:lnTo>
                  <a:close/>
                </a:path>
                <a:path w="10310494" h="725805">
                  <a:moveTo>
                    <a:pt x="2488869" y="508063"/>
                  </a:moveTo>
                  <a:lnTo>
                    <a:pt x="2449588" y="508063"/>
                  </a:lnTo>
                  <a:lnTo>
                    <a:pt x="2449588" y="445046"/>
                  </a:lnTo>
                  <a:lnTo>
                    <a:pt x="2415019" y="445046"/>
                  </a:lnTo>
                  <a:lnTo>
                    <a:pt x="2415019" y="597573"/>
                  </a:lnTo>
                  <a:lnTo>
                    <a:pt x="2449588" y="597573"/>
                  </a:lnTo>
                  <a:lnTo>
                    <a:pt x="2449588" y="535863"/>
                  </a:lnTo>
                  <a:lnTo>
                    <a:pt x="2488869" y="535863"/>
                  </a:lnTo>
                  <a:lnTo>
                    <a:pt x="2488869" y="508063"/>
                  </a:lnTo>
                  <a:close/>
                </a:path>
                <a:path w="10310494" h="725805">
                  <a:moveTo>
                    <a:pt x="2499487" y="2197"/>
                  </a:moveTo>
                  <a:lnTo>
                    <a:pt x="2465133" y="2197"/>
                  </a:lnTo>
                  <a:lnTo>
                    <a:pt x="2465133" y="282295"/>
                  </a:lnTo>
                  <a:lnTo>
                    <a:pt x="2499487" y="282295"/>
                  </a:lnTo>
                  <a:lnTo>
                    <a:pt x="2499487" y="2197"/>
                  </a:lnTo>
                  <a:close/>
                </a:path>
                <a:path w="10310494" h="725805">
                  <a:moveTo>
                    <a:pt x="2783636" y="132943"/>
                  </a:moveTo>
                  <a:lnTo>
                    <a:pt x="2737802" y="101981"/>
                  </a:lnTo>
                  <a:lnTo>
                    <a:pt x="2717927" y="50228"/>
                  </a:lnTo>
                  <a:lnTo>
                    <a:pt x="2717876" y="48145"/>
                  </a:lnTo>
                  <a:lnTo>
                    <a:pt x="2775762" y="48145"/>
                  </a:lnTo>
                  <a:lnTo>
                    <a:pt x="2775762" y="20358"/>
                  </a:lnTo>
                  <a:lnTo>
                    <a:pt x="2624544" y="20358"/>
                  </a:lnTo>
                  <a:lnTo>
                    <a:pt x="2624544" y="48145"/>
                  </a:lnTo>
                  <a:lnTo>
                    <a:pt x="2682862" y="48145"/>
                  </a:lnTo>
                  <a:lnTo>
                    <a:pt x="2682862" y="50228"/>
                  </a:lnTo>
                  <a:lnTo>
                    <a:pt x="2678468" y="77787"/>
                  </a:lnTo>
                  <a:lnTo>
                    <a:pt x="2665425" y="103416"/>
                  </a:lnTo>
                  <a:lnTo>
                    <a:pt x="2643949" y="124955"/>
                  </a:lnTo>
                  <a:lnTo>
                    <a:pt x="2614257" y="140271"/>
                  </a:lnTo>
                  <a:lnTo>
                    <a:pt x="2632202" y="167525"/>
                  </a:lnTo>
                  <a:lnTo>
                    <a:pt x="2655265" y="156527"/>
                  </a:lnTo>
                  <a:lnTo>
                    <a:pt x="2674493" y="141516"/>
                  </a:lnTo>
                  <a:lnTo>
                    <a:pt x="2689783" y="123126"/>
                  </a:lnTo>
                  <a:lnTo>
                    <a:pt x="2701023" y="101981"/>
                  </a:lnTo>
                  <a:lnTo>
                    <a:pt x="2712047" y="120726"/>
                  </a:lnTo>
                  <a:lnTo>
                    <a:pt x="2726677" y="137033"/>
                  </a:lnTo>
                  <a:lnTo>
                    <a:pt x="2744851" y="150368"/>
                  </a:lnTo>
                  <a:lnTo>
                    <a:pt x="2766453" y="160185"/>
                  </a:lnTo>
                  <a:lnTo>
                    <a:pt x="2783636" y="132943"/>
                  </a:lnTo>
                  <a:close/>
                </a:path>
                <a:path w="10310494" h="725805">
                  <a:moveTo>
                    <a:pt x="2822283" y="547344"/>
                  </a:moveTo>
                  <a:lnTo>
                    <a:pt x="2781706" y="536803"/>
                  </a:lnTo>
                  <a:lnTo>
                    <a:pt x="2750451" y="518426"/>
                  </a:lnTo>
                  <a:lnTo>
                    <a:pt x="2746006" y="513207"/>
                  </a:lnTo>
                  <a:lnTo>
                    <a:pt x="2730360" y="494893"/>
                  </a:lnTo>
                  <a:lnTo>
                    <a:pt x="2723261" y="468896"/>
                  </a:lnTo>
                  <a:lnTo>
                    <a:pt x="2723261" y="454558"/>
                  </a:lnTo>
                  <a:lnTo>
                    <a:pt x="2687155" y="454558"/>
                  </a:lnTo>
                  <a:lnTo>
                    <a:pt x="2687155" y="468896"/>
                  </a:lnTo>
                  <a:lnTo>
                    <a:pt x="2680081" y="494982"/>
                  </a:lnTo>
                  <a:lnTo>
                    <a:pt x="2660065" y="518502"/>
                  </a:lnTo>
                  <a:lnTo>
                    <a:pt x="2628950" y="536829"/>
                  </a:lnTo>
                  <a:lnTo>
                    <a:pt x="2588564" y="547344"/>
                  </a:lnTo>
                  <a:lnTo>
                    <a:pt x="2602242" y="575144"/>
                  </a:lnTo>
                  <a:lnTo>
                    <a:pt x="2635618" y="566953"/>
                  </a:lnTo>
                  <a:lnTo>
                    <a:pt x="2664536" y="553402"/>
                  </a:lnTo>
                  <a:lnTo>
                    <a:pt x="2688069" y="535241"/>
                  </a:lnTo>
                  <a:lnTo>
                    <a:pt x="2705316" y="513207"/>
                  </a:lnTo>
                  <a:lnTo>
                    <a:pt x="2722461" y="535241"/>
                  </a:lnTo>
                  <a:lnTo>
                    <a:pt x="2746019" y="553402"/>
                  </a:lnTo>
                  <a:lnTo>
                    <a:pt x="2775077" y="566953"/>
                  </a:lnTo>
                  <a:lnTo>
                    <a:pt x="2808719" y="575144"/>
                  </a:lnTo>
                  <a:lnTo>
                    <a:pt x="2822283" y="547344"/>
                  </a:lnTo>
                  <a:close/>
                </a:path>
                <a:path w="10310494" h="725805">
                  <a:moveTo>
                    <a:pt x="2832455" y="599427"/>
                  </a:moveTo>
                  <a:lnTo>
                    <a:pt x="2577630" y="599427"/>
                  </a:lnTo>
                  <a:lnTo>
                    <a:pt x="2577630" y="627773"/>
                  </a:lnTo>
                  <a:lnTo>
                    <a:pt x="2687370" y="627773"/>
                  </a:lnTo>
                  <a:lnTo>
                    <a:pt x="2687370" y="725157"/>
                  </a:lnTo>
                  <a:lnTo>
                    <a:pt x="2721406" y="725157"/>
                  </a:lnTo>
                  <a:lnTo>
                    <a:pt x="2721406" y="627773"/>
                  </a:lnTo>
                  <a:lnTo>
                    <a:pt x="2832455" y="627773"/>
                  </a:lnTo>
                  <a:lnTo>
                    <a:pt x="2832455" y="599427"/>
                  </a:lnTo>
                  <a:close/>
                </a:path>
                <a:path w="10310494" h="725805">
                  <a:moveTo>
                    <a:pt x="2849397" y="2197"/>
                  </a:moveTo>
                  <a:lnTo>
                    <a:pt x="2815044" y="2197"/>
                  </a:lnTo>
                  <a:lnTo>
                    <a:pt x="2815044" y="71894"/>
                  </a:lnTo>
                  <a:lnTo>
                    <a:pt x="2767228" y="71894"/>
                  </a:lnTo>
                  <a:lnTo>
                    <a:pt x="2767228" y="100012"/>
                  </a:lnTo>
                  <a:lnTo>
                    <a:pt x="2815044" y="100012"/>
                  </a:lnTo>
                  <a:lnTo>
                    <a:pt x="2815044" y="168402"/>
                  </a:lnTo>
                  <a:lnTo>
                    <a:pt x="2849397" y="168402"/>
                  </a:lnTo>
                  <a:lnTo>
                    <a:pt x="2849397" y="2197"/>
                  </a:lnTo>
                  <a:close/>
                </a:path>
                <a:path w="10310494" h="725805">
                  <a:moveTo>
                    <a:pt x="2850159" y="228574"/>
                  </a:moveTo>
                  <a:lnTo>
                    <a:pt x="2843580" y="206095"/>
                  </a:lnTo>
                  <a:lnTo>
                    <a:pt x="2838678" y="201764"/>
                  </a:lnTo>
                  <a:lnTo>
                    <a:pt x="2824657" y="189382"/>
                  </a:lnTo>
                  <a:lnTo>
                    <a:pt x="2816021" y="186385"/>
                  </a:lnTo>
                  <a:lnTo>
                    <a:pt x="2816021" y="228574"/>
                  </a:lnTo>
                  <a:lnTo>
                    <a:pt x="2811894" y="240106"/>
                  </a:lnTo>
                  <a:lnTo>
                    <a:pt x="2799994" y="248475"/>
                  </a:lnTo>
                  <a:lnTo>
                    <a:pt x="2780792" y="253555"/>
                  </a:lnTo>
                  <a:lnTo>
                    <a:pt x="2754744" y="255168"/>
                  </a:lnTo>
                  <a:lnTo>
                    <a:pt x="2728760" y="253555"/>
                  </a:lnTo>
                  <a:lnTo>
                    <a:pt x="2709583" y="248475"/>
                  </a:lnTo>
                  <a:lnTo>
                    <a:pt x="2697759" y="240106"/>
                  </a:lnTo>
                  <a:lnTo>
                    <a:pt x="2693809" y="228574"/>
                  </a:lnTo>
                  <a:lnTo>
                    <a:pt x="2697759" y="217004"/>
                  </a:lnTo>
                  <a:lnTo>
                    <a:pt x="2709583" y="208610"/>
                  </a:lnTo>
                  <a:lnTo>
                    <a:pt x="2728760" y="203492"/>
                  </a:lnTo>
                  <a:lnTo>
                    <a:pt x="2754744" y="201764"/>
                  </a:lnTo>
                  <a:lnTo>
                    <a:pt x="2780792" y="203492"/>
                  </a:lnTo>
                  <a:lnTo>
                    <a:pt x="2799994" y="208610"/>
                  </a:lnTo>
                  <a:lnTo>
                    <a:pt x="2811894" y="217004"/>
                  </a:lnTo>
                  <a:lnTo>
                    <a:pt x="2816021" y="228574"/>
                  </a:lnTo>
                  <a:lnTo>
                    <a:pt x="2816021" y="186385"/>
                  </a:lnTo>
                  <a:lnTo>
                    <a:pt x="2794635" y="178943"/>
                  </a:lnTo>
                  <a:lnTo>
                    <a:pt x="2754744" y="175285"/>
                  </a:lnTo>
                  <a:lnTo>
                    <a:pt x="2714929" y="178943"/>
                  </a:lnTo>
                  <a:lnTo>
                    <a:pt x="2684957" y="189382"/>
                  </a:lnTo>
                  <a:lnTo>
                    <a:pt x="2666073" y="206095"/>
                  </a:lnTo>
                  <a:lnTo>
                    <a:pt x="2659557" y="228574"/>
                  </a:lnTo>
                  <a:lnTo>
                    <a:pt x="2666073" y="251053"/>
                  </a:lnTo>
                  <a:lnTo>
                    <a:pt x="2684957" y="267779"/>
                  </a:lnTo>
                  <a:lnTo>
                    <a:pt x="2714929" y="278218"/>
                  </a:lnTo>
                  <a:lnTo>
                    <a:pt x="2754744" y="281863"/>
                  </a:lnTo>
                  <a:lnTo>
                    <a:pt x="2794635" y="278218"/>
                  </a:lnTo>
                  <a:lnTo>
                    <a:pt x="2824657" y="267779"/>
                  </a:lnTo>
                  <a:lnTo>
                    <a:pt x="2838932" y="255168"/>
                  </a:lnTo>
                  <a:lnTo>
                    <a:pt x="2843580" y="251053"/>
                  </a:lnTo>
                  <a:lnTo>
                    <a:pt x="2850159" y="228574"/>
                  </a:lnTo>
                  <a:close/>
                </a:path>
                <a:path w="10310494" h="725805">
                  <a:moveTo>
                    <a:pt x="3054439" y="24511"/>
                  </a:moveTo>
                  <a:lnTo>
                    <a:pt x="2991421" y="24511"/>
                  </a:lnTo>
                  <a:lnTo>
                    <a:pt x="2991421" y="0"/>
                  </a:lnTo>
                  <a:lnTo>
                    <a:pt x="2957055" y="0"/>
                  </a:lnTo>
                  <a:lnTo>
                    <a:pt x="2957055" y="24511"/>
                  </a:lnTo>
                  <a:lnTo>
                    <a:pt x="2893822" y="24511"/>
                  </a:lnTo>
                  <a:lnTo>
                    <a:pt x="2893822" y="49784"/>
                  </a:lnTo>
                  <a:lnTo>
                    <a:pt x="3054439" y="49784"/>
                  </a:lnTo>
                  <a:lnTo>
                    <a:pt x="3054439" y="24511"/>
                  </a:lnTo>
                  <a:close/>
                </a:path>
                <a:path w="10310494" h="725805">
                  <a:moveTo>
                    <a:pt x="3064395" y="173977"/>
                  </a:moveTo>
                  <a:lnTo>
                    <a:pt x="3062528" y="156032"/>
                  </a:lnTo>
                  <a:lnTo>
                    <a:pt x="3061881" y="149910"/>
                  </a:lnTo>
                  <a:lnTo>
                    <a:pt x="3044774" y="151942"/>
                  </a:lnTo>
                  <a:lnTo>
                    <a:pt x="3027222" y="153631"/>
                  </a:lnTo>
                  <a:lnTo>
                    <a:pt x="3009379" y="154978"/>
                  </a:lnTo>
                  <a:lnTo>
                    <a:pt x="2991421" y="156032"/>
                  </a:lnTo>
                  <a:lnTo>
                    <a:pt x="2991421" y="139839"/>
                  </a:lnTo>
                  <a:lnTo>
                    <a:pt x="3012148" y="134899"/>
                  </a:lnTo>
                  <a:lnTo>
                    <a:pt x="3027883" y="126212"/>
                  </a:lnTo>
                  <a:lnTo>
                    <a:pt x="3034766" y="117957"/>
                  </a:lnTo>
                  <a:lnTo>
                    <a:pt x="3037916" y="114173"/>
                  </a:lnTo>
                  <a:lnTo>
                    <a:pt x="3041535" y="99136"/>
                  </a:lnTo>
                  <a:lnTo>
                    <a:pt x="3036595" y="81838"/>
                  </a:lnTo>
                  <a:lnTo>
                    <a:pt x="3035579" y="80860"/>
                  </a:lnTo>
                  <a:lnTo>
                    <a:pt x="3022904" y="68757"/>
                  </a:lnTo>
                  <a:lnTo>
                    <a:pt x="3008490" y="63169"/>
                  </a:lnTo>
                  <a:lnTo>
                    <a:pt x="3008490" y="99136"/>
                  </a:lnTo>
                  <a:lnTo>
                    <a:pt x="3006128" y="107035"/>
                  </a:lnTo>
                  <a:lnTo>
                    <a:pt x="2999321" y="112979"/>
                  </a:lnTo>
                  <a:lnTo>
                    <a:pt x="2988449" y="116713"/>
                  </a:lnTo>
                  <a:lnTo>
                    <a:pt x="2973908" y="117957"/>
                  </a:lnTo>
                  <a:lnTo>
                    <a:pt x="2959316" y="116713"/>
                  </a:lnTo>
                  <a:lnTo>
                    <a:pt x="2948432" y="112979"/>
                  </a:lnTo>
                  <a:lnTo>
                    <a:pt x="2941675" y="107035"/>
                  </a:lnTo>
                  <a:lnTo>
                    <a:pt x="2939440" y="99136"/>
                  </a:lnTo>
                  <a:lnTo>
                    <a:pt x="2941675" y="91198"/>
                  </a:lnTo>
                  <a:lnTo>
                    <a:pt x="2948432" y="85483"/>
                  </a:lnTo>
                  <a:lnTo>
                    <a:pt x="2959316" y="82029"/>
                  </a:lnTo>
                  <a:lnTo>
                    <a:pt x="2973908" y="80860"/>
                  </a:lnTo>
                  <a:lnTo>
                    <a:pt x="2988449" y="82029"/>
                  </a:lnTo>
                  <a:lnTo>
                    <a:pt x="2999321" y="85483"/>
                  </a:lnTo>
                  <a:lnTo>
                    <a:pt x="3006128" y="91198"/>
                  </a:lnTo>
                  <a:lnTo>
                    <a:pt x="3008490" y="99136"/>
                  </a:lnTo>
                  <a:lnTo>
                    <a:pt x="3008490" y="63169"/>
                  </a:lnTo>
                  <a:lnTo>
                    <a:pt x="3001619" y="60502"/>
                  </a:lnTo>
                  <a:lnTo>
                    <a:pt x="2973908" y="57670"/>
                  </a:lnTo>
                  <a:lnTo>
                    <a:pt x="2946222" y="60502"/>
                  </a:lnTo>
                  <a:lnTo>
                    <a:pt x="2924911" y="68757"/>
                  </a:lnTo>
                  <a:lnTo>
                    <a:pt x="2911246" y="81838"/>
                  </a:lnTo>
                  <a:lnTo>
                    <a:pt x="2906509" y="99136"/>
                  </a:lnTo>
                  <a:lnTo>
                    <a:pt x="2909951" y="114300"/>
                  </a:lnTo>
                  <a:lnTo>
                    <a:pt x="2920047" y="126390"/>
                  </a:lnTo>
                  <a:lnTo>
                    <a:pt x="2936024" y="135064"/>
                  </a:lnTo>
                  <a:lnTo>
                    <a:pt x="2957055" y="139954"/>
                  </a:lnTo>
                  <a:lnTo>
                    <a:pt x="2957055" y="157238"/>
                  </a:lnTo>
                  <a:lnTo>
                    <a:pt x="2938348" y="157632"/>
                  </a:lnTo>
                  <a:lnTo>
                    <a:pt x="2886595" y="158000"/>
                  </a:lnTo>
                  <a:lnTo>
                    <a:pt x="2890316" y="185026"/>
                  </a:lnTo>
                  <a:lnTo>
                    <a:pt x="2929940" y="184721"/>
                  </a:lnTo>
                  <a:lnTo>
                    <a:pt x="2973540" y="183362"/>
                  </a:lnTo>
                  <a:lnTo>
                    <a:pt x="3019056" y="180073"/>
                  </a:lnTo>
                  <a:lnTo>
                    <a:pt x="3064395" y="173977"/>
                  </a:lnTo>
                  <a:close/>
                </a:path>
                <a:path w="10310494" h="725805">
                  <a:moveTo>
                    <a:pt x="3082480" y="527431"/>
                  </a:moveTo>
                  <a:lnTo>
                    <a:pt x="3076778" y="500405"/>
                  </a:lnTo>
                  <a:lnTo>
                    <a:pt x="3068828" y="489800"/>
                  </a:lnTo>
                  <a:lnTo>
                    <a:pt x="3061004" y="479348"/>
                  </a:lnTo>
                  <a:lnTo>
                    <a:pt x="3048673" y="472287"/>
                  </a:lnTo>
                  <a:lnTo>
                    <a:pt x="3048673" y="527431"/>
                  </a:lnTo>
                  <a:lnTo>
                    <a:pt x="3045561" y="542899"/>
                  </a:lnTo>
                  <a:lnTo>
                    <a:pt x="3036925" y="554736"/>
                  </a:lnTo>
                  <a:lnTo>
                    <a:pt x="3023793" y="562305"/>
                  </a:lnTo>
                  <a:lnTo>
                    <a:pt x="3007195" y="564959"/>
                  </a:lnTo>
                  <a:lnTo>
                    <a:pt x="2990354" y="562305"/>
                  </a:lnTo>
                  <a:lnTo>
                    <a:pt x="2977108" y="554736"/>
                  </a:lnTo>
                  <a:lnTo>
                    <a:pt x="2968460" y="542899"/>
                  </a:lnTo>
                  <a:lnTo>
                    <a:pt x="2965399" y="527431"/>
                  </a:lnTo>
                  <a:lnTo>
                    <a:pt x="2968460" y="511797"/>
                  </a:lnTo>
                  <a:lnTo>
                    <a:pt x="2977108" y="499910"/>
                  </a:lnTo>
                  <a:lnTo>
                    <a:pt x="2990354" y="492379"/>
                  </a:lnTo>
                  <a:lnTo>
                    <a:pt x="3007195" y="489800"/>
                  </a:lnTo>
                  <a:lnTo>
                    <a:pt x="3023793" y="492379"/>
                  </a:lnTo>
                  <a:lnTo>
                    <a:pt x="3036925" y="499910"/>
                  </a:lnTo>
                  <a:lnTo>
                    <a:pt x="3045561" y="511797"/>
                  </a:lnTo>
                  <a:lnTo>
                    <a:pt x="3048673" y="527431"/>
                  </a:lnTo>
                  <a:lnTo>
                    <a:pt x="3048673" y="472287"/>
                  </a:lnTo>
                  <a:lnTo>
                    <a:pt x="3037154" y="465670"/>
                  </a:lnTo>
                  <a:lnTo>
                    <a:pt x="3007195" y="460794"/>
                  </a:lnTo>
                  <a:lnTo>
                    <a:pt x="2977172" y="465670"/>
                  </a:lnTo>
                  <a:lnTo>
                    <a:pt x="2953258" y="479348"/>
                  </a:lnTo>
                  <a:lnTo>
                    <a:pt x="2937472" y="500405"/>
                  </a:lnTo>
                  <a:lnTo>
                    <a:pt x="2931807" y="527431"/>
                  </a:lnTo>
                  <a:lnTo>
                    <a:pt x="2937472" y="554113"/>
                  </a:lnTo>
                  <a:lnTo>
                    <a:pt x="2953258" y="575043"/>
                  </a:lnTo>
                  <a:lnTo>
                    <a:pt x="2977172" y="588695"/>
                  </a:lnTo>
                  <a:lnTo>
                    <a:pt x="3007195" y="593521"/>
                  </a:lnTo>
                  <a:lnTo>
                    <a:pt x="3037154" y="588695"/>
                  </a:lnTo>
                  <a:lnTo>
                    <a:pt x="3061004" y="575043"/>
                  </a:lnTo>
                  <a:lnTo>
                    <a:pt x="3068599" y="564959"/>
                  </a:lnTo>
                  <a:lnTo>
                    <a:pt x="3076778" y="554113"/>
                  </a:lnTo>
                  <a:lnTo>
                    <a:pt x="3082480" y="527431"/>
                  </a:lnTo>
                  <a:close/>
                </a:path>
                <a:path w="10310494" h="725805">
                  <a:moveTo>
                    <a:pt x="3110788" y="203517"/>
                  </a:moveTo>
                  <a:lnTo>
                    <a:pt x="2921724" y="203517"/>
                  </a:lnTo>
                  <a:lnTo>
                    <a:pt x="2921724" y="230327"/>
                  </a:lnTo>
                  <a:lnTo>
                    <a:pt x="3076321" y="230327"/>
                  </a:lnTo>
                  <a:lnTo>
                    <a:pt x="3076321" y="281647"/>
                  </a:lnTo>
                  <a:lnTo>
                    <a:pt x="3110788" y="281647"/>
                  </a:lnTo>
                  <a:lnTo>
                    <a:pt x="3110788" y="203517"/>
                  </a:lnTo>
                  <a:close/>
                </a:path>
                <a:path w="10310494" h="725805">
                  <a:moveTo>
                    <a:pt x="3148546" y="83921"/>
                  </a:moveTo>
                  <a:lnTo>
                    <a:pt x="3110788" y="83921"/>
                  </a:lnTo>
                  <a:lnTo>
                    <a:pt x="3110788" y="2413"/>
                  </a:lnTo>
                  <a:lnTo>
                    <a:pt x="3076321" y="2413"/>
                  </a:lnTo>
                  <a:lnTo>
                    <a:pt x="3076321" y="191490"/>
                  </a:lnTo>
                  <a:lnTo>
                    <a:pt x="3110788" y="191490"/>
                  </a:lnTo>
                  <a:lnTo>
                    <a:pt x="3110788" y="112268"/>
                  </a:lnTo>
                  <a:lnTo>
                    <a:pt x="3148546" y="112268"/>
                  </a:lnTo>
                  <a:lnTo>
                    <a:pt x="3148546" y="83921"/>
                  </a:lnTo>
                  <a:close/>
                </a:path>
                <a:path w="10310494" h="725805">
                  <a:moveTo>
                    <a:pt x="3159620" y="445922"/>
                  </a:moveTo>
                  <a:lnTo>
                    <a:pt x="3125152" y="445922"/>
                  </a:lnTo>
                  <a:lnTo>
                    <a:pt x="3125152" y="604354"/>
                  </a:lnTo>
                  <a:lnTo>
                    <a:pt x="3159620" y="604354"/>
                  </a:lnTo>
                  <a:lnTo>
                    <a:pt x="3159620" y="445922"/>
                  </a:lnTo>
                  <a:close/>
                </a:path>
                <a:path w="10310494" h="725805">
                  <a:moveTo>
                    <a:pt x="3184347" y="696048"/>
                  </a:moveTo>
                  <a:lnTo>
                    <a:pt x="3160331" y="684517"/>
                  </a:lnTo>
                  <a:lnTo>
                    <a:pt x="3146996" y="671753"/>
                  </a:lnTo>
                  <a:lnTo>
                    <a:pt x="3143466" y="668375"/>
                  </a:lnTo>
                  <a:lnTo>
                    <a:pt x="3133560" y="648982"/>
                  </a:lnTo>
                  <a:lnTo>
                    <a:pt x="3130410" y="627659"/>
                  </a:lnTo>
                  <a:lnTo>
                    <a:pt x="3130410" y="616178"/>
                  </a:lnTo>
                  <a:lnTo>
                    <a:pt x="3096488" y="616178"/>
                  </a:lnTo>
                  <a:lnTo>
                    <a:pt x="3096488" y="627659"/>
                  </a:lnTo>
                  <a:lnTo>
                    <a:pt x="3094329" y="644093"/>
                  </a:lnTo>
                  <a:lnTo>
                    <a:pt x="3087763" y="660869"/>
                  </a:lnTo>
                  <a:lnTo>
                    <a:pt x="3076638" y="676744"/>
                  </a:lnTo>
                  <a:lnTo>
                    <a:pt x="3060814" y="690460"/>
                  </a:lnTo>
                  <a:lnTo>
                    <a:pt x="3045244" y="677468"/>
                  </a:lnTo>
                  <a:lnTo>
                    <a:pt x="3041929" y="672744"/>
                  </a:lnTo>
                  <a:lnTo>
                    <a:pt x="3034449" y="662063"/>
                  </a:lnTo>
                  <a:lnTo>
                    <a:pt x="3028162" y="645147"/>
                  </a:lnTo>
                  <a:lnTo>
                    <a:pt x="3026130" y="627659"/>
                  </a:lnTo>
                  <a:lnTo>
                    <a:pt x="3026130" y="616178"/>
                  </a:lnTo>
                  <a:lnTo>
                    <a:pt x="2992653" y="616178"/>
                  </a:lnTo>
                  <a:lnTo>
                    <a:pt x="2992653" y="627659"/>
                  </a:lnTo>
                  <a:lnTo>
                    <a:pt x="2989237" y="647992"/>
                  </a:lnTo>
                  <a:lnTo>
                    <a:pt x="2979216" y="667232"/>
                  </a:lnTo>
                  <a:lnTo>
                    <a:pt x="2962427" y="683780"/>
                  </a:lnTo>
                  <a:lnTo>
                    <a:pt x="2938703" y="696048"/>
                  </a:lnTo>
                  <a:lnTo>
                    <a:pt x="2955671" y="721106"/>
                  </a:lnTo>
                  <a:lnTo>
                    <a:pt x="2973667" y="712635"/>
                  </a:lnTo>
                  <a:lnTo>
                    <a:pt x="2988627" y="701471"/>
                  </a:lnTo>
                  <a:lnTo>
                    <a:pt x="3000591" y="688035"/>
                  </a:lnTo>
                  <a:lnTo>
                    <a:pt x="3009608" y="672744"/>
                  </a:lnTo>
                  <a:lnTo>
                    <a:pt x="3017748" y="688670"/>
                  </a:lnTo>
                  <a:lnTo>
                    <a:pt x="3029000" y="702818"/>
                  </a:lnTo>
                  <a:lnTo>
                    <a:pt x="3043580" y="714641"/>
                  </a:lnTo>
                  <a:lnTo>
                    <a:pt x="3061690" y="723620"/>
                  </a:lnTo>
                  <a:lnTo>
                    <a:pt x="3079064" y="714336"/>
                  </a:lnTo>
                  <a:lnTo>
                    <a:pt x="3093224" y="702157"/>
                  </a:lnTo>
                  <a:lnTo>
                    <a:pt x="3102229" y="690460"/>
                  </a:lnTo>
                  <a:lnTo>
                    <a:pt x="3104311" y="687755"/>
                  </a:lnTo>
                  <a:lnTo>
                    <a:pt x="3112465" y="671753"/>
                  </a:lnTo>
                  <a:lnTo>
                    <a:pt x="3121355" y="687590"/>
                  </a:lnTo>
                  <a:lnTo>
                    <a:pt x="3133458" y="701357"/>
                  </a:lnTo>
                  <a:lnTo>
                    <a:pt x="3148825" y="712660"/>
                  </a:lnTo>
                  <a:lnTo>
                    <a:pt x="3167494" y="721106"/>
                  </a:lnTo>
                  <a:lnTo>
                    <a:pt x="3184347" y="696048"/>
                  </a:lnTo>
                  <a:close/>
                </a:path>
                <a:path w="10310494" h="725805">
                  <a:moveTo>
                    <a:pt x="3314636" y="125945"/>
                  </a:moveTo>
                  <a:lnTo>
                    <a:pt x="3309582" y="104013"/>
                  </a:lnTo>
                  <a:lnTo>
                    <a:pt x="3305352" y="98920"/>
                  </a:lnTo>
                  <a:lnTo>
                    <a:pt x="3295573" y="87122"/>
                  </a:lnTo>
                  <a:lnTo>
                    <a:pt x="3282035" y="80302"/>
                  </a:lnTo>
                  <a:lnTo>
                    <a:pt x="3282035" y="125945"/>
                  </a:lnTo>
                  <a:lnTo>
                    <a:pt x="3279356" y="137147"/>
                  </a:lnTo>
                  <a:lnTo>
                    <a:pt x="3272091" y="145453"/>
                  </a:lnTo>
                  <a:lnTo>
                    <a:pt x="3260902" y="150596"/>
                  </a:lnTo>
                  <a:lnTo>
                    <a:pt x="3246475" y="152311"/>
                  </a:lnTo>
                  <a:lnTo>
                    <a:pt x="3231921" y="150596"/>
                  </a:lnTo>
                  <a:lnTo>
                    <a:pt x="3220720" y="145453"/>
                  </a:lnTo>
                  <a:lnTo>
                    <a:pt x="3213557" y="137147"/>
                  </a:lnTo>
                  <a:lnTo>
                    <a:pt x="3211131" y="125945"/>
                  </a:lnTo>
                  <a:lnTo>
                    <a:pt x="3213557" y="114515"/>
                  </a:lnTo>
                  <a:lnTo>
                    <a:pt x="3220720" y="106032"/>
                  </a:lnTo>
                  <a:lnTo>
                    <a:pt x="3231921" y="100736"/>
                  </a:lnTo>
                  <a:lnTo>
                    <a:pt x="3246475" y="98920"/>
                  </a:lnTo>
                  <a:lnTo>
                    <a:pt x="3260902" y="100736"/>
                  </a:lnTo>
                  <a:lnTo>
                    <a:pt x="3272091" y="106032"/>
                  </a:lnTo>
                  <a:lnTo>
                    <a:pt x="3279356" y="114515"/>
                  </a:lnTo>
                  <a:lnTo>
                    <a:pt x="3282035" y="125945"/>
                  </a:lnTo>
                  <a:lnTo>
                    <a:pt x="3282035" y="80302"/>
                  </a:lnTo>
                  <a:lnTo>
                    <a:pt x="3274047" y="76276"/>
                  </a:lnTo>
                  <a:lnTo>
                    <a:pt x="3246475" y="72440"/>
                  </a:lnTo>
                  <a:lnTo>
                    <a:pt x="3218497" y="76276"/>
                  </a:lnTo>
                  <a:lnTo>
                    <a:pt x="3196767" y="87122"/>
                  </a:lnTo>
                  <a:lnTo>
                    <a:pt x="3182709" y="104013"/>
                  </a:lnTo>
                  <a:lnTo>
                    <a:pt x="3177756" y="125945"/>
                  </a:lnTo>
                  <a:lnTo>
                    <a:pt x="3182709" y="147637"/>
                  </a:lnTo>
                  <a:lnTo>
                    <a:pt x="3196767" y="164299"/>
                  </a:lnTo>
                  <a:lnTo>
                    <a:pt x="3218497" y="174967"/>
                  </a:lnTo>
                  <a:lnTo>
                    <a:pt x="3246475" y="178676"/>
                  </a:lnTo>
                  <a:lnTo>
                    <a:pt x="3274047" y="174967"/>
                  </a:lnTo>
                  <a:lnTo>
                    <a:pt x="3295573" y="164299"/>
                  </a:lnTo>
                  <a:lnTo>
                    <a:pt x="3305645" y="152311"/>
                  </a:lnTo>
                  <a:lnTo>
                    <a:pt x="3309582" y="147637"/>
                  </a:lnTo>
                  <a:lnTo>
                    <a:pt x="3314636" y="125945"/>
                  </a:lnTo>
                  <a:close/>
                </a:path>
                <a:path w="10310494" h="725805">
                  <a:moveTo>
                    <a:pt x="3329305" y="33375"/>
                  </a:moveTo>
                  <a:lnTo>
                    <a:pt x="3263544" y="33375"/>
                  </a:lnTo>
                  <a:lnTo>
                    <a:pt x="3263544" y="2197"/>
                  </a:lnTo>
                  <a:lnTo>
                    <a:pt x="3229292" y="2197"/>
                  </a:lnTo>
                  <a:lnTo>
                    <a:pt x="3229292" y="33375"/>
                  </a:lnTo>
                  <a:lnTo>
                    <a:pt x="3163316" y="33375"/>
                  </a:lnTo>
                  <a:lnTo>
                    <a:pt x="3163316" y="60731"/>
                  </a:lnTo>
                  <a:lnTo>
                    <a:pt x="3329305" y="60731"/>
                  </a:lnTo>
                  <a:lnTo>
                    <a:pt x="3329305" y="33375"/>
                  </a:lnTo>
                  <a:close/>
                </a:path>
                <a:path w="10310494" h="725805">
                  <a:moveTo>
                    <a:pt x="3394735" y="248488"/>
                  </a:moveTo>
                  <a:lnTo>
                    <a:pt x="3238817" y="248488"/>
                  </a:lnTo>
                  <a:lnTo>
                    <a:pt x="3238817" y="194983"/>
                  </a:lnTo>
                  <a:lnTo>
                    <a:pt x="3204565" y="194983"/>
                  </a:lnTo>
                  <a:lnTo>
                    <a:pt x="3204565" y="276390"/>
                  </a:lnTo>
                  <a:lnTo>
                    <a:pt x="3394735" y="276390"/>
                  </a:lnTo>
                  <a:lnTo>
                    <a:pt x="3394735" y="248488"/>
                  </a:lnTo>
                  <a:close/>
                </a:path>
                <a:path w="10310494" h="725805">
                  <a:moveTo>
                    <a:pt x="3422853" y="90271"/>
                  </a:moveTo>
                  <a:lnTo>
                    <a:pt x="3383788" y="90271"/>
                  </a:lnTo>
                  <a:lnTo>
                    <a:pt x="3383788" y="2413"/>
                  </a:lnTo>
                  <a:lnTo>
                    <a:pt x="3349218" y="2413"/>
                  </a:lnTo>
                  <a:lnTo>
                    <a:pt x="3349218" y="211404"/>
                  </a:lnTo>
                  <a:lnTo>
                    <a:pt x="3383788" y="211404"/>
                  </a:lnTo>
                  <a:lnTo>
                    <a:pt x="3383788" y="118618"/>
                  </a:lnTo>
                  <a:lnTo>
                    <a:pt x="3422853" y="118618"/>
                  </a:lnTo>
                  <a:lnTo>
                    <a:pt x="3422853" y="90271"/>
                  </a:lnTo>
                  <a:close/>
                </a:path>
                <a:path w="10310494" h="725805">
                  <a:moveTo>
                    <a:pt x="3427361" y="525284"/>
                  </a:moveTo>
                  <a:lnTo>
                    <a:pt x="3267722" y="525284"/>
                  </a:lnTo>
                  <a:lnTo>
                    <a:pt x="3267722" y="455434"/>
                  </a:lnTo>
                  <a:lnTo>
                    <a:pt x="3233470" y="455434"/>
                  </a:lnTo>
                  <a:lnTo>
                    <a:pt x="3233470" y="525284"/>
                  </a:lnTo>
                  <a:lnTo>
                    <a:pt x="3233470" y="551954"/>
                  </a:lnTo>
                  <a:lnTo>
                    <a:pt x="3427361" y="551954"/>
                  </a:lnTo>
                  <a:lnTo>
                    <a:pt x="3427361" y="525284"/>
                  </a:lnTo>
                  <a:close/>
                </a:path>
                <a:path w="10310494" h="725805">
                  <a:moveTo>
                    <a:pt x="3429114" y="690384"/>
                  </a:moveTo>
                  <a:lnTo>
                    <a:pt x="3265538" y="690384"/>
                  </a:lnTo>
                  <a:lnTo>
                    <a:pt x="3265538" y="635774"/>
                  </a:lnTo>
                  <a:lnTo>
                    <a:pt x="3231172" y="635774"/>
                  </a:lnTo>
                  <a:lnTo>
                    <a:pt x="3231172" y="690384"/>
                  </a:lnTo>
                  <a:lnTo>
                    <a:pt x="3231172" y="718324"/>
                  </a:lnTo>
                  <a:lnTo>
                    <a:pt x="3429114" y="718324"/>
                  </a:lnTo>
                  <a:lnTo>
                    <a:pt x="3429114" y="690384"/>
                  </a:lnTo>
                  <a:close/>
                </a:path>
                <a:path w="10310494" h="725805">
                  <a:moveTo>
                    <a:pt x="3456140" y="584555"/>
                  </a:moveTo>
                  <a:lnTo>
                    <a:pt x="3200425" y="584555"/>
                  </a:lnTo>
                  <a:lnTo>
                    <a:pt x="3200425" y="611682"/>
                  </a:lnTo>
                  <a:lnTo>
                    <a:pt x="3456140" y="611682"/>
                  </a:lnTo>
                  <a:lnTo>
                    <a:pt x="3456140" y="584555"/>
                  </a:lnTo>
                  <a:close/>
                </a:path>
                <a:path w="10310494" h="725805">
                  <a:moveTo>
                    <a:pt x="3667518" y="90601"/>
                  </a:moveTo>
                  <a:lnTo>
                    <a:pt x="3661740" y="62522"/>
                  </a:lnTo>
                  <a:lnTo>
                    <a:pt x="3653294" y="50774"/>
                  </a:lnTo>
                  <a:lnTo>
                    <a:pt x="3645839" y="40436"/>
                  </a:lnTo>
                  <a:lnTo>
                    <a:pt x="3633711" y="33096"/>
                  </a:lnTo>
                  <a:lnTo>
                    <a:pt x="3633711" y="90601"/>
                  </a:lnTo>
                  <a:lnTo>
                    <a:pt x="3630511" y="107353"/>
                  </a:lnTo>
                  <a:lnTo>
                    <a:pt x="3621722" y="119989"/>
                  </a:lnTo>
                  <a:lnTo>
                    <a:pt x="3608552" y="127977"/>
                  </a:lnTo>
                  <a:lnTo>
                    <a:pt x="3592245" y="130759"/>
                  </a:lnTo>
                  <a:lnTo>
                    <a:pt x="3575583" y="127977"/>
                  </a:lnTo>
                  <a:lnTo>
                    <a:pt x="3562324" y="119989"/>
                  </a:lnTo>
                  <a:lnTo>
                    <a:pt x="3553561" y="107353"/>
                  </a:lnTo>
                  <a:lnTo>
                    <a:pt x="3550450" y="90601"/>
                  </a:lnTo>
                  <a:lnTo>
                    <a:pt x="3553561" y="74180"/>
                  </a:lnTo>
                  <a:lnTo>
                    <a:pt x="3562324" y="61620"/>
                  </a:lnTo>
                  <a:lnTo>
                    <a:pt x="3575583" y="53594"/>
                  </a:lnTo>
                  <a:lnTo>
                    <a:pt x="3592245" y="50774"/>
                  </a:lnTo>
                  <a:lnTo>
                    <a:pt x="3608552" y="53594"/>
                  </a:lnTo>
                  <a:lnTo>
                    <a:pt x="3621722" y="61620"/>
                  </a:lnTo>
                  <a:lnTo>
                    <a:pt x="3630511" y="74180"/>
                  </a:lnTo>
                  <a:lnTo>
                    <a:pt x="3633711" y="90601"/>
                  </a:lnTo>
                  <a:lnTo>
                    <a:pt x="3633711" y="33096"/>
                  </a:lnTo>
                  <a:lnTo>
                    <a:pt x="3621963" y="25971"/>
                  </a:lnTo>
                  <a:lnTo>
                    <a:pt x="3592245" y="20789"/>
                  </a:lnTo>
                  <a:lnTo>
                    <a:pt x="3562489" y="25971"/>
                  </a:lnTo>
                  <a:lnTo>
                    <a:pt x="3538550" y="40436"/>
                  </a:lnTo>
                  <a:lnTo>
                    <a:pt x="3522599" y="62522"/>
                  </a:lnTo>
                  <a:lnTo>
                    <a:pt x="3516858" y="90601"/>
                  </a:lnTo>
                  <a:lnTo>
                    <a:pt x="3522599" y="119024"/>
                  </a:lnTo>
                  <a:lnTo>
                    <a:pt x="3538550" y="141224"/>
                  </a:lnTo>
                  <a:lnTo>
                    <a:pt x="3562489" y="155638"/>
                  </a:lnTo>
                  <a:lnTo>
                    <a:pt x="3592245" y="160743"/>
                  </a:lnTo>
                  <a:lnTo>
                    <a:pt x="3621963" y="155638"/>
                  </a:lnTo>
                  <a:lnTo>
                    <a:pt x="3645839" y="141224"/>
                  </a:lnTo>
                  <a:lnTo>
                    <a:pt x="3653345" y="130759"/>
                  </a:lnTo>
                  <a:lnTo>
                    <a:pt x="3661740" y="119024"/>
                  </a:lnTo>
                  <a:lnTo>
                    <a:pt x="3667518" y="90601"/>
                  </a:lnTo>
                  <a:close/>
                </a:path>
                <a:path w="10310494" h="725805">
                  <a:moveTo>
                    <a:pt x="3727539" y="634987"/>
                  </a:moveTo>
                  <a:lnTo>
                    <a:pt x="3697071" y="614895"/>
                  </a:lnTo>
                  <a:lnTo>
                    <a:pt x="3674313" y="585838"/>
                  </a:lnTo>
                  <a:lnTo>
                    <a:pt x="3672560" y="581482"/>
                  </a:lnTo>
                  <a:lnTo>
                    <a:pt x="3660127" y="550824"/>
                  </a:lnTo>
                  <a:lnTo>
                    <a:pt x="3655326" y="512876"/>
                  </a:lnTo>
                  <a:lnTo>
                    <a:pt x="3655326" y="468134"/>
                  </a:lnTo>
                  <a:lnTo>
                    <a:pt x="3620528" y="468134"/>
                  </a:lnTo>
                  <a:lnTo>
                    <a:pt x="3620528" y="512876"/>
                  </a:lnTo>
                  <a:lnTo>
                    <a:pt x="3615423" y="552678"/>
                  </a:lnTo>
                  <a:lnTo>
                    <a:pt x="3600920" y="589254"/>
                  </a:lnTo>
                  <a:lnTo>
                    <a:pt x="3577755" y="619518"/>
                  </a:lnTo>
                  <a:lnTo>
                    <a:pt x="3546665" y="640359"/>
                  </a:lnTo>
                  <a:lnTo>
                    <a:pt x="3567684" y="669023"/>
                  </a:lnTo>
                  <a:lnTo>
                    <a:pt x="3591242" y="654189"/>
                  </a:lnTo>
                  <a:lnTo>
                    <a:pt x="3610978" y="634072"/>
                  </a:lnTo>
                  <a:lnTo>
                    <a:pt x="3626739" y="609549"/>
                  </a:lnTo>
                  <a:lnTo>
                    <a:pt x="3638359" y="581482"/>
                  </a:lnTo>
                  <a:lnTo>
                    <a:pt x="3650081" y="607479"/>
                  </a:lnTo>
                  <a:lnTo>
                    <a:pt x="3665575" y="630148"/>
                  </a:lnTo>
                  <a:lnTo>
                    <a:pt x="3684651" y="648754"/>
                  </a:lnTo>
                  <a:lnTo>
                    <a:pt x="3707079" y="662559"/>
                  </a:lnTo>
                  <a:lnTo>
                    <a:pt x="3727539" y="634987"/>
                  </a:lnTo>
                  <a:close/>
                </a:path>
                <a:path w="10310494" h="725805">
                  <a:moveTo>
                    <a:pt x="3744658" y="2413"/>
                  </a:moveTo>
                  <a:lnTo>
                    <a:pt x="3710190" y="2413"/>
                  </a:lnTo>
                  <a:lnTo>
                    <a:pt x="3710190" y="204508"/>
                  </a:lnTo>
                  <a:lnTo>
                    <a:pt x="3744658" y="204508"/>
                  </a:lnTo>
                  <a:lnTo>
                    <a:pt x="3744658" y="2413"/>
                  </a:lnTo>
                  <a:close/>
                </a:path>
                <a:path w="10310494" h="725805">
                  <a:moveTo>
                    <a:pt x="3752545" y="248488"/>
                  </a:moveTo>
                  <a:lnTo>
                    <a:pt x="3594328" y="248488"/>
                  </a:lnTo>
                  <a:lnTo>
                    <a:pt x="3594328" y="183934"/>
                  </a:lnTo>
                  <a:lnTo>
                    <a:pt x="3559632" y="183934"/>
                  </a:lnTo>
                  <a:lnTo>
                    <a:pt x="3559632" y="276390"/>
                  </a:lnTo>
                  <a:lnTo>
                    <a:pt x="3752545" y="276390"/>
                  </a:lnTo>
                  <a:lnTo>
                    <a:pt x="3752545" y="248488"/>
                  </a:lnTo>
                  <a:close/>
                </a:path>
                <a:path w="10310494" h="725805">
                  <a:moveTo>
                    <a:pt x="3782352" y="445706"/>
                  </a:moveTo>
                  <a:lnTo>
                    <a:pt x="3747668" y="445706"/>
                  </a:lnTo>
                  <a:lnTo>
                    <a:pt x="3747668" y="725805"/>
                  </a:lnTo>
                  <a:lnTo>
                    <a:pt x="3782352" y="725805"/>
                  </a:lnTo>
                  <a:lnTo>
                    <a:pt x="3782352" y="445706"/>
                  </a:lnTo>
                  <a:close/>
                </a:path>
                <a:path w="10310494" h="725805">
                  <a:moveTo>
                    <a:pt x="3950589" y="128790"/>
                  </a:moveTo>
                  <a:lnTo>
                    <a:pt x="3922166" y="115138"/>
                  </a:lnTo>
                  <a:lnTo>
                    <a:pt x="3905034" y="99021"/>
                  </a:lnTo>
                  <a:lnTo>
                    <a:pt x="3901579" y="95783"/>
                  </a:lnTo>
                  <a:lnTo>
                    <a:pt x="3889057" y="72390"/>
                  </a:lnTo>
                  <a:lnTo>
                    <a:pt x="3884828" y="46621"/>
                  </a:lnTo>
                  <a:lnTo>
                    <a:pt x="3884828" y="16967"/>
                  </a:lnTo>
                  <a:lnTo>
                    <a:pt x="3850475" y="16967"/>
                  </a:lnTo>
                  <a:lnTo>
                    <a:pt x="3850475" y="43446"/>
                  </a:lnTo>
                  <a:lnTo>
                    <a:pt x="3846118" y="72656"/>
                  </a:lnTo>
                  <a:lnTo>
                    <a:pt x="3833368" y="99034"/>
                  </a:lnTo>
                  <a:lnTo>
                    <a:pt x="3812222" y="120853"/>
                  </a:lnTo>
                  <a:lnTo>
                    <a:pt x="3782631" y="136334"/>
                  </a:lnTo>
                  <a:lnTo>
                    <a:pt x="3801237" y="163474"/>
                  </a:lnTo>
                  <a:lnTo>
                    <a:pt x="3823601" y="152730"/>
                  </a:lnTo>
                  <a:lnTo>
                    <a:pt x="3842258" y="138061"/>
                  </a:lnTo>
                  <a:lnTo>
                    <a:pt x="3857142" y="119989"/>
                  </a:lnTo>
                  <a:lnTo>
                    <a:pt x="3868191" y="99021"/>
                  </a:lnTo>
                  <a:lnTo>
                    <a:pt x="3879024" y="117373"/>
                  </a:lnTo>
                  <a:lnTo>
                    <a:pt x="3893388" y="133223"/>
                  </a:lnTo>
                  <a:lnTo>
                    <a:pt x="3911155" y="146113"/>
                  </a:lnTo>
                  <a:lnTo>
                    <a:pt x="3932199" y="155600"/>
                  </a:lnTo>
                  <a:lnTo>
                    <a:pt x="3950589" y="128790"/>
                  </a:lnTo>
                  <a:close/>
                </a:path>
                <a:path w="10310494" h="725805">
                  <a:moveTo>
                    <a:pt x="4009009" y="228358"/>
                  </a:moveTo>
                  <a:lnTo>
                    <a:pt x="4002519" y="206070"/>
                  </a:lnTo>
                  <a:lnTo>
                    <a:pt x="3998557" y="202539"/>
                  </a:lnTo>
                  <a:lnTo>
                    <a:pt x="3983901" y="189471"/>
                  </a:lnTo>
                  <a:lnTo>
                    <a:pt x="3975201" y="186423"/>
                  </a:lnTo>
                  <a:lnTo>
                    <a:pt x="3975201" y="228358"/>
                  </a:lnTo>
                  <a:lnTo>
                    <a:pt x="3971252" y="239661"/>
                  </a:lnTo>
                  <a:lnTo>
                    <a:pt x="3959695" y="247777"/>
                  </a:lnTo>
                  <a:lnTo>
                    <a:pt x="3940949" y="252704"/>
                  </a:lnTo>
                  <a:lnTo>
                    <a:pt x="3915460" y="254393"/>
                  </a:lnTo>
                  <a:lnTo>
                    <a:pt x="3889819" y="252704"/>
                  </a:lnTo>
                  <a:lnTo>
                    <a:pt x="3870871" y="247777"/>
                  </a:lnTo>
                  <a:lnTo>
                    <a:pt x="3859149" y="239661"/>
                  </a:lnTo>
                  <a:lnTo>
                    <a:pt x="3855174" y="228358"/>
                  </a:lnTo>
                  <a:lnTo>
                    <a:pt x="3859149" y="217398"/>
                  </a:lnTo>
                  <a:lnTo>
                    <a:pt x="3870871" y="209296"/>
                  </a:lnTo>
                  <a:lnTo>
                    <a:pt x="3889819" y="204266"/>
                  </a:lnTo>
                  <a:lnTo>
                    <a:pt x="3915460" y="202539"/>
                  </a:lnTo>
                  <a:lnTo>
                    <a:pt x="3940949" y="204266"/>
                  </a:lnTo>
                  <a:lnTo>
                    <a:pt x="3959695" y="209296"/>
                  </a:lnTo>
                  <a:lnTo>
                    <a:pt x="3971252" y="217398"/>
                  </a:lnTo>
                  <a:lnTo>
                    <a:pt x="3975201" y="228358"/>
                  </a:lnTo>
                  <a:lnTo>
                    <a:pt x="3975201" y="186423"/>
                  </a:lnTo>
                  <a:lnTo>
                    <a:pt x="3954449" y="179133"/>
                  </a:lnTo>
                  <a:lnTo>
                    <a:pt x="3915460" y="175615"/>
                  </a:lnTo>
                  <a:lnTo>
                    <a:pt x="3876014" y="179133"/>
                  </a:lnTo>
                  <a:lnTo>
                    <a:pt x="3846182" y="189471"/>
                  </a:lnTo>
                  <a:lnTo>
                    <a:pt x="3827348" y="206070"/>
                  </a:lnTo>
                  <a:lnTo>
                    <a:pt x="3820820" y="228358"/>
                  </a:lnTo>
                  <a:lnTo>
                    <a:pt x="3827348" y="250926"/>
                  </a:lnTo>
                  <a:lnTo>
                    <a:pt x="3846182" y="267614"/>
                  </a:lnTo>
                  <a:lnTo>
                    <a:pt x="3876014" y="277939"/>
                  </a:lnTo>
                  <a:lnTo>
                    <a:pt x="3915460" y="281419"/>
                  </a:lnTo>
                  <a:lnTo>
                    <a:pt x="3954449" y="277939"/>
                  </a:lnTo>
                  <a:lnTo>
                    <a:pt x="3983901" y="267614"/>
                  </a:lnTo>
                  <a:lnTo>
                    <a:pt x="3998645" y="254393"/>
                  </a:lnTo>
                  <a:lnTo>
                    <a:pt x="4002519" y="250926"/>
                  </a:lnTo>
                  <a:lnTo>
                    <a:pt x="4009009" y="228358"/>
                  </a:lnTo>
                  <a:close/>
                </a:path>
                <a:path w="10310494" h="725805">
                  <a:moveTo>
                    <a:pt x="4045559" y="70027"/>
                  </a:moveTo>
                  <a:lnTo>
                    <a:pt x="4006494" y="70027"/>
                  </a:lnTo>
                  <a:lnTo>
                    <a:pt x="4006494" y="2197"/>
                  </a:lnTo>
                  <a:lnTo>
                    <a:pt x="3971925" y="2197"/>
                  </a:lnTo>
                  <a:lnTo>
                    <a:pt x="3971925" y="169379"/>
                  </a:lnTo>
                  <a:lnTo>
                    <a:pt x="4006494" y="169379"/>
                  </a:lnTo>
                  <a:lnTo>
                    <a:pt x="4006494" y="98704"/>
                  </a:lnTo>
                  <a:lnTo>
                    <a:pt x="4045559" y="98704"/>
                  </a:lnTo>
                  <a:lnTo>
                    <a:pt x="4045559" y="70027"/>
                  </a:lnTo>
                  <a:close/>
                </a:path>
                <a:path w="10310494" h="725805">
                  <a:moveTo>
                    <a:pt x="4068915" y="580834"/>
                  </a:moveTo>
                  <a:lnTo>
                    <a:pt x="4028465" y="567436"/>
                  </a:lnTo>
                  <a:lnTo>
                    <a:pt x="3996537" y="544753"/>
                  </a:lnTo>
                  <a:lnTo>
                    <a:pt x="3968140" y="483882"/>
                  </a:lnTo>
                  <a:lnTo>
                    <a:pt x="3968140" y="463321"/>
                  </a:lnTo>
                  <a:lnTo>
                    <a:pt x="3931602" y="463321"/>
                  </a:lnTo>
                  <a:lnTo>
                    <a:pt x="3931602" y="483882"/>
                  </a:lnTo>
                  <a:lnTo>
                    <a:pt x="3923957" y="515747"/>
                  </a:lnTo>
                  <a:lnTo>
                    <a:pt x="3903027" y="544588"/>
                  </a:lnTo>
                  <a:lnTo>
                    <a:pt x="3871328" y="567309"/>
                  </a:lnTo>
                  <a:lnTo>
                    <a:pt x="3831374" y="580834"/>
                  </a:lnTo>
                  <a:lnTo>
                    <a:pt x="3846474" y="609498"/>
                  </a:lnTo>
                  <a:lnTo>
                    <a:pt x="3879773" y="598716"/>
                  </a:lnTo>
                  <a:lnTo>
                    <a:pt x="3908856" y="581901"/>
                  </a:lnTo>
                  <a:lnTo>
                    <a:pt x="3932618" y="559955"/>
                  </a:lnTo>
                  <a:lnTo>
                    <a:pt x="3949979" y="533781"/>
                  </a:lnTo>
                  <a:lnTo>
                    <a:pt x="3967213" y="560120"/>
                  </a:lnTo>
                  <a:lnTo>
                    <a:pt x="3990949" y="582104"/>
                  </a:lnTo>
                  <a:lnTo>
                    <a:pt x="4020070" y="598855"/>
                  </a:lnTo>
                  <a:lnTo>
                    <a:pt x="4053497" y="609498"/>
                  </a:lnTo>
                  <a:lnTo>
                    <a:pt x="4068915" y="580834"/>
                  </a:lnTo>
                  <a:close/>
                </a:path>
                <a:path w="10310494" h="725805">
                  <a:moveTo>
                    <a:pt x="4079316" y="661250"/>
                  </a:moveTo>
                  <a:lnTo>
                    <a:pt x="3823601" y="661250"/>
                  </a:lnTo>
                  <a:lnTo>
                    <a:pt x="3823601" y="689698"/>
                  </a:lnTo>
                  <a:lnTo>
                    <a:pt x="4079316" y="689698"/>
                  </a:lnTo>
                  <a:lnTo>
                    <a:pt x="4079316" y="661250"/>
                  </a:lnTo>
                  <a:close/>
                </a:path>
                <a:path w="10310494" h="725805">
                  <a:moveTo>
                    <a:pt x="4227080" y="136232"/>
                  </a:moveTo>
                  <a:lnTo>
                    <a:pt x="4181957" y="110515"/>
                  </a:lnTo>
                  <a:lnTo>
                    <a:pt x="4160228" y="62585"/>
                  </a:lnTo>
                  <a:lnTo>
                    <a:pt x="4160228" y="60617"/>
                  </a:lnTo>
                  <a:lnTo>
                    <a:pt x="4218660" y="60617"/>
                  </a:lnTo>
                  <a:lnTo>
                    <a:pt x="4218660" y="33261"/>
                  </a:lnTo>
                  <a:lnTo>
                    <a:pt x="4160672" y="33261"/>
                  </a:lnTo>
                  <a:lnTo>
                    <a:pt x="4160672" y="1320"/>
                  </a:lnTo>
                  <a:lnTo>
                    <a:pt x="4125976" y="1320"/>
                  </a:lnTo>
                  <a:lnTo>
                    <a:pt x="4125976" y="33261"/>
                  </a:lnTo>
                  <a:lnTo>
                    <a:pt x="4067441" y="33261"/>
                  </a:lnTo>
                  <a:lnTo>
                    <a:pt x="4067441" y="60617"/>
                  </a:lnTo>
                  <a:lnTo>
                    <a:pt x="4125976" y="60617"/>
                  </a:lnTo>
                  <a:lnTo>
                    <a:pt x="4125976" y="62585"/>
                  </a:lnTo>
                  <a:lnTo>
                    <a:pt x="4121632" y="87287"/>
                  </a:lnTo>
                  <a:lnTo>
                    <a:pt x="4108767" y="109816"/>
                  </a:lnTo>
                  <a:lnTo>
                    <a:pt x="4087622" y="128435"/>
                  </a:lnTo>
                  <a:lnTo>
                    <a:pt x="4058475" y="141376"/>
                  </a:lnTo>
                  <a:lnTo>
                    <a:pt x="4075214" y="168173"/>
                  </a:lnTo>
                  <a:lnTo>
                    <a:pt x="4097959" y="158800"/>
                  </a:lnTo>
                  <a:lnTo>
                    <a:pt x="4117022" y="145745"/>
                  </a:lnTo>
                  <a:lnTo>
                    <a:pt x="4132249" y="129501"/>
                  </a:lnTo>
                  <a:lnTo>
                    <a:pt x="4143489" y="110515"/>
                  </a:lnTo>
                  <a:lnTo>
                    <a:pt x="4154855" y="127850"/>
                  </a:lnTo>
                  <a:lnTo>
                    <a:pt x="4169981" y="142786"/>
                  </a:lnTo>
                  <a:lnTo>
                    <a:pt x="4188739" y="154813"/>
                  </a:lnTo>
                  <a:lnTo>
                    <a:pt x="4211002" y="163474"/>
                  </a:lnTo>
                  <a:lnTo>
                    <a:pt x="4227080" y="136232"/>
                  </a:lnTo>
                  <a:close/>
                </a:path>
                <a:path w="10310494" h="725805">
                  <a:moveTo>
                    <a:pt x="4229874" y="592975"/>
                  </a:moveTo>
                  <a:lnTo>
                    <a:pt x="4227296" y="572516"/>
                  </a:lnTo>
                  <a:lnTo>
                    <a:pt x="4226484" y="566064"/>
                  </a:lnTo>
                  <a:lnTo>
                    <a:pt x="4206544" y="569010"/>
                  </a:lnTo>
                  <a:lnTo>
                    <a:pt x="4186745" y="570928"/>
                  </a:lnTo>
                  <a:lnTo>
                    <a:pt x="4165777" y="572033"/>
                  </a:lnTo>
                  <a:lnTo>
                    <a:pt x="4142333" y="572516"/>
                  </a:lnTo>
                  <a:lnTo>
                    <a:pt x="4142333" y="543623"/>
                  </a:lnTo>
                  <a:lnTo>
                    <a:pt x="4205147" y="543623"/>
                  </a:lnTo>
                  <a:lnTo>
                    <a:pt x="4205147" y="517144"/>
                  </a:lnTo>
                  <a:lnTo>
                    <a:pt x="4142333" y="517144"/>
                  </a:lnTo>
                  <a:lnTo>
                    <a:pt x="4142333" y="490778"/>
                  </a:lnTo>
                  <a:lnTo>
                    <a:pt x="4215752" y="490778"/>
                  </a:lnTo>
                  <a:lnTo>
                    <a:pt x="4215752" y="462876"/>
                  </a:lnTo>
                  <a:lnTo>
                    <a:pt x="4109288" y="462876"/>
                  </a:lnTo>
                  <a:lnTo>
                    <a:pt x="4109288" y="599973"/>
                  </a:lnTo>
                  <a:lnTo>
                    <a:pt x="4127779" y="599973"/>
                  </a:lnTo>
                  <a:lnTo>
                    <a:pt x="4157497" y="599719"/>
                  </a:lnTo>
                  <a:lnTo>
                    <a:pt x="4183011" y="598690"/>
                  </a:lnTo>
                  <a:lnTo>
                    <a:pt x="4206443" y="596557"/>
                  </a:lnTo>
                  <a:lnTo>
                    <a:pt x="4229874" y="592975"/>
                  </a:lnTo>
                  <a:close/>
                </a:path>
                <a:path w="10310494" h="725805">
                  <a:moveTo>
                    <a:pt x="4280484" y="185788"/>
                  </a:moveTo>
                  <a:lnTo>
                    <a:pt x="4094035" y="185788"/>
                  </a:lnTo>
                  <a:lnTo>
                    <a:pt x="4094035" y="213474"/>
                  </a:lnTo>
                  <a:lnTo>
                    <a:pt x="4245902" y="213474"/>
                  </a:lnTo>
                  <a:lnTo>
                    <a:pt x="4245902" y="282079"/>
                  </a:lnTo>
                  <a:lnTo>
                    <a:pt x="4280484" y="282079"/>
                  </a:lnTo>
                  <a:lnTo>
                    <a:pt x="4280484" y="185788"/>
                  </a:lnTo>
                  <a:close/>
                </a:path>
                <a:path w="10310494" h="725805">
                  <a:moveTo>
                    <a:pt x="4281627" y="450189"/>
                  </a:moveTo>
                  <a:lnTo>
                    <a:pt x="4248912" y="450189"/>
                  </a:lnTo>
                  <a:lnTo>
                    <a:pt x="4248912" y="513867"/>
                  </a:lnTo>
                  <a:lnTo>
                    <a:pt x="4217403" y="513867"/>
                  </a:lnTo>
                  <a:lnTo>
                    <a:pt x="4217403" y="541769"/>
                  </a:lnTo>
                  <a:lnTo>
                    <a:pt x="4248912" y="541769"/>
                  </a:lnTo>
                  <a:lnTo>
                    <a:pt x="4248912" y="610920"/>
                  </a:lnTo>
                  <a:lnTo>
                    <a:pt x="4281627" y="610920"/>
                  </a:lnTo>
                  <a:lnTo>
                    <a:pt x="4281627" y="450189"/>
                  </a:lnTo>
                  <a:close/>
                </a:path>
                <a:path w="10310494" h="725805">
                  <a:moveTo>
                    <a:pt x="4319536" y="72986"/>
                  </a:moveTo>
                  <a:lnTo>
                    <a:pt x="4280484" y="72986"/>
                  </a:lnTo>
                  <a:lnTo>
                    <a:pt x="4280484" y="2197"/>
                  </a:lnTo>
                  <a:lnTo>
                    <a:pt x="4245902" y="2197"/>
                  </a:lnTo>
                  <a:lnTo>
                    <a:pt x="4245902" y="173316"/>
                  </a:lnTo>
                  <a:lnTo>
                    <a:pt x="4280484" y="173316"/>
                  </a:lnTo>
                  <a:lnTo>
                    <a:pt x="4280484" y="101981"/>
                  </a:lnTo>
                  <a:lnTo>
                    <a:pt x="4319536" y="101981"/>
                  </a:lnTo>
                  <a:lnTo>
                    <a:pt x="4319536" y="72986"/>
                  </a:lnTo>
                  <a:close/>
                </a:path>
                <a:path w="10310494" h="725805">
                  <a:moveTo>
                    <a:pt x="4336770" y="624598"/>
                  </a:moveTo>
                  <a:lnTo>
                    <a:pt x="4302747" y="624598"/>
                  </a:lnTo>
                  <a:lnTo>
                    <a:pt x="4302747" y="651954"/>
                  </a:lnTo>
                  <a:lnTo>
                    <a:pt x="4302747" y="694080"/>
                  </a:lnTo>
                  <a:lnTo>
                    <a:pt x="4182275" y="694080"/>
                  </a:lnTo>
                  <a:lnTo>
                    <a:pt x="4182275" y="651954"/>
                  </a:lnTo>
                  <a:lnTo>
                    <a:pt x="4302747" y="651954"/>
                  </a:lnTo>
                  <a:lnTo>
                    <a:pt x="4302747" y="624598"/>
                  </a:lnTo>
                  <a:lnTo>
                    <a:pt x="4148023" y="624598"/>
                  </a:lnTo>
                  <a:lnTo>
                    <a:pt x="4148023" y="721868"/>
                  </a:lnTo>
                  <a:lnTo>
                    <a:pt x="4336770" y="721868"/>
                  </a:lnTo>
                  <a:lnTo>
                    <a:pt x="4336770" y="694080"/>
                  </a:lnTo>
                  <a:lnTo>
                    <a:pt x="4336770" y="651954"/>
                  </a:lnTo>
                  <a:lnTo>
                    <a:pt x="4336770" y="624598"/>
                  </a:lnTo>
                  <a:close/>
                </a:path>
                <a:path w="10310494" h="725805">
                  <a:moveTo>
                    <a:pt x="4336770" y="445706"/>
                  </a:moveTo>
                  <a:lnTo>
                    <a:pt x="4304055" y="445706"/>
                  </a:lnTo>
                  <a:lnTo>
                    <a:pt x="4304055" y="613003"/>
                  </a:lnTo>
                  <a:lnTo>
                    <a:pt x="4336770" y="613003"/>
                  </a:lnTo>
                  <a:lnTo>
                    <a:pt x="4336770" y="445706"/>
                  </a:lnTo>
                  <a:close/>
                </a:path>
                <a:path w="10310494" h="725805">
                  <a:moveTo>
                    <a:pt x="4501286" y="89065"/>
                  </a:moveTo>
                  <a:lnTo>
                    <a:pt x="4495470" y="61747"/>
                  </a:lnTo>
                  <a:lnTo>
                    <a:pt x="4487659" y="51320"/>
                  </a:lnTo>
                  <a:lnTo>
                    <a:pt x="4479455" y="40360"/>
                  </a:lnTo>
                  <a:lnTo>
                    <a:pt x="4467695" y="33629"/>
                  </a:lnTo>
                  <a:lnTo>
                    <a:pt x="4467695" y="89065"/>
                  </a:lnTo>
                  <a:lnTo>
                    <a:pt x="4464418" y="104851"/>
                  </a:lnTo>
                  <a:lnTo>
                    <a:pt x="4455350" y="116725"/>
                  </a:lnTo>
                  <a:lnTo>
                    <a:pt x="4441660" y="124218"/>
                  </a:lnTo>
                  <a:lnTo>
                    <a:pt x="4424477" y="126822"/>
                  </a:lnTo>
                  <a:lnTo>
                    <a:pt x="4407433" y="124218"/>
                  </a:lnTo>
                  <a:lnTo>
                    <a:pt x="4393857" y="116725"/>
                  </a:lnTo>
                  <a:lnTo>
                    <a:pt x="4384929" y="104851"/>
                  </a:lnTo>
                  <a:lnTo>
                    <a:pt x="4381805" y="89065"/>
                  </a:lnTo>
                  <a:lnTo>
                    <a:pt x="4384929" y="73380"/>
                  </a:lnTo>
                  <a:lnTo>
                    <a:pt x="4393857" y="61493"/>
                  </a:lnTo>
                  <a:lnTo>
                    <a:pt x="4407433" y="53962"/>
                  </a:lnTo>
                  <a:lnTo>
                    <a:pt x="4424477" y="51320"/>
                  </a:lnTo>
                  <a:lnTo>
                    <a:pt x="4441698" y="53962"/>
                  </a:lnTo>
                  <a:lnTo>
                    <a:pt x="4455401" y="61493"/>
                  </a:lnTo>
                  <a:lnTo>
                    <a:pt x="4464431" y="73380"/>
                  </a:lnTo>
                  <a:lnTo>
                    <a:pt x="4467695" y="89065"/>
                  </a:lnTo>
                  <a:lnTo>
                    <a:pt x="4467695" y="33629"/>
                  </a:lnTo>
                  <a:lnTo>
                    <a:pt x="4455147" y="26428"/>
                  </a:lnTo>
                  <a:lnTo>
                    <a:pt x="4424477" y="21450"/>
                  </a:lnTo>
                  <a:lnTo>
                    <a:pt x="4393895" y="26428"/>
                  </a:lnTo>
                  <a:lnTo>
                    <a:pt x="4369536" y="40360"/>
                  </a:lnTo>
                  <a:lnTo>
                    <a:pt x="4353433" y="61747"/>
                  </a:lnTo>
                  <a:lnTo>
                    <a:pt x="4347654" y="89065"/>
                  </a:lnTo>
                  <a:lnTo>
                    <a:pt x="4353433" y="116433"/>
                  </a:lnTo>
                  <a:lnTo>
                    <a:pt x="4369536" y="137820"/>
                  </a:lnTo>
                  <a:lnTo>
                    <a:pt x="4393895" y="151726"/>
                  </a:lnTo>
                  <a:lnTo>
                    <a:pt x="4424477" y="156692"/>
                  </a:lnTo>
                  <a:lnTo>
                    <a:pt x="4455147" y="151726"/>
                  </a:lnTo>
                  <a:lnTo>
                    <a:pt x="4479455" y="137820"/>
                  </a:lnTo>
                  <a:lnTo>
                    <a:pt x="4487684" y="126822"/>
                  </a:lnTo>
                  <a:lnTo>
                    <a:pt x="4495470" y="116433"/>
                  </a:lnTo>
                  <a:lnTo>
                    <a:pt x="4501286" y="89065"/>
                  </a:lnTo>
                  <a:close/>
                </a:path>
                <a:path w="10310494" h="725805">
                  <a:moveTo>
                    <a:pt x="4518355" y="211175"/>
                  </a:moveTo>
                  <a:lnTo>
                    <a:pt x="4515726" y="186232"/>
                  </a:lnTo>
                  <a:lnTo>
                    <a:pt x="4469066" y="191312"/>
                  </a:lnTo>
                  <a:lnTo>
                    <a:pt x="4421632" y="194056"/>
                  </a:lnTo>
                  <a:lnTo>
                    <a:pt x="4376077" y="195160"/>
                  </a:lnTo>
                  <a:lnTo>
                    <a:pt x="4335081" y="195313"/>
                  </a:lnTo>
                  <a:lnTo>
                    <a:pt x="4339234" y="223647"/>
                  </a:lnTo>
                  <a:lnTo>
                    <a:pt x="4379290" y="223393"/>
                  </a:lnTo>
                  <a:lnTo>
                    <a:pt x="4423867" y="221932"/>
                  </a:lnTo>
                  <a:lnTo>
                    <a:pt x="4470920" y="218211"/>
                  </a:lnTo>
                  <a:lnTo>
                    <a:pt x="4518355" y="211175"/>
                  </a:lnTo>
                  <a:close/>
                </a:path>
                <a:path w="10310494" h="725805">
                  <a:moveTo>
                    <a:pt x="4566717" y="2197"/>
                  </a:moveTo>
                  <a:lnTo>
                    <a:pt x="4532350" y="2197"/>
                  </a:lnTo>
                  <a:lnTo>
                    <a:pt x="4532350" y="282295"/>
                  </a:lnTo>
                  <a:lnTo>
                    <a:pt x="4566717" y="282295"/>
                  </a:lnTo>
                  <a:lnTo>
                    <a:pt x="4566717" y="2197"/>
                  </a:lnTo>
                  <a:close/>
                </a:path>
                <a:path w="10310494" h="725805">
                  <a:moveTo>
                    <a:pt x="4701298" y="581926"/>
                  </a:moveTo>
                  <a:lnTo>
                    <a:pt x="4662665" y="581926"/>
                  </a:lnTo>
                  <a:lnTo>
                    <a:pt x="4666970" y="554202"/>
                  </a:lnTo>
                  <a:lnTo>
                    <a:pt x="4669180" y="529755"/>
                  </a:lnTo>
                  <a:lnTo>
                    <a:pt x="4669993" y="507822"/>
                  </a:lnTo>
                  <a:lnTo>
                    <a:pt x="4670107" y="462661"/>
                  </a:lnTo>
                  <a:lnTo>
                    <a:pt x="4476661" y="462661"/>
                  </a:lnTo>
                  <a:lnTo>
                    <a:pt x="4476661" y="490347"/>
                  </a:lnTo>
                  <a:lnTo>
                    <a:pt x="4635868" y="490347"/>
                  </a:lnTo>
                  <a:lnTo>
                    <a:pt x="4635690" y="509866"/>
                  </a:lnTo>
                  <a:lnTo>
                    <a:pt x="4634738" y="531253"/>
                  </a:lnTo>
                  <a:lnTo>
                    <a:pt x="4632350" y="555078"/>
                  </a:lnTo>
                  <a:lnTo>
                    <a:pt x="4627880" y="581926"/>
                  </a:lnTo>
                  <a:lnTo>
                    <a:pt x="4446460" y="581926"/>
                  </a:lnTo>
                  <a:lnTo>
                    <a:pt x="4446460" y="609930"/>
                  </a:lnTo>
                  <a:lnTo>
                    <a:pt x="4555553" y="609930"/>
                  </a:lnTo>
                  <a:lnTo>
                    <a:pt x="4555553" y="725589"/>
                  </a:lnTo>
                  <a:lnTo>
                    <a:pt x="4590237" y="725589"/>
                  </a:lnTo>
                  <a:lnTo>
                    <a:pt x="4590237" y="609930"/>
                  </a:lnTo>
                  <a:lnTo>
                    <a:pt x="4701298" y="609930"/>
                  </a:lnTo>
                  <a:lnTo>
                    <a:pt x="4701298" y="581926"/>
                  </a:lnTo>
                  <a:close/>
                </a:path>
                <a:path w="10310494" h="725805">
                  <a:moveTo>
                    <a:pt x="4851006" y="132943"/>
                  </a:moveTo>
                  <a:lnTo>
                    <a:pt x="4805172" y="101981"/>
                  </a:lnTo>
                  <a:lnTo>
                    <a:pt x="4785296" y="50228"/>
                  </a:lnTo>
                  <a:lnTo>
                    <a:pt x="4785245" y="48145"/>
                  </a:lnTo>
                  <a:lnTo>
                    <a:pt x="4843132" y="48145"/>
                  </a:lnTo>
                  <a:lnTo>
                    <a:pt x="4843132" y="20358"/>
                  </a:lnTo>
                  <a:lnTo>
                    <a:pt x="4691913" y="20358"/>
                  </a:lnTo>
                  <a:lnTo>
                    <a:pt x="4691913" y="48145"/>
                  </a:lnTo>
                  <a:lnTo>
                    <a:pt x="4750232" y="48145"/>
                  </a:lnTo>
                  <a:lnTo>
                    <a:pt x="4750232" y="50228"/>
                  </a:lnTo>
                  <a:lnTo>
                    <a:pt x="4745837" y="77787"/>
                  </a:lnTo>
                  <a:lnTo>
                    <a:pt x="4732794" y="103416"/>
                  </a:lnTo>
                  <a:lnTo>
                    <a:pt x="4711319" y="124955"/>
                  </a:lnTo>
                  <a:lnTo>
                    <a:pt x="4681626" y="140271"/>
                  </a:lnTo>
                  <a:lnTo>
                    <a:pt x="4699571" y="167525"/>
                  </a:lnTo>
                  <a:lnTo>
                    <a:pt x="4722634" y="156527"/>
                  </a:lnTo>
                  <a:lnTo>
                    <a:pt x="4741862" y="141516"/>
                  </a:lnTo>
                  <a:lnTo>
                    <a:pt x="4757153" y="123126"/>
                  </a:lnTo>
                  <a:lnTo>
                    <a:pt x="4768393" y="101981"/>
                  </a:lnTo>
                  <a:lnTo>
                    <a:pt x="4779416" y="120726"/>
                  </a:lnTo>
                  <a:lnTo>
                    <a:pt x="4794059" y="137033"/>
                  </a:lnTo>
                  <a:lnTo>
                    <a:pt x="4812220" y="150368"/>
                  </a:lnTo>
                  <a:lnTo>
                    <a:pt x="4833823" y="160185"/>
                  </a:lnTo>
                  <a:lnTo>
                    <a:pt x="4851006" y="132943"/>
                  </a:lnTo>
                  <a:close/>
                </a:path>
                <a:path w="10310494" h="725805">
                  <a:moveTo>
                    <a:pt x="4916767" y="2197"/>
                  </a:moveTo>
                  <a:lnTo>
                    <a:pt x="4882413" y="2197"/>
                  </a:lnTo>
                  <a:lnTo>
                    <a:pt x="4882413" y="71894"/>
                  </a:lnTo>
                  <a:lnTo>
                    <a:pt x="4834598" y="71894"/>
                  </a:lnTo>
                  <a:lnTo>
                    <a:pt x="4834598" y="100012"/>
                  </a:lnTo>
                  <a:lnTo>
                    <a:pt x="4882413" y="100012"/>
                  </a:lnTo>
                  <a:lnTo>
                    <a:pt x="4882413" y="168402"/>
                  </a:lnTo>
                  <a:lnTo>
                    <a:pt x="4916767" y="168402"/>
                  </a:lnTo>
                  <a:lnTo>
                    <a:pt x="4916767" y="2197"/>
                  </a:lnTo>
                  <a:close/>
                </a:path>
                <a:path w="10310494" h="725805">
                  <a:moveTo>
                    <a:pt x="4917529" y="228574"/>
                  </a:moveTo>
                  <a:lnTo>
                    <a:pt x="4910950" y="206095"/>
                  </a:lnTo>
                  <a:lnTo>
                    <a:pt x="4906048" y="201764"/>
                  </a:lnTo>
                  <a:lnTo>
                    <a:pt x="4892027" y="189382"/>
                  </a:lnTo>
                  <a:lnTo>
                    <a:pt x="4883391" y="186385"/>
                  </a:lnTo>
                  <a:lnTo>
                    <a:pt x="4883391" y="228574"/>
                  </a:lnTo>
                  <a:lnTo>
                    <a:pt x="4879264" y="240106"/>
                  </a:lnTo>
                  <a:lnTo>
                    <a:pt x="4867364" y="248475"/>
                  </a:lnTo>
                  <a:lnTo>
                    <a:pt x="4848161" y="253555"/>
                  </a:lnTo>
                  <a:lnTo>
                    <a:pt x="4822126" y="255168"/>
                  </a:lnTo>
                  <a:lnTo>
                    <a:pt x="4796129" y="253555"/>
                  </a:lnTo>
                  <a:lnTo>
                    <a:pt x="4776952" y="248475"/>
                  </a:lnTo>
                  <a:lnTo>
                    <a:pt x="4765129" y="240106"/>
                  </a:lnTo>
                  <a:lnTo>
                    <a:pt x="4761179" y="228574"/>
                  </a:lnTo>
                  <a:lnTo>
                    <a:pt x="4765129" y="217004"/>
                  </a:lnTo>
                  <a:lnTo>
                    <a:pt x="4776952" y="208610"/>
                  </a:lnTo>
                  <a:lnTo>
                    <a:pt x="4796129" y="203492"/>
                  </a:lnTo>
                  <a:lnTo>
                    <a:pt x="4822126" y="201764"/>
                  </a:lnTo>
                  <a:lnTo>
                    <a:pt x="4848161" y="203492"/>
                  </a:lnTo>
                  <a:lnTo>
                    <a:pt x="4867364" y="208610"/>
                  </a:lnTo>
                  <a:lnTo>
                    <a:pt x="4879264" y="217004"/>
                  </a:lnTo>
                  <a:lnTo>
                    <a:pt x="4883391" y="228574"/>
                  </a:lnTo>
                  <a:lnTo>
                    <a:pt x="4883391" y="186385"/>
                  </a:lnTo>
                  <a:lnTo>
                    <a:pt x="4862004" y="178943"/>
                  </a:lnTo>
                  <a:lnTo>
                    <a:pt x="4822126" y="175285"/>
                  </a:lnTo>
                  <a:lnTo>
                    <a:pt x="4782299" y="178943"/>
                  </a:lnTo>
                  <a:lnTo>
                    <a:pt x="4752327" y="189382"/>
                  </a:lnTo>
                  <a:lnTo>
                    <a:pt x="4733442" y="206095"/>
                  </a:lnTo>
                  <a:lnTo>
                    <a:pt x="4726927" y="228574"/>
                  </a:lnTo>
                  <a:lnTo>
                    <a:pt x="4733442" y="251053"/>
                  </a:lnTo>
                  <a:lnTo>
                    <a:pt x="4752327" y="267779"/>
                  </a:lnTo>
                  <a:lnTo>
                    <a:pt x="4782299" y="278218"/>
                  </a:lnTo>
                  <a:lnTo>
                    <a:pt x="4822126" y="281863"/>
                  </a:lnTo>
                  <a:lnTo>
                    <a:pt x="4862004" y="278218"/>
                  </a:lnTo>
                  <a:lnTo>
                    <a:pt x="4892027" y="267779"/>
                  </a:lnTo>
                  <a:lnTo>
                    <a:pt x="4906302" y="255168"/>
                  </a:lnTo>
                  <a:lnTo>
                    <a:pt x="4910950" y="251053"/>
                  </a:lnTo>
                  <a:lnTo>
                    <a:pt x="4917529" y="228574"/>
                  </a:lnTo>
                  <a:close/>
                </a:path>
                <a:path w="10310494" h="725805">
                  <a:moveTo>
                    <a:pt x="4962588" y="546582"/>
                  </a:moveTo>
                  <a:lnTo>
                    <a:pt x="4923409" y="540575"/>
                  </a:lnTo>
                  <a:lnTo>
                    <a:pt x="4875339" y="515670"/>
                  </a:lnTo>
                  <a:lnTo>
                    <a:pt x="4867059" y="498767"/>
                  </a:lnTo>
                  <a:lnTo>
                    <a:pt x="4950218" y="498767"/>
                  </a:lnTo>
                  <a:lnTo>
                    <a:pt x="4950218" y="471957"/>
                  </a:lnTo>
                  <a:lnTo>
                    <a:pt x="4864659" y="471957"/>
                  </a:lnTo>
                  <a:lnTo>
                    <a:pt x="4864659" y="445376"/>
                  </a:lnTo>
                  <a:lnTo>
                    <a:pt x="4830521" y="445376"/>
                  </a:lnTo>
                  <a:lnTo>
                    <a:pt x="4830521" y="471957"/>
                  </a:lnTo>
                  <a:lnTo>
                    <a:pt x="4745494" y="471957"/>
                  </a:lnTo>
                  <a:lnTo>
                    <a:pt x="4745494" y="498767"/>
                  </a:lnTo>
                  <a:lnTo>
                    <a:pt x="4828006" y="498767"/>
                  </a:lnTo>
                  <a:lnTo>
                    <a:pt x="4819662" y="515670"/>
                  </a:lnTo>
                  <a:lnTo>
                    <a:pt x="4800765" y="529932"/>
                  </a:lnTo>
                  <a:lnTo>
                    <a:pt x="4771644" y="540575"/>
                  </a:lnTo>
                  <a:lnTo>
                    <a:pt x="4732591" y="546582"/>
                  </a:lnTo>
                  <a:lnTo>
                    <a:pt x="4743208" y="572401"/>
                  </a:lnTo>
                  <a:lnTo>
                    <a:pt x="4778057" y="567270"/>
                  </a:lnTo>
                  <a:lnTo>
                    <a:pt x="4807496" y="558101"/>
                  </a:lnTo>
                  <a:lnTo>
                    <a:pt x="4830889" y="545109"/>
                  </a:lnTo>
                  <a:lnTo>
                    <a:pt x="4847590" y="528523"/>
                  </a:lnTo>
                  <a:lnTo>
                    <a:pt x="4864201" y="545109"/>
                  </a:lnTo>
                  <a:lnTo>
                    <a:pt x="4887531" y="558101"/>
                  </a:lnTo>
                  <a:lnTo>
                    <a:pt x="4916970" y="567270"/>
                  </a:lnTo>
                  <a:lnTo>
                    <a:pt x="4951857" y="572401"/>
                  </a:lnTo>
                  <a:lnTo>
                    <a:pt x="4962588" y="546582"/>
                  </a:lnTo>
                  <a:close/>
                </a:path>
                <a:path w="10310494" h="725805">
                  <a:moveTo>
                    <a:pt x="4975276" y="584225"/>
                  </a:moveTo>
                  <a:lnTo>
                    <a:pt x="4720437" y="584225"/>
                  </a:lnTo>
                  <a:lnTo>
                    <a:pt x="4720437" y="611682"/>
                  </a:lnTo>
                  <a:lnTo>
                    <a:pt x="4830521" y="611682"/>
                  </a:lnTo>
                  <a:lnTo>
                    <a:pt x="4830521" y="638492"/>
                  </a:lnTo>
                  <a:lnTo>
                    <a:pt x="4748669" y="638492"/>
                  </a:lnTo>
                  <a:lnTo>
                    <a:pt x="4748669" y="666064"/>
                  </a:lnTo>
                  <a:lnTo>
                    <a:pt x="4909629" y="666064"/>
                  </a:lnTo>
                  <a:lnTo>
                    <a:pt x="4909629" y="724598"/>
                  </a:lnTo>
                  <a:lnTo>
                    <a:pt x="4944199" y="724598"/>
                  </a:lnTo>
                  <a:lnTo>
                    <a:pt x="4944199" y="638492"/>
                  </a:lnTo>
                  <a:lnTo>
                    <a:pt x="4864659" y="638492"/>
                  </a:lnTo>
                  <a:lnTo>
                    <a:pt x="4864659" y="611682"/>
                  </a:lnTo>
                  <a:lnTo>
                    <a:pt x="4975276" y="611682"/>
                  </a:lnTo>
                  <a:lnTo>
                    <a:pt x="4975276" y="584225"/>
                  </a:lnTo>
                  <a:close/>
                </a:path>
                <a:path w="10310494" h="725805">
                  <a:moveTo>
                    <a:pt x="5182870" y="93992"/>
                  </a:moveTo>
                  <a:lnTo>
                    <a:pt x="5148618" y="93992"/>
                  </a:lnTo>
                  <a:lnTo>
                    <a:pt x="5148618" y="137756"/>
                  </a:lnTo>
                  <a:lnTo>
                    <a:pt x="5182870" y="137756"/>
                  </a:lnTo>
                  <a:lnTo>
                    <a:pt x="5182870" y="93992"/>
                  </a:lnTo>
                  <a:close/>
                </a:path>
                <a:path w="10310494" h="725805">
                  <a:moveTo>
                    <a:pt x="5182870" y="20688"/>
                  </a:moveTo>
                  <a:lnTo>
                    <a:pt x="5148618" y="20688"/>
                  </a:lnTo>
                  <a:lnTo>
                    <a:pt x="5148618" y="66421"/>
                  </a:lnTo>
                  <a:lnTo>
                    <a:pt x="5182870" y="66421"/>
                  </a:lnTo>
                  <a:lnTo>
                    <a:pt x="5182870" y="20688"/>
                  </a:lnTo>
                  <a:close/>
                </a:path>
                <a:path w="10310494" h="725805">
                  <a:moveTo>
                    <a:pt x="5212194" y="219938"/>
                  </a:moveTo>
                  <a:lnTo>
                    <a:pt x="5100802" y="219938"/>
                  </a:lnTo>
                  <a:lnTo>
                    <a:pt x="5100802" y="165874"/>
                  </a:lnTo>
                  <a:lnTo>
                    <a:pt x="5182870" y="165874"/>
                  </a:lnTo>
                  <a:lnTo>
                    <a:pt x="5182870" y="137934"/>
                  </a:lnTo>
                  <a:lnTo>
                    <a:pt x="5019078" y="137934"/>
                  </a:lnTo>
                  <a:lnTo>
                    <a:pt x="5019078" y="93484"/>
                  </a:lnTo>
                  <a:lnTo>
                    <a:pt x="5182870" y="93484"/>
                  </a:lnTo>
                  <a:lnTo>
                    <a:pt x="5182870" y="66814"/>
                  </a:lnTo>
                  <a:lnTo>
                    <a:pt x="5019078" y="66814"/>
                  </a:lnTo>
                  <a:lnTo>
                    <a:pt x="5019078" y="21094"/>
                  </a:lnTo>
                  <a:lnTo>
                    <a:pt x="4984610" y="21094"/>
                  </a:lnTo>
                  <a:lnTo>
                    <a:pt x="4984610" y="66814"/>
                  </a:lnTo>
                  <a:lnTo>
                    <a:pt x="4984610" y="93484"/>
                  </a:lnTo>
                  <a:lnTo>
                    <a:pt x="4984610" y="137934"/>
                  </a:lnTo>
                  <a:lnTo>
                    <a:pt x="4984610" y="165874"/>
                  </a:lnTo>
                  <a:lnTo>
                    <a:pt x="5066665" y="165874"/>
                  </a:lnTo>
                  <a:lnTo>
                    <a:pt x="5066665" y="219938"/>
                  </a:lnTo>
                  <a:lnTo>
                    <a:pt x="4956480" y="219938"/>
                  </a:lnTo>
                  <a:lnTo>
                    <a:pt x="4956480" y="248056"/>
                  </a:lnTo>
                  <a:lnTo>
                    <a:pt x="5212194" y="248056"/>
                  </a:lnTo>
                  <a:lnTo>
                    <a:pt x="5212194" y="219938"/>
                  </a:lnTo>
                  <a:close/>
                </a:path>
                <a:path w="10310494" h="725805">
                  <a:moveTo>
                    <a:pt x="5459044" y="89674"/>
                  </a:moveTo>
                  <a:lnTo>
                    <a:pt x="5296662" y="89674"/>
                  </a:lnTo>
                  <a:lnTo>
                    <a:pt x="5296662" y="71894"/>
                  </a:lnTo>
                  <a:lnTo>
                    <a:pt x="5454218" y="71894"/>
                  </a:lnTo>
                  <a:lnTo>
                    <a:pt x="5454218" y="49034"/>
                  </a:lnTo>
                  <a:lnTo>
                    <a:pt x="5454218" y="32524"/>
                  </a:lnTo>
                  <a:lnTo>
                    <a:pt x="5454218" y="8394"/>
                  </a:lnTo>
                  <a:lnTo>
                    <a:pt x="5261864" y="8394"/>
                  </a:lnTo>
                  <a:lnTo>
                    <a:pt x="5261864" y="32524"/>
                  </a:lnTo>
                  <a:lnTo>
                    <a:pt x="5419864" y="32524"/>
                  </a:lnTo>
                  <a:lnTo>
                    <a:pt x="5419864" y="49034"/>
                  </a:lnTo>
                  <a:lnTo>
                    <a:pt x="5262524" y="49034"/>
                  </a:lnTo>
                  <a:lnTo>
                    <a:pt x="5262524" y="71894"/>
                  </a:lnTo>
                  <a:lnTo>
                    <a:pt x="5262524" y="89674"/>
                  </a:lnTo>
                  <a:lnTo>
                    <a:pt x="5262524" y="113804"/>
                  </a:lnTo>
                  <a:lnTo>
                    <a:pt x="5459044" y="113804"/>
                  </a:lnTo>
                  <a:lnTo>
                    <a:pt x="5459044" y="89674"/>
                  </a:lnTo>
                  <a:close/>
                </a:path>
                <a:path w="10310494" h="725805">
                  <a:moveTo>
                    <a:pt x="5463311" y="254774"/>
                  </a:moveTo>
                  <a:lnTo>
                    <a:pt x="5294477" y="254774"/>
                  </a:lnTo>
                  <a:lnTo>
                    <a:pt x="5294477" y="235724"/>
                  </a:lnTo>
                  <a:lnTo>
                    <a:pt x="5454777" y="235724"/>
                  </a:lnTo>
                  <a:lnTo>
                    <a:pt x="5454777" y="212864"/>
                  </a:lnTo>
                  <a:lnTo>
                    <a:pt x="5454777" y="196354"/>
                  </a:lnTo>
                  <a:lnTo>
                    <a:pt x="5454777" y="170954"/>
                  </a:lnTo>
                  <a:lnTo>
                    <a:pt x="5259895" y="170954"/>
                  </a:lnTo>
                  <a:lnTo>
                    <a:pt x="5259895" y="196354"/>
                  </a:lnTo>
                  <a:lnTo>
                    <a:pt x="5420626" y="196354"/>
                  </a:lnTo>
                  <a:lnTo>
                    <a:pt x="5420626" y="212864"/>
                  </a:lnTo>
                  <a:lnTo>
                    <a:pt x="5260225" y="212864"/>
                  </a:lnTo>
                  <a:lnTo>
                    <a:pt x="5260225" y="235724"/>
                  </a:lnTo>
                  <a:lnTo>
                    <a:pt x="5260225" y="254774"/>
                  </a:lnTo>
                  <a:lnTo>
                    <a:pt x="5260225" y="278904"/>
                  </a:lnTo>
                  <a:lnTo>
                    <a:pt x="5463311" y="278904"/>
                  </a:lnTo>
                  <a:lnTo>
                    <a:pt x="5463311" y="254774"/>
                  </a:lnTo>
                  <a:close/>
                </a:path>
                <a:path w="10310494" h="725805">
                  <a:moveTo>
                    <a:pt x="5485841" y="129006"/>
                  </a:moveTo>
                  <a:lnTo>
                    <a:pt x="5230139" y="129006"/>
                  </a:lnTo>
                  <a:lnTo>
                    <a:pt x="5230139" y="154825"/>
                  </a:lnTo>
                  <a:lnTo>
                    <a:pt x="5485841" y="154825"/>
                  </a:lnTo>
                  <a:lnTo>
                    <a:pt x="5485841" y="129006"/>
                  </a:lnTo>
                  <a:close/>
                </a:path>
                <a:path w="10310494" h="725805">
                  <a:moveTo>
                    <a:pt x="9323527" y="113411"/>
                  </a:moveTo>
                  <a:lnTo>
                    <a:pt x="9275026" y="82715"/>
                  </a:lnTo>
                  <a:lnTo>
                    <a:pt x="9255544" y="30975"/>
                  </a:lnTo>
                  <a:lnTo>
                    <a:pt x="9255544" y="9486"/>
                  </a:lnTo>
                  <a:lnTo>
                    <a:pt x="9219921" y="9486"/>
                  </a:lnTo>
                  <a:lnTo>
                    <a:pt x="9219921" y="30975"/>
                  </a:lnTo>
                  <a:lnTo>
                    <a:pt x="9215476" y="58115"/>
                  </a:lnTo>
                  <a:lnTo>
                    <a:pt x="9202306" y="82981"/>
                  </a:lnTo>
                  <a:lnTo>
                    <a:pt x="9180652" y="103632"/>
                  </a:lnTo>
                  <a:lnTo>
                    <a:pt x="9150744" y="118135"/>
                  </a:lnTo>
                  <a:lnTo>
                    <a:pt x="9168054" y="145211"/>
                  </a:lnTo>
                  <a:lnTo>
                    <a:pt x="9191307" y="135026"/>
                  </a:lnTo>
                  <a:lnTo>
                    <a:pt x="9210802" y="120827"/>
                  </a:lnTo>
                  <a:lnTo>
                    <a:pt x="9226410" y="103200"/>
                  </a:lnTo>
                  <a:lnTo>
                    <a:pt x="9238005" y="82715"/>
                  </a:lnTo>
                  <a:lnTo>
                    <a:pt x="9249499" y="101536"/>
                  </a:lnTo>
                  <a:lnTo>
                    <a:pt x="9264828" y="117690"/>
                  </a:lnTo>
                  <a:lnTo>
                    <a:pt x="9283878" y="130721"/>
                  </a:lnTo>
                  <a:lnTo>
                    <a:pt x="9306535" y="140169"/>
                  </a:lnTo>
                  <a:lnTo>
                    <a:pt x="9323527" y="113411"/>
                  </a:lnTo>
                  <a:close/>
                </a:path>
                <a:path w="10310494" h="725805">
                  <a:moveTo>
                    <a:pt x="9383814" y="2679"/>
                  </a:moveTo>
                  <a:lnTo>
                    <a:pt x="9349727" y="2679"/>
                  </a:lnTo>
                  <a:lnTo>
                    <a:pt x="9349727" y="145643"/>
                  </a:lnTo>
                  <a:lnTo>
                    <a:pt x="9383814" y="145643"/>
                  </a:lnTo>
                  <a:lnTo>
                    <a:pt x="9383814" y="2679"/>
                  </a:lnTo>
                  <a:close/>
                </a:path>
                <a:path w="10310494" h="725805">
                  <a:moveTo>
                    <a:pt x="9392704" y="252984"/>
                  </a:moveTo>
                  <a:lnTo>
                    <a:pt x="9232633" y="252984"/>
                  </a:lnTo>
                  <a:lnTo>
                    <a:pt x="9232633" y="231267"/>
                  </a:lnTo>
                  <a:lnTo>
                    <a:pt x="9384259" y="231267"/>
                  </a:lnTo>
                  <a:lnTo>
                    <a:pt x="9384259" y="158470"/>
                  </a:lnTo>
                  <a:lnTo>
                    <a:pt x="9198204" y="158470"/>
                  </a:lnTo>
                  <a:lnTo>
                    <a:pt x="9198204" y="185331"/>
                  </a:lnTo>
                  <a:lnTo>
                    <a:pt x="9349943" y="185331"/>
                  </a:lnTo>
                  <a:lnTo>
                    <a:pt x="9349943" y="205613"/>
                  </a:lnTo>
                  <a:lnTo>
                    <a:pt x="9199093" y="205613"/>
                  </a:lnTo>
                  <a:lnTo>
                    <a:pt x="9199093" y="280390"/>
                  </a:lnTo>
                  <a:lnTo>
                    <a:pt x="9392704" y="280390"/>
                  </a:lnTo>
                  <a:lnTo>
                    <a:pt x="9392704" y="252984"/>
                  </a:lnTo>
                  <a:close/>
                </a:path>
                <a:path w="10310494" h="725805">
                  <a:moveTo>
                    <a:pt x="9649904" y="233349"/>
                  </a:moveTo>
                  <a:lnTo>
                    <a:pt x="9643237" y="212356"/>
                  </a:lnTo>
                  <a:lnTo>
                    <a:pt x="9641129" y="210654"/>
                  </a:lnTo>
                  <a:lnTo>
                    <a:pt x="9624111" y="196951"/>
                  </a:lnTo>
                  <a:lnTo>
                    <a:pt x="9615475" y="194271"/>
                  </a:lnTo>
                  <a:lnTo>
                    <a:pt x="9615475" y="233349"/>
                  </a:lnTo>
                  <a:lnTo>
                    <a:pt x="9611284" y="243408"/>
                  </a:lnTo>
                  <a:lnTo>
                    <a:pt x="9599257" y="250672"/>
                  </a:lnTo>
                  <a:lnTo>
                    <a:pt x="9579648" y="255066"/>
                  </a:lnTo>
                  <a:lnTo>
                    <a:pt x="9552762" y="256489"/>
                  </a:lnTo>
                  <a:lnTo>
                    <a:pt x="9525622" y="255066"/>
                  </a:lnTo>
                  <a:lnTo>
                    <a:pt x="9506026" y="250672"/>
                  </a:lnTo>
                  <a:lnTo>
                    <a:pt x="9494164" y="243408"/>
                  </a:lnTo>
                  <a:lnTo>
                    <a:pt x="9490278" y="233349"/>
                  </a:lnTo>
                  <a:lnTo>
                    <a:pt x="9494164" y="223481"/>
                  </a:lnTo>
                  <a:lnTo>
                    <a:pt x="9506026" y="216420"/>
                  </a:lnTo>
                  <a:lnTo>
                    <a:pt x="9525622" y="212140"/>
                  </a:lnTo>
                  <a:lnTo>
                    <a:pt x="9552762" y="210654"/>
                  </a:lnTo>
                  <a:lnTo>
                    <a:pt x="9579648" y="212140"/>
                  </a:lnTo>
                  <a:lnTo>
                    <a:pt x="9599257" y="216420"/>
                  </a:lnTo>
                  <a:lnTo>
                    <a:pt x="9611284" y="223481"/>
                  </a:lnTo>
                  <a:lnTo>
                    <a:pt x="9615475" y="233349"/>
                  </a:lnTo>
                  <a:lnTo>
                    <a:pt x="9615475" y="194271"/>
                  </a:lnTo>
                  <a:lnTo>
                    <a:pt x="9593593" y="187477"/>
                  </a:lnTo>
                  <a:lnTo>
                    <a:pt x="9552762" y="184238"/>
                  </a:lnTo>
                  <a:lnTo>
                    <a:pt x="9511754" y="187477"/>
                  </a:lnTo>
                  <a:lnTo>
                    <a:pt x="9481083" y="196951"/>
                  </a:lnTo>
                  <a:lnTo>
                    <a:pt x="9461856" y="212356"/>
                  </a:lnTo>
                  <a:lnTo>
                    <a:pt x="9455188" y="233349"/>
                  </a:lnTo>
                  <a:lnTo>
                    <a:pt x="9461856" y="254368"/>
                  </a:lnTo>
                  <a:lnTo>
                    <a:pt x="9481083" y="269798"/>
                  </a:lnTo>
                  <a:lnTo>
                    <a:pt x="9511754" y="279285"/>
                  </a:lnTo>
                  <a:lnTo>
                    <a:pt x="9552762" y="282473"/>
                  </a:lnTo>
                  <a:lnTo>
                    <a:pt x="9593593" y="279285"/>
                  </a:lnTo>
                  <a:lnTo>
                    <a:pt x="9624111" y="269798"/>
                  </a:lnTo>
                  <a:lnTo>
                    <a:pt x="9640608" y="256489"/>
                  </a:lnTo>
                  <a:lnTo>
                    <a:pt x="9643237" y="254368"/>
                  </a:lnTo>
                  <a:lnTo>
                    <a:pt x="9649904" y="233349"/>
                  </a:lnTo>
                  <a:close/>
                </a:path>
                <a:path w="10310494" h="725805">
                  <a:moveTo>
                    <a:pt x="9668764" y="90944"/>
                  </a:moveTo>
                  <a:lnTo>
                    <a:pt x="9605594" y="73367"/>
                  </a:lnTo>
                  <a:lnTo>
                    <a:pt x="9577210" y="42481"/>
                  </a:lnTo>
                  <a:lnTo>
                    <a:pt x="9657905" y="42481"/>
                  </a:lnTo>
                  <a:lnTo>
                    <a:pt x="9657905" y="14960"/>
                  </a:lnTo>
                  <a:lnTo>
                    <a:pt x="9448838" y="14960"/>
                  </a:lnTo>
                  <a:lnTo>
                    <a:pt x="9448838" y="42481"/>
                  </a:lnTo>
                  <a:lnTo>
                    <a:pt x="9528861" y="42481"/>
                  </a:lnTo>
                  <a:lnTo>
                    <a:pt x="9519425" y="59055"/>
                  </a:lnTo>
                  <a:lnTo>
                    <a:pt x="9500425" y="73456"/>
                  </a:lnTo>
                  <a:lnTo>
                    <a:pt x="9472828" y="84480"/>
                  </a:lnTo>
                  <a:lnTo>
                    <a:pt x="9437535" y="90944"/>
                  </a:lnTo>
                  <a:lnTo>
                    <a:pt x="9449816" y="118021"/>
                  </a:lnTo>
                  <a:lnTo>
                    <a:pt x="9485211" y="111391"/>
                  </a:lnTo>
                  <a:lnTo>
                    <a:pt x="9514713" y="99910"/>
                  </a:lnTo>
                  <a:lnTo>
                    <a:pt x="9537535" y="84150"/>
                  </a:lnTo>
                  <a:lnTo>
                    <a:pt x="9552876" y="64630"/>
                  </a:lnTo>
                  <a:lnTo>
                    <a:pt x="9568294" y="84150"/>
                  </a:lnTo>
                  <a:lnTo>
                    <a:pt x="9591269" y="99910"/>
                  </a:lnTo>
                  <a:lnTo>
                    <a:pt x="9620961" y="111391"/>
                  </a:lnTo>
                  <a:lnTo>
                    <a:pt x="9656483" y="118021"/>
                  </a:lnTo>
                  <a:lnTo>
                    <a:pt x="9668764" y="90944"/>
                  </a:lnTo>
                  <a:close/>
                </a:path>
                <a:path w="10310494" h="725805">
                  <a:moveTo>
                    <a:pt x="9680816" y="138518"/>
                  </a:moveTo>
                  <a:lnTo>
                    <a:pt x="9569983" y="138518"/>
                  </a:lnTo>
                  <a:lnTo>
                    <a:pt x="9569983" y="102666"/>
                  </a:lnTo>
                  <a:lnTo>
                    <a:pt x="9535770" y="102666"/>
                  </a:lnTo>
                  <a:lnTo>
                    <a:pt x="9535770" y="138518"/>
                  </a:lnTo>
                  <a:lnTo>
                    <a:pt x="9425483" y="138518"/>
                  </a:lnTo>
                  <a:lnTo>
                    <a:pt x="9425483" y="166370"/>
                  </a:lnTo>
                  <a:lnTo>
                    <a:pt x="9680816" y="166370"/>
                  </a:lnTo>
                  <a:lnTo>
                    <a:pt x="9680816" y="138518"/>
                  </a:lnTo>
                  <a:close/>
                </a:path>
                <a:path w="10310494" h="725805">
                  <a:moveTo>
                    <a:pt x="9870491" y="195427"/>
                  </a:moveTo>
                  <a:lnTo>
                    <a:pt x="9818865" y="147345"/>
                  </a:lnTo>
                  <a:lnTo>
                    <a:pt x="9800539" y="82169"/>
                  </a:lnTo>
                  <a:lnTo>
                    <a:pt x="9800539" y="58597"/>
                  </a:lnTo>
                  <a:lnTo>
                    <a:pt x="9859086" y="58597"/>
                  </a:lnTo>
                  <a:lnTo>
                    <a:pt x="9859086" y="30314"/>
                  </a:lnTo>
                  <a:lnTo>
                    <a:pt x="9704934" y="30314"/>
                  </a:lnTo>
                  <a:lnTo>
                    <a:pt x="9704934" y="58597"/>
                  </a:lnTo>
                  <a:lnTo>
                    <a:pt x="9766008" y="58597"/>
                  </a:lnTo>
                  <a:lnTo>
                    <a:pt x="9766008" y="82169"/>
                  </a:lnTo>
                  <a:lnTo>
                    <a:pt x="9760991" y="117703"/>
                  </a:lnTo>
                  <a:lnTo>
                    <a:pt x="9746742" y="151930"/>
                  </a:lnTo>
                  <a:lnTo>
                    <a:pt x="9724136" y="181330"/>
                  </a:lnTo>
                  <a:lnTo>
                    <a:pt x="9694088" y="202438"/>
                  </a:lnTo>
                  <a:lnTo>
                    <a:pt x="9714370" y="229628"/>
                  </a:lnTo>
                  <a:lnTo>
                    <a:pt x="9736950" y="214884"/>
                  </a:lnTo>
                  <a:lnTo>
                    <a:pt x="9756292" y="194754"/>
                  </a:lnTo>
                  <a:lnTo>
                    <a:pt x="9771977" y="170319"/>
                  </a:lnTo>
                  <a:lnTo>
                    <a:pt x="9783661" y="142684"/>
                  </a:lnTo>
                  <a:lnTo>
                    <a:pt x="9795091" y="167906"/>
                  </a:lnTo>
                  <a:lnTo>
                    <a:pt x="9810305" y="190296"/>
                  </a:lnTo>
                  <a:lnTo>
                    <a:pt x="9829089" y="208864"/>
                  </a:lnTo>
                  <a:lnTo>
                    <a:pt x="9851187" y="222605"/>
                  </a:lnTo>
                  <a:lnTo>
                    <a:pt x="9870491" y="195427"/>
                  </a:lnTo>
                  <a:close/>
                </a:path>
                <a:path w="10310494" h="725805">
                  <a:moveTo>
                    <a:pt x="9962693" y="111658"/>
                  </a:moveTo>
                  <a:lnTo>
                    <a:pt x="9919487" y="111658"/>
                  </a:lnTo>
                  <a:lnTo>
                    <a:pt x="9919487" y="2679"/>
                  </a:lnTo>
                  <a:lnTo>
                    <a:pt x="9884956" y="2679"/>
                  </a:lnTo>
                  <a:lnTo>
                    <a:pt x="9884956" y="282689"/>
                  </a:lnTo>
                  <a:lnTo>
                    <a:pt x="9919487" y="282689"/>
                  </a:lnTo>
                  <a:lnTo>
                    <a:pt x="9919487" y="140601"/>
                  </a:lnTo>
                  <a:lnTo>
                    <a:pt x="9962693" y="140601"/>
                  </a:lnTo>
                  <a:lnTo>
                    <a:pt x="9962693" y="111658"/>
                  </a:lnTo>
                  <a:close/>
                </a:path>
                <a:path w="10310494" h="725805">
                  <a:moveTo>
                    <a:pt x="10193134" y="50304"/>
                  </a:moveTo>
                  <a:lnTo>
                    <a:pt x="10093363" y="50304"/>
                  </a:lnTo>
                  <a:lnTo>
                    <a:pt x="10093363" y="14744"/>
                  </a:lnTo>
                  <a:lnTo>
                    <a:pt x="10059264" y="14744"/>
                  </a:lnTo>
                  <a:lnTo>
                    <a:pt x="10059264" y="50304"/>
                  </a:lnTo>
                  <a:lnTo>
                    <a:pt x="10059264" y="76974"/>
                  </a:lnTo>
                  <a:lnTo>
                    <a:pt x="10059264" y="109994"/>
                  </a:lnTo>
                  <a:lnTo>
                    <a:pt x="10059264" y="136664"/>
                  </a:lnTo>
                  <a:lnTo>
                    <a:pt x="10193134" y="136664"/>
                  </a:lnTo>
                  <a:lnTo>
                    <a:pt x="10193134" y="109994"/>
                  </a:lnTo>
                  <a:lnTo>
                    <a:pt x="10093363" y="109994"/>
                  </a:lnTo>
                  <a:lnTo>
                    <a:pt x="10093363" y="76974"/>
                  </a:lnTo>
                  <a:lnTo>
                    <a:pt x="10193134" y="76974"/>
                  </a:lnTo>
                  <a:lnTo>
                    <a:pt x="10193134" y="50304"/>
                  </a:lnTo>
                  <a:close/>
                </a:path>
                <a:path w="10310494" h="725805">
                  <a:moveTo>
                    <a:pt x="10310000" y="59194"/>
                  </a:moveTo>
                  <a:lnTo>
                    <a:pt x="10270858" y="59194"/>
                  </a:lnTo>
                  <a:lnTo>
                    <a:pt x="10270858" y="2044"/>
                  </a:lnTo>
                  <a:lnTo>
                    <a:pt x="10236213" y="2044"/>
                  </a:lnTo>
                  <a:lnTo>
                    <a:pt x="10236213" y="59194"/>
                  </a:lnTo>
                  <a:lnTo>
                    <a:pt x="10236213" y="87134"/>
                  </a:lnTo>
                  <a:lnTo>
                    <a:pt x="10236213" y="145554"/>
                  </a:lnTo>
                  <a:lnTo>
                    <a:pt x="10270858" y="145554"/>
                  </a:lnTo>
                  <a:lnTo>
                    <a:pt x="10270858" y="87134"/>
                  </a:lnTo>
                  <a:lnTo>
                    <a:pt x="10310000" y="87134"/>
                  </a:lnTo>
                  <a:lnTo>
                    <a:pt x="10310000" y="5919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645110" y="2416530"/>
              <a:ext cx="2536825" cy="727710"/>
            </a:xfrm>
            <a:custGeom>
              <a:avLst/>
              <a:gdLst/>
              <a:ahLst/>
              <a:cxnLst/>
              <a:rect l="l" t="t" r="r" b="b"/>
              <a:pathLst>
                <a:path w="2536825" h="727710">
                  <a:moveTo>
                    <a:pt x="133858" y="458863"/>
                  </a:moveTo>
                  <a:lnTo>
                    <a:pt x="99428" y="458863"/>
                  </a:lnTo>
                  <a:lnTo>
                    <a:pt x="99428" y="494309"/>
                  </a:lnTo>
                  <a:lnTo>
                    <a:pt x="34086" y="494309"/>
                  </a:lnTo>
                  <a:lnTo>
                    <a:pt x="34086" y="458749"/>
                  </a:lnTo>
                  <a:lnTo>
                    <a:pt x="0" y="458749"/>
                  </a:lnTo>
                  <a:lnTo>
                    <a:pt x="0" y="494309"/>
                  </a:lnTo>
                  <a:lnTo>
                    <a:pt x="0" y="520979"/>
                  </a:lnTo>
                  <a:lnTo>
                    <a:pt x="0" y="553999"/>
                  </a:lnTo>
                  <a:lnTo>
                    <a:pt x="0" y="580669"/>
                  </a:lnTo>
                  <a:lnTo>
                    <a:pt x="133858" y="580669"/>
                  </a:lnTo>
                  <a:lnTo>
                    <a:pt x="133858" y="553999"/>
                  </a:lnTo>
                  <a:lnTo>
                    <a:pt x="34086" y="553999"/>
                  </a:lnTo>
                  <a:lnTo>
                    <a:pt x="34086" y="520979"/>
                  </a:lnTo>
                  <a:lnTo>
                    <a:pt x="99428" y="520979"/>
                  </a:lnTo>
                  <a:lnTo>
                    <a:pt x="99428" y="553707"/>
                  </a:lnTo>
                  <a:lnTo>
                    <a:pt x="133858" y="553707"/>
                  </a:lnTo>
                  <a:lnTo>
                    <a:pt x="133858" y="520979"/>
                  </a:lnTo>
                  <a:lnTo>
                    <a:pt x="133858" y="520700"/>
                  </a:lnTo>
                  <a:lnTo>
                    <a:pt x="133858" y="494499"/>
                  </a:lnTo>
                  <a:lnTo>
                    <a:pt x="133858" y="494309"/>
                  </a:lnTo>
                  <a:lnTo>
                    <a:pt x="133858" y="458863"/>
                  </a:lnTo>
                  <a:close/>
                </a:path>
                <a:path w="2536825" h="727710">
                  <a:moveTo>
                    <a:pt x="220357" y="697509"/>
                  </a:moveTo>
                  <a:lnTo>
                    <a:pt x="62598" y="697509"/>
                  </a:lnTo>
                  <a:lnTo>
                    <a:pt x="62598" y="674649"/>
                  </a:lnTo>
                  <a:lnTo>
                    <a:pt x="211582" y="674649"/>
                  </a:lnTo>
                  <a:lnTo>
                    <a:pt x="211582" y="649249"/>
                  </a:lnTo>
                  <a:lnTo>
                    <a:pt x="211582" y="627659"/>
                  </a:lnTo>
                  <a:lnTo>
                    <a:pt x="211582" y="600989"/>
                  </a:lnTo>
                  <a:lnTo>
                    <a:pt x="28168" y="600989"/>
                  </a:lnTo>
                  <a:lnTo>
                    <a:pt x="28168" y="627659"/>
                  </a:lnTo>
                  <a:lnTo>
                    <a:pt x="177165" y="627659"/>
                  </a:lnTo>
                  <a:lnTo>
                    <a:pt x="177165" y="649249"/>
                  </a:lnTo>
                  <a:lnTo>
                    <a:pt x="28613" y="649249"/>
                  </a:lnTo>
                  <a:lnTo>
                    <a:pt x="28613" y="674649"/>
                  </a:lnTo>
                  <a:lnTo>
                    <a:pt x="28613" y="697509"/>
                  </a:lnTo>
                  <a:lnTo>
                    <a:pt x="28613" y="724179"/>
                  </a:lnTo>
                  <a:lnTo>
                    <a:pt x="220357" y="724179"/>
                  </a:lnTo>
                  <a:lnTo>
                    <a:pt x="220357" y="697509"/>
                  </a:lnTo>
                  <a:close/>
                </a:path>
                <a:path w="2536825" h="727710">
                  <a:moveTo>
                    <a:pt x="250723" y="503199"/>
                  </a:moveTo>
                  <a:lnTo>
                    <a:pt x="211582" y="503199"/>
                  </a:lnTo>
                  <a:lnTo>
                    <a:pt x="211582" y="446049"/>
                  </a:lnTo>
                  <a:lnTo>
                    <a:pt x="176949" y="446049"/>
                  </a:lnTo>
                  <a:lnTo>
                    <a:pt x="176949" y="503199"/>
                  </a:lnTo>
                  <a:lnTo>
                    <a:pt x="176949" y="531139"/>
                  </a:lnTo>
                  <a:lnTo>
                    <a:pt x="176949" y="589559"/>
                  </a:lnTo>
                  <a:lnTo>
                    <a:pt x="211582" y="589559"/>
                  </a:lnTo>
                  <a:lnTo>
                    <a:pt x="211582" y="531139"/>
                  </a:lnTo>
                  <a:lnTo>
                    <a:pt x="250723" y="531139"/>
                  </a:lnTo>
                  <a:lnTo>
                    <a:pt x="250723" y="503199"/>
                  </a:lnTo>
                  <a:close/>
                </a:path>
                <a:path w="2536825" h="727710">
                  <a:moveTo>
                    <a:pt x="499491" y="446811"/>
                  </a:moveTo>
                  <a:lnTo>
                    <a:pt x="465277" y="446811"/>
                  </a:lnTo>
                  <a:lnTo>
                    <a:pt x="465277" y="502170"/>
                  </a:lnTo>
                  <a:lnTo>
                    <a:pt x="410794" y="502170"/>
                  </a:lnTo>
                  <a:lnTo>
                    <a:pt x="412457" y="493928"/>
                  </a:lnTo>
                  <a:lnTo>
                    <a:pt x="413651" y="485495"/>
                  </a:lnTo>
                  <a:lnTo>
                    <a:pt x="414388" y="476872"/>
                  </a:lnTo>
                  <a:lnTo>
                    <a:pt x="414629" y="468083"/>
                  </a:lnTo>
                  <a:lnTo>
                    <a:pt x="283730" y="468083"/>
                  </a:lnTo>
                  <a:lnTo>
                    <a:pt x="283730" y="495820"/>
                  </a:lnTo>
                  <a:lnTo>
                    <a:pt x="377024" y="495820"/>
                  </a:lnTo>
                  <a:lnTo>
                    <a:pt x="366090" y="527367"/>
                  </a:lnTo>
                  <a:lnTo>
                    <a:pt x="343712" y="554951"/>
                  </a:lnTo>
                  <a:lnTo>
                    <a:pt x="310997" y="577913"/>
                  </a:lnTo>
                  <a:lnTo>
                    <a:pt x="269036" y="595579"/>
                  </a:lnTo>
                  <a:lnTo>
                    <a:pt x="283616" y="622668"/>
                  </a:lnTo>
                  <a:lnTo>
                    <a:pt x="323151" y="606869"/>
                  </a:lnTo>
                  <a:lnTo>
                    <a:pt x="356362" y="585889"/>
                  </a:lnTo>
                  <a:lnTo>
                    <a:pt x="382663" y="560082"/>
                  </a:lnTo>
                  <a:lnTo>
                    <a:pt x="401472" y="529805"/>
                  </a:lnTo>
                  <a:lnTo>
                    <a:pt x="465277" y="529805"/>
                  </a:lnTo>
                  <a:lnTo>
                    <a:pt x="465277" y="564781"/>
                  </a:lnTo>
                  <a:lnTo>
                    <a:pt x="397522" y="564781"/>
                  </a:lnTo>
                  <a:lnTo>
                    <a:pt x="397522" y="592734"/>
                  </a:lnTo>
                  <a:lnTo>
                    <a:pt x="465277" y="592734"/>
                  </a:lnTo>
                  <a:lnTo>
                    <a:pt x="465277" y="654024"/>
                  </a:lnTo>
                  <a:lnTo>
                    <a:pt x="499491" y="654024"/>
                  </a:lnTo>
                  <a:lnTo>
                    <a:pt x="499491" y="529805"/>
                  </a:lnTo>
                  <a:lnTo>
                    <a:pt x="499491" y="502170"/>
                  </a:lnTo>
                  <a:lnTo>
                    <a:pt x="499491" y="446811"/>
                  </a:lnTo>
                  <a:close/>
                </a:path>
                <a:path w="2536825" h="727710">
                  <a:moveTo>
                    <a:pt x="506831" y="693381"/>
                  </a:moveTo>
                  <a:lnTo>
                    <a:pt x="352247" y="693381"/>
                  </a:lnTo>
                  <a:lnTo>
                    <a:pt x="352247" y="633412"/>
                  </a:lnTo>
                  <a:lnTo>
                    <a:pt x="317055" y="633412"/>
                  </a:lnTo>
                  <a:lnTo>
                    <a:pt x="317055" y="721334"/>
                  </a:lnTo>
                  <a:lnTo>
                    <a:pt x="506831" y="721334"/>
                  </a:lnTo>
                  <a:lnTo>
                    <a:pt x="506831" y="693381"/>
                  </a:lnTo>
                  <a:close/>
                </a:path>
                <a:path w="2536825" h="727710">
                  <a:moveTo>
                    <a:pt x="795642" y="14249"/>
                  </a:moveTo>
                  <a:lnTo>
                    <a:pt x="761542" y="14249"/>
                  </a:lnTo>
                  <a:lnTo>
                    <a:pt x="761542" y="49809"/>
                  </a:lnTo>
                  <a:lnTo>
                    <a:pt x="795642" y="49809"/>
                  </a:lnTo>
                  <a:lnTo>
                    <a:pt x="795642" y="14249"/>
                  </a:lnTo>
                  <a:close/>
                </a:path>
                <a:path w="2536825" h="727710">
                  <a:moveTo>
                    <a:pt x="861021" y="577608"/>
                  </a:moveTo>
                  <a:lnTo>
                    <a:pt x="820216" y="564934"/>
                  </a:lnTo>
                  <a:lnTo>
                    <a:pt x="788123" y="543140"/>
                  </a:lnTo>
                  <a:lnTo>
                    <a:pt x="759612" y="484085"/>
                  </a:lnTo>
                  <a:lnTo>
                    <a:pt x="759612" y="463588"/>
                  </a:lnTo>
                  <a:lnTo>
                    <a:pt x="722998" y="463588"/>
                  </a:lnTo>
                  <a:lnTo>
                    <a:pt x="722998" y="484085"/>
                  </a:lnTo>
                  <a:lnTo>
                    <a:pt x="715403" y="515137"/>
                  </a:lnTo>
                  <a:lnTo>
                    <a:pt x="694524" y="543090"/>
                  </a:lnTo>
                  <a:lnTo>
                    <a:pt x="662660" y="564934"/>
                  </a:lnTo>
                  <a:lnTo>
                    <a:pt x="622134" y="577608"/>
                  </a:lnTo>
                  <a:lnTo>
                    <a:pt x="637044" y="606323"/>
                  </a:lnTo>
                  <a:lnTo>
                    <a:pt x="670687" y="596303"/>
                  </a:lnTo>
                  <a:lnTo>
                    <a:pt x="699985" y="580199"/>
                  </a:lnTo>
                  <a:lnTo>
                    <a:pt x="723887" y="558914"/>
                  </a:lnTo>
                  <a:lnTo>
                    <a:pt x="741311" y="533425"/>
                  </a:lnTo>
                  <a:lnTo>
                    <a:pt x="758888" y="558977"/>
                  </a:lnTo>
                  <a:lnTo>
                    <a:pt x="782942" y="580199"/>
                  </a:lnTo>
                  <a:lnTo>
                    <a:pt x="812380" y="596252"/>
                  </a:lnTo>
                  <a:lnTo>
                    <a:pt x="846112" y="606323"/>
                  </a:lnTo>
                  <a:lnTo>
                    <a:pt x="861021" y="577608"/>
                  </a:lnTo>
                  <a:close/>
                </a:path>
                <a:path w="2536825" h="727710">
                  <a:moveTo>
                    <a:pt x="871004" y="664210"/>
                  </a:moveTo>
                  <a:lnTo>
                    <a:pt x="758634" y="664210"/>
                  </a:lnTo>
                  <a:lnTo>
                    <a:pt x="758634" y="599198"/>
                  </a:lnTo>
                  <a:lnTo>
                    <a:pt x="724420" y="599198"/>
                  </a:lnTo>
                  <a:lnTo>
                    <a:pt x="724420" y="664210"/>
                  </a:lnTo>
                  <a:lnTo>
                    <a:pt x="614794" y="664210"/>
                  </a:lnTo>
                  <a:lnTo>
                    <a:pt x="614794" y="692061"/>
                  </a:lnTo>
                  <a:lnTo>
                    <a:pt x="871004" y="692061"/>
                  </a:lnTo>
                  <a:lnTo>
                    <a:pt x="871004" y="664210"/>
                  </a:lnTo>
                  <a:close/>
                </a:path>
                <a:path w="2536825" h="727710">
                  <a:moveTo>
                    <a:pt x="895413" y="76301"/>
                  </a:moveTo>
                  <a:lnTo>
                    <a:pt x="860983" y="76301"/>
                  </a:lnTo>
                  <a:lnTo>
                    <a:pt x="860983" y="109296"/>
                  </a:lnTo>
                  <a:lnTo>
                    <a:pt x="895413" y="109296"/>
                  </a:lnTo>
                  <a:lnTo>
                    <a:pt x="895413" y="76301"/>
                  </a:lnTo>
                  <a:close/>
                </a:path>
                <a:path w="2536825" h="727710">
                  <a:moveTo>
                    <a:pt x="895413" y="14465"/>
                  </a:moveTo>
                  <a:lnTo>
                    <a:pt x="860983" y="14465"/>
                  </a:lnTo>
                  <a:lnTo>
                    <a:pt x="860983" y="50101"/>
                  </a:lnTo>
                  <a:lnTo>
                    <a:pt x="895413" y="50101"/>
                  </a:lnTo>
                  <a:lnTo>
                    <a:pt x="895413" y="14465"/>
                  </a:lnTo>
                  <a:close/>
                </a:path>
                <a:path w="2536825" h="727710">
                  <a:moveTo>
                    <a:pt x="981913" y="253009"/>
                  </a:moveTo>
                  <a:lnTo>
                    <a:pt x="824153" y="253009"/>
                  </a:lnTo>
                  <a:lnTo>
                    <a:pt x="824153" y="230149"/>
                  </a:lnTo>
                  <a:lnTo>
                    <a:pt x="973137" y="230149"/>
                  </a:lnTo>
                  <a:lnTo>
                    <a:pt x="973137" y="204749"/>
                  </a:lnTo>
                  <a:lnTo>
                    <a:pt x="973137" y="183159"/>
                  </a:lnTo>
                  <a:lnTo>
                    <a:pt x="973137" y="156489"/>
                  </a:lnTo>
                  <a:lnTo>
                    <a:pt x="789724" y="156489"/>
                  </a:lnTo>
                  <a:lnTo>
                    <a:pt x="789724" y="183159"/>
                  </a:lnTo>
                  <a:lnTo>
                    <a:pt x="938720" y="183159"/>
                  </a:lnTo>
                  <a:lnTo>
                    <a:pt x="938720" y="204749"/>
                  </a:lnTo>
                  <a:lnTo>
                    <a:pt x="790155" y="204749"/>
                  </a:lnTo>
                  <a:lnTo>
                    <a:pt x="790155" y="230149"/>
                  </a:lnTo>
                  <a:lnTo>
                    <a:pt x="790155" y="253009"/>
                  </a:lnTo>
                  <a:lnTo>
                    <a:pt x="790155" y="279679"/>
                  </a:lnTo>
                  <a:lnTo>
                    <a:pt x="981913" y="279679"/>
                  </a:lnTo>
                  <a:lnTo>
                    <a:pt x="981913" y="253009"/>
                  </a:lnTo>
                  <a:close/>
                </a:path>
                <a:path w="2536825" h="727710">
                  <a:moveTo>
                    <a:pt x="1145527" y="664438"/>
                  </a:moveTo>
                  <a:lnTo>
                    <a:pt x="1086434" y="664438"/>
                  </a:lnTo>
                  <a:lnTo>
                    <a:pt x="1086434" y="606107"/>
                  </a:lnTo>
                  <a:lnTo>
                    <a:pt x="1086434" y="592848"/>
                  </a:lnTo>
                  <a:lnTo>
                    <a:pt x="1099896" y="582752"/>
                  </a:lnTo>
                  <a:lnTo>
                    <a:pt x="1101039" y="581901"/>
                  </a:lnTo>
                  <a:lnTo>
                    <a:pt x="1112012" y="568604"/>
                  </a:lnTo>
                  <a:lnTo>
                    <a:pt x="1118908" y="553148"/>
                  </a:lnTo>
                  <a:lnTo>
                    <a:pt x="1121295" y="535724"/>
                  </a:lnTo>
                  <a:lnTo>
                    <a:pt x="1113472" y="505320"/>
                  </a:lnTo>
                  <a:lnTo>
                    <a:pt x="1098308" y="489013"/>
                  </a:lnTo>
                  <a:lnTo>
                    <a:pt x="1091717" y="481914"/>
                  </a:lnTo>
                  <a:lnTo>
                    <a:pt x="1087424" y="479971"/>
                  </a:lnTo>
                  <a:lnTo>
                    <a:pt x="1087424" y="535724"/>
                  </a:lnTo>
                  <a:lnTo>
                    <a:pt x="1082243" y="555193"/>
                  </a:lnTo>
                  <a:lnTo>
                    <a:pt x="1067739" y="570014"/>
                  </a:lnTo>
                  <a:lnTo>
                    <a:pt x="1051572" y="576859"/>
                  </a:lnTo>
                  <a:lnTo>
                    <a:pt x="1051572" y="606107"/>
                  </a:lnTo>
                  <a:lnTo>
                    <a:pt x="1051572" y="664438"/>
                  </a:lnTo>
                  <a:lnTo>
                    <a:pt x="982611" y="664438"/>
                  </a:lnTo>
                  <a:lnTo>
                    <a:pt x="982611" y="606107"/>
                  </a:lnTo>
                  <a:lnTo>
                    <a:pt x="990727" y="607631"/>
                  </a:lnTo>
                  <a:lnTo>
                    <a:pt x="999134" y="608723"/>
                  </a:lnTo>
                  <a:lnTo>
                    <a:pt x="1007833" y="609396"/>
                  </a:lnTo>
                  <a:lnTo>
                    <a:pt x="1016812" y="609612"/>
                  </a:lnTo>
                  <a:lnTo>
                    <a:pt x="1025969" y="609396"/>
                  </a:lnTo>
                  <a:lnTo>
                    <a:pt x="1034808" y="608723"/>
                  </a:lnTo>
                  <a:lnTo>
                    <a:pt x="1043355" y="607631"/>
                  </a:lnTo>
                  <a:lnTo>
                    <a:pt x="1051572" y="606107"/>
                  </a:lnTo>
                  <a:lnTo>
                    <a:pt x="1051572" y="576859"/>
                  </a:lnTo>
                  <a:lnTo>
                    <a:pt x="1045425" y="579450"/>
                  </a:lnTo>
                  <a:lnTo>
                    <a:pt x="1016812" y="582752"/>
                  </a:lnTo>
                  <a:lnTo>
                    <a:pt x="988123" y="579450"/>
                  </a:lnTo>
                  <a:lnTo>
                    <a:pt x="965936" y="570014"/>
                  </a:lnTo>
                  <a:lnTo>
                    <a:pt x="951623" y="555193"/>
                  </a:lnTo>
                  <a:lnTo>
                    <a:pt x="946543" y="535724"/>
                  </a:lnTo>
                  <a:lnTo>
                    <a:pt x="951623" y="516102"/>
                  </a:lnTo>
                  <a:lnTo>
                    <a:pt x="965936" y="501396"/>
                  </a:lnTo>
                  <a:lnTo>
                    <a:pt x="988123" y="492163"/>
                  </a:lnTo>
                  <a:lnTo>
                    <a:pt x="1016812" y="489013"/>
                  </a:lnTo>
                  <a:lnTo>
                    <a:pt x="1045425" y="492163"/>
                  </a:lnTo>
                  <a:lnTo>
                    <a:pt x="1067739" y="501396"/>
                  </a:lnTo>
                  <a:lnTo>
                    <a:pt x="1082243" y="516102"/>
                  </a:lnTo>
                  <a:lnTo>
                    <a:pt x="1087424" y="535724"/>
                  </a:lnTo>
                  <a:lnTo>
                    <a:pt x="1087424" y="479971"/>
                  </a:lnTo>
                  <a:lnTo>
                    <a:pt x="1058633" y="466864"/>
                  </a:lnTo>
                  <a:lnTo>
                    <a:pt x="1016812" y="461505"/>
                  </a:lnTo>
                  <a:lnTo>
                    <a:pt x="975055" y="466864"/>
                  </a:lnTo>
                  <a:lnTo>
                    <a:pt x="942098" y="481914"/>
                  </a:lnTo>
                  <a:lnTo>
                    <a:pt x="920496" y="505320"/>
                  </a:lnTo>
                  <a:lnTo>
                    <a:pt x="912774" y="535724"/>
                  </a:lnTo>
                  <a:lnTo>
                    <a:pt x="915174" y="553440"/>
                  </a:lnTo>
                  <a:lnTo>
                    <a:pt x="922223" y="569137"/>
                  </a:lnTo>
                  <a:lnTo>
                    <a:pt x="933475" y="582561"/>
                  </a:lnTo>
                  <a:lnTo>
                    <a:pt x="948512" y="593496"/>
                  </a:lnTo>
                  <a:lnTo>
                    <a:pt x="948512" y="664438"/>
                  </a:lnTo>
                  <a:lnTo>
                    <a:pt x="889317" y="664438"/>
                  </a:lnTo>
                  <a:lnTo>
                    <a:pt x="889317" y="692721"/>
                  </a:lnTo>
                  <a:lnTo>
                    <a:pt x="1145527" y="692721"/>
                  </a:lnTo>
                  <a:lnTo>
                    <a:pt x="1145527" y="664438"/>
                  </a:lnTo>
                  <a:close/>
                </a:path>
                <a:path w="2536825" h="727710">
                  <a:moveTo>
                    <a:pt x="1261046" y="2413"/>
                  </a:moveTo>
                  <a:lnTo>
                    <a:pt x="1226832" y="2413"/>
                  </a:lnTo>
                  <a:lnTo>
                    <a:pt x="1226832" y="57772"/>
                  </a:lnTo>
                  <a:lnTo>
                    <a:pt x="1172349" y="57772"/>
                  </a:lnTo>
                  <a:lnTo>
                    <a:pt x="1174013" y="49530"/>
                  </a:lnTo>
                  <a:lnTo>
                    <a:pt x="1175207" y="41097"/>
                  </a:lnTo>
                  <a:lnTo>
                    <a:pt x="1175943" y="32473"/>
                  </a:lnTo>
                  <a:lnTo>
                    <a:pt x="1176185" y="23672"/>
                  </a:lnTo>
                  <a:lnTo>
                    <a:pt x="1045286" y="23672"/>
                  </a:lnTo>
                  <a:lnTo>
                    <a:pt x="1045286" y="51409"/>
                  </a:lnTo>
                  <a:lnTo>
                    <a:pt x="1138580" y="51409"/>
                  </a:lnTo>
                  <a:lnTo>
                    <a:pt x="1127645" y="82956"/>
                  </a:lnTo>
                  <a:lnTo>
                    <a:pt x="1105268" y="110553"/>
                  </a:lnTo>
                  <a:lnTo>
                    <a:pt x="1072553" y="133515"/>
                  </a:lnTo>
                  <a:lnTo>
                    <a:pt x="1030592" y="151180"/>
                  </a:lnTo>
                  <a:lnTo>
                    <a:pt x="1045171" y="178257"/>
                  </a:lnTo>
                  <a:lnTo>
                    <a:pt x="1084707" y="162471"/>
                  </a:lnTo>
                  <a:lnTo>
                    <a:pt x="1117917" y="141490"/>
                  </a:lnTo>
                  <a:lnTo>
                    <a:pt x="1144206" y="115684"/>
                  </a:lnTo>
                  <a:lnTo>
                    <a:pt x="1163027" y="85407"/>
                  </a:lnTo>
                  <a:lnTo>
                    <a:pt x="1226832" y="85407"/>
                  </a:lnTo>
                  <a:lnTo>
                    <a:pt x="1226832" y="120370"/>
                  </a:lnTo>
                  <a:lnTo>
                    <a:pt x="1159078" y="120370"/>
                  </a:lnTo>
                  <a:lnTo>
                    <a:pt x="1159078" y="148336"/>
                  </a:lnTo>
                  <a:lnTo>
                    <a:pt x="1226832" y="148336"/>
                  </a:lnTo>
                  <a:lnTo>
                    <a:pt x="1226832" y="209613"/>
                  </a:lnTo>
                  <a:lnTo>
                    <a:pt x="1261046" y="209613"/>
                  </a:lnTo>
                  <a:lnTo>
                    <a:pt x="1261046" y="85407"/>
                  </a:lnTo>
                  <a:lnTo>
                    <a:pt x="1261046" y="57772"/>
                  </a:lnTo>
                  <a:lnTo>
                    <a:pt x="1261046" y="2413"/>
                  </a:lnTo>
                  <a:close/>
                </a:path>
                <a:path w="2536825" h="727710">
                  <a:moveTo>
                    <a:pt x="1268387" y="248970"/>
                  </a:moveTo>
                  <a:lnTo>
                    <a:pt x="1113802" y="248970"/>
                  </a:lnTo>
                  <a:lnTo>
                    <a:pt x="1113802" y="189001"/>
                  </a:lnTo>
                  <a:lnTo>
                    <a:pt x="1078611" y="189001"/>
                  </a:lnTo>
                  <a:lnTo>
                    <a:pt x="1078611" y="276936"/>
                  </a:lnTo>
                  <a:lnTo>
                    <a:pt x="1268387" y="276936"/>
                  </a:lnTo>
                  <a:lnTo>
                    <a:pt x="1268387" y="248970"/>
                  </a:lnTo>
                  <a:close/>
                </a:path>
                <a:path w="2536825" h="727710">
                  <a:moveTo>
                    <a:pt x="1417383" y="636257"/>
                  </a:moveTo>
                  <a:lnTo>
                    <a:pt x="1386852" y="616127"/>
                  </a:lnTo>
                  <a:lnTo>
                    <a:pt x="1364068" y="587006"/>
                  </a:lnTo>
                  <a:lnTo>
                    <a:pt x="1362303" y="582650"/>
                  </a:lnTo>
                  <a:lnTo>
                    <a:pt x="1349844" y="551929"/>
                  </a:lnTo>
                  <a:lnTo>
                    <a:pt x="1345031" y="513905"/>
                  </a:lnTo>
                  <a:lnTo>
                    <a:pt x="1345031" y="469061"/>
                  </a:lnTo>
                  <a:lnTo>
                    <a:pt x="1310170" y="469061"/>
                  </a:lnTo>
                  <a:lnTo>
                    <a:pt x="1310170" y="513905"/>
                  </a:lnTo>
                  <a:lnTo>
                    <a:pt x="1305052" y="553783"/>
                  </a:lnTo>
                  <a:lnTo>
                    <a:pt x="1290510" y="590435"/>
                  </a:lnTo>
                  <a:lnTo>
                    <a:pt x="1267307" y="620750"/>
                  </a:lnTo>
                  <a:lnTo>
                    <a:pt x="1236167" y="641629"/>
                  </a:lnTo>
                  <a:lnTo>
                    <a:pt x="1257211" y="670356"/>
                  </a:lnTo>
                  <a:lnTo>
                    <a:pt x="1280833" y="655497"/>
                  </a:lnTo>
                  <a:lnTo>
                    <a:pt x="1300607" y="635342"/>
                  </a:lnTo>
                  <a:lnTo>
                    <a:pt x="1316380" y="610768"/>
                  </a:lnTo>
                  <a:lnTo>
                    <a:pt x="1328039" y="582650"/>
                  </a:lnTo>
                  <a:lnTo>
                    <a:pt x="1339786" y="608685"/>
                  </a:lnTo>
                  <a:lnTo>
                    <a:pt x="1355305" y="631405"/>
                  </a:lnTo>
                  <a:lnTo>
                    <a:pt x="1374406" y="650049"/>
                  </a:lnTo>
                  <a:lnTo>
                    <a:pt x="1396885" y="663879"/>
                  </a:lnTo>
                  <a:lnTo>
                    <a:pt x="1417383" y="636257"/>
                  </a:lnTo>
                  <a:close/>
                </a:path>
                <a:path w="2536825" h="727710">
                  <a:moveTo>
                    <a:pt x="1472311" y="446595"/>
                  </a:moveTo>
                  <a:lnTo>
                    <a:pt x="1437563" y="446595"/>
                  </a:lnTo>
                  <a:lnTo>
                    <a:pt x="1437563" y="727252"/>
                  </a:lnTo>
                  <a:lnTo>
                    <a:pt x="1472311" y="727252"/>
                  </a:lnTo>
                  <a:lnTo>
                    <a:pt x="1472311" y="446595"/>
                  </a:lnTo>
                  <a:close/>
                </a:path>
                <a:path w="2536825" h="727710">
                  <a:moveTo>
                    <a:pt x="1541995" y="24549"/>
                  </a:moveTo>
                  <a:lnTo>
                    <a:pt x="1478851" y="24549"/>
                  </a:lnTo>
                  <a:lnTo>
                    <a:pt x="1478851" y="0"/>
                  </a:lnTo>
                  <a:lnTo>
                    <a:pt x="1444421" y="0"/>
                  </a:lnTo>
                  <a:lnTo>
                    <a:pt x="1444421" y="24549"/>
                  </a:lnTo>
                  <a:lnTo>
                    <a:pt x="1381061" y="24549"/>
                  </a:lnTo>
                  <a:lnTo>
                    <a:pt x="1381061" y="49885"/>
                  </a:lnTo>
                  <a:lnTo>
                    <a:pt x="1541995" y="49885"/>
                  </a:lnTo>
                  <a:lnTo>
                    <a:pt x="1541995" y="24549"/>
                  </a:lnTo>
                  <a:close/>
                </a:path>
                <a:path w="2536825" h="727710">
                  <a:moveTo>
                    <a:pt x="1551978" y="174320"/>
                  </a:moveTo>
                  <a:lnTo>
                    <a:pt x="1550098" y="156337"/>
                  </a:lnTo>
                  <a:lnTo>
                    <a:pt x="1549450" y="150190"/>
                  </a:lnTo>
                  <a:lnTo>
                    <a:pt x="1532318" y="152234"/>
                  </a:lnTo>
                  <a:lnTo>
                    <a:pt x="1514729" y="153924"/>
                  </a:lnTo>
                  <a:lnTo>
                    <a:pt x="1496847" y="155282"/>
                  </a:lnTo>
                  <a:lnTo>
                    <a:pt x="1478851" y="156337"/>
                  </a:lnTo>
                  <a:lnTo>
                    <a:pt x="1478851" y="140106"/>
                  </a:lnTo>
                  <a:lnTo>
                    <a:pt x="1499616" y="135153"/>
                  </a:lnTo>
                  <a:lnTo>
                    <a:pt x="1515389" y="126453"/>
                  </a:lnTo>
                  <a:lnTo>
                    <a:pt x="1522285" y="118186"/>
                  </a:lnTo>
                  <a:lnTo>
                    <a:pt x="1525447" y="114388"/>
                  </a:lnTo>
                  <a:lnTo>
                    <a:pt x="1529067" y="99326"/>
                  </a:lnTo>
                  <a:lnTo>
                    <a:pt x="1524114" y="81991"/>
                  </a:lnTo>
                  <a:lnTo>
                    <a:pt x="1523098" y="81013"/>
                  </a:lnTo>
                  <a:lnTo>
                    <a:pt x="1510398" y="68884"/>
                  </a:lnTo>
                  <a:lnTo>
                    <a:pt x="1495958" y="63296"/>
                  </a:lnTo>
                  <a:lnTo>
                    <a:pt x="1495958" y="99326"/>
                  </a:lnTo>
                  <a:lnTo>
                    <a:pt x="1493596" y="107238"/>
                  </a:lnTo>
                  <a:lnTo>
                    <a:pt x="1486776" y="113195"/>
                  </a:lnTo>
                  <a:lnTo>
                    <a:pt x="1475879" y="116928"/>
                  </a:lnTo>
                  <a:lnTo>
                    <a:pt x="1461312" y="118186"/>
                  </a:lnTo>
                  <a:lnTo>
                    <a:pt x="1446682" y="116928"/>
                  </a:lnTo>
                  <a:lnTo>
                    <a:pt x="1435773" y="113195"/>
                  </a:lnTo>
                  <a:lnTo>
                    <a:pt x="1429016" y="107238"/>
                  </a:lnTo>
                  <a:lnTo>
                    <a:pt x="1426781" y="99326"/>
                  </a:lnTo>
                  <a:lnTo>
                    <a:pt x="1429016" y="91376"/>
                  </a:lnTo>
                  <a:lnTo>
                    <a:pt x="1435773" y="85648"/>
                  </a:lnTo>
                  <a:lnTo>
                    <a:pt x="1446682" y="82181"/>
                  </a:lnTo>
                  <a:lnTo>
                    <a:pt x="1461312" y="81013"/>
                  </a:lnTo>
                  <a:lnTo>
                    <a:pt x="1475879" y="82181"/>
                  </a:lnTo>
                  <a:lnTo>
                    <a:pt x="1486776" y="85648"/>
                  </a:lnTo>
                  <a:lnTo>
                    <a:pt x="1493596" y="91376"/>
                  </a:lnTo>
                  <a:lnTo>
                    <a:pt x="1495958" y="99326"/>
                  </a:lnTo>
                  <a:lnTo>
                    <a:pt x="1495958" y="63296"/>
                  </a:lnTo>
                  <a:lnTo>
                    <a:pt x="1489075" y="60617"/>
                  </a:lnTo>
                  <a:lnTo>
                    <a:pt x="1461312" y="57772"/>
                  </a:lnTo>
                  <a:lnTo>
                    <a:pt x="1433563" y="60617"/>
                  </a:lnTo>
                  <a:lnTo>
                    <a:pt x="1412201" y="68884"/>
                  </a:lnTo>
                  <a:lnTo>
                    <a:pt x="1398511" y="81991"/>
                  </a:lnTo>
                  <a:lnTo>
                    <a:pt x="1393774" y="99326"/>
                  </a:lnTo>
                  <a:lnTo>
                    <a:pt x="1397215" y="114515"/>
                  </a:lnTo>
                  <a:lnTo>
                    <a:pt x="1407337" y="126644"/>
                  </a:lnTo>
                  <a:lnTo>
                    <a:pt x="1423339" y="135331"/>
                  </a:lnTo>
                  <a:lnTo>
                    <a:pt x="1444421" y="140220"/>
                  </a:lnTo>
                  <a:lnTo>
                    <a:pt x="1444421" y="157543"/>
                  </a:lnTo>
                  <a:lnTo>
                    <a:pt x="1425663" y="157937"/>
                  </a:lnTo>
                  <a:lnTo>
                    <a:pt x="1373822" y="158305"/>
                  </a:lnTo>
                  <a:lnTo>
                    <a:pt x="1377543" y="185381"/>
                  </a:lnTo>
                  <a:lnTo>
                    <a:pt x="1417243" y="185077"/>
                  </a:lnTo>
                  <a:lnTo>
                    <a:pt x="1460944" y="183718"/>
                  </a:lnTo>
                  <a:lnTo>
                    <a:pt x="1506550" y="180428"/>
                  </a:lnTo>
                  <a:lnTo>
                    <a:pt x="1551978" y="174320"/>
                  </a:lnTo>
                  <a:close/>
                </a:path>
                <a:path w="2536825" h="727710">
                  <a:moveTo>
                    <a:pt x="1598460" y="203911"/>
                  </a:moveTo>
                  <a:lnTo>
                    <a:pt x="1409014" y="203911"/>
                  </a:lnTo>
                  <a:lnTo>
                    <a:pt x="1409014" y="230771"/>
                  </a:lnTo>
                  <a:lnTo>
                    <a:pt x="1563928" y="230771"/>
                  </a:lnTo>
                  <a:lnTo>
                    <a:pt x="1563928" y="282194"/>
                  </a:lnTo>
                  <a:lnTo>
                    <a:pt x="1598460" y="282194"/>
                  </a:lnTo>
                  <a:lnTo>
                    <a:pt x="1598460" y="203911"/>
                  </a:lnTo>
                  <a:close/>
                </a:path>
                <a:path w="2536825" h="727710">
                  <a:moveTo>
                    <a:pt x="1636280" y="84086"/>
                  </a:moveTo>
                  <a:lnTo>
                    <a:pt x="1598460" y="84086"/>
                  </a:lnTo>
                  <a:lnTo>
                    <a:pt x="1598460" y="2413"/>
                  </a:lnTo>
                  <a:lnTo>
                    <a:pt x="1563928" y="2413"/>
                  </a:lnTo>
                  <a:lnTo>
                    <a:pt x="1563928" y="191858"/>
                  </a:lnTo>
                  <a:lnTo>
                    <a:pt x="1598460" y="191858"/>
                  </a:lnTo>
                  <a:lnTo>
                    <a:pt x="1598460" y="112483"/>
                  </a:lnTo>
                  <a:lnTo>
                    <a:pt x="1636280" y="112483"/>
                  </a:lnTo>
                  <a:lnTo>
                    <a:pt x="1636280" y="84086"/>
                  </a:lnTo>
                  <a:close/>
                </a:path>
                <a:path w="2536825" h="727710">
                  <a:moveTo>
                    <a:pt x="1658581" y="467753"/>
                  </a:moveTo>
                  <a:lnTo>
                    <a:pt x="1524495" y="467753"/>
                  </a:lnTo>
                  <a:lnTo>
                    <a:pt x="1524495" y="496036"/>
                  </a:lnTo>
                  <a:lnTo>
                    <a:pt x="1620761" y="496036"/>
                  </a:lnTo>
                  <a:lnTo>
                    <a:pt x="1610385" y="526491"/>
                  </a:lnTo>
                  <a:lnTo>
                    <a:pt x="1588528" y="553212"/>
                  </a:lnTo>
                  <a:lnTo>
                    <a:pt x="1555724" y="575398"/>
                  </a:lnTo>
                  <a:lnTo>
                    <a:pt x="1512544" y="592289"/>
                  </a:lnTo>
                  <a:lnTo>
                    <a:pt x="1527022" y="619696"/>
                  </a:lnTo>
                  <a:lnTo>
                    <a:pt x="1572526" y="601713"/>
                  </a:lnTo>
                  <a:lnTo>
                    <a:pt x="1609102" y="577176"/>
                  </a:lnTo>
                  <a:lnTo>
                    <a:pt x="1636102" y="546430"/>
                  </a:lnTo>
                  <a:lnTo>
                    <a:pt x="1652816" y="509841"/>
                  </a:lnTo>
                  <a:lnTo>
                    <a:pt x="1658581" y="467753"/>
                  </a:lnTo>
                  <a:close/>
                </a:path>
                <a:path w="2536825" h="727710">
                  <a:moveTo>
                    <a:pt x="1745310" y="693381"/>
                  </a:moveTo>
                  <a:lnTo>
                    <a:pt x="1589519" y="693381"/>
                  </a:lnTo>
                  <a:lnTo>
                    <a:pt x="1589519" y="628040"/>
                  </a:lnTo>
                  <a:lnTo>
                    <a:pt x="1554759" y="628040"/>
                  </a:lnTo>
                  <a:lnTo>
                    <a:pt x="1554759" y="721334"/>
                  </a:lnTo>
                  <a:lnTo>
                    <a:pt x="1745310" y="721334"/>
                  </a:lnTo>
                  <a:lnTo>
                    <a:pt x="1745310" y="693381"/>
                  </a:lnTo>
                  <a:close/>
                </a:path>
                <a:path w="2536825" h="727710">
                  <a:moveTo>
                    <a:pt x="1773923" y="527177"/>
                  </a:moveTo>
                  <a:lnTo>
                    <a:pt x="1734781" y="527177"/>
                  </a:lnTo>
                  <a:lnTo>
                    <a:pt x="1734781" y="446595"/>
                  </a:lnTo>
                  <a:lnTo>
                    <a:pt x="1699806" y="446595"/>
                  </a:lnTo>
                  <a:lnTo>
                    <a:pt x="1699806" y="648639"/>
                  </a:lnTo>
                  <a:lnTo>
                    <a:pt x="1734781" y="648639"/>
                  </a:lnTo>
                  <a:lnTo>
                    <a:pt x="1734781" y="555790"/>
                  </a:lnTo>
                  <a:lnTo>
                    <a:pt x="1773923" y="555790"/>
                  </a:lnTo>
                  <a:lnTo>
                    <a:pt x="1773923" y="527177"/>
                  </a:lnTo>
                  <a:close/>
                </a:path>
                <a:path w="2536825" h="727710">
                  <a:moveTo>
                    <a:pt x="1879892" y="87909"/>
                  </a:moveTo>
                  <a:lnTo>
                    <a:pt x="1717192" y="87909"/>
                  </a:lnTo>
                  <a:lnTo>
                    <a:pt x="1717192" y="71399"/>
                  </a:lnTo>
                  <a:lnTo>
                    <a:pt x="1875066" y="71399"/>
                  </a:lnTo>
                  <a:lnTo>
                    <a:pt x="1875066" y="48539"/>
                  </a:lnTo>
                  <a:lnTo>
                    <a:pt x="1875066" y="32029"/>
                  </a:lnTo>
                  <a:lnTo>
                    <a:pt x="1875066" y="7899"/>
                  </a:lnTo>
                  <a:lnTo>
                    <a:pt x="1682330" y="7899"/>
                  </a:lnTo>
                  <a:lnTo>
                    <a:pt x="1682330" y="32029"/>
                  </a:lnTo>
                  <a:lnTo>
                    <a:pt x="1840649" y="32029"/>
                  </a:lnTo>
                  <a:lnTo>
                    <a:pt x="1840649" y="48539"/>
                  </a:lnTo>
                  <a:lnTo>
                    <a:pt x="1682991" y="48539"/>
                  </a:lnTo>
                  <a:lnTo>
                    <a:pt x="1682991" y="71399"/>
                  </a:lnTo>
                  <a:lnTo>
                    <a:pt x="1682991" y="87909"/>
                  </a:lnTo>
                  <a:lnTo>
                    <a:pt x="1682991" y="112039"/>
                  </a:lnTo>
                  <a:lnTo>
                    <a:pt x="1879892" y="112039"/>
                  </a:lnTo>
                  <a:lnTo>
                    <a:pt x="1879892" y="87909"/>
                  </a:lnTo>
                  <a:close/>
                </a:path>
                <a:path w="2536825" h="727710">
                  <a:moveTo>
                    <a:pt x="1906752" y="127393"/>
                  </a:moveTo>
                  <a:lnTo>
                    <a:pt x="1807311" y="127393"/>
                  </a:lnTo>
                  <a:lnTo>
                    <a:pt x="1807311" y="152933"/>
                  </a:lnTo>
                  <a:lnTo>
                    <a:pt x="1807311" y="171729"/>
                  </a:lnTo>
                  <a:lnTo>
                    <a:pt x="1750085" y="171729"/>
                  </a:lnTo>
                  <a:lnTo>
                    <a:pt x="1750085" y="152933"/>
                  </a:lnTo>
                  <a:lnTo>
                    <a:pt x="1807311" y="152933"/>
                  </a:lnTo>
                  <a:lnTo>
                    <a:pt x="1807311" y="127393"/>
                  </a:lnTo>
                  <a:lnTo>
                    <a:pt x="1650542" y="127393"/>
                  </a:lnTo>
                  <a:lnTo>
                    <a:pt x="1650542" y="152933"/>
                  </a:lnTo>
                  <a:lnTo>
                    <a:pt x="1715985" y="152933"/>
                  </a:lnTo>
                  <a:lnTo>
                    <a:pt x="1715985" y="171729"/>
                  </a:lnTo>
                  <a:lnTo>
                    <a:pt x="1680362" y="171729"/>
                  </a:lnTo>
                  <a:lnTo>
                    <a:pt x="1680362" y="197129"/>
                  </a:lnTo>
                  <a:lnTo>
                    <a:pt x="1841411" y="197129"/>
                  </a:lnTo>
                  <a:lnTo>
                    <a:pt x="1841411" y="213639"/>
                  </a:lnTo>
                  <a:lnTo>
                    <a:pt x="1680692" y="213639"/>
                  </a:lnTo>
                  <a:lnTo>
                    <a:pt x="1680692" y="236499"/>
                  </a:lnTo>
                  <a:lnTo>
                    <a:pt x="1680692" y="255549"/>
                  </a:lnTo>
                  <a:lnTo>
                    <a:pt x="1680692" y="279679"/>
                  </a:lnTo>
                  <a:lnTo>
                    <a:pt x="1884172" y="279679"/>
                  </a:lnTo>
                  <a:lnTo>
                    <a:pt x="1884172" y="255549"/>
                  </a:lnTo>
                  <a:lnTo>
                    <a:pt x="1715008" y="255549"/>
                  </a:lnTo>
                  <a:lnTo>
                    <a:pt x="1715008" y="236499"/>
                  </a:lnTo>
                  <a:lnTo>
                    <a:pt x="1875612" y="236499"/>
                  </a:lnTo>
                  <a:lnTo>
                    <a:pt x="1875612" y="213639"/>
                  </a:lnTo>
                  <a:lnTo>
                    <a:pt x="1875612" y="197129"/>
                  </a:lnTo>
                  <a:lnTo>
                    <a:pt x="1875612" y="171729"/>
                  </a:lnTo>
                  <a:lnTo>
                    <a:pt x="1841627" y="171729"/>
                  </a:lnTo>
                  <a:lnTo>
                    <a:pt x="1841627" y="152933"/>
                  </a:lnTo>
                  <a:lnTo>
                    <a:pt x="1906752" y="152933"/>
                  </a:lnTo>
                  <a:lnTo>
                    <a:pt x="1906752" y="127393"/>
                  </a:lnTo>
                  <a:close/>
                </a:path>
                <a:path w="2536825" h="727710">
                  <a:moveTo>
                    <a:pt x="2028342" y="592848"/>
                  </a:moveTo>
                  <a:lnTo>
                    <a:pt x="2025713" y="573659"/>
                  </a:lnTo>
                  <a:lnTo>
                    <a:pt x="2024507" y="564883"/>
                  </a:lnTo>
                  <a:lnTo>
                    <a:pt x="1999932" y="569201"/>
                  </a:lnTo>
                  <a:lnTo>
                    <a:pt x="1974278" y="571855"/>
                  </a:lnTo>
                  <a:lnTo>
                    <a:pt x="1945005" y="573227"/>
                  </a:lnTo>
                  <a:lnTo>
                    <a:pt x="1909508" y="573659"/>
                  </a:lnTo>
                  <a:lnTo>
                    <a:pt x="1909508" y="497459"/>
                  </a:lnTo>
                  <a:lnTo>
                    <a:pt x="2000834" y="497459"/>
                  </a:lnTo>
                  <a:lnTo>
                    <a:pt x="2000834" y="469722"/>
                  </a:lnTo>
                  <a:lnTo>
                    <a:pt x="1875193" y="469722"/>
                  </a:lnTo>
                  <a:lnTo>
                    <a:pt x="1875193" y="601726"/>
                  </a:lnTo>
                  <a:lnTo>
                    <a:pt x="1897989" y="601726"/>
                  </a:lnTo>
                  <a:lnTo>
                    <a:pt x="1938972" y="601395"/>
                  </a:lnTo>
                  <a:lnTo>
                    <a:pt x="1972335" y="600036"/>
                  </a:lnTo>
                  <a:lnTo>
                    <a:pt x="2001113" y="597293"/>
                  </a:lnTo>
                  <a:lnTo>
                    <a:pt x="2028342" y="592848"/>
                  </a:lnTo>
                  <a:close/>
                </a:path>
                <a:path w="2536825" h="727710">
                  <a:moveTo>
                    <a:pt x="2095550" y="693381"/>
                  </a:moveTo>
                  <a:lnTo>
                    <a:pt x="1939328" y="693381"/>
                  </a:lnTo>
                  <a:lnTo>
                    <a:pt x="1939328" y="627926"/>
                  </a:lnTo>
                  <a:lnTo>
                    <a:pt x="1905012" y="627926"/>
                  </a:lnTo>
                  <a:lnTo>
                    <a:pt x="1905012" y="721334"/>
                  </a:lnTo>
                  <a:lnTo>
                    <a:pt x="2095550" y="721334"/>
                  </a:lnTo>
                  <a:lnTo>
                    <a:pt x="2095550" y="693381"/>
                  </a:lnTo>
                  <a:close/>
                </a:path>
                <a:path w="2536825" h="727710">
                  <a:moveTo>
                    <a:pt x="2123948" y="525310"/>
                  </a:moveTo>
                  <a:lnTo>
                    <a:pt x="2084590" y="525310"/>
                  </a:lnTo>
                  <a:lnTo>
                    <a:pt x="2084590" y="446595"/>
                  </a:lnTo>
                  <a:lnTo>
                    <a:pt x="2049945" y="446595"/>
                  </a:lnTo>
                  <a:lnTo>
                    <a:pt x="2049945" y="649198"/>
                  </a:lnTo>
                  <a:lnTo>
                    <a:pt x="2084590" y="649198"/>
                  </a:lnTo>
                  <a:lnTo>
                    <a:pt x="2084590" y="553808"/>
                  </a:lnTo>
                  <a:lnTo>
                    <a:pt x="2123948" y="553808"/>
                  </a:lnTo>
                  <a:lnTo>
                    <a:pt x="2123948" y="525310"/>
                  </a:lnTo>
                  <a:close/>
                </a:path>
                <a:path w="2536825" h="727710">
                  <a:moveTo>
                    <a:pt x="2225243" y="230670"/>
                  </a:moveTo>
                  <a:lnTo>
                    <a:pt x="2218550" y="208838"/>
                  </a:lnTo>
                  <a:lnTo>
                    <a:pt x="2215197" y="205994"/>
                  </a:lnTo>
                  <a:lnTo>
                    <a:pt x="2199373" y="192646"/>
                  </a:lnTo>
                  <a:lnTo>
                    <a:pt x="2190826" y="189839"/>
                  </a:lnTo>
                  <a:lnTo>
                    <a:pt x="2190826" y="230670"/>
                  </a:lnTo>
                  <a:lnTo>
                    <a:pt x="2186584" y="241312"/>
                  </a:lnTo>
                  <a:lnTo>
                    <a:pt x="2174468" y="248907"/>
                  </a:lnTo>
                  <a:lnTo>
                    <a:pt x="2154859" y="253441"/>
                  </a:lnTo>
                  <a:lnTo>
                    <a:pt x="2128113" y="254901"/>
                  </a:lnTo>
                  <a:lnTo>
                    <a:pt x="2101151" y="253441"/>
                  </a:lnTo>
                  <a:lnTo>
                    <a:pt x="2081530" y="248907"/>
                  </a:lnTo>
                  <a:lnTo>
                    <a:pt x="2069566" y="241312"/>
                  </a:lnTo>
                  <a:lnTo>
                    <a:pt x="2065616" y="230670"/>
                  </a:lnTo>
                  <a:lnTo>
                    <a:pt x="2069566" y="219938"/>
                  </a:lnTo>
                  <a:lnTo>
                    <a:pt x="2081530" y="212242"/>
                  </a:lnTo>
                  <a:lnTo>
                    <a:pt x="2101151" y="207606"/>
                  </a:lnTo>
                  <a:lnTo>
                    <a:pt x="2128113" y="205994"/>
                  </a:lnTo>
                  <a:lnTo>
                    <a:pt x="2154859" y="207606"/>
                  </a:lnTo>
                  <a:lnTo>
                    <a:pt x="2174468" y="212242"/>
                  </a:lnTo>
                  <a:lnTo>
                    <a:pt x="2186584" y="219938"/>
                  </a:lnTo>
                  <a:lnTo>
                    <a:pt x="2190826" y="230670"/>
                  </a:lnTo>
                  <a:lnTo>
                    <a:pt x="2190826" y="189839"/>
                  </a:lnTo>
                  <a:lnTo>
                    <a:pt x="2168855" y="182600"/>
                  </a:lnTo>
                  <a:lnTo>
                    <a:pt x="2128113" y="179133"/>
                  </a:lnTo>
                  <a:lnTo>
                    <a:pt x="2087194" y="182600"/>
                  </a:lnTo>
                  <a:lnTo>
                    <a:pt x="2056511" y="192646"/>
                  </a:lnTo>
                  <a:lnTo>
                    <a:pt x="2037232" y="208838"/>
                  </a:lnTo>
                  <a:lnTo>
                    <a:pt x="2030539" y="230670"/>
                  </a:lnTo>
                  <a:lnTo>
                    <a:pt x="2037232" y="252577"/>
                  </a:lnTo>
                  <a:lnTo>
                    <a:pt x="2056511" y="268693"/>
                  </a:lnTo>
                  <a:lnTo>
                    <a:pt x="2087194" y="278625"/>
                  </a:lnTo>
                  <a:lnTo>
                    <a:pt x="2128113" y="281978"/>
                  </a:lnTo>
                  <a:lnTo>
                    <a:pt x="2168855" y="278625"/>
                  </a:lnTo>
                  <a:lnTo>
                    <a:pt x="2199373" y="268693"/>
                  </a:lnTo>
                  <a:lnTo>
                    <a:pt x="2215794" y="254901"/>
                  </a:lnTo>
                  <a:lnTo>
                    <a:pt x="2218550" y="252577"/>
                  </a:lnTo>
                  <a:lnTo>
                    <a:pt x="2225243" y="230670"/>
                  </a:lnTo>
                  <a:close/>
                </a:path>
                <a:path w="2536825" h="727710">
                  <a:moveTo>
                    <a:pt x="2244217" y="93078"/>
                  </a:moveTo>
                  <a:lnTo>
                    <a:pt x="2208111" y="86410"/>
                  </a:lnTo>
                  <a:lnTo>
                    <a:pt x="2180234" y="75044"/>
                  </a:lnTo>
                  <a:lnTo>
                    <a:pt x="2169083" y="66319"/>
                  </a:lnTo>
                  <a:lnTo>
                    <a:pt x="2161375" y="60299"/>
                  </a:lnTo>
                  <a:lnTo>
                    <a:pt x="2152345" y="43522"/>
                  </a:lnTo>
                  <a:lnTo>
                    <a:pt x="2233257" y="43522"/>
                  </a:lnTo>
                  <a:lnTo>
                    <a:pt x="2233257" y="15570"/>
                  </a:lnTo>
                  <a:lnTo>
                    <a:pt x="2024176" y="15570"/>
                  </a:lnTo>
                  <a:lnTo>
                    <a:pt x="2024176" y="43522"/>
                  </a:lnTo>
                  <a:lnTo>
                    <a:pt x="2104428" y="43522"/>
                  </a:lnTo>
                  <a:lnTo>
                    <a:pt x="2095258" y="60439"/>
                  </a:lnTo>
                  <a:lnTo>
                    <a:pt x="2076323" y="75158"/>
                  </a:lnTo>
                  <a:lnTo>
                    <a:pt x="2048598" y="86461"/>
                  </a:lnTo>
                  <a:lnTo>
                    <a:pt x="2013102" y="93078"/>
                  </a:lnTo>
                  <a:lnTo>
                    <a:pt x="2024837" y="120040"/>
                  </a:lnTo>
                  <a:lnTo>
                    <a:pt x="2060371" y="113461"/>
                  </a:lnTo>
                  <a:lnTo>
                    <a:pt x="2089975" y="101866"/>
                  </a:lnTo>
                  <a:lnTo>
                    <a:pt x="2112848" y="85928"/>
                  </a:lnTo>
                  <a:lnTo>
                    <a:pt x="2128215" y="66319"/>
                  </a:lnTo>
                  <a:lnTo>
                    <a:pt x="2143722" y="85979"/>
                  </a:lnTo>
                  <a:lnTo>
                    <a:pt x="2166772" y="101904"/>
                  </a:lnTo>
                  <a:lnTo>
                    <a:pt x="2196503" y="113474"/>
                  </a:lnTo>
                  <a:lnTo>
                    <a:pt x="2232037" y="120040"/>
                  </a:lnTo>
                  <a:lnTo>
                    <a:pt x="2244217" y="93078"/>
                  </a:lnTo>
                  <a:close/>
                </a:path>
                <a:path w="2536825" h="727710">
                  <a:moveTo>
                    <a:pt x="2256167" y="132651"/>
                  </a:moveTo>
                  <a:lnTo>
                    <a:pt x="2000821" y="132651"/>
                  </a:lnTo>
                  <a:lnTo>
                    <a:pt x="2000821" y="160616"/>
                  </a:lnTo>
                  <a:lnTo>
                    <a:pt x="2256167" y="160616"/>
                  </a:lnTo>
                  <a:lnTo>
                    <a:pt x="2256167" y="132651"/>
                  </a:lnTo>
                  <a:close/>
                </a:path>
                <a:path w="2536825" h="727710">
                  <a:moveTo>
                    <a:pt x="2380602" y="547674"/>
                  </a:moveTo>
                  <a:lnTo>
                    <a:pt x="2341346" y="541655"/>
                  </a:lnTo>
                  <a:lnTo>
                    <a:pt x="2312111" y="530999"/>
                  </a:lnTo>
                  <a:lnTo>
                    <a:pt x="2310244" y="529577"/>
                  </a:lnTo>
                  <a:lnTo>
                    <a:pt x="2293188" y="516699"/>
                  </a:lnTo>
                  <a:lnTo>
                    <a:pt x="2284895" y="499757"/>
                  </a:lnTo>
                  <a:lnTo>
                    <a:pt x="2368207" y="499757"/>
                  </a:lnTo>
                  <a:lnTo>
                    <a:pt x="2368207" y="472897"/>
                  </a:lnTo>
                  <a:lnTo>
                    <a:pt x="2282482" y="472897"/>
                  </a:lnTo>
                  <a:lnTo>
                    <a:pt x="2282482" y="446265"/>
                  </a:lnTo>
                  <a:lnTo>
                    <a:pt x="2248268" y="446265"/>
                  </a:lnTo>
                  <a:lnTo>
                    <a:pt x="2248268" y="472897"/>
                  </a:lnTo>
                  <a:lnTo>
                    <a:pt x="2163089" y="472897"/>
                  </a:lnTo>
                  <a:lnTo>
                    <a:pt x="2163089" y="499757"/>
                  </a:lnTo>
                  <a:lnTo>
                    <a:pt x="2245753" y="499757"/>
                  </a:lnTo>
                  <a:lnTo>
                    <a:pt x="2237397" y="516699"/>
                  </a:lnTo>
                  <a:lnTo>
                    <a:pt x="2218461" y="530999"/>
                  </a:lnTo>
                  <a:lnTo>
                    <a:pt x="2189276" y="541655"/>
                  </a:lnTo>
                  <a:lnTo>
                    <a:pt x="2150148" y="547674"/>
                  </a:lnTo>
                  <a:lnTo>
                    <a:pt x="2160790" y="573544"/>
                  </a:lnTo>
                  <a:lnTo>
                    <a:pt x="2195703" y="568401"/>
                  </a:lnTo>
                  <a:lnTo>
                    <a:pt x="2225205" y="559206"/>
                  </a:lnTo>
                  <a:lnTo>
                    <a:pt x="2248649" y="546201"/>
                  </a:lnTo>
                  <a:lnTo>
                    <a:pt x="2265375" y="529577"/>
                  </a:lnTo>
                  <a:lnTo>
                    <a:pt x="2282025" y="546201"/>
                  </a:lnTo>
                  <a:lnTo>
                    <a:pt x="2305405" y="559206"/>
                  </a:lnTo>
                  <a:lnTo>
                    <a:pt x="2334895" y="568401"/>
                  </a:lnTo>
                  <a:lnTo>
                    <a:pt x="2369858" y="573544"/>
                  </a:lnTo>
                  <a:lnTo>
                    <a:pt x="2380602" y="547674"/>
                  </a:lnTo>
                  <a:close/>
                </a:path>
                <a:path w="2536825" h="727710">
                  <a:moveTo>
                    <a:pt x="2393315" y="585381"/>
                  </a:moveTo>
                  <a:lnTo>
                    <a:pt x="2137981" y="585381"/>
                  </a:lnTo>
                  <a:lnTo>
                    <a:pt x="2137981" y="612902"/>
                  </a:lnTo>
                  <a:lnTo>
                    <a:pt x="2248268" y="612902"/>
                  </a:lnTo>
                  <a:lnTo>
                    <a:pt x="2248268" y="639762"/>
                  </a:lnTo>
                  <a:lnTo>
                    <a:pt x="2166264" y="639762"/>
                  </a:lnTo>
                  <a:lnTo>
                    <a:pt x="2166264" y="667397"/>
                  </a:lnTo>
                  <a:lnTo>
                    <a:pt x="2327541" y="667397"/>
                  </a:lnTo>
                  <a:lnTo>
                    <a:pt x="2327541" y="726046"/>
                  </a:lnTo>
                  <a:lnTo>
                    <a:pt x="2362187" y="726046"/>
                  </a:lnTo>
                  <a:lnTo>
                    <a:pt x="2362187" y="639762"/>
                  </a:lnTo>
                  <a:lnTo>
                    <a:pt x="2282482" y="639762"/>
                  </a:lnTo>
                  <a:lnTo>
                    <a:pt x="2282482" y="612902"/>
                  </a:lnTo>
                  <a:lnTo>
                    <a:pt x="2393315" y="612902"/>
                  </a:lnTo>
                  <a:lnTo>
                    <a:pt x="2393315" y="585381"/>
                  </a:lnTo>
                  <a:close/>
                </a:path>
                <a:path w="2536825" h="727710">
                  <a:moveTo>
                    <a:pt x="2420836" y="31242"/>
                  </a:moveTo>
                  <a:lnTo>
                    <a:pt x="2288832" y="31242"/>
                  </a:lnTo>
                  <a:lnTo>
                    <a:pt x="2288832" y="59639"/>
                  </a:lnTo>
                  <a:lnTo>
                    <a:pt x="2385745" y="59639"/>
                  </a:lnTo>
                  <a:lnTo>
                    <a:pt x="2375001" y="104495"/>
                  </a:lnTo>
                  <a:lnTo>
                    <a:pt x="2352865" y="143535"/>
                  </a:lnTo>
                  <a:lnTo>
                    <a:pt x="2319210" y="177025"/>
                  </a:lnTo>
                  <a:lnTo>
                    <a:pt x="2273922" y="205232"/>
                  </a:lnTo>
                  <a:lnTo>
                    <a:pt x="2293328" y="231762"/>
                  </a:lnTo>
                  <a:lnTo>
                    <a:pt x="2342350" y="201218"/>
                  </a:lnTo>
                  <a:lnTo>
                    <a:pt x="2378405" y="165100"/>
                  </a:lnTo>
                  <a:lnTo>
                    <a:pt x="2402700" y="124193"/>
                  </a:lnTo>
                  <a:lnTo>
                    <a:pt x="2416441" y="79311"/>
                  </a:lnTo>
                  <a:lnTo>
                    <a:pt x="2420836" y="31242"/>
                  </a:lnTo>
                  <a:close/>
                </a:path>
                <a:path w="2536825" h="727710">
                  <a:moveTo>
                    <a:pt x="2536393" y="111607"/>
                  </a:moveTo>
                  <a:lnTo>
                    <a:pt x="2494838" y="111607"/>
                  </a:lnTo>
                  <a:lnTo>
                    <a:pt x="2494838" y="2184"/>
                  </a:lnTo>
                  <a:lnTo>
                    <a:pt x="2460307" y="2184"/>
                  </a:lnTo>
                  <a:lnTo>
                    <a:pt x="2460307" y="281762"/>
                  </a:lnTo>
                  <a:lnTo>
                    <a:pt x="2494838" y="281762"/>
                  </a:lnTo>
                  <a:lnTo>
                    <a:pt x="2494838" y="140220"/>
                  </a:lnTo>
                  <a:lnTo>
                    <a:pt x="2536393" y="140220"/>
                  </a:lnTo>
                  <a:lnTo>
                    <a:pt x="2536393" y="11160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70271" y="2730651"/>
              <a:ext cx="150310" cy="1188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313606" y="2450960"/>
              <a:ext cx="770255" cy="678815"/>
            </a:xfrm>
            <a:custGeom>
              <a:avLst/>
              <a:gdLst/>
              <a:ahLst/>
              <a:cxnLst/>
              <a:rect l="l" t="t" r="r" b="b"/>
              <a:pathLst>
                <a:path w="770254" h="678814">
                  <a:moveTo>
                    <a:pt x="769835" y="339115"/>
                  </a:moveTo>
                  <a:lnTo>
                    <a:pt x="727392" y="297116"/>
                  </a:lnTo>
                  <a:lnTo>
                    <a:pt x="684936" y="339115"/>
                  </a:lnTo>
                  <a:lnTo>
                    <a:pt x="727379" y="297116"/>
                  </a:lnTo>
                  <a:lnTo>
                    <a:pt x="427151" y="0"/>
                  </a:lnTo>
                  <a:lnTo>
                    <a:pt x="342252" y="84010"/>
                  </a:lnTo>
                  <a:lnTo>
                    <a:pt x="539978" y="279692"/>
                  </a:lnTo>
                  <a:lnTo>
                    <a:pt x="322605" y="279692"/>
                  </a:lnTo>
                  <a:lnTo>
                    <a:pt x="315633" y="279692"/>
                  </a:lnTo>
                  <a:lnTo>
                    <a:pt x="0" y="279692"/>
                  </a:lnTo>
                  <a:lnTo>
                    <a:pt x="0" y="398551"/>
                  </a:lnTo>
                  <a:lnTo>
                    <a:pt x="315633" y="398551"/>
                  </a:lnTo>
                  <a:lnTo>
                    <a:pt x="322605" y="398551"/>
                  </a:lnTo>
                  <a:lnTo>
                    <a:pt x="539978" y="398551"/>
                  </a:lnTo>
                  <a:lnTo>
                    <a:pt x="342252" y="594220"/>
                  </a:lnTo>
                  <a:lnTo>
                    <a:pt x="427151" y="678243"/>
                  </a:lnTo>
                  <a:lnTo>
                    <a:pt x="727392" y="381127"/>
                  </a:lnTo>
                  <a:lnTo>
                    <a:pt x="769835" y="339115"/>
                  </a:lnTo>
                  <a:close/>
                </a:path>
              </a:pathLst>
            </a:custGeom>
            <a:solidFill>
              <a:srgbClr val="D9E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7579" y="4002678"/>
              <a:ext cx="15240000" cy="4141188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615252" y="8898993"/>
            <a:ext cx="911225" cy="236854"/>
            <a:chOff x="5615252" y="8898993"/>
            <a:chExt cx="911225" cy="236854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15252" y="8898993"/>
              <a:ext cx="205433" cy="2350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846407" y="8899003"/>
              <a:ext cx="680085" cy="236854"/>
            </a:xfrm>
            <a:custGeom>
              <a:avLst/>
              <a:gdLst/>
              <a:ahLst/>
              <a:cxnLst/>
              <a:rect l="l" t="t" r="r" b="b"/>
              <a:pathLst>
                <a:path w="680084" h="236854">
                  <a:moveTo>
                    <a:pt x="189814" y="194678"/>
                  </a:moveTo>
                  <a:lnTo>
                    <a:pt x="184531" y="178142"/>
                  </a:lnTo>
                  <a:lnTo>
                    <a:pt x="184124" y="176847"/>
                  </a:lnTo>
                  <a:lnTo>
                    <a:pt x="167906" y="163753"/>
                  </a:lnTo>
                  <a:lnTo>
                    <a:pt x="156552" y="160210"/>
                  </a:lnTo>
                  <a:lnTo>
                    <a:pt x="156552" y="194678"/>
                  </a:lnTo>
                  <a:lnTo>
                    <a:pt x="153390" y="202285"/>
                  </a:lnTo>
                  <a:lnTo>
                    <a:pt x="144106" y="207645"/>
                  </a:lnTo>
                  <a:lnTo>
                    <a:pt x="128752" y="210820"/>
                  </a:lnTo>
                  <a:lnTo>
                    <a:pt x="107403" y="211861"/>
                  </a:lnTo>
                  <a:lnTo>
                    <a:pt x="85813" y="210820"/>
                  </a:lnTo>
                  <a:lnTo>
                    <a:pt x="70472" y="207645"/>
                  </a:lnTo>
                  <a:lnTo>
                    <a:pt x="61366" y="202285"/>
                  </a:lnTo>
                  <a:lnTo>
                    <a:pt x="58432" y="194678"/>
                  </a:lnTo>
                  <a:lnTo>
                    <a:pt x="61366" y="187363"/>
                  </a:lnTo>
                  <a:lnTo>
                    <a:pt x="70472" y="182206"/>
                  </a:lnTo>
                  <a:lnTo>
                    <a:pt x="85813" y="179146"/>
                  </a:lnTo>
                  <a:lnTo>
                    <a:pt x="107403" y="178142"/>
                  </a:lnTo>
                  <a:lnTo>
                    <a:pt x="128752" y="179146"/>
                  </a:lnTo>
                  <a:lnTo>
                    <a:pt x="144106" y="182206"/>
                  </a:lnTo>
                  <a:lnTo>
                    <a:pt x="153390" y="187363"/>
                  </a:lnTo>
                  <a:lnTo>
                    <a:pt x="156552" y="194678"/>
                  </a:lnTo>
                  <a:lnTo>
                    <a:pt x="156552" y="160210"/>
                  </a:lnTo>
                  <a:lnTo>
                    <a:pt x="142036" y="155676"/>
                  </a:lnTo>
                  <a:lnTo>
                    <a:pt x="107403" y="152882"/>
                  </a:lnTo>
                  <a:lnTo>
                    <a:pt x="72644" y="155676"/>
                  </a:lnTo>
                  <a:lnTo>
                    <a:pt x="46609" y="163753"/>
                  </a:lnTo>
                  <a:lnTo>
                    <a:pt x="30276" y="176847"/>
                  </a:lnTo>
                  <a:lnTo>
                    <a:pt x="24625" y="194678"/>
                  </a:lnTo>
                  <a:lnTo>
                    <a:pt x="30276" y="212636"/>
                  </a:lnTo>
                  <a:lnTo>
                    <a:pt x="46609" y="225793"/>
                  </a:lnTo>
                  <a:lnTo>
                    <a:pt x="72644" y="233870"/>
                  </a:lnTo>
                  <a:lnTo>
                    <a:pt x="107403" y="236575"/>
                  </a:lnTo>
                  <a:lnTo>
                    <a:pt x="142036" y="233870"/>
                  </a:lnTo>
                  <a:lnTo>
                    <a:pt x="167906" y="225793"/>
                  </a:lnTo>
                  <a:lnTo>
                    <a:pt x="184124" y="212636"/>
                  </a:lnTo>
                  <a:lnTo>
                    <a:pt x="184365" y="211861"/>
                  </a:lnTo>
                  <a:lnTo>
                    <a:pt x="189814" y="194678"/>
                  </a:lnTo>
                  <a:close/>
                </a:path>
                <a:path w="680084" h="236854">
                  <a:moveTo>
                    <a:pt x="206349" y="72390"/>
                  </a:moveTo>
                  <a:lnTo>
                    <a:pt x="154698" y="58928"/>
                  </a:lnTo>
                  <a:lnTo>
                    <a:pt x="131838" y="36372"/>
                  </a:lnTo>
                  <a:lnTo>
                    <a:pt x="196240" y="36372"/>
                  </a:lnTo>
                  <a:lnTo>
                    <a:pt x="196240" y="10198"/>
                  </a:lnTo>
                  <a:lnTo>
                    <a:pt x="19570" y="10198"/>
                  </a:lnTo>
                  <a:lnTo>
                    <a:pt x="19570" y="36372"/>
                  </a:lnTo>
                  <a:lnTo>
                    <a:pt x="83515" y="36372"/>
                  </a:lnTo>
                  <a:lnTo>
                    <a:pt x="75526" y="48323"/>
                  </a:lnTo>
                  <a:lnTo>
                    <a:pt x="60591" y="58966"/>
                  </a:lnTo>
                  <a:lnTo>
                    <a:pt x="38557" y="67322"/>
                  </a:lnTo>
                  <a:lnTo>
                    <a:pt x="9283" y="72390"/>
                  </a:lnTo>
                  <a:lnTo>
                    <a:pt x="20853" y="98209"/>
                  </a:lnTo>
                  <a:lnTo>
                    <a:pt x="51435" y="92773"/>
                  </a:lnTo>
                  <a:lnTo>
                    <a:pt x="76200" y="83312"/>
                  </a:lnTo>
                  <a:lnTo>
                    <a:pt x="94945" y="70396"/>
                  </a:lnTo>
                  <a:lnTo>
                    <a:pt x="107492" y="54571"/>
                  </a:lnTo>
                  <a:lnTo>
                    <a:pt x="120142" y="70396"/>
                  </a:lnTo>
                  <a:lnTo>
                    <a:pt x="139052" y="83312"/>
                  </a:lnTo>
                  <a:lnTo>
                    <a:pt x="163957" y="92773"/>
                  </a:lnTo>
                  <a:lnTo>
                    <a:pt x="194589" y="98209"/>
                  </a:lnTo>
                  <a:lnTo>
                    <a:pt x="206349" y="72390"/>
                  </a:lnTo>
                  <a:close/>
                </a:path>
                <a:path w="680084" h="236854">
                  <a:moveTo>
                    <a:pt x="215722" y="113284"/>
                  </a:moveTo>
                  <a:lnTo>
                    <a:pt x="123939" y="113284"/>
                  </a:lnTo>
                  <a:lnTo>
                    <a:pt x="123939" y="84797"/>
                  </a:lnTo>
                  <a:lnTo>
                    <a:pt x="91046" y="84797"/>
                  </a:lnTo>
                  <a:lnTo>
                    <a:pt x="91046" y="113284"/>
                  </a:lnTo>
                  <a:lnTo>
                    <a:pt x="0" y="113284"/>
                  </a:lnTo>
                  <a:lnTo>
                    <a:pt x="0" y="139827"/>
                  </a:lnTo>
                  <a:lnTo>
                    <a:pt x="215722" y="139827"/>
                  </a:lnTo>
                  <a:lnTo>
                    <a:pt x="215722" y="113284"/>
                  </a:lnTo>
                  <a:close/>
                </a:path>
                <a:path w="680084" h="236854">
                  <a:moveTo>
                    <a:pt x="375221" y="160134"/>
                  </a:moveTo>
                  <a:lnTo>
                    <a:pt x="333489" y="121551"/>
                  </a:lnTo>
                  <a:lnTo>
                    <a:pt x="317334" y="64490"/>
                  </a:lnTo>
                  <a:lnTo>
                    <a:pt x="317334" y="49974"/>
                  </a:lnTo>
                  <a:lnTo>
                    <a:pt x="364921" y="49974"/>
                  </a:lnTo>
                  <a:lnTo>
                    <a:pt x="364921" y="22872"/>
                  </a:lnTo>
                  <a:lnTo>
                    <a:pt x="233908" y="22872"/>
                  </a:lnTo>
                  <a:lnTo>
                    <a:pt x="233908" y="49974"/>
                  </a:lnTo>
                  <a:lnTo>
                    <a:pt x="283984" y="49974"/>
                  </a:lnTo>
                  <a:lnTo>
                    <a:pt x="283984" y="64490"/>
                  </a:lnTo>
                  <a:lnTo>
                    <a:pt x="280162" y="94284"/>
                  </a:lnTo>
                  <a:lnTo>
                    <a:pt x="268973" y="123037"/>
                  </a:lnTo>
                  <a:lnTo>
                    <a:pt x="250431" y="147904"/>
                  </a:lnTo>
                  <a:lnTo>
                    <a:pt x="224548" y="166014"/>
                  </a:lnTo>
                  <a:lnTo>
                    <a:pt x="243840" y="192201"/>
                  </a:lnTo>
                  <a:lnTo>
                    <a:pt x="262763" y="180136"/>
                  </a:lnTo>
                  <a:lnTo>
                    <a:pt x="278701" y="163791"/>
                  </a:lnTo>
                  <a:lnTo>
                    <a:pt x="291541" y="143992"/>
                  </a:lnTo>
                  <a:lnTo>
                    <a:pt x="301167" y="121551"/>
                  </a:lnTo>
                  <a:lnTo>
                    <a:pt x="310565" y="141909"/>
                  </a:lnTo>
                  <a:lnTo>
                    <a:pt x="322999" y="159943"/>
                  </a:lnTo>
                  <a:lnTo>
                    <a:pt x="338416" y="174917"/>
                  </a:lnTo>
                  <a:lnTo>
                    <a:pt x="356755" y="186131"/>
                  </a:lnTo>
                  <a:lnTo>
                    <a:pt x="375221" y="160134"/>
                  </a:lnTo>
                  <a:close/>
                </a:path>
                <a:path w="680084" h="236854">
                  <a:moveTo>
                    <a:pt x="451472" y="90398"/>
                  </a:moveTo>
                  <a:lnTo>
                    <a:pt x="416560" y="90398"/>
                  </a:lnTo>
                  <a:lnTo>
                    <a:pt x="416560" y="0"/>
                  </a:lnTo>
                  <a:lnTo>
                    <a:pt x="383400" y="0"/>
                  </a:lnTo>
                  <a:lnTo>
                    <a:pt x="383400" y="236664"/>
                  </a:lnTo>
                  <a:lnTo>
                    <a:pt x="416560" y="236664"/>
                  </a:lnTo>
                  <a:lnTo>
                    <a:pt x="416560" y="118059"/>
                  </a:lnTo>
                  <a:lnTo>
                    <a:pt x="451472" y="118059"/>
                  </a:lnTo>
                  <a:lnTo>
                    <a:pt x="451472" y="90398"/>
                  </a:lnTo>
                  <a:close/>
                </a:path>
                <a:path w="680084" h="236854">
                  <a:moveTo>
                    <a:pt x="604354" y="180352"/>
                  </a:moveTo>
                  <a:lnTo>
                    <a:pt x="602513" y="160680"/>
                  </a:lnTo>
                  <a:lnTo>
                    <a:pt x="602056" y="155816"/>
                  </a:lnTo>
                  <a:lnTo>
                    <a:pt x="588759" y="157441"/>
                  </a:lnTo>
                  <a:lnTo>
                    <a:pt x="575144" y="158762"/>
                  </a:lnTo>
                  <a:lnTo>
                    <a:pt x="561314" y="159829"/>
                  </a:lnTo>
                  <a:lnTo>
                    <a:pt x="547395" y="160680"/>
                  </a:lnTo>
                  <a:lnTo>
                    <a:pt x="547395" y="128257"/>
                  </a:lnTo>
                  <a:lnTo>
                    <a:pt x="566648" y="120904"/>
                  </a:lnTo>
                  <a:lnTo>
                    <a:pt x="581774" y="108597"/>
                  </a:lnTo>
                  <a:lnTo>
                    <a:pt x="585812" y="101879"/>
                  </a:lnTo>
                  <a:lnTo>
                    <a:pt x="591705" y="92075"/>
                  </a:lnTo>
                  <a:lnTo>
                    <a:pt x="595350" y="72123"/>
                  </a:lnTo>
                  <a:lnTo>
                    <a:pt x="590270" y="48768"/>
                  </a:lnTo>
                  <a:lnTo>
                    <a:pt x="585393" y="42252"/>
                  </a:lnTo>
                  <a:lnTo>
                    <a:pt x="576541" y="30454"/>
                  </a:lnTo>
                  <a:lnTo>
                    <a:pt x="562737" y="22402"/>
                  </a:lnTo>
                  <a:lnTo>
                    <a:pt x="562737" y="72123"/>
                  </a:lnTo>
                  <a:lnTo>
                    <a:pt x="560235" y="84658"/>
                  </a:lnTo>
                  <a:lnTo>
                    <a:pt x="553440" y="94068"/>
                  </a:lnTo>
                  <a:lnTo>
                    <a:pt x="543267" y="99936"/>
                  </a:lnTo>
                  <a:lnTo>
                    <a:pt x="530580" y="101879"/>
                  </a:lnTo>
                  <a:lnTo>
                    <a:pt x="517563" y="99936"/>
                  </a:lnTo>
                  <a:lnTo>
                    <a:pt x="507212" y="94068"/>
                  </a:lnTo>
                  <a:lnTo>
                    <a:pt x="500380" y="84658"/>
                  </a:lnTo>
                  <a:lnTo>
                    <a:pt x="497967" y="72123"/>
                  </a:lnTo>
                  <a:lnTo>
                    <a:pt x="500380" y="59524"/>
                  </a:lnTo>
                  <a:lnTo>
                    <a:pt x="507212" y="50165"/>
                  </a:lnTo>
                  <a:lnTo>
                    <a:pt x="517563" y="44310"/>
                  </a:lnTo>
                  <a:lnTo>
                    <a:pt x="530580" y="42252"/>
                  </a:lnTo>
                  <a:lnTo>
                    <a:pt x="543267" y="44310"/>
                  </a:lnTo>
                  <a:lnTo>
                    <a:pt x="553440" y="50165"/>
                  </a:lnTo>
                  <a:lnTo>
                    <a:pt x="560235" y="59524"/>
                  </a:lnTo>
                  <a:lnTo>
                    <a:pt x="562737" y="72123"/>
                  </a:lnTo>
                  <a:lnTo>
                    <a:pt x="562737" y="22402"/>
                  </a:lnTo>
                  <a:lnTo>
                    <a:pt x="556018" y="18478"/>
                  </a:lnTo>
                  <a:lnTo>
                    <a:pt x="530580" y="14147"/>
                  </a:lnTo>
                  <a:lnTo>
                    <a:pt x="504634" y="18478"/>
                  </a:lnTo>
                  <a:lnTo>
                    <a:pt x="484009" y="30454"/>
                  </a:lnTo>
                  <a:lnTo>
                    <a:pt x="470433" y="48768"/>
                  </a:lnTo>
                  <a:lnTo>
                    <a:pt x="465620" y="72123"/>
                  </a:lnTo>
                  <a:lnTo>
                    <a:pt x="469087" y="92303"/>
                  </a:lnTo>
                  <a:lnTo>
                    <a:pt x="479044" y="108927"/>
                  </a:lnTo>
                  <a:lnTo>
                    <a:pt x="494474" y="121221"/>
                  </a:lnTo>
                  <a:lnTo>
                    <a:pt x="514311" y="128435"/>
                  </a:lnTo>
                  <a:lnTo>
                    <a:pt x="514311" y="161785"/>
                  </a:lnTo>
                  <a:lnTo>
                    <a:pt x="499148" y="162052"/>
                  </a:lnTo>
                  <a:lnTo>
                    <a:pt x="457263" y="162344"/>
                  </a:lnTo>
                  <a:lnTo>
                    <a:pt x="461670" y="189077"/>
                  </a:lnTo>
                  <a:lnTo>
                    <a:pt x="493979" y="189255"/>
                  </a:lnTo>
                  <a:lnTo>
                    <a:pt x="529602" y="188391"/>
                  </a:lnTo>
                  <a:lnTo>
                    <a:pt x="566928" y="185699"/>
                  </a:lnTo>
                  <a:lnTo>
                    <a:pt x="604354" y="180352"/>
                  </a:lnTo>
                  <a:close/>
                </a:path>
                <a:path w="680084" h="236854">
                  <a:moveTo>
                    <a:pt x="680059" y="92887"/>
                  </a:moveTo>
                  <a:lnTo>
                    <a:pt x="647903" y="92887"/>
                  </a:lnTo>
                  <a:lnTo>
                    <a:pt x="647903" y="0"/>
                  </a:lnTo>
                  <a:lnTo>
                    <a:pt x="614641" y="0"/>
                  </a:lnTo>
                  <a:lnTo>
                    <a:pt x="614641" y="236664"/>
                  </a:lnTo>
                  <a:lnTo>
                    <a:pt x="647903" y="236664"/>
                  </a:lnTo>
                  <a:lnTo>
                    <a:pt x="647903" y="120726"/>
                  </a:lnTo>
                  <a:lnTo>
                    <a:pt x="680059" y="120726"/>
                  </a:lnTo>
                  <a:lnTo>
                    <a:pt x="680059" y="9288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6594856" y="8899004"/>
            <a:ext cx="891540" cy="237490"/>
          </a:xfrm>
          <a:custGeom>
            <a:avLst/>
            <a:gdLst/>
            <a:ahLst/>
            <a:cxnLst/>
            <a:rect l="l" t="t" r="r" b="b"/>
            <a:pathLst>
              <a:path w="891540" h="237490">
                <a:moveTo>
                  <a:pt x="125958" y="24257"/>
                </a:moveTo>
                <a:lnTo>
                  <a:pt x="13322" y="24257"/>
                </a:lnTo>
                <a:lnTo>
                  <a:pt x="13322" y="51358"/>
                </a:lnTo>
                <a:lnTo>
                  <a:pt x="92151" y="51358"/>
                </a:lnTo>
                <a:lnTo>
                  <a:pt x="82969" y="88163"/>
                </a:lnTo>
                <a:lnTo>
                  <a:pt x="64681" y="119849"/>
                </a:lnTo>
                <a:lnTo>
                  <a:pt x="37084" y="146913"/>
                </a:lnTo>
                <a:lnTo>
                  <a:pt x="0" y="169875"/>
                </a:lnTo>
                <a:lnTo>
                  <a:pt x="18643" y="195237"/>
                </a:lnTo>
                <a:lnTo>
                  <a:pt x="68910" y="161988"/>
                </a:lnTo>
                <a:lnTo>
                  <a:pt x="102031" y="121627"/>
                </a:lnTo>
                <a:lnTo>
                  <a:pt x="120281" y="75323"/>
                </a:lnTo>
                <a:lnTo>
                  <a:pt x="125958" y="24257"/>
                </a:lnTo>
                <a:close/>
              </a:path>
              <a:path w="891540" h="237490">
                <a:moveTo>
                  <a:pt x="222516" y="90678"/>
                </a:moveTo>
                <a:lnTo>
                  <a:pt x="189077" y="90678"/>
                </a:lnTo>
                <a:lnTo>
                  <a:pt x="189077" y="0"/>
                </a:lnTo>
                <a:lnTo>
                  <a:pt x="155905" y="0"/>
                </a:lnTo>
                <a:lnTo>
                  <a:pt x="155905" y="236118"/>
                </a:lnTo>
                <a:lnTo>
                  <a:pt x="189077" y="236118"/>
                </a:lnTo>
                <a:lnTo>
                  <a:pt x="189077" y="118059"/>
                </a:lnTo>
                <a:lnTo>
                  <a:pt x="222516" y="118059"/>
                </a:lnTo>
                <a:lnTo>
                  <a:pt x="222516" y="90678"/>
                </a:lnTo>
                <a:close/>
              </a:path>
              <a:path w="891540" h="237490">
                <a:moveTo>
                  <a:pt x="422071" y="158762"/>
                </a:moveTo>
                <a:lnTo>
                  <a:pt x="256514" y="158762"/>
                </a:lnTo>
                <a:lnTo>
                  <a:pt x="256514" y="185127"/>
                </a:lnTo>
                <a:lnTo>
                  <a:pt x="388899" y="185127"/>
                </a:lnTo>
                <a:lnTo>
                  <a:pt x="388899" y="236664"/>
                </a:lnTo>
                <a:lnTo>
                  <a:pt x="422071" y="236664"/>
                </a:lnTo>
                <a:lnTo>
                  <a:pt x="422071" y="158762"/>
                </a:lnTo>
                <a:close/>
              </a:path>
              <a:path w="891540" h="237490">
                <a:moveTo>
                  <a:pt x="439166" y="73215"/>
                </a:moveTo>
                <a:lnTo>
                  <a:pt x="386461" y="58966"/>
                </a:lnTo>
                <a:lnTo>
                  <a:pt x="364007" y="35001"/>
                </a:lnTo>
                <a:lnTo>
                  <a:pt x="428866" y="35001"/>
                </a:lnTo>
                <a:lnTo>
                  <a:pt x="428866" y="8636"/>
                </a:lnTo>
                <a:lnTo>
                  <a:pt x="252196" y="8636"/>
                </a:lnTo>
                <a:lnTo>
                  <a:pt x="252196" y="35001"/>
                </a:lnTo>
                <a:lnTo>
                  <a:pt x="316509" y="35001"/>
                </a:lnTo>
                <a:lnTo>
                  <a:pt x="308978" y="47574"/>
                </a:lnTo>
                <a:lnTo>
                  <a:pt x="294144" y="58902"/>
                </a:lnTo>
                <a:lnTo>
                  <a:pt x="271894" y="67830"/>
                </a:lnTo>
                <a:lnTo>
                  <a:pt x="242087" y="73215"/>
                </a:lnTo>
                <a:lnTo>
                  <a:pt x="253758" y="99225"/>
                </a:lnTo>
                <a:lnTo>
                  <a:pt x="284213" y="93586"/>
                </a:lnTo>
                <a:lnTo>
                  <a:pt x="308889" y="83858"/>
                </a:lnTo>
                <a:lnTo>
                  <a:pt x="327596" y="70637"/>
                </a:lnTo>
                <a:lnTo>
                  <a:pt x="340118" y="54571"/>
                </a:lnTo>
                <a:lnTo>
                  <a:pt x="352806" y="70662"/>
                </a:lnTo>
                <a:lnTo>
                  <a:pt x="371690" y="83858"/>
                </a:lnTo>
                <a:lnTo>
                  <a:pt x="396519" y="93560"/>
                </a:lnTo>
                <a:lnTo>
                  <a:pt x="427037" y="99225"/>
                </a:lnTo>
                <a:lnTo>
                  <a:pt x="439166" y="73215"/>
                </a:lnTo>
                <a:close/>
              </a:path>
              <a:path w="891540" h="237490">
                <a:moveTo>
                  <a:pt x="448348" y="115303"/>
                </a:moveTo>
                <a:lnTo>
                  <a:pt x="356565" y="115303"/>
                </a:lnTo>
                <a:lnTo>
                  <a:pt x="356565" y="84340"/>
                </a:lnTo>
                <a:lnTo>
                  <a:pt x="323672" y="84340"/>
                </a:lnTo>
                <a:lnTo>
                  <a:pt x="323672" y="115303"/>
                </a:lnTo>
                <a:lnTo>
                  <a:pt x="232625" y="115303"/>
                </a:lnTo>
                <a:lnTo>
                  <a:pt x="232625" y="141846"/>
                </a:lnTo>
                <a:lnTo>
                  <a:pt x="448348" y="141846"/>
                </a:lnTo>
                <a:lnTo>
                  <a:pt x="448348" y="115303"/>
                </a:lnTo>
                <a:close/>
              </a:path>
              <a:path w="891540" h="237490">
                <a:moveTo>
                  <a:pt x="653046" y="53225"/>
                </a:moveTo>
                <a:lnTo>
                  <a:pt x="522681" y="53225"/>
                </a:lnTo>
                <a:lnTo>
                  <a:pt x="522681" y="31635"/>
                </a:lnTo>
                <a:lnTo>
                  <a:pt x="651205" y="31635"/>
                </a:lnTo>
                <a:lnTo>
                  <a:pt x="651205" y="4978"/>
                </a:lnTo>
                <a:lnTo>
                  <a:pt x="489597" y="4978"/>
                </a:lnTo>
                <a:lnTo>
                  <a:pt x="489597" y="31635"/>
                </a:lnTo>
                <a:lnTo>
                  <a:pt x="489597" y="53225"/>
                </a:lnTo>
                <a:lnTo>
                  <a:pt x="489597" y="79895"/>
                </a:lnTo>
                <a:lnTo>
                  <a:pt x="653046" y="79895"/>
                </a:lnTo>
                <a:lnTo>
                  <a:pt x="653046" y="53225"/>
                </a:lnTo>
                <a:close/>
              </a:path>
              <a:path w="891540" h="237490">
                <a:moveTo>
                  <a:pt x="658190" y="209435"/>
                </a:moveTo>
                <a:lnTo>
                  <a:pt x="520280" y="209435"/>
                </a:lnTo>
                <a:lnTo>
                  <a:pt x="520280" y="194195"/>
                </a:lnTo>
                <a:lnTo>
                  <a:pt x="652030" y="194195"/>
                </a:lnTo>
                <a:lnTo>
                  <a:pt x="652030" y="170065"/>
                </a:lnTo>
                <a:lnTo>
                  <a:pt x="652030" y="157378"/>
                </a:lnTo>
                <a:lnTo>
                  <a:pt x="652030" y="131965"/>
                </a:lnTo>
                <a:lnTo>
                  <a:pt x="487578" y="131965"/>
                </a:lnTo>
                <a:lnTo>
                  <a:pt x="487578" y="157378"/>
                </a:lnTo>
                <a:lnTo>
                  <a:pt x="619328" y="157378"/>
                </a:lnTo>
                <a:lnTo>
                  <a:pt x="619328" y="170065"/>
                </a:lnTo>
                <a:lnTo>
                  <a:pt x="487756" y="170065"/>
                </a:lnTo>
                <a:lnTo>
                  <a:pt x="487756" y="194195"/>
                </a:lnTo>
                <a:lnTo>
                  <a:pt x="487756" y="209435"/>
                </a:lnTo>
                <a:lnTo>
                  <a:pt x="487756" y="234835"/>
                </a:lnTo>
                <a:lnTo>
                  <a:pt x="658190" y="234835"/>
                </a:lnTo>
                <a:lnTo>
                  <a:pt x="658190" y="209435"/>
                </a:lnTo>
                <a:close/>
              </a:path>
              <a:path w="891540" h="237490">
                <a:moveTo>
                  <a:pt x="678776" y="92519"/>
                </a:moveTo>
                <a:lnTo>
                  <a:pt x="462686" y="92519"/>
                </a:lnTo>
                <a:lnTo>
                  <a:pt x="462686" y="118516"/>
                </a:lnTo>
                <a:lnTo>
                  <a:pt x="678776" y="118516"/>
                </a:lnTo>
                <a:lnTo>
                  <a:pt x="678776" y="92519"/>
                </a:lnTo>
                <a:close/>
              </a:path>
              <a:path w="891540" h="237490">
                <a:moveTo>
                  <a:pt x="834872" y="73952"/>
                </a:moveTo>
                <a:lnTo>
                  <a:pt x="829818" y="50584"/>
                </a:lnTo>
                <a:lnTo>
                  <a:pt x="825322" y="44551"/>
                </a:lnTo>
                <a:lnTo>
                  <a:pt x="816076" y="32207"/>
                </a:lnTo>
                <a:lnTo>
                  <a:pt x="802525" y="24371"/>
                </a:lnTo>
                <a:lnTo>
                  <a:pt x="802525" y="73952"/>
                </a:lnTo>
                <a:lnTo>
                  <a:pt x="799934" y="86461"/>
                </a:lnTo>
                <a:lnTo>
                  <a:pt x="792911" y="95681"/>
                </a:lnTo>
                <a:lnTo>
                  <a:pt x="782358" y="101396"/>
                </a:lnTo>
                <a:lnTo>
                  <a:pt x="769175" y="103352"/>
                </a:lnTo>
                <a:lnTo>
                  <a:pt x="756234" y="101396"/>
                </a:lnTo>
                <a:lnTo>
                  <a:pt x="745858" y="95681"/>
                </a:lnTo>
                <a:lnTo>
                  <a:pt x="738974" y="86461"/>
                </a:lnTo>
                <a:lnTo>
                  <a:pt x="736473" y="73952"/>
                </a:lnTo>
                <a:lnTo>
                  <a:pt x="738962" y="61569"/>
                </a:lnTo>
                <a:lnTo>
                  <a:pt x="745832" y="52324"/>
                </a:lnTo>
                <a:lnTo>
                  <a:pt x="756196" y="46558"/>
                </a:lnTo>
                <a:lnTo>
                  <a:pt x="769175" y="44551"/>
                </a:lnTo>
                <a:lnTo>
                  <a:pt x="782396" y="46558"/>
                </a:lnTo>
                <a:lnTo>
                  <a:pt x="792949" y="52324"/>
                </a:lnTo>
                <a:lnTo>
                  <a:pt x="799947" y="61569"/>
                </a:lnTo>
                <a:lnTo>
                  <a:pt x="802525" y="73952"/>
                </a:lnTo>
                <a:lnTo>
                  <a:pt x="802525" y="24371"/>
                </a:lnTo>
                <a:lnTo>
                  <a:pt x="795312" y="20193"/>
                </a:lnTo>
                <a:lnTo>
                  <a:pt x="769175" y="15887"/>
                </a:lnTo>
                <a:lnTo>
                  <a:pt x="743216" y="20193"/>
                </a:lnTo>
                <a:lnTo>
                  <a:pt x="722388" y="32207"/>
                </a:lnTo>
                <a:lnTo>
                  <a:pt x="708558" y="50584"/>
                </a:lnTo>
                <a:lnTo>
                  <a:pt x="703580" y="73952"/>
                </a:lnTo>
                <a:lnTo>
                  <a:pt x="708558" y="97370"/>
                </a:lnTo>
                <a:lnTo>
                  <a:pt x="722388" y="115735"/>
                </a:lnTo>
                <a:lnTo>
                  <a:pt x="743216" y="127723"/>
                </a:lnTo>
                <a:lnTo>
                  <a:pt x="769175" y="132016"/>
                </a:lnTo>
                <a:lnTo>
                  <a:pt x="795312" y="127723"/>
                </a:lnTo>
                <a:lnTo>
                  <a:pt x="816076" y="115735"/>
                </a:lnTo>
                <a:lnTo>
                  <a:pt x="825347" y="103352"/>
                </a:lnTo>
                <a:lnTo>
                  <a:pt x="829818" y="97370"/>
                </a:lnTo>
                <a:lnTo>
                  <a:pt x="834872" y="73952"/>
                </a:lnTo>
                <a:close/>
              </a:path>
              <a:path w="891540" h="237490">
                <a:moveTo>
                  <a:pt x="847458" y="178142"/>
                </a:moveTo>
                <a:lnTo>
                  <a:pt x="844969" y="154254"/>
                </a:lnTo>
                <a:lnTo>
                  <a:pt x="805916" y="158432"/>
                </a:lnTo>
                <a:lnTo>
                  <a:pt x="766191" y="160718"/>
                </a:lnTo>
                <a:lnTo>
                  <a:pt x="728052" y="161683"/>
                </a:lnTo>
                <a:lnTo>
                  <a:pt x="693750" y="161874"/>
                </a:lnTo>
                <a:lnTo>
                  <a:pt x="697509" y="188798"/>
                </a:lnTo>
                <a:lnTo>
                  <a:pt x="731062" y="188569"/>
                </a:lnTo>
                <a:lnTo>
                  <a:pt x="768388" y="187299"/>
                </a:lnTo>
                <a:lnTo>
                  <a:pt x="807758" y="184111"/>
                </a:lnTo>
                <a:lnTo>
                  <a:pt x="847458" y="178142"/>
                </a:lnTo>
                <a:close/>
              </a:path>
              <a:path w="891540" h="237490">
                <a:moveTo>
                  <a:pt x="891374" y="0"/>
                </a:moveTo>
                <a:lnTo>
                  <a:pt x="858393" y="0"/>
                </a:lnTo>
                <a:lnTo>
                  <a:pt x="858393" y="237223"/>
                </a:lnTo>
                <a:lnTo>
                  <a:pt x="891374" y="237223"/>
                </a:lnTo>
                <a:lnTo>
                  <a:pt x="891374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77735" y="8899361"/>
            <a:ext cx="198818" cy="233639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7821205" y="8898993"/>
            <a:ext cx="417195" cy="237490"/>
            <a:chOff x="7821205" y="8898993"/>
            <a:chExt cx="417195" cy="23749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21205" y="8898993"/>
              <a:ext cx="185588" cy="23722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37388" y="8898993"/>
              <a:ext cx="200656" cy="236671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8357489" y="8902674"/>
            <a:ext cx="160655" cy="79375"/>
          </a:xfrm>
          <a:custGeom>
            <a:avLst/>
            <a:gdLst/>
            <a:ahLst/>
            <a:cxnLst/>
            <a:rect l="l" t="t" r="r" b="b"/>
            <a:pathLst>
              <a:path w="160654" h="79375">
                <a:moveTo>
                  <a:pt x="160426" y="16535"/>
                </a:moveTo>
                <a:lnTo>
                  <a:pt x="127622" y="16535"/>
                </a:lnTo>
                <a:lnTo>
                  <a:pt x="127622" y="40665"/>
                </a:lnTo>
                <a:lnTo>
                  <a:pt x="127622" y="54635"/>
                </a:lnTo>
                <a:lnTo>
                  <a:pt x="32626" y="54635"/>
                </a:lnTo>
                <a:lnTo>
                  <a:pt x="32626" y="40665"/>
                </a:lnTo>
                <a:lnTo>
                  <a:pt x="127622" y="40665"/>
                </a:lnTo>
                <a:lnTo>
                  <a:pt x="127622" y="16535"/>
                </a:lnTo>
                <a:lnTo>
                  <a:pt x="32626" y="16535"/>
                </a:lnTo>
                <a:lnTo>
                  <a:pt x="32626" y="25"/>
                </a:lnTo>
                <a:lnTo>
                  <a:pt x="0" y="25"/>
                </a:lnTo>
                <a:lnTo>
                  <a:pt x="0" y="16535"/>
                </a:lnTo>
                <a:lnTo>
                  <a:pt x="0" y="40665"/>
                </a:lnTo>
                <a:lnTo>
                  <a:pt x="0" y="54635"/>
                </a:lnTo>
                <a:lnTo>
                  <a:pt x="0" y="78765"/>
                </a:lnTo>
                <a:lnTo>
                  <a:pt x="160426" y="78765"/>
                </a:lnTo>
                <a:lnTo>
                  <a:pt x="160426" y="54660"/>
                </a:lnTo>
                <a:lnTo>
                  <a:pt x="160426" y="40665"/>
                </a:lnTo>
                <a:lnTo>
                  <a:pt x="160426" y="40335"/>
                </a:lnTo>
                <a:lnTo>
                  <a:pt x="160426" y="16535"/>
                </a:lnTo>
                <a:close/>
              </a:path>
              <a:path w="160654" h="79375">
                <a:moveTo>
                  <a:pt x="160426" y="0"/>
                </a:moveTo>
                <a:lnTo>
                  <a:pt x="127622" y="0"/>
                </a:lnTo>
                <a:lnTo>
                  <a:pt x="127622" y="16446"/>
                </a:lnTo>
                <a:lnTo>
                  <a:pt x="160426" y="16446"/>
                </a:lnTo>
                <a:lnTo>
                  <a:pt x="160426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329930" y="8899182"/>
            <a:ext cx="676275" cy="234950"/>
          </a:xfrm>
          <a:custGeom>
            <a:avLst/>
            <a:gdLst/>
            <a:ahLst/>
            <a:cxnLst/>
            <a:rect l="l" t="t" r="r" b="b"/>
            <a:pathLst>
              <a:path w="676275" h="234950">
                <a:moveTo>
                  <a:pt x="195516" y="209257"/>
                </a:moveTo>
                <a:lnTo>
                  <a:pt x="57607" y="209257"/>
                </a:lnTo>
                <a:lnTo>
                  <a:pt x="57607" y="196557"/>
                </a:lnTo>
                <a:lnTo>
                  <a:pt x="189357" y="196557"/>
                </a:lnTo>
                <a:lnTo>
                  <a:pt x="189357" y="173697"/>
                </a:lnTo>
                <a:lnTo>
                  <a:pt x="189357" y="160997"/>
                </a:lnTo>
                <a:lnTo>
                  <a:pt x="189357" y="136867"/>
                </a:lnTo>
                <a:lnTo>
                  <a:pt x="24904" y="136867"/>
                </a:lnTo>
                <a:lnTo>
                  <a:pt x="24904" y="160997"/>
                </a:lnTo>
                <a:lnTo>
                  <a:pt x="156654" y="160997"/>
                </a:lnTo>
                <a:lnTo>
                  <a:pt x="156654" y="173697"/>
                </a:lnTo>
                <a:lnTo>
                  <a:pt x="25082" y="173697"/>
                </a:lnTo>
                <a:lnTo>
                  <a:pt x="25082" y="196557"/>
                </a:lnTo>
                <a:lnTo>
                  <a:pt x="25082" y="209257"/>
                </a:lnTo>
                <a:lnTo>
                  <a:pt x="25082" y="234657"/>
                </a:lnTo>
                <a:lnTo>
                  <a:pt x="195516" y="234657"/>
                </a:lnTo>
                <a:lnTo>
                  <a:pt x="195516" y="209257"/>
                </a:lnTo>
                <a:close/>
              </a:path>
              <a:path w="676275" h="234950">
                <a:moveTo>
                  <a:pt x="215722" y="95097"/>
                </a:moveTo>
                <a:lnTo>
                  <a:pt x="0" y="95097"/>
                </a:lnTo>
                <a:lnTo>
                  <a:pt x="0" y="121831"/>
                </a:lnTo>
                <a:lnTo>
                  <a:pt x="90779" y="121831"/>
                </a:lnTo>
                <a:lnTo>
                  <a:pt x="90779" y="136626"/>
                </a:lnTo>
                <a:lnTo>
                  <a:pt x="124028" y="136626"/>
                </a:lnTo>
                <a:lnTo>
                  <a:pt x="124028" y="121831"/>
                </a:lnTo>
                <a:lnTo>
                  <a:pt x="215722" y="121831"/>
                </a:lnTo>
                <a:lnTo>
                  <a:pt x="215722" y="95097"/>
                </a:lnTo>
                <a:close/>
              </a:path>
              <a:path w="676275" h="234950">
                <a:moveTo>
                  <a:pt x="361073" y="75247"/>
                </a:moveTo>
                <a:lnTo>
                  <a:pt x="355993" y="51054"/>
                </a:lnTo>
                <a:lnTo>
                  <a:pt x="350913" y="44005"/>
                </a:lnTo>
                <a:lnTo>
                  <a:pt x="342290" y="32042"/>
                </a:lnTo>
                <a:lnTo>
                  <a:pt x="328726" y="23812"/>
                </a:lnTo>
                <a:lnTo>
                  <a:pt x="328726" y="75247"/>
                </a:lnTo>
                <a:lnTo>
                  <a:pt x="326212" y="88252"/>
                </a:lnTo>
                <a:lnTo>
                  <a:pt x="319392" y="98056"/>
                </a:lnTo>
                <a:lnTo>
                  <a:pt x="309181" y="104241"/>
                </a:lnTo>
                <a:lnTo>
                  <a:pt x="296481" y="106387"/>
                </a:lnTo>
                <a:lnTo>
                  <a:pt x="283806" y="104241"/>
                </a:lnTo>
                <a:lnTo>
                  <a:pt x="273494" y="98056"/>
                </a:lnTo>
                <a:lnTo>
                  <a:pt x="266585" y="88252"/>
                </a:lnTo>
                <a:lnTo>
                  <a:pt x="264147" y="75247"/>
                </a:lnTo>
                <a:lnTo>
                  <a:pt x="266585" y="62077"/>
                </a:lnTo>
                <a:lnTo>
                  <a:pt x="273494" y="52260"/>
                </a:lnTo>
                <a:lnTo>
                  <a:pt x="283806" y="46126"/>
                </a:lnTo>
                <a:lnTo>
                  <a:pt x="296481" y="44005"/>
                </a:lnTo>
                <a:lnTo>
                  <a:pt x="309181" y="46126"/>
                </a:lnTo>
                <a:lnTo>
                  <a:pt x="319392" y="52260"/>
                </a:lnTo>
                <a:lnTo>
                  <a:pt x="326212" y="62077"/>
                </a:lnTo>
                <a:lnTo>
                  <a:pt x="328726" y="75247"/>
                </a:lnTo>
                <a:lnTo>
                  <a:pt x="328726" y="23812"/>
                </a:lnTo>
                <a:lnTo>
                  <a:pt x="321818" y="19608"/>
                </a:lnTo>
                <a:lnTo>
                  <a:pt x="296481" y="15163"/>
                </a:lnTo>
                <a:lnTo>
                  <a:pt x="271030" y="19608"/>
                </a:lnTo>
                <a:lnTo>
                  <a:pt x="250418" y="32042"/>
                </a:lnTo>
                <a:lnTo>
                  <a:pt x="236651" y="51054"/>
                </a:lnTo>
                <a:lnTo>
                  <a:pt x="231711" y="75247"/>
                </a:lnTo>
                <a:lnTo>
                  <a:pt x="236651" y="99288"/>
                </a:lnTo>
                <a:lnTo>
                  <a:pt x="250418" y="118313"/>
                </a:lnTo>
                <a:lnTo>
                  <a:pt x="271030" y="130835"/>
                </a:lnTo>
                <a:lnTo>
                  <a:pt x="296481" y="135331"/>
                </a:lnTo>
                <a:lnTo>
                  <a:pt x="321818" y="130835"/>
                </a:lnTo>
                <a:lnTo>
                  <a:pt x="342290" y="118313"/>
                </a:lnTo>
                <a:lnTo>
                  <a:pt x="350875" y="106387"/>
                </a:lnTo>
                <a:lnTo>
                  <a:pt x="355993" y="99288"/>
                </a:lnTo>
                <a:lnTo>
                  <a:pt x="361073" y="75247"/>
                </a:lnTo>
                <a:close/>
              </a:path>
              <a:path w="676275" h="234950">
                <a:moveTo>
                  <a:pt x="426123" y="205613"/>
                </a:moveTo>
                <a:lnTo>
                  <a:pt x="297307" y="205613"/>
                </a:lnTo>
                <a:lnTo>
                  <a:pt x="297307" y="154076"/>
                </a:lnTo>
                <a:lnTo>
                  <a:pt x="264236" y="154076"/>
                </a:lnTo>
                <a:lnTo>
                  <a:pt x="264236" y="232359"/>
                </a:lnTo>
                <a:lnTo>
                  <a:pt x="426123" y="232359"/>
                </a:lnTo>
                <a:lnTo>
                  <a:pt x="426123" y="205613"/>
                </a:lnTo>
                <a:close/>
              </a:path>
              <a:path w="676275" h="234950">
                <a:moveTo>
                  <a:pt x="449453" y="67894"/>
                </a:moveTo>
                <a:lnTo>
                  <a:pt x="417664" y="67894"/>
                </a:lnTo>
                <a:lnTo>
                  <a:pt x="417664" y="0"/>
                </a:lnTo>
                <a:lnTo>
                  <a:pt x="384403" y="0"/>
                </a:lnTo>
                <a:lnTo>
                  <a:pt x="384403" y="172262"/>
                </a:lnTo>
                <a:lnTo>
                  <a:pt x="417664" y="172262"/>
                </a:lnTo>
                <a:lnTo>
                  <a:pt x="417664" y="95186"/>
                </a:lnTo>
                <a:lnTo>
                  <a:pt x="449453" y="95186"/>
                </a:lnTo>
                <a:lnTo>
                  <a:pt x="449453" y="67894"/>
                </a:lnTo>
                <a:close/>
              </a:path>
              <a:path w="676275" h="234950">
                <a:moveTo>
                  <a:pt x="653783" y="43548"/>
                </a:moveTo>
                <a:lnTo>
                  <a:pt x="648398" y="27559"/>
                </a:lnTo>
                <a:lnTo>
                  <a:pt x="647979" y="26289"/>
                </a:lnTo>
                <a:lnTo>
                  <a:pt x="631190" y="13677"/>
                </a:lnTo>
                <a:lnTo>
                  <a:pt x="619607" y="10363"/>
                </a:lnTo>
                <a:lnTo>
                  <a:pt x="619607" y="43548"/>
                </a:lnTo>
                <a:lnTo>
                  <a:pt x="616445" y="51003"/>
                </a:lnTo>
                <a:lnTo>
                  <a:pt x="606869" y="56019"/>
                </a:lnTo>
                <a:lnTo>
                  <a:pt x="590689" y="58877"/>
                </a:lnTo>
                <a:lnTo>
                  <a:pt x="567791" y="59817"/>
                </a:lnTo>
                <a:lnTo>
                  <a:pt x="545134" y="58877"/>
                </a:lnTo>
                <a:lnTo>
                  <a:pt x="529056" y="56019"/>
                </a:lnTo>
                <a:lnTo>
                  <a:pt x="519506" y="51003"/>
                </a:lnTo>
                <a:lnTo>
                  <a:pt x="516432" y="43548"/>
                </a:lnTo>
                <a:lnTo>
                  <a:pt x="519506" y="36664"/>
                </a:lnTo>
                <a:lnTo>
                  <a:pt x="529056" y="31635"/>
                </a:lnTo>
                <a:lnTo>
                  <a:pt x="545134" y="28562"/>
                </a:lnTo>
                <a:lnTo>
                  <a:pt x="567791" y="27559"/>
                </a:lnTo>
                <a:lnTo>
                  <a:pt x="590689" y="28562"/>
                </a:lnTo>
                <a:lnTo>
                  <a:pt x="606869" y="31635"/>
                </a:lnTo>
                <a:lnTo>
                  <a:pt x="616445" y="36664"/>
                </a:lnTo>
                <a:lnTo>
                  <a:pt x="619607" y="43548"/>
                </a:lnTo>
                <a:lnTo>
                  <a:pt x="619607" y="10363"/>
                </a:lnTo>
                <a:lnTo>
                  <a:pt x="604202" y="5943"/>
                </a:lnTo>
                <a:lnTo>
                  <a:pt x="567791" y="3314"/>
                </a:lnTo>
                <a:lnTo>
                  <a:pt x="531304" y="5943"/>
                </a:lnTo>
                <a:lnTo>
                  <a:pt x="504253" y="13677"/>
                </a:lnTo>
                <a:lnTo>
                  <a:pt x="487438" y="26289"/>
                </a:lnTo>
                <a:lnTo>
                  <a:pt x="481711" y="43548"/>
                </a:lnTo>
                <a:lnTo>
                  <a:pt x="487438" y="61061"/>
                </a:lnTo>
                <a:lnTo>
                  <a:pt x="504253" y="73774"/>
                </a:lnTo>
                <a:lnTo>
                  <a:pt x="531304" y="81534"/>
                </a:lnTo>
                <a:lnTo>
                  <a:pt x="567791" y="84162"/>
                </a:lnTo>
                <a:lnTo>
                  <a:pt x="604202" y="81534"/>
                </a:lnTo>
                <a:lnTo>
                  <a:pt x="631190" y="73774"/>
                </a:lnTo>
                <a:lnTo>
                  <a:pt x="647979" y="61061"/>
                </a:lnTo>
                <a:lnTo>
                  <a:pt x="648385" y="59817"/>
                </a:lnTo>
                <a:lnTo>
                  <a:pt x="653783" y="43548"/>
                </a:lnTo>
                <a:close/>
              </a:path>
              <a:path w="676275" h="234950">
                <a:moveTo>
                  <a:pt x="655624" y="209842"/>
                </a:moveTo>
                <a:lnTo>
                  <a:pt x="517715" y="209842"/>
                </a:lnTo>
                <a:lnTo>
                  <a:pt x="517715" y="195605"/>
                </a:lnTo>
                <a:lnTo>
                  <a:pt x="649465" y="195605"/>
                </a:lnTo>
                <a:lnTo>
                  <a:pt x="649465" y="135242"/>
                </a:lnTo>
                <a:lnTo>
                  <a:pt x="485013" y="135242"/>
                </a:lnTo>
                <a:lnTo>
                  <a:pt x="485013" y="159588"/>
                </a:lnTo>
                <a:lnTo>
                  <a:pt x="616762" y="159588"/>
                </a:lnTo>
                <a:lnTo>
                  <a:pt x="616762" y="172453"/>
                </a:lnTo>
                <a:lnTo>
                  <a:pt x="485190" y="172453"/>
                </a:lnTo>
                <a:lnTo>
                  <a:pt x="485190" y="234835"/>
                </a:lnTo>
                <a:lnTo>
                  <a:pt x="655624" y="234835"/>
                </a:lnTo>
                <a:lnTo>
                  <a:pt x="655624" y="209842"/>
                </a:lnTo>
                <a:close/>
              </a:path>
              <a:path w="676275" h="234950">
                <a:moveTo>
                  <a:pt x="675843" y="95364"/>
                </a:moveTo>
                <a:lnTo>
                  <a:pt x="460121" y="95364"/>
                </a:lnTo>
                <a:lnTo>
                  <a:pt x="460121" y="121640"/>
                </a:lnTo>
                <a:lnTo>
                  <a:pt x="675843" y="121640"/>
                </a:lnTo>
                <a:lnTo>
                  <a:pt x="675843" y="9536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9083095" y="8898993"/>
            <a:ext cx="904240" cy="236854"/>
            <a:chOff x="9083095" y="8898993"/>
            <a:chExt cx="904240" cy="236854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83095" y="8899360"/>
              <a:ext cx="199002" cy="23520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308465" y="8899003"/>
              <a:ext cx="678815" cy="236854"/>
            </a:xfrm>
            <a:custGeom>
              <a:avLst/>
              <a:gdLst/>
              <a:ahLst/>
              <a:cxnLst/>
              <a:rect l="l" t="t" r="r" b="b"/>
              <a:pathLst>
                <a:path w="678815" h="236854">
                  <a:moveTo>
                    <a:pt x="123939" y="13957"/>
                  </a:moveTo>
                  <a:lnTo>
                    <a:pt x="11658" y="13957"/>
                  </a:lnTo>
                  <a:lnTo>
                    <a:pt x="11658" y="40335"/>
                  </a:lnTo>
                  <a:lnTo>
                    <a:pt x="87731" y="40335"/>
                  </a:lnTo>
                  <a:lnTo>
                    <a:pt x="79286" y="62852"/>
                  </a:lnTo>
                  <a:lnTo>
                    <a:pt x="61810" y="82689"/>
                  </a:lnTo>
                  <a:lnTo>
                    <a:pt x="35369" y="99060"/>
                  </a:lnTo>
                  <a:lnTo>
                    <a:pt x="0" y="111252"/>
                  </a:lnTo>
                  <a:lnTo>
                    <a:pt x="13131" y="137718"/>
                  </a:lnTo>
                  <a:lnTo>
                    <a:pt x="60426" y="119265"/>
                  </a:lnTo>
                  <a:lnTo>
                    <a:pt x="95161" y="92278"/>
                  </a:lnTo>
                  <a:lnTo>
                    <a:pt x="116586" y="57061"/>
                  </a:lnTo>
                  <a:lnTo>
                    <a:pt x="123939" y="13957"/>
                  </a:lnTo>
                  <a:close/>
                </a:path>
                <a:path w="678815" h="236854">
                  <a:moveTo>
                    <a:pt x="190271" y="141211"/>
                  </a:moveTo>
                  <a:lnTo>
                    <a:pt x="157467" y="141211"/>
                  </a:lnTo>
                  <a:lnTo>
                    <a:pt x="157467" y="167944"/>
                  </a:lnTo>
                  <a:lnTo>
                    <a:pt x="157467" y="207721"/>
                  </a:lnTo>
                  <a:lnTo>
                    <a:pt x="68440" y="207721"/>
                  </a:lnTo>
                  <a:lnTo>
                    <a:pt x="68440" y="167944"/>
                  </a:lnTo>
                  <a:lnTo>
                    <a:pt x="157467" y="167944"/>
                  </a:lnTo>
                  <a:lnTo>
                    <a:pt x="157467" y="141211"/>
                  </a:lnTo>
                  <a:lnTo>
                    <a:pt x="35458" y="141211"/>
                  </a:lnTo>
                  <a:lnTo>
                    <a:pt x="35458" y="233730"/>
                  </a:lnTo>
                  <a:lnTo>
                    <a:pt x="190271" y="233730"/>
                  </a:lnTo>
                  <a:lnTo>
                    <a:pt x="190271" y="207721"/>
                  </a:lnTo>
                  <a:lnTo>
                    <a:pt x="190271" y="167944"/>
                  </a:lnTo>
                  <a:lnTo>
                    <a:pt x="190271" y="141211"/>
                  </a:lnTo>
                  <a:close/>
                </a:path>
                <a:path w="678815" h="236854">
                  <a:moveTo>
                    <a:pt x="222059" y="51816"/>
                  </a:moveTo>
                  <a:lnTo>
                    <a:pt x="190271" y="51816"/>
                  </a:lnTo>
                  <a:lnTo>
                    <a:pt x="190271" y="0"/>
                  </a:lnTo>
                  <a:lnTo>
                    <a:pt x="157010" y="0"/>
                  </a:lnTo>
                  <a:lnTo>
                    <a:pt x="157010" y="132295"/>
                  </a:lnTo>
                  <a:lnTo>
                    <a:pt x="190271" y="132295"/>
                  </a:lnTo>
                  <a:lnTo>
                    <a:pt x="190271" y="79006"/>
                  </a:lnTo>
                  <a:lnTo>
                    <a:pt x="222059" y="79006"/>
                  </a:lnTo>
                  <a:lnTo>
                    <a:pt x="222059" y="51816"/>
                  </a:lnTo>
                  <a:close/>
                </a:path>
                <a:path w="678815" h="236854">
                  <a:moveTo>
                    <a:pt x="361886" y="131559"/>
                  </a:moveTo>
                  <a:lnTo>
                    <a:pt x="357263" y="108826"/>
                  </a:lnTo>
                  <a:lnTo>
                    <a:pt x="352463" y="102069"/>
                  </a:lnTo>
                  <a:lnTo>
                    <a:pt x="344601" y="90982"/>
                  </a:lnTo>
                  <a:lnTo>
                    <a:pt x="330200" y="82207"/>
                  </a:lnTo>
                  <a:lnTo>
                    <a:pt x="330200" y="131559"/>
                  </a:lnTo>
                  <a:lnTo>
                    <a:pt x="327964" y="143891"/>
                  </a:lnTo>
                  <a:lnTo>
                    <a:pt x="321995" y="153098"/>
                  </a:lnTo>
                  <a:lnTo>
                    <a:pt x="312966" y="158838"/>
                  </a:lnTo>
                  <a:lnTo>
                    <a:pt x="301536" y="160782"/>
                  </a:lnTo>
                  <a:lnTo>
                    <a:pt x="289966" y="158838"/>
                  </a:lnTo>
                  <a:lnTo>
                    <a:pt x="280847" y="153098"/>
                  </a:lnTo>
                  <a:lnTo>
                    <a:pt x="274878" y="143891"/>
                  </a:lnTo>
                  <a:lnTo>
                    <a:pt x="272770" y="131559"/>
                  </a:lnTo>
                  <a:lnTo>
                    <a:pt x="274878" y="119341"/>
                  </a:lnTo>
                  <a:lnTo>
                    <a:pt x="280847" y="110096"/>
                  </a:lnTo>
                  <a:lnTo>
                    <a:pt x="289966" y="104203"/>
                  </a:lnTo>
                  <a:lnTo>
                    <a:pt x="301536" y="102069"/>
                  </a:lnTo>
                  <a:lnTo>
                    <a:pt x="312966" y="104203"/>
                  </a:lnTo>
                  <a:lnTo>
                    <a:pt x="321995" y="110096"/>
                  </a:lnTo>
                  <a:lnTo>
                    <a:pt x="327964" y="119341"/>
                  </a:lnTo>
                  <a:lnTo>
                    <a:pt x="330200" y="131559"/>
                  </a:lnTo>
                  <a:lnTo>
                    <a:pt x="330200" y="82207"/>
                  </a:lnTo>
                  <a:lnTo>
                    <a:pt x="325488" y="79324"/>
                  </a:lnTo>
                  <a:lnTo>
                    <a:pt x="301536" y="75145"/>
                  </a:lnTo>
                  <a:lnTo>
                    <a:pt x="277329" y="79324"/>
                  </a:lnTo>
                  <a:lnTo>
                    <a:pt x="258127" y="90982"/>
                  </a:lnTo>
                  <a:lnTo>
                    <a:pt x="245491" y="108826"/>
                  </a:lnTo>
                  <a:lnTo>
                    <a:pt x="240982" y="131559"/>
                  </a:lnTo>
                  <a:lnTo>
                    <a:pt x="245491" y="154317"/>
                  </a:lnTo>
                  <a:lnTo>
                    <a:pt x="258127" y="172135"/>
                  </a:lnTo>
                  <a:lnTo>
                    <a:pt x="277329" y="183769"/>
                  </a:lnTo>
                  <a:lnTo>
                    <a:pt x="301536" y="187972"/>
                  </a:lnTo>
                  <a:lnTo>
                    <a:pt x="325488" y="183769"/>
                  </a:lnTo>
                  <a:lnTo>
                    <a:pt x="344601" y="172135"/>
                  </a:lnTo>
                  <a:lnTo>
                    <a:pt x="352679" y="160782"/>
                  </a:lnTo>
                  <a:lnTo>
                    <a:pt x="357263" y="154317"/>
                  </a:lnTo>
                  <a:lnTo>
                    <a:pt x="361886" y="131559"/>
                  </a:lnTo>
                  <a:close/>
                </a:path>
                <a:path w="678815" h="236854">
                  <a:moveTo>
                    <a:pt x="370433" y="35369"/>
                  </a:moveTo>
                  <a:lnTo>
                    <a:pt x="318071" y="35369"/>
                  </a:lnTo>
                  <a:lnTo>
                    <a:pt x="318071" y="3759"/>
                  </a:lnTo>
                  <a:lnTo>
                    <a:pt x="284988" y="3759"/>
                  </a:lnTo>
                  <a:lnTo>
                    <a:pt x="284988" y="35369"/>
                  </a:lnTo>
                  <a:lnTo>
                    <a:pt x="231432" y="35369"/>
                  </a:lnTo>
                  <a:lnTo>
                    <a:pt x="231432" y="61925"/>
                  </a:lnTo>
                  <a:lnTo>
                    <a:pt x="370433" y="61925"/>
                  </a:lnTo>
                  <a:lnTo>
                    <a:pt x="370433" y="35369"/>
                  </a:lnTo>
                  <a:close/>
                </a:path>
                <a:path w="678815" h="236854">
                  <a:moveTo>
                    <a:pt x="454139" y="92697"/>
                  </a:moveTo>
                  <a:lnTo>
                    <a:pt x="419227" y="92697"/>
                  </a:lnTo>
                  <a:lnTo>
                    <a:pt x="419227" y="0"/>
                  </a:lnTo>
                  <a:lnTo>
                    <a:pt x="386422" y="0"/>
                  </a:lnTo>
                  <a:lnTo>
                    <a:pt x="386422" y="236664"/>
                  </a:lnTo>
                  <a:lnTo>
                    <a:pt x="419227" y="236664"/>
                  </a:lnTo>
                  <a:lnTo>
                    <a:pt x="419227" y="119989"/>
                  </a:lnTo>
                  <a:lnTo>
                    <a:pt x="454139" y="119989"/>
                  </a:lnTo>
                  <a:lnTo>
                    <a:pt x="454139" y="92697"/>
                  </a:lnTo>
                  <a:close/>
                </a:path>
                <a:path w="678815" h="236854">
                  <a:moveTo>
                    <a:pt x="657542" y="20574"/>
                  </a:moveTo>
                  <a:lnTo>
                    <a:pt x="485000" y="20574"/>
                  </a:lnTo>
                  <a:lnTo>
                    <a:pt x="485000" y="46939"/>
                  </a:lnTo>
                  <a:lnTo>
                    <a:pt x="624293" y="46939"/>
                  </a:lnTo>
                  <a:lnTo>
                    <a:pt x="623976" y="68884"/>
                  </a:lnTo>
                  <a:lnTo>
                    <a:pt x="622769" y="93446"/>
                  </a:lnTo>
                  <a:lnTo>
                    <a:pt x="619925" y="121196"/>
                  </a:lnTo>
                  <a:lnTo>
                    <a:pt x="614641" y="152692"/>
                  </a:lnTo>
                  <a:lnTo>
                    <a:pt x="648081" y="156184"/>
                  </a:lnTo>
                  <a:lnTo>
                    <a:pt x="653503" y="121412"/>
                  </a:lnTo>
                  <a:lnTo>
                    <a:pt x="656297" y="91808"/>
                  </a:lnTo>
                  <a:lnTo>
                    <a:pt x="657352" y="66078"/>
                  </a:lnTo>
                  <a:lnTo>
                    <a:pt x="657517" y="46939"/>
                  </a:lnTo>
                  <a:lnTo>
                    <a:pt x="657542" y="20574"/>
                  </a:lnTo>
                  <a:close/>
                </a:path>
                <a:path w="678815" h="236854">
                  <a:moveTo>
                    <a:pt x="678497" y="180721"/>
                  </a:moveTo>
                  <a:lnTo>
                    <a:pt x="572833" y="180721"/>
                  </a:lnTo>
                  <a:lnTo>
                    <a:pt x="572833" y="99402"/>
                  </a:lnTo>
                  <a:lnTo>
                    <a:pt x="539953" y="99402"/>
                  </a:lnTo>
                  <a:lnTo>
                    <a:pt x="539953" y="180721"/>
                  </a:lnTo>
                  <a:lnTo>
                    <a:pt x="462775" y="180721"/>
                  </a:lnTo>
                  <a:lnTo>
                    <a:pt x="462775" y="207632"/>
                  </a:lnTo>
                  <a:lnTo>
                    <a:pt x="678497" y="207632"/>
                  </a:lnTo>
                  <a:lnTo>
                    <a:pt x="678497" y="18072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057152" y="8898993"/>
            <a:ext cx="433836" cy="236671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0585146" y="8898993"/>
            <a:ext cx="904240" cy="237490"/>
            <a:chOff x="10585146" y="8898993"/>
            <a:chExt cx="904240" cy="237490"/>
          </a:xfrm>
        </p:grpSpPr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85146" y="8899176"/>
              <a:ext cx="433285" cy="23235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050589" y="8898993"/>
              <a:ext cx="438797" cy="236947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11563147" y="8899004"/>
            <a:ext cx="971550" cy="267970"/>
          </a:xfrm>
          <a:custGeom>
            <a:avLst/>
            <a:gdLst/>
            <a:ahLst/>
            <a:cxnLst/>
            <a:rect l="l" t="t" r="r" b="b"/>
            <a:pathLst>
              <a:path w="971550" h="267970">
                <a:moveTo>
                  <a:pt x="123202" y="15709"/>
                </a:moveTo>
                <a:lnTo>
                  <a:pt x="11125" y="15709"/>
                </a:lnTo>
                <a:lnTo>
                  <a:pt x="11125" y="42252"/>
                </a:lnTo>
                <a:lnTo>
                  <a:pt x="87007" y="42252"/>
                </a:lnTo>
                <a:lnTo>
                  <a:pt x="78574" y="65633"/>
                </a:lnTo>
                <a:lnTo>
                  <a:pt x="61112" y="86118"/>
                </a:lnTo>
                <a:lnTo>
                  <a:pt x="34848" y="103073"/>
                </a:lnTo>
                <a:lnTo>
                  <a:pt x="0" y="115849"/>
                </a:lnTo>
                <a:lnTo>
                  <a:pt x="13233" y="142582"/>
                </a:lnTo>
                <a:lnTo>
                  <a:pt x="60121" y="123342"/>
                </a:lnTo>
                <a:lnTo>
                  <a:pt x="94640" y="95440"/>
                </a:lnTo>
                <a:lnTo>
                  <a:pt x="115963" y="59397"/>
                </a:lnTo>
                <a:lnTo>
                  <a:pt x="123202" y="15709"/>
                </a:lnTo>
                <a:close/>
              </a:path>
              <a:path w="971550" h="267970">
                <a:moveTo>
                  <a:pt x="191744" y="188429"/>
                </a:moveTo>
                <a:lnTo>
                  <a:pt x="186004" y="168414"/>
                </a:lnTo>
                <a:lnTo>
                  <a:pt x="183451" y="166014"/>
                </a:lnTo>
                <a:lnTo>
                  <a:pt x="169837" y="153225"/>
                </a:lnTo>
                <a:lnTo>
                  <a:pt x="159042" y="149098"/>
                </a:lnTo>
                <a:lnTo>
                  <a:pt x="159042" y="188429"/>
                </a:lnTo>
                <a:lnTo>
                  <a:pt x="155765" y="198043"/>
                </a:lnTo>
                <a:lnTo>
                  <a:pt x="146456" y="205130"/>
                </a:lnTo>
                <a:lnTo>
                  <a:pt x="131622" y="209486"/>
                </a:lnTo>
                <a:lnTo>
                  <a:pt x="111810" y="210947"/>
                </a:lnTo>
                <a:lnTo>
                  <a:pt x="91909" y="209486"/>
                </a:lnTo>
                <a:lnTo>
                  <a:pt x="77038" y="205130"/>
                </a:lnTo>
                <a:lnTo>
                  <a:pt x="67754" y="198043"/>
                </a:lnTo>
                <a:lnTo>
                  <a:pt x="64592" y="188429"/>
                </a:lnTo>
                <a:lnTo>
                  <a:pt x="67754" y="178828"/>
                </a:lnTo>
                <a:lnTo>
                  <a:pt x="77038" y="171780"/>
                </a:lnTo>
                <a:lnTo>
                  <a:pt x="91909" y="167449"/>
                </a:lnTo>
                <a:lnTo>
                  <a:pt x="111810" y="166014"/>
                </a:lnTo>
                <a:lnTo>
                  <a:pt x="131622" y="167449"/>
                </a:lnTo>
                <a:lnTo>
                  <a:pt x="146456" y="171780"/>
                </a:lnTo>
                <a:lnTo>
                  <a:pt x="155765" y="178828"/>
                </a:lnTo>
                <a:lnTo>
                  <a:pt x="159042" y="188429"/>
                </a:lnTo>
                <a:lnTo>
                  <a:pt x="159042" y="149098"/>
                </a:lnTo>
                <a:lnTo>
                  <a:pt x="144640" y="143573"/>
                </a:lnTo>
                <a:lnTo>
                  <a:pt x="111810" y="140195"/>
                </a:lnTo>
                <a:lnTo>
                  <a:pt x="79095" y="143573"/>
                </a:lnTo>
                <a:lnTo>
                  <a:pt x="53784" y="153225"/>
                </a:lnTo>
                <a:lnTo>
                  <a:pt x="37490" y="168414"/>
                </a:lnTo>
                <a:lnTo>
                  <a:pt x="31788" y="188429"/>
                </a:lnTo>
                <a:lnTo>
                  <a:pt x="37490" y="208622"/>
                </a:lnTo>
                <a:lnTo>
                  <a:pt x="53784" y="223824"/>
                </a:lnTo>
                <a:lnTo>
                  <a:pt x="79095" y="233426"/>
                </a:lnTo>
                <a:lnTo>
                  <a:pt x="111810" y="236753"/>
                </a:lnTo>
                <a:lnTo>
                  <a:pt x="144640" y="233426"/>
                </a:lnTo>
                <a:lnTo>
                  <a:pt x="169837" y="223824"/>
                </a:lnTo>
                <a:lnTo>
                  <a:pt x="183527" y="210947"/>
                </a:lnTo>
                <a:lnTo>
                  <a:pt x="186004" y="208622"/>
                </a:lnTo>
                <a:lnTo>
                  <a:pt x="191744" y="188429"/>
                </a:lnTo>
                <a:close/>
              </a:path>
              <a:path w="971550" h="267970">
                <a:moveTo>
                  <a:pt x="220967" y="55854"/>
                </a:moveTo>
                <a:lnTo>
                  <a:pt x="189179" y="55854"/>
                </a:lnTo>
                <a:lnTo>
                  <a:pt x="189179" y="0"/>
                </a:lnTo>
                <a:lnTo>
                  <a:pt x="155917" y="0"/>
                </a:lnTo>
                <a:lnTo>
                  <a:pt x="155917" y="137439"/>
                </a:lnTo>
                <a:lnTo>
                  <a:pt x="189179" y="137439"/>
                </a:lnTo>
                <a:lnTo>
                  <a:pt x="189179" y="82778"/>
                </a:lnTo>
                <a:lnTo>
                  <a:pt x="220967" y="82778"/>
                </a:lnTo>
                <a:lnTo>
                  <a:pt x="220967" y="55854"/>
                </a:lnTo>
                <a:close/>
              </a:path>
              <a:path w="971550" h="267970">
                <a:moveTo>
                  <a:pt x="373659" y="26454"/>
                </a:moveTo>
                <a:lnTo>
                  <a:pt x="320370" y="26454"/>
                </a:lnTo>
                <a:lnTo>
                  <a:pt x="320370" y="1371"/>
                </a:lnTo>
                <a:lnTo>
                  <a:pt x="287020" y="1371"/>
                </a:lnTo>
                <a:lnTo>
                  <a:pt x="287020" y="26454"/>
                </a:lnTo>
                <a:lnTo>
                  <a:pt x="233362" y="26454"/>
                </a:lnTo>
                <a:lnTo>
                  <a:pt x="233362" y="52451"/>
                </a:lnTo>
                <a:lnTo>
                  <a:pt x="373659" y="52451"/>
                </a:lnTo>
                <a:lnTo>
                  <a:pt x="373659" y="26454"/>
                </a:lnTo>
                <a:close/>
              </a:path>
              <a:path w="971550" h="267970">
                <a:moveTo>
                  <a:pt x="377698" y="187236"/>
                </a:moveTo>
                <a:lnTo>
                  <a:pt x="375958" y="168122"/>
                </a:lnTo>
                <a:lnTo>
                  <a:pt x="375500" y="163169"/>
                </a:lnTo>
                <a:lnTo>
                  <a:pt x="362077" y="164846"/>
                </a:lnTo>
                <a:lnTo>
                  <a:pt x="348348" y="166192"/>
                </a:lnTo>
                <a:lnTo>
                  <a:pt x="334416" y="167271"/>
                </a:lnTo>
                <a:lnTo>
                  <a:pt x="320370" y="168122"/>
                </a:lnTo>
                <a:lnTo>
                  <a:pt x="320370" y="149110"/>
                </a:lnTo>
                <a:lnTo>
                  <a:pt x="337426" y="143484"/>
                </a:lnTo>
                <a:lnTo>
                  <a:pt x="350570" y="134112"/>
                </a:lnTo>
                <a:lnTo>
                  <a:pt x="356463" y="125399"/>
                </a:lnTo>
                <a:lnTo>
                  <a:pt x="359079" y="121539"/>
                </a:lnTo>
                <a:lnTo>
                  <a:pt x="362178" y="106299"/>
                </a:lnTo>
                <a:lnTo>
                  <a:pt x="357771" y="88125"/>
                </a:lnTo>
                <a:lnTo>
                  <a:pt x="356793" y="87007"/>
                </a:lnTo>
                <a:lnTo>
                  <a:pt x="345706" y="74053"/>
                </a:lnTo>
                <a:lnTo>
                  <a:pt x="330301" y="66433"/>
                </a:lnTo>
                <a:lnTo>
                  <a:pt x="330301" y="106299"/>
                </a:lnTo>
                <a:lnTo>
                  <a:pt x="328396" y="114515"/>
                </a:lnTo>
                <a:lnTo>
                  <a:pt x="323049" y="120497"/>
                </a:lnTo>
                <a:lnTo>
                  <a:pt x="314756" y="124167"/>
                </a:lnTo>
                <a:lnTo>
                  <a:pt x="304025" y="125399"/>
                </a:lnTo>
                <a:lnTo>
                  <a:pt x="293001" y="124167"/>
                </a:lnTo>
                <a:lnTo>
                  <a:pt x="284556" y="120497"/>
                </a:lnTo>
                <a:lnTo>
                  <a:pt x="279146" y="114515"/>
                </a:lnTo>
                <a:lnTo>
                  <a:pt x="277279" y="106299"/>
                </a:lnTo>
                <a:lnTo>
                  <a:pt x="279146" y="98082"/>
                </a:lnTo>
                <a:lnTo>
                  <a:pt x="284556" y="92036"/>
                </a:lnTo>
                <a:lnTo>
                  <a:pt x="293001" y="88290"/>
                </a:lnTo>
                <a:lnTo>
                  <a:pt x="304025" y="87007"/>
                </a:lnTo>
                <a:lnTo>
                  <a:pt x="314756" y="88290"/>
                </a:lnTo>
                <a:lnTo>
                  <a:pt x="323049" y="92036"/>
                </a:lnTo>
                <a:lnTo>
                  <a:pt x="328396" y="98082"/>
                </a:lnTo>
                <a:lnTo>
                  <a:pt x="330301" y="106299"/>
                </a:lnTo>
                <a:lnTo>
                  <a:pt x="330301" y="66433"/>
                </a:lnTo>
                <a:lnTo>
                  <a:pt x="327342" y="64960"/>
                </a:lnTo>
                <a:lnTo>
                  <a:pt x="304025" y="61734"/>
                </a:lnTo>
                <a:lnTo>
                  <a:pt x="280365" y="64960"/>
                </a:lnTo>
                <a:lnTo>
                  <a:pt x="261937" y="74053"/>
                </a:lnTo>
                <a:lnTo>
                  <a:pt x="249986" y="88125"/>
                </a:lnTo>
                <a:lnTo>
                  <a:pt x="245770" y="106299"/>
                </a:lnTo>
                <a:lnTo>
                  <a:pt x="248653" y="121475"/>
                </a:lnTo>
                <a:lnTo>
                  <a:pt x="256959" y="133997"/>
                </a:lnTo>
                <a:lnTo>
                  <a:pt x="269976" y="143344"/>
                </a:lnTo>
                <a:lnTo>
                  <a:pt x="287020" y="149021"/>
                </a:lnTo>
                <a:lnTo>
                  <a:pt x="287020" y="169418"/>
                </a:lnTo>
                <a:lnTo>
                  <a:pt x="271513" y="169684"/>
                </a:lnTo>
                <a:lnTo>
                  <a:pt x="228777" y="169875"/>
                </a:lnTo>
                <a:lnTo>
                  <a:pt x="233184" y="196888"/>
                </a:lnTo>
                <a:lnTo>
                  <a:pt x="265493" y="196697"/>
                </a:lnTo>
                <a:lnTo>
                  <a:pt x="301485" y="195580"/>
                </a:lnTo>
                <a:lnTo>
                  <a:pt x="339445" y="192697"/>
                </a:lnTo>
                <a:lnTo>
                  <a:pt x="377698" y="187236"/>
                </a:lnTo>
                <a:close/>
              </a:path>
              <a:path w="971550" h="267970">
                <a:moveTo>
                  <a:pt x="451573" y="96278"/>
                </a:moveTo>
                <a:lnTo>
                  <a:pt x="420700" y="96278"/>
                </a:lnTo>
                <a:lnTo>
                  <a:pt x="420700" y="0"/>
                </a:lnTo>
                <a:lnTo>
                  <a:pt x="387261" y="0"/>
                </a:lnTo>
                <a:lnTo>
                  <a:pt x="387261" y="236664"/>
                </a:lnTo>
                <a:lnTo>
                  <a:pt x="420700" y="236664"/>
                </a:lnTo>
                <a:lnTo>
                  <a:pt x="420700" y="123748"/>
                </a:lnTo>
                <a:lnTo>
                  <a:pt x="451573" y="123748"/>
                </a:lnTo>
                <a:lnTo>
                  <a:pt x="451573" y="96278"/>
                </a:lnTo>
                <a:close/>
              </a:path>
              <a:path w="971550" h="267970">
                <a:moveTo>
                  <a:pt x="590854" y="131559"/>
                </a:moveTo>
                <a:lnTo>
                  <a:pt x="586232" y="108826"/>
                </a:lnTo>
                <a:lnTo>
                  <a:pt x="581431" y="102069"/>
                </a:lnTo>
                <a:lnTo>
                  <a:pt x="573557" y="90982"/>
                </a:lnTo>
                <a:lnTo>
                  <a:pt x="559155" y="82207"/>
                </a:lnTo>
                <a:lnTo>
                  <a:pt x="559155" y="131559"/>
                </a:lnTo>
                <a:lnTo>
                  <a:pt x="556920" y="143891"/>
                </a:lnTo>
                <a:lnTo>
                  <a:pt x="550951" y="153098"/>
                </a:lnTo>
                <a:lnTo>
                  <a:pt x="541921" y="158838"/>
                </a:lnTo>
                <a:lnTo>
                  <a:pt x="530491" y="160782"/>
                </a:lnTo>
                <a:lnTo>
                  <a:pt x="518934" y="158838"/>
                </a:lnTo>
                <a:lnTo>
                  <a:pt x="509803" y="153098"/>
                </a:lnTo>
                <a:lnTo>
                  <a:pt x="503834" y="143891"/>
                </a:lnTo>
                <a:lnTo>
                  <a:pt x="501738" y="131559"/>
                </a:lnTo>
                <a:lnTo>
                  <a:pt x="503834" y="119341"/>
                </a:lnTo>
                <a:lnTo>
                  <a:pt x="509803" y="110096"/>
                </a:lnTo>
                <a:lnTo>
                  <a:pt x="518934" y="104203"/>
                </a:lnTo>
                <a:lnTo>
                  <a:pt x="530491" y="102069"/>
                </a:lnTo>
                <a:lnTo>
                  <a:pt x="541921" y="104203"/>
                </a:lnTo>
                <a:lnTo>
                  <a:pt x="550951" y="110096"/>
                </a:lnTo>
                <a:lnTo>
                  <a:pt x="556920" y="119341"/>
                </a:lnTo>
                <a:lnTo>
                  <a:pt x="559155" y="131559"/>
                </a:lnTo>
                <a:lnTo>
                  <a:pt x="559155" y="82207"/>
                </a:lnTo>
                <a:lnTo>
                  <a:pt x="554443" y="79324"/>
                </a:lnTo>
                <a:lnTo>
                  <a:pt x="530491" y="75145"/>
                </a:lnTo>
                <a:lnTo>
                  <a:pt x="506285" y="79324"/>
                </a:lnTo>
                <a:lnTo>
                  <a:pt x="487095" y="90982"/>
                </a:lnTo>
                <a:lnTo>
                  <a:pt x="474459" y="108826"/>
                </a:lnTo>
                <a:lnTo>
                  <a:pt x="469950" y="131559"/>
                </a:lnTo>
                <a:lnTo>
                  <a:pt x="474459" y="154317"/>
                </a:lnTo>
                <a:lnTo>
                  <a:pt x="487095" y="172135"/>
                </a:lnTo>
                <a:lnTo>
                  <a:pt x="506285" y="183769"/>
                </a:lnTo>
                <a:lnTo>
                  <a:pt x="530491" y="187972"/>
                </a:lnTo>
                <a:lnTo>
                  <a:pt x="554443" y="183769"/>
                </a:lnTo>
                <a:lnTo>
                  <a:pt x="573557" y="172135"/>
                </a:lnTo>
                <a:lnTo>
                  <a:pt x="581634" y="160782"/>
                </a:lnTo>
                <a:lnTo>
                  <a:pt x="586232" y="154317"/>
                </a:lnTo>
                <a:lnTo>
                  <a:pt x="590854" y="131559"/>
                </a:lnTo>
                <a:close/>
              </a:path>
              <a:path w="971550" h="267970">
                <a:moveTo>
                  <a:pt x="599401" y="35369"/>
                </a:moveTo>
                <a:lnTo>
                  <a:pt x="547027" y="35369"/>
                </a:lnTo>
                <a:lnTo>
                  <a:pt x="547027" y="3759"/>
                </a:lnTo>
                <a:lnTo>
                  <a:pt x="513956" y="3759"/>
                </a:lnTo>
                <a:lnTo>
                  <a:pt x="513956" y="35369"/>
                </a:lnTo>
                <a:lnTo>
                  <a:pt x="460387" y="35369"/>
                </a:lnTo>
                <a:lnTo>
                  <a:pt x="460387" y="61925"/>
                </a:lnTo>
                <a:lnTo>
                  <a:pt x="599401" y="61925"/>
                </a:lnTo>
                <a:lnTo>
                  <a:pt x="599401" y="35369"/>
                </a:lnTo>
                <a:close/>
              </a:path>
              <a:path w="971550" h="267970">
                <a:moveTo>
                  <a:pt x="683094" y="92697"/>
                </a:moveTo>
                <a:lnTo>
                  <a:pt x="648182" y="92697"/>
                </a:lnTo>
                <a:lnTo>
                  <a:pt x="648182" y="0"/>
                </a:lnTo>
                <a:lnTo>
                  <a:pt x="615391" y="0"/>
                </a:lnTo>
                <a:lnTo>
                  <a:pt x="615391" y="236664"/>
                </a:lnTo>
                <a:lnTo>
                  <a:pt x="648182" y="236664"/>
                </a:lnTo>
                <a:lnTo>
                  <a:pt x="648182" y="119989"/>
                </a:lnTo>
                <a:lnTo>
                  <a:pt x="683094" y="119989"/>
                </a:lnTo>
                <a:lnTo>
                  <a:pt x="683094" y="92697"/>
                </a:lnTo>
                <a:close/>
              </a:path>
              <a:path w="971550" h="267970">
                <a:moveTo>
                  <a:pt x="891197" y="0"/>
                </a:moveTo>
                <a:lnTo>
                  <a:pt x="858393" y="0"/>
                </a:lnTo>
                <a:lnTo>
                  <a:pt x="858393" y="48691"/>
                </a:lnTo>
                <a:lnTo>
                  <a:pt x="858393" y="75425"/>
                </a:lnTo>
                <a:lnTo>
                  <a:pt x="858393" y="122008"/>
                </a:lnTo>
                <a:lnTo>
                  <a:pt x="816495" y="122008"/>
                </a:lnTo>
                <a:lnTo>
                  <a:pt x="817511" y="115392"/>
                </a:lnTo>
                <a:lnTo>
                  <a:pt x="818057" y="108318"/>
                </a:lnTo>
                <a:lnTo>
                  <a:pt x="818057" y="100876"/>
                </a:lnTo>
                <a:lnTo>
                  <a:pt x="817905" y="94157"/>
                </a:lnTo>
                <a:lnTo>
                  <a:pt x="817460" y="87668"/>
                </a:lnTo>
                <a:lnTo>
                  <a:pt x="816749" y="81419"/>
                </a:lnTo>
                <a:lnTo>
                  <a:pt x="815771" y="75425"/>
                </a:lnTo>
                <a:lnTo>
                  <a:pt x="858393" y="75425"/>
                </a:lnTo>
                <a:lnTo>
                  <a:pt x="858393" y="48691"/>
                </a:lnTo>
                <a:lnTo>
                  <a:pt x="806577" y="48691"/>
                </a:lnTo>
                <a:lnTo>
                  <a:pt x="805180" y="46672"/>
                </a:lnTo>
                <a:lnTo>
                  <a:pt x="797217" y="35128"/>
                </a:lnTo>
                <a:lnTo>
                  <a:pt x="786638" y="25984"/>
                </a:lnTo>
                <a:lnTo>
                  <a:pt x="786638" y="100876"/>
                </a:lnTo>
                <a:lnTo>
                  <a:pt x="784453" y="124307"/>
                </a:lnTo>
                <a:lnTo>
                  <a:pt x="778408" y="141376"/>
                </a:lnTo>
                <a:lnTo>
                  <a:pt x="769035" y="151815"/>
                </a:lnTo>
                <a:lnTo>
                  <a:pt x="756869" y="155359"/>
                </a:lnTo>
                <a:lnTo>
                  <a:pt x="744778" y="151815"/>
                </a:lnTo>
                <a:lnTo>
                  <a:pt x="735380" y="141376"/>
                </a:lnTo>
                <a:lnTo>
                  <a:pt x="729310" y="124307"/>
                </a:lnTo>
                <a:lnTo>
                  <a:pt x="727202" y="100876"/>
                </a:lnTo>
                <a:lnTo>
                  <a:pt x="729310" y="77635"/>
                </a:lnTo>
                <a:lnTo>
                  <a:pt x="735380" y="60642"/>
                </a:lnTo>
                <a:lnTo>
                  <a:pt x="744778" y="50215"/>
                </a:lnTo>
                <a:lnTo>
                  <a:pt x="756869" y="46672"/>
                </a:lnTo>
                <a:lnTo>
                  <a:pt x="769035" y="50215"/>
                </a:lnTo>
                <a:lnTo>
                  <a:pt x="778408" y="60642"/>
                </a:lnTo>
                <a:lnTo>
                  <a:pt x="784453" y="77635"/>
                </a:lnTo>
                <a:lnTo>
                  <a:pt x="786638" y="100876"/>
                </a:lnTo>
                <a:lnTo>
                  <a:pt x="786638" y="25984"/>
                </a:lnTo>
                <a:lnTo>
                  <a:pt x="785622" y="25095"/>
                </a:lnTo>
                <a:lnTo>
                  <a:pt x="772071" y="18859"/>
                </a:lnTo>
                <a:lnTo>
                  <a:pt x="756869" y="16713"/>
                </a:lnTo>
                <a:lnTo>
                  <a:pt x="732104" y="22631"/>
                </a:lnTo>
                <a:lnTo>
                  <a:pt x="712635" y="39497"/>
                </a:lnTo>
                <a:lnTo>
                  <a:pt x="699922" y="66014"/>
                </a:lnTo>
                <a:lnTo>
                  <a:pt x="695413" y="100876"/>
                </a:lnTo>
                <a:lnTo>
                  <a:pt x="699922" y="136017"/>
                </a:lnTo>
                <a:lnTo>
                  <a:pt x="712635" y="162636"/>
                </a:lnTo>
                <a:lnTo>
                  <a:pt x="732104" y="179501"/>
                </a:lnTo>
                <a:lnTo>
                  <a:pt x="756869" y="185394"/>
                </a:lnTo>
                <a:lnTo>
                  <a:pt x="773188" y="182943"/>
                </a:lnTo>
                <a:lnTo>
                  <a:pt x="787577" y="175768"/>
                </a:lnTo>
                <a:lnTo>
                  <a:pt x="799630" y="164198"/>
                </a:lnTo>
                <a:lnTo>
                  <a:pt x="804913" y="155359"/>
                </a:lnTo>
                <a:lnTo>
                  <a:pt x="808964" y="148564"/>
                </a:lnTo>
                <a:lnTo>
                  <a:pt x="858393" y="148564"/>
                </a:lnTo>
                <a:lnTo>
                  <a:pt x="858393" y="237223"/>
                </a:lnTo>
                <a:lnTo>
                  <a:pt x="891197" y="237223"/>
                </a:lnTo>
                <a:lnTo>
                  <a:pt x="891197" y="148564"/>
                </a:lnTo>
                <a:lnTo>
                  <a:pt x="891197" y="122008"/>
                </a:lnTo>
                <a:lnTo>
                  <a:pt x="891197" y="75425"/>
                </a:lnTo>
                <a:lnTo>
                  <a:pt x="891197" y="48691"/>
                </a:lnTo>
                <a:lnTo>
                  <a:pt x="891197" y="0"/>
                </a:lnTo>
                <a:close/>
              </a:path>
              <a:path w="971550" h="267970">
                <a:moveTo>
                  <a:pt x="971499" y="193395"/>
                </a:moveTo>
                <a:lnTo>
                  <a:pt x="934466" y="193395"/>
                </a:lnTo>
                <a:lnTo>
                  <a:pt x="921600" y="267347"/>
                </a:lnTo>
                <a:lnTo>
                  <a:pt x="949071" y="267347"/>
                </a:lnTo>
                <a:lnTo>
                  <a:pt x="971499" y="19339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5848739" y="9271510"/>
            <a:ext cx="664845" cy="236854"/>
            <a:chOff x="5848739" y="9271510"/>
            <a:chExt cx="664845" cy="236854"/>
          </a:xfrm>
        </p:grpSpPr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48739" y="9271510"/>
              <a:ext cx="433836" cy="23667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12619" y="9271510"/>
              <a:ext cx="200656" cy="236671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606674" y="9271510"/>
            <a:ext cx="449822" cy="236671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7126364" y="9271520"/>
            <a:ext cx="680085" cy="236854"/>
          </a:xfrm>
          <a:custGeom>
            <a:avLst/>
            <a:gdLst/>
            <a:ahLst/>
            <a:cxnLst/>
            <a:rect l="l" t="t" r="r" b="b"/>
            <a:pathLst>
              <a:path w="680084" h="236854">
                <a:moveTo>
                  <a:pt x="192290" y="78270"/>
                </a:moveTo>
                <a:lnTo>
                  <a:pt x="159219" y="78270"/>
                </a:lnTo>
                <a:lnTo>
                  <a:pt x="159219" y="111899"/>
                </a:lnTo>
                <a:lnTo>
                  <a:pt x="192290" y="111899"/>
                </a:lnTo>
                <a:lnTo>
                  <a:pt x="192290" y="78270"/>
                </a:lnTo>
                <a:close/>
              </a:path>
              <a:path w="680084" h="236854">
                <a:moveTo>
                  <a:pt x="192290" y="15151"/>
                </a:moveTo>
                <a:lnTo>
                  <a:pt x="159219" y="15151"/>
                </a:lnTo>
                <a:lnTo>
                  <a:pt x="159219" y="51549"/>
                </a:lnTo>
                <a:lnTo>
                  <a:pt x="56134" y="51549"/>
                </a:lnTo>
                <a:lnTo>
                  <a:pt x="56134" y="14719"/>
                </a:lnTo>
                <a:lnTo>
                  <a:pt x="22872" y="14719"/>
                </a:lnTo>
                <a:lnTo>
                  <a:pt x="22872" y="51549"/>
                </a:lnTo>
                <a:lnTo>
                  <a:pt x="22872" y="78219"/>
                </a:lnTo>
                <a:lnTo>
                  <a:pt x="22872" y="112509"/>
                </a:lnTo>
                <a:lnTo>
                  <a:pt x="22872" y="137909"/>
                </a:lnTo>
                <a:lnTo>
                  <a:pt x="192290" y="137909"/>
                </a:lnTo>
                <a:lnTo>
                  <a:pt x="192290" y="112509"/>
                </a:lnTo>
                <a:lnTo>
                  <a:pt x="56134" y="112509"/>
                </a:lnTo>
                <a:lnTo>
                  <a:pt x="56134" y="78219"/>
                </a:lnTo>
                <a:lnTo>
                  <a:pt x="192290" y="78219"/>
                </a:lnTo>
                <a:lnTo>
                  <a:pt x="192290" y="51993"/>
                </a:lnTo>
                <a:lnTo>
                  <a:pt x="192290" y="51549"/>
                </a:lnTo>
                <a:lnTo>
                  <a:pt x="192290" y="15151"/>
                </a:lnTo>
                <a:close/>
              </a:path>
              <a:path w="680084" h="236854">
                <a:moveTo>
                  <a:pt x="216268" y="182181"/>
                </a:moveTo>
                <a:lnTo>
                  <a:pt x="124028" y="182181"/>
                </a:lnTo>
                <a:lnTo>
                  <a:pt x="124028" y="138366"/>
                </a:lnTo>
                <a:lnTo>
                  <a:pt x="91224" y="138366"/>
                </a:lnTo>
                <a:lnTo>
                  <a:pt x="91224" y="182181"/>
                </a:lnTo>
                <a:lnTo>
                  <a:pt x="0" y="182181"/>
                </a:lnTo>
                <a:lnTo>
                  <a:pt x="0" y="209105"/>
                </a:lnTo>
                <a:lnTo>
                  <a:pt x="216268" y="209105"/>
                </a:lnTo>
                <a:lnTo>
                  <a:pt x="216268" y="182181"/>
                </a:lnTo>
                <a:close/>
              </a:path>
              <a:path w="680084" h="236854">
                <a:moveTo>
                  <a:pt x="435940" y="29946"/>
                </a:moveTo>
                <a:lnTo>
                  <a:pt x="353987" y="29946"/>
                </a:lnTo>
                <a:lnTo>
                  <a:pt x="353987" y="2565"/>
                </a:lnTo>
                <a:lnTo>
                  <a:pt x="321106" y="2565"/>
                </a:lnTo>
                <a:lnTo>
                  <a:pt x="321106" y="29946"/>
                </a:lnTo>
                <a:lnTo>
                  <a:pt x="239331" y="29946"/>
                </a:lnTo>
                <a:lnTo>
                  <a:pt x="239331" y="56502"/>
                </a:lnTo>
                <a:lnTo>
                  <a:pt x="435940" y="56502"/>
                </a:lnTo>
                <a:lnTo>
                  <a:pt x="435940" y="29946"/>
                </a:lnTo>
                <a:close/>
              </a:path>
              <a:path w="680084" h="236854">
                <a:moveTo>
                  <a:pt x="446328" y="185864"/>
                </a:moveTo>
                <a:lnTo>
                  <a:pt x="353987" y="185864"/>
                </a:lnTo>
                <a:lnTo>
                  <a:pt x="353987" y="158661"/>
                </a:lnTo>
                <a:lnTo>
                  <a:pt x="380771" y="153619"/>
                </a:lnTo>
                <a:lnTo>
                  <a:pt x="400989" y="144068"/>
                </a:lnTo>
                <a:lnTo>
                  <a:pt x="411251" y="133032"/>
                </a:lnTo>
                <a:lnTo>
                  <a:pt x="413753" y="130327"/>
                </a:lnTo>
                <a:lnTo>
                  <a:pt x="418211" y="112725"/>
                </a:lnTo>
                <a:lnTo>
                  <a:pt x="412521" y="93408"/>
                </a:lnTo>
                <a:lnTo>
                  <a:pt x="411721" y="92697"/>
                </a:lnTo>
                <a:lnTo>
                  <a:pt x="396303" y="78943"/>
                </a:lnTo>
                <a:lnTo>
                  <a:pt x="384124" y="74612"/>
                </a:lnTo>
                <a:lnTo>
                  <a:pt x="384124" y="112725"/>
                </a:lnTo>
                <a:lnTo>
                  <a:pt x="381025" y="121754"/>
                </a:lnTo>
                <a:lnTo>
                  <a:pt x="372021" y="128079"/>
                </a:lnTo>
                <a:lnTo>
                  <a:pt x="357403" y="131813"/>
                </a:lnTo>
                <a:lnTo>
                  <a:pt x="337451" y="133032"/>
                </a:lnTo>
                <a:lnTo>
                  <a:pt x="317246" y="131813"/>
                </a:lnTo>
                <a:lnTo>
                  <a:pt x="302615" y="128079"/>
                </a:lnTo>
                <a:lnTo>
                  <a:pt x="293738" y="121754"/>
                </a:lnTo>
                <a:lnTo>
                  <a:pt x="290779" y="112725"/>
                </a:lnTo>
                <a:lnTo>
                  <a:pt x="293738" y="103860"/>
                </a:lnTo>
                <a:lnTo>
                  <a:pt x="302615" y="97612"/>
                </a:lnTo>
                <a:lnTo>
                  <a:pt x="317246" y="93916"/>
                </a:lnTo>
                <a:lnTo>
                  <a:pt x="337451" y="92697"/>
                </a:lnTo>
                <a:lnTo>
                  <a:pt x="357403" y="93916"/>
                </a:lnTo>
                <a:lnTo>
                  <a:pt x="372021" y="97612"/>
                </a:lnTo>
                <a:lnTo>
                  <a:pt x="381025" y="103860"/>
                </a:lnTo>
                <a:lnTo>
                  <a:pt x="384124" y="112725"/>
                </a:lnTo>
                <a:lnTo>
                  <a:pt x="384124" y="74612"/>
                </a:lnTo>
                <a:lnTo>
                  <a:pt x="370852" y="69888"/>
                </a:lnTo>
                <a:lnTo>
                  <a:pt x="337451" y="66789"/>
                </a:lnTo>
                <a:lnTo>
                  <a:pt x="303758" y="69888"/>
                </a:lnTo>
                <a:lnTo>
                  <a:pt x="278295" y="78943"/>
                </a:lnTo>
                <a:lnTo>
                  <a:pt x="262216" y="93408"/>
                </a:lnTo>
                <a:lnTo>
                  <a:pt x="256692" y="112725"/>
                </a:lnTo>
                <a:lnTo>
                  <a:pt x="261023" y="130378"/>
                </a:lnTo>
                <a:lnTo>
                  <a:pt x="273735" y="144132"/>
                </a:lnTo>
                <a:lnTo>
                  <a:pt x="294030" y="153670"/>
                </a:lnTo>
                <a:lnTo>
                  <a:pt x="321106" y="158661"/>
                </a:lnTo>
                <a:lnTo>
                  <a:pt x="321106" y="185864"/>
                </a:lnTo>
                <a:lnTo>
                  <a:pt x="230047" y="185864"/>
                </a:lnTo>
                <a:lnTo>
                  <a:pt x="230047" y="212598"/>
                </a:lnTo>
                <a:lnTo>
                  <a:pt x="446328" y="212598"/>
                </a:lnTo>
                <a:lnTo>
                  <a:pt x="446328" y="185864"/>
                </a:lnTo>
                <a:close/>
              </a:path>
              <a:path w="680084" h="236854">
                <a:moveTo>
                  <a:pt x="604354" y="180352"/>
                </a:moveTo>
                <a:lnTo>
                  <a:pt x="602513" y="160680"/>
                </a:lnTo>
                <a:lnTo>
                  <a:pt x="602056" y="155816"/>
                </a:lnTo>
                <a:lnTo>
                  <a:pt x="588759" y="157441"/>
                </a:lnTo>
                <a:lnTo>
                  <a:pt x="575132" y="158762"/>
                </a:lnTo>
                <a:lnTo>
                  <a:pt x="561301" y="159829"/>
                </a:lnTo>
                <a:lnTo>
                  <a:pt x="547395" y="160680"/>
                </a:lnTo>
                <a:lnTo>
                  <a:pt x="547395" y="128257"/>
                </a:lnTo>
                <a:lnTo>
                  <a:pt x="566635" y="120904"/>
                </a:lnTo>
                <a:lnTo>
                  <a:pt x="581774" y="108597"/>
                </a:lnTo>
                <a:lnTo>
                  <a:pt x="585812" y="101892"/>
                </a:lnTo>
                <a:lnTo>
                  <a:pt x="591705" y="92075"/>
                </a:lnTo>
                <a:lnTo>
                  <a:pt x="595350" y="72123"/>
                </a:lnTo>
                <a:lnTo>
                  <a:pt x="590270" y="48768"/>
                </a:lnTo>
                <a:lnTo>
                  <a:pt x="585381" y="42252"/>
                </a:lnTo>
                <a:lnTo>
                  <a:pt x="576541" y="30454"/>
                </a:lnTo>
                <a:lnTo>
                  <a:pt x="562737" y="22402"/>
                </a:lnTo>
                <a:lnTo>
                  <a:pt x="562737" y="72123"/>
                </a:lnTo>
                <a:lnTo>
                  <a:pt x="560222" y="84658"/>
                </a:lnTo>
                <a:lnTo>
                  <a:pt x="553440" y="94068"/>
                </a:lnTo>
                <a:lnTo>
                  <a:pt x="543267" y="99936"/>
                </a:lnTo>
                <a:lnTo>
                  <a:pt x="530580" y="101892"/>
                </a:lnTo>
                <a:lnTo>
                  <a:pt x="517563" y="99936"/>
                </a:lnTo>
                <a:lnTo>
                  <a:pt x="507199" y="94068"/>
                </a:lnTo>
                <a:lnTo>
                  <a:pt x="500380" y="84658"/>
                </a:lnTo>
                <a:lnTo>
                  <a:pt x="497967" y="72123"/>
                </a:lnTo>
                <a:lnTo>
                  <a:pt x="500380" y="59524"/>
                </a:lnTo>
                <a:lnTo>
                  <a:pt x="507199" y="50165"/>
                </a:lnTo>
                <a:lnTo>
                  <a:pt x="517563" y="44310"/>
                </a:lnTo>
                <a:lnTo>
                  <a:pt x="530580" y="42252"/>
                </a:lnTo>
                <a:lnTo>
                  <a:pt x="543267" y="44310"/>
                </a:lnTo>
                <a:lnTo>
                  <a:pt x="553440" y="50165"/>
                </a:lnTo>
                <a:lnTo>
                  <a:pt x="560222" y="59524"/>
                </a:lnTo>
                <a:lnTo>
                  <a:pt x="562737" y="72123"/>
                </a:lnTo>
                <a:lnTo>
                  <a:pt x="562737" y="22402"/>
                </a:lnTo>
                <a:lnTo>
                  <a:pt x="556018" y="18478"/>
                </a:lnTo>
                <a:lnTo>
                  <a:pt x="530580" y="14147"/>
                </a:lnTo>
                <a:lnTo>
                  <a:pt x="504621" y="18478"/>
                </a:lnTo>
                <a:lnTo>
                  <a:pt x="484009" y="30454"/>
                </a:lnTo>
                <a:lnTo>
                  <a:pt x="470433" y="48768"/>
                </a:lnTo>
                <a:lnTo>
                  <a:pt x="465620" y="72123"/>
                </a:lnTo>
                <a:lnTo>
                  <a:pt x="469087" y="92303"/>
                </a:lnTo>
                <a:lnTo>
                  <a:pt x="479044" y="108927"/>
                </a:lnTo>
                <a:lnTo>
                  <a:pt x="494474" y="121221"/>
                </a:lnTo>
                <a:lnTo>
                  <a:pt x="514311" y="128435"/>
                </a:lnTo>
                <a:lnTo>
                  <a:pt x="514311" y="161785"/>
                </a:lnTo>
                <a:lnTo>
                  <a:pt x="499148" y="162052"/>
                </a:lnTo>
                <a:lnTo>
                  <a:pt x="457263" y="162344"/>
                </a:lnTo>
                <a:lnTo>
                  <a:pt x="461670" y="189077"/>
                </a:lnTo>
                <a:lnTo>
                  <a:pt x="493979" y="189255"/>
                </a:lnTo>
                <a:lnTo>
                  <a:pt x="529602" y="188404"/>
                </a:lnTo>
                <a:lnTo>
                  <a:pt x="566928" y="185699"/>
                </a:lnTo>
                <a:lnTo>
                  <a:pt x="604354" y="180352"/>
                </a:lnTo>
                <a:close/>
              </a:path>
              <a:path w="680084" h="236854">
                <a:moveTo>
                  <a:pt x="680059" y="92887"/>
                </a:moveTo>
                <a:lnTo>
                  <a:pt x="647903" y="92887"/>
                </a:lnTo>
                <a:lnTo>
                  <a:pt x="647903" y="0"/>
                </a:lnTo>
                <a:lnTo>
                  <a:pt x="614641" y="0"/>
                </a:lnTo>
                <a:lnTo>
                  <a:pt x="614641" y="236664"/>
                </a:lnTo>
                <a:lnTo>
                  <a:pt x="647903" y="236664"/>
                </a:lnTo>
                <a:lnTo>
                  <a:pt x="647903" y="120726"/>
                </a:lnTo>
                <a:lnTo>
                  <a:pt x="680059" y="120726"/>
                </a:lnTo>
                <a:lnTo>
                  <a:pt x="680059" y="92887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7877960" y="9271510"/>
            <a:ext cx="659130" cy="236854"/>
            <a:chOff x="7877960" y="9271510"/>
            <a:chExt cx="659130" cy="236854"/>
          </a:xfrm>
        </p:grpSpPr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77960" y="9271510"/>
              <a:ext cx="427497" cy="23667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36235" y="9271510"/>
              <a:ext cx="200656" cy="236671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626213" y="9271510"/>
            <a:ext cx="430161" cy="236671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9148878" y="9271326"/>
            <a:ext cx="666115" cy="236854"/>
            <a:chOff x="9148878" y="9271326"/>
            <a:chExt cx="666115" cy="236854"/>
          </a:xfrm>
        </p:grpSpPr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8878" y="9271510"/>
              <a:ext cx="205433" cy="23501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380497" y="9271326"/>
              <a:ext cx="203871" cy="23272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12115" y="9271510"/>
              <a:ext cx="202861" cy="236671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901265" y="9271510"/>
            <a:ext cx="434938" cy="236671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10423196" y="9269948"/>
            <a:ext cx="679450" cy="239395"/>
            <a:chOff x="10423196" y="9269948"/>
            <a:chExt cx="679450" cy="239395"/>
          </a:xfrm>
        </p:grpSpPr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423196" y="9271510"/>
              <a:ext cx="197900" cy="23667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656192" y="9271510"/>
              <a:ext cx="195786" cy="23722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882482" y="9269948"/>
              <a:ext cx="219674" cy="236579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11176410" y="9271878"/>
            <a:ext cx="673735" cy="235585"/>
            <a:chOff x="11176410" y="9271878"/>
            <a:chExt cx="673735" cy="235585"/>
          </a:xfrm>
        </p:grpSpPr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176410" y="9271878"/>
              <a:ext cx="207822" cy="23538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403802" y="9283730"/>
              <a:ext cx="446330" cy="198090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11925616" y="9271510"/>
            <a:ext cx="433705" cy="236854"/>
            <a:chOff x="11925616" y="9271510"/>
            <a:chExt cx="433705" cy="236854"/>
          </a:xfrm>
        </p:grpSpPr>
        <p:pic>
          <p:nvPicPr>
            <p:cNvPr id="53" name="object 5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925616" y="9271510"/>
              <a:ext cx="197900" cy="23667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161553" y="9271510"/>
              <a:ext cx="197715" cy="236671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197747" y="4692684"/>
            <a:ext cx="2857500" cy="2664722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243574" y="4924783"/>
            <a:ext cx="4114800" cy="2198248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2362551" y="4690407"/>
            <a:ext cx="3041650" cy="2667000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3904169" y="4289090"/>
            <a:ext cx="678815" cy="190500"/>
            <a:chOff x="3904169" y="4289090"/>
            <a:chExt cx="678815" cy="190500"/>
          </a:xfrm>
        </p:grpSpPr>
        <p:pic>
          <p:nvPicPr>
            <p:cNvPr id="59" name="object 5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904169" y="4328155"/>
              <a:ext cx="101911" cy="11562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030832" y="4289090"/>
              <a:ext cx="164534" cy="18883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217657" y="4289090"/>
              <a:ext cx="365300" cy="190403"/>
            </a:xfrm>
            <a:prstGeom prst="rect">
              <a:avLst/>
            </a:prstGeom>
          </p:spPr>
        </p:pic>
      </p:grpSp>
      <p:pic>
        <p:nvPicPr>
          <p:cNvPr id="62" name="object 6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648001" y="4289090"/>
            <a:ext cx="152456" cy="190850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4838554" y="4289090"/>
            <a:ext cx="335280" cy="191135"/>
            <a:chOff x="4838554" y="4289090"/>
            <a:chExt cx="335280" cy="191135"/>
          </a:xfrm>
        </p:grpSpPr>
        <p:sp>
          <p:nvSpPr>
            <p:cNvPr id="64" name="object 64"/>
            <p:cNvSpPr/>
            <p:nvPr/>
          </p:nvSpPr>
          <p:spPr>
            <a:xfrm>
              <a:off x="4838547" y="4289094"/>
              <a:ext cx="148590" cy="191135"/>
            </a:xfrm>
            <a:custGeom>
              <a:avLst/>
              <a:gdLst/>
              <a:ahLst/>
              <a:cxnLst/>
              <a:rect l="l" t="t" r="r" b="b"/>
              <a:pathLst>
                <a:path w="148589" h="191135">
                  <a:moveTo>
                    <a:pt x="90728" y="17475"/>
                  </a:moveTo>
                  <a:lnTo>
                    <a:pt x="67919" y="17475"/>
                  </a:lnTo>
                  <a:lnTo>
                    <a:pt x="67919" y="36525"/>
                  </a:lnTo>
                  <a:lnTo>
                    <a:pt x="67919" y="125425"/>
                  </a:lnTo>
                  <a:lnTo>
                    <a:pt x="23329" y="125425"/>
                  </a:lnTo>
                  <a:lnTo>
                    <a:pt x="23329" y="36525"/>
                  </a:lnTo>
                  <a:lnTo>
                    <a:pt x="67919" y="36525"/>
                  </a:lnTo>
                  <a:lnTo>
                    <a:pt x="67919" y="17475"/>
                  </a:lnTo>
                  <a:lnTo>
                    <a:pt x="0" y="17475"/>
                  </a:lnTo>
                  <a:lnTo>
                    <a:pt x="0" y="36525"/>
                  </a:lnTo>
                  <a:lnTo>
                    <a:pt x="0" y="125425"/>
                  </a:lnTo>
                  <a:lnTo>
                    <a:pt x="0" y="144475"/>
                  </a:lnTo>
                  <a:lnTo>
                    <a:pt x="90728" y="144475"/>
                  </a:lnTo>
                  <a:lnTo>
                    <a:pt x="90728" y="125476"/>
                  </a:lnTo>
                  <a:lnTo>
                    <a:pt x="90728" y="36525"/>
                  </a:lnTo>
                  <a:lnTo>
                    <a:pt x="90728" y="36156"/>
                  </a:lnTo>
                  <a:lnTo>
                    <a:pt x="90728" y="17475"/>
                  </a:lnTo>
                  <a:close/>
                </a:path>
                <a:path w="148589" h="191135">
                  <a:moveTo>
                    <a:pt x="148577" y="0"/>
                  </a:moveTo>
                  <a:lnTo>
                    <a:pt x="124942" y="0"/>
                  </a:lnTo>
                  <a:lnTo>
                    <a:pt x="124942" y="190855"/>
                  </a:lnTo>
                  <a:lnTo>
                    <a:pt x="148577" y="190855"/>
                  </a:lnTo>
                  <a:lnTo>
                    <a:pt x="148577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014345" y="4289090"/>
              <a:ext cx="159464" cy="190403"/>
            </a:xfrm>
            <a:prstGeom prst="rect">
              <a:avLst/>
            </a:prstGeom>
          </p:spPr>
        </p:pic>
      </p:grpSp>
      <p:pic>
        <p:nvPicPr>
          <p:cNvPr id="66" name="object 66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323486" y="4328154"/>
            <a:ext cx="101911" cy="115629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214291" y="4328155"/>
            <a:ext cx="101911" cy="115628"/>
          </a:xfrm>
          <a:prstGeom prst="rect">
            <a:avLst/>
          </a:prstGeom>
        </p:spPr>
      </p:pic>
      <p:grpSp>
        <p:nvGrpSpPr>
          <p:cNvPr id="68" name="object 68"/>
          <p:cNvGrpSpPr/>
          <p:nvPr/>
        </p:nvGrpSpPr>
        <p:grpSpPr>
          <a:xfrm>
            <a:off x="8452908" y="4289089"/>
            <a:ext cx="716280" cy="191135"/>
            <a:chOff x="8452908" y="4289089"/>
            <a:chExt cx="716280" cy="191135"/>
          </a:xfrm>
        </p:grpSpPr>
        <p:pic>
          <p:nvPicPr>
            <p:cNvPr id="69" name="object 6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452908" y="4289089"/>
              <a:ext cx="157526" cy="190254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634813" y="4289089"/>
              <a:ext cx="348750" cy="190851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020690" y="4289089"/>
              <a:ext cx="148431" cy="190851"/>
            </a:xfrm>
            <a:prstGeom prst="rect">
              <a:avLst/>
            </a:prstGeom>
          </p:spPr>
        </p:pic>
      </p:grpSp>
      <p:pic>
        <p:nvPicPr>
          <p:cNvPr id="72" name="object 72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247612" y="4289089"/>
            <a:ext cx="346513" cy="190403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673560" y="4289089"/>
            <a:ext cx="157825" cy="190403"/>
          </a:xfrm>
          <a:prstGeom prst="rect">
            <a:avLst/>
          </a:prstGeom>
        </p:spPr>
      </p:pic>
      <p:grpSp>
        <p:nvGrpSpPr>
          <p:cNvPr id="74" name="object 74"/>
          <p:cNvGrpSpPr/>
          <p:nvPr/>
        </p:nvGrpSpPr>
        <p:grpSpPr>
          <a:xfrm>
            <a:off x="9858969" y="4290058"/>
            <a:ext cx="300990" cy="187960"/>
            <a:chOff x="9858969" y="4290058"/>
            <a:chExt cx="300990" cy="187960"/>
          </a:xfrm>
        </p:grpSpPr>
        <p:pic>
          <p:nvPicPr>
            <p:cNvPr id="75" name="object 7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058021" y="4328154"/>
              <a:ext cx="101912" cy="11562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858969" y="4290058"/>
              <a:ext cx="173630" cy="187868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13078969" y="4289089"/>
            <a:ext cx="285750" cy="191135"/>
            <a:chOff x="13078969" y="4289089"/>
            <a:chExt cx="285750" cy="191135"/>
          </a:xfrm>
        </p:grpSpPr>
        <p:pic>
          <p:nvPicPr>
            <p:cNvPr id="78" name="object 7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3078969" y="4328154"/>
              <a:ext cx="101912" cy="11562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3211895" y="4289089"/>
              <a:ext cx="152456" cy="190851"/>
            </a:xfrm>
            <a:prstGeom prst="rect">
              <a:avLst/>
            </a:prstGeom>
          </p:spPr>
        </p:pic>
      </p:grpSp>
      <p:grpSp>
        <p:nvGrpSpPr>
          <p:cNvPr id="80" name="object 80"/>
          <p:cNvGrpSpPr/>
          <p:nvPr/>
        </p:nvGrpSpPr>
        <p:grpSpPr>
          <a:xfrm>
            <a:off x="13402447" y="4289089"/>
            <a:ext cx="335280" cy="191135"/>
            <a:chOff x="13402447" y="4289089"/>
            <a:chExt cx="335280" cy="191135"/>
          </a:xfrm>
        </p:grpSpPr>
        <p:sp>
          <p:nvSpPr>
            <p:cNvPr id="81" name="object 81"/>
            <p:cNvSpPr/>
            <p:nvPr/>
          </p:nvSpPr>
          <p:spPr>
            <a:xfrm>
              <a:off x="13402437" y="4289094"/>
              <a:ext cx="148590" cy="191135"/>
            </a:xfrm>
            <a:custGeom>
              <a:avLst/>
              <a:gdLst/>
              <a:ahLst/>
              <a:cxnLst/>
              <a:rect l="l" t="t" r="r" b="b"/>
              <a:pathLst>
                <a:path w="148590" h="191135">
                  <a:moveTo>
                    <a:pt x="90728" y="17475"/>
                  </a:moveTo>
                  <a:lnTo>
                    <a:pt x="67919" y="17475"/>
                  </a:lnTo>
                  <a:lnTo>
                    <a:pt x="67919" y="36525"/>
                  </a:lnTo>
                  <a:lnTo>
                    <a:pt x="67919" y="125425"/>
                  </a:lnTo>
                  <a:lnTo>
                    <a:pt x="23342" y="125425"/>
                  </a:lnTo>
                  <a:lnTo>
                    <a:pt x="23342" y="36525"/>
                  </a:lnTo>
                  <a:lnTo>
                    <a:pt x="67919" y="36525"/>
                  </a:lnTo>
                  <a:lnTo>
                    <a:pt x="67919" y="17475"/>
                  </a:lnTo>
                  <a:lnTo>
                    <a:pt x="0" y="17475"/>
                  </a:lnTo>
                  <a:lnTo>
                    <a:pt x="0" y="36525"/>
                  </a:lnTo>
                  <a:lnTo>
                    <a:pt x="0" y="125425"/>
                  </a:lnTo>
                  <a:lnTo>
                    <a:pt x="0" y="144475"/>
                  </a:lnTo>
                  <a:lnTo>
                    <a:pt x="90728" y="144475"/>
                  </a:lnTo>
                  <a:lnTo>
                    <a:pt x="90728" y="125476"/>
                  </a:lnTo>
                  <a:lnTo>
                    <a:pt x="90728" y="36525"/>
                  </a:lnTo>
                  <a:lnTo>
                    <a:pt x="90728" y="36156"/>
                  </a:lnTo>
                  <a:lnTo>
                    <a:pt x="90728" y="17475"/>
                  </a:lnTo>
                  <a:close/>
                </a:path>
                <a:path w="148590" h="191135">
                  <a:moveTo>
                    <a:pt x="148590" y="0"/>
                  </a:moveTo>
                  <a:lnTo>
                    <a:pt x="124955" y="0"/>
                  </a:lnTo>
                  <a:lnTo>
                    <a:pt x="124955" y="190855"/>
                  </a:lnTo>
                  <a:lnTo>
                    <a:pt x="148590" y="190855"/>
                  </a:lnTo>
                  <a:lnTo>
                    <a:pt x="14859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578238" y="4289089"/>
              <a:ext cx="159465" cy="190403"/>
            </a:xfrm>
            <a:prstGeom prst="rect">
              <a:avLst/>
            </a:prstGeom>
          </p:spPr>
        </p:pic>
      </p:grpSp>
      <p:pic>
        <p:nvPicPr>
          <p:cNvPr id="83" name="object 83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3816465" y="4289089"/>
            <a:ext cx="346513" cy="190403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14242414" y="4289089"/>
            <a:ext cx="486409" cy="190500"/>
            <a:chOff x="14242414" y="4289089"/>
            <a:chExt cx="486409" cy="190500"/>
          </a:xfrm>
        </p:grpSpPr>
        <p:pic>
          <p:nvPicPr>
            <p:cNvPr id="85" name="object 8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4242414" y="4289089"/>
              <a:ext cx="157825" cy="190403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427822" y="4290058"/>
              <a:ext cx="173630" cy="187868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4626874" y="4328154"/>
              <a:ext cx="101911" cy="115629"/>
            </a:xfrm>
            <a:prstGeom prst="rect">
              <a:avLst/>
            </a:prstGeom>
          </p:spPr>
        </p:pic>
      </p:grpSp>
      <p:grpSp>
        <p:nvGrpSpPr>
          <p:cNvPr id="88" name="object 88"/>
          <p:cNvGrpSpPr/>
          <p:nvPr/>
        </p:nvGrpSpPr>
        <p:grpSpPr>
          <a:xfrm>
            <a:off x="2902037" y="7646389"/>
            <a:ext cx="412750" cy="191770"/>
            <a:chOff x="2902037" y="7646389"/>
            <a:chExt cx="412750" cy="191770"/>
          </a:xfrm>
        </p:grpSpPr>
        <p:pic>
          <p:nvPicPr>
            <p:cNvPr id="89" name="object 8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902037" y="7646389"/>
              <a:ext cx="346215" cy="191298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3281652" y="7692014"/>
              <a:ext cx="33020" cy="108585"/>
            </a:xfrm>
            <a:custGeom>
              <a:avLst/>
              <a:gdLst/>
              <a:ahLst/>
              <a:cxnLst/>
              <a:rect l="l" t="t" r="r" b="b"/>
              <a:pathLst>
                <a:path w="33020" h="108584">
                  <a:moveTo>
                    <a:pt x="25272" y="0"/>
                  </a:moveTo>
                  <a:lnTo>
                    <a:pt x="7455" y="0"/>
                  </a:lnTo>
                  <a:lnTo>
                    <a:pt x="0" y="7231"/>
                  </a:lnTo>
                  <a:lnTo>
                    <a:pt x="149" y="16177"/>
                  </a:lnTo>
                  <a:lnTo>
                    <a:pt x="0" y="25198"/>
                  </a:lnTo>
                  <a:lnTo>
                    <a:pt x="7455" y="32504"/>
                  </a:lnTo>
                  <a:lnTo>
                    <a:pt x="25272" y="32504"/>
                  </a:lnTo>
                  <a:lnTo>
                    <a:pt x="32727" y="25198"/>
                  </a:lnTo>
                  <a:lnTo>
                    <a:pt x="32727" y="7231"/>
                  </a:lnTo>
                  <a:lnTo>
                    <a:pt x="25272" y="0"/>
                  </a:lnTo>
                  <a:close/>
                </a:path>
                <a:path w="33020" h="108584">
                  <a:moveTo>
                    <a:pt x="25272" y="75669"/>
                  </a:moveTo>
                  <a:lnTo>
                    <a:pt x="7455" y="75669"/>
                  </a:lnTo>
                  <a:lnTo>
                    <a:pt x="0" y="82901"/>
                  </a:lnTo>
                  <a:lnTo>
                    <a:pt x="149" y="91847"/>
                  </a:lnTo>
                  <a:lnTo>
                    <a:pt x="0" y="100867"/>
                  </a:lnTo>
                  <a:lnTo>
                    <a:pt x="7455" y="108173"/>
                  </a:lnTo>
                  <a:lnTo>
                    <a:pt x="25272" y="108173"/>
                  </a:lnTo>
                  <a:lnTo>
                    <a:pt x="32727" y="100867"/>
                  </a:lnTo>
                  <a:lnTo>
                    <a:pt x="32727" y="82901"/>
                  </a:lnTo>
                  <a:lnTo>
                    <a:pt x="25272" y="7566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3386549" y="7646836"/>
            <a:ext cx="1109345" cy="191135"/>
            <a:chOff x="3386549" y="7646836"/>
            <a:chExt cx="1109345" cy="191135"/>
          </a:xfrm>
        </p:grpSpPr>
        <p:sp>
          <p:nvSpPr>
            <p:cNvPr id="92" name="object 92"/>
            <p:cNvSpPr/>
            <p:nvPr/>
          </p:nvSpPr>
          <p:spPr>
            <a:xfrm>
              <a:off x="3386543" y="7646847"/>
              <a:ext cx="537845" cy="191135"/>
            </a:xfrm>
            <a:custGeom>
              <a:avLst/>
              <a:gdLst/>
              <a:ahLst/>
              <a:cxnLst/>
              <a:rect l="l" t="t" r="r" b="b"/>
              <a:pathLst>
                <a:path w="537845" h="191134">
                  <a:moveTo>
                    <a:pt x="99072" y="81102"/>
                  </a:moveTo>
                  <a:lnTo>
                    <a:pt x="95313" y="53238"/>
                  </a:lnTo>
                  <a:lnTo>
                    <a:pt x="86436" y="34963"/>
                  </a:lnTo>
                  <a:lnTo>
                    <a:pt x="85026" y="32042"/>
                  </a:lnTo>
                  <a:lnTo>
                    <a:pt x="76492" y="24701"/>
                  </a:lnTo>
                  <a:lnTo>
                    <a:pt x="76492" y="81102"/>
                  </a:lnTo>
                  <a:lnTo>
                    <a:pt x="74561" y="100698"/>
                  </a:lnTo>
                  <a:lnTo>
                    <a:pt x="69088" y="115239"/>
                  </a:lnTo>
                  <a:lnTo>
                    <a:pt x="60579" y="124294"/>
                  </a:lnTo>
                  <a:lnTo>
                    <a:pt x="49504" y="127406"/>
                  </a:lnTo>
                  <a:lnTo>
                    <a:pt x="38557" y="124294"/>
                  </a:lnTo>
                  <a:lnTo>
                    <a:pt x="30035" y="115239"/>
                  </a:lnTo>
                  <a:lnTo>
                    <a:pt x="24523" y="100698"/>
                  </a:lnTo>
                  <a:lnTo>
                    <a:pt x="22593" y="81102"/>
                  </a:lnTo>
                  <a:lnTo>
                    <a:pt x="24523" y="61633"/>
                  </a:lnTo>
                  <a:lnTo>
                    <a:pt x="30035" y="47129"/>
                  </a:lnTo>
                  <a:lnTo>
                    <a:pt x="38557" y="38087"/>
                  </a:lnTo>
                  <a:lnTo>
                    <a:pt x="49504" y="34963"/>
                  </a:lnTo>
                  <a:lnTo>
                    <a:pt x="60579" y="38087"/>
                  </a:lnTo>
                  <a:lnTo>
                    <a:pt x="69088" y="47129"/>
                  </a:lnTo>
                  <a:lnTo>
                    <a:pt x="74561" y="61633"/>
                  </a:lnTo>
                  <a:lnTo>
                    <a:pt x="76492" y="81102"/>
                  </a:lnTo>
                  <a:lnTo>
                    <a:pt x="76492" y="24701"/>
                  </a:lnTo>
                  <a:lnTo>
                    <a:pt x="69367" y="18554"/>
                  </a:lnTo>
                  <a:lnTo>
                    <a:pt x="49504" y="13792"/>
                  </a:lnTo>
                  <a:lnTo>
                    <a:pt x="29591" y="18554"/>
                  </a:lnTo>
                  <a:lnTo>
                    <a:pt x="13906" y="32042"/>
                  </a:lnTo>
                  <a:lnTo>
                    <a:pt x="3644" y="53238"/>
                  </a:lnTo>
                  <a:lnTo>
                    <a:pt x="0" y="81102"/>
                  </a:lnTo>
                  <a:lnTo>
                    <a:pt x="3644" y="109143"/>
                  </a:lnTo>
                  <a:lnTo>
                    <a:pt x="13906" y="130416"/>
                  </a:lnTo>
                  <a:lnTo>
                    <a:pt x="29591" y="143891"/>
                  </a:lnTo>
                  <a:lnTo>
                    <a:pt x="49504" y="148577"/>
                  </a:lnTo>
                  <a:lnTo>
                    <a:pt x="69367" y="143891"/>
                  </a:lnTo>
                  <a:lnTo>
                    <a:pt x="85026" y="130416"/>
                  </a:lnTo>
                  <a:lnTo>
                    <a:pt x="86487" y="127406"/>
                  </a:lnTo>
                  <a:lnTo>
                    <a:pt x="95313" y="109143"/>
                  </a:lnTo>
                  <a:lnTo>
                    <a:pt x="99072" y="81102"/>
                  </a:lnTo>
                  <a:close/>
                </a:path>
                <a:path w="537845" h="191134">
                  <a:moveTo>
                    <a:pt x="176987" y="73202"/>
                  </a:moveTo>
                  <a:lnTo>
                    <a:pt x="147612" y="73202"/>
                  </a:lnTo>
                  <a:lnTo>
                    <a:pt x="147612" y="0"/>
                  </a:lnTo>
                  <a:lnTo>
                    <a:pt x="124129" y="0"/>
                  </a:lnTo>
                  <a:lnTo>
                    <a:pt x="124129" y="190398"/>
                  </a:lnTo>
                  <a:lnTo>
                    <a:pt x="147612" y="190398"/>
                  </a:lnTo>
                  <a:lnTo>
                    <a:pt x="147612" y="92887"/>
                  </a:lnTo>
                  <a:lnTo>
                    <a:pt x="176987" y="92887"/>
                  </a:lnTo>
                  <a:lnTo>
                    <a:pt x="176987" y="73202"/>
                  </a:lnTo>
                  <a:close/>
                </a:path>
                <a:path w="537845" h="191134">
                  <a:moveTo>
                    <a:pt x="337642" y="155727"/>
                  </a:moveTo>
                  <a:lnTo>
                    <a:pt x="333082" y="140881"/>
                  </a:lnTo>
                  <a:lnTo>
                    <a:pt x="330708" y="138887"/>
                  </a:lnTo>
                  <a:lnTo>
                    <a:pt x="320052" y="129933"/>
                  </a:lnTo>
                  <a:lnTo>
                    <a:pt x="314236" y="128041"/>
                  </a:lnTo>
                  <a:lnTo>
                    <a:pt x="314236" y="155727"/>
                  </a:lnTo>
                  <a:lnTo>
                    <a:pt x="311353" y="163004"/>
                  </a:lnTo>
                  <a:lnTo>
                    <a:pt x="303110" y="168236"/>
                  </a:lnTo>
                  <a:lnTo>
                    <a:pt x="289775" y="171373"/>
                  </a:lnTo>
                  <a:lnTo>
                    <a:pt x="271589" y="172351"/>
                  </a:lnTo>
                  <a:lnTo>
                    <a:pt x="253263" y="171373"/>
                  </a:lnTo>
                  <a:lnTo>
                    <a:pt x="239915" y="168236"/>
                  </a:lnTo>
                  <a:lnTo>
                    <a:pt x="231787" y="163004"/>
                  </a:lnTo>
                  <a:lnTo>
                    <a:pt x="229095" y="155727"/>
                  </a:lnTo>
                  <a:lnTo>
                    <a:pt x="231787" y="148475"/>
                  </a:lnTo>
                  <a:lnTo>
                    <a:pt x="239915" y="143192"/>
                  </a:lnTo>
                  <a:lnTo>
                    <a:pt x="253263" y="139979"/>
                  </a:lnTo>
                  <a:lnTo>
                    <a:pt x="271589" y="138887"/>
                  </a:lnTo>
                  <a:lnTo>
                    <a:pt x="289775" y="139979"/>
                  </a:lnTo>
                  <a:lnTo>
                    <a:pt x="303110" y="143192"/>
                  </a:lnTo>
                  <a:lnTo>
                    <a:pt x="311353" y="148475"/>
                  </a:lnTo>
                  <a:lnTo>
                    <a:pt x="314236" y="155727"/>
                  </a:lnTo>
                  <a:lnTo>
                    <a:pt x="314236" y="128041"/>
                  </a:lnTo>
                  <a:lnTo>
                    <a:pt x="299288" y="123164"/>
                  </a:lnTo>
                  <a:lnTo>
                    <a:pt x="271589" y="120840"/>
                  </a:lnTo>
                  <a:lnTo>
                    <a:pt x="243763" y="123164"/>
                  </a:lnTo>
                  <a:lnTo>
                    <a:pt x="222897" y="129933"/>
                  </a:lnTo>
                  <a:lnTo>
                    <a:pt x="209791" y="140881"/>
                  </a:lnTo>
                  <a:lnTo>
                    <a:pt x="205244" y="155727"/>
                  </a:lnTo>
                  <a:lnTo>
                    <a:pt x="209791" y="170497"/>
                  </a:lnTo>
                  <a:lnTo>
                    <a:pt x="222897" y="181419"/>
                  </a:lnTo>
                  <a:lnTo>
                    <a:pt x="243763" y="188188"/>
                  </a:lnTo>
                  <a:lnTo>
                    <a:pt x="271589" y="190550"/>
                  </a:lnTo>
                  <a:lnTo>
                    <a:pt x="299288" y="188188"/>
                  </a:lnTo>
                  <a:lnTo>
                    <a:pt x="320052" y="181419"/>
                  </a:lnTo>
                  <a:lnTo>
                    <a:pt x="330873" y="172351"/>
                  </a:lnTo>
                  <a:lnTo>
                    <a:pt x="333082" y="170497"/>
                  </a:lnTo>
                  <a:lnTo>
                    <a:pt x="337642" y="155727"/>
                  </a:lnTo>
                  <a:close/>
                </a:path>
                <a:path w="537845" h="191134">
                  <a:moveTo>
                    <a:pt x="358965" y="91249"/>
                  </a:moveTo>
                  <a:lnTo>
                    <a:pt x="283514" y="91249"/>
                  </a:lnTo>
                  <a:lnTo>
                    <a:pt x="283514" y="72974"/>
                  </a:lnTo>
                  <a:lnTo>
                    <a:pt x="338912" y="72974"/>
                  </a:lnTo>
                  <a:lnTo>
                    <a:pt x="338912" y="54495"/>
                  </a:lnTo>
                  <a:lnTo>
                    <a:pt x="229692" y="54495"/>
                  </a:lnTo>
                  <a:lnTo>
                    <a:pt x="229692" y="26987"/>
                  </a:lnTo>
                  <a:lnTo>
                    <a:pt x="337870" y="26987"/>
                  </a:lnTo>
                  <a:lnTo>
                    <a:pt x="337870" y="8572"/>
                  </a:lnTo>
                  <a:lnTo>
                    <a:pt x="206438" y="8572"/>
                  </a:lnTo>
                  <a:lnTo>
                    <a:pt x="206438" y="72974"/>
                  </a:lnTo>
                  <a:lnTo>
                    <a:pt x="260553" y="72974"/>
                  </a:lnTo>
                  <a:lnTo>
                    <a:pt x="260553" y="91249"/>
                  </a:lnTo>
                  <a:lnTo>
                    <a:pt x="185039" y="91249"/>
                  </a:lnTo>
                  <a:lnTo>
                    <a:pt x="185039" y="109880"/>
                  </a:lnTo>
                  <a:lnTo>
                    <a:pt x="358965" y="109880"/>
                  </a:lnTo>
                  <a:lnTo>
                    <a:pt x="358965" y="91249"/>
                  </a:lnTo>
                  <a:close/>
                </a:path>
                <a:path w="537845" h="191134">
                  <a:moveTo>
                    <a:pt x="495769" y="83718"/>
                  </a:moveTo>
                  <a:lnTo>
                    <a:pt x="494411" y="69253"/>
                  </a:lnTo>
                  <a:lnTo>
                    <a:pt x="494195" y="67017"/>
                  </a:lnTo>
                  <a:lnTo>
                    <a:pt x="487794" y="67906"/>
                  </a:lnTo>
                  <a:lnTo>
                    <a:pt x="481304" y="68656"/>
                  </a:lnTo>
                  <a:lnTo>
                    <a:pt x="474662" y="69253"/>
                  </a:lnTo>
                  <a:lnTo>
                    <a:pt x="476910" y="52374"/>
                  </a:lnTo>
                  <a:lnTo>
                    <a:pt x="478053" y="38049"/>
                  </a:lnTo>
                  <a:lnTo>
                    <a:pt x="478485" y="26390"/>
                  </a:lnTo>
                  <a:lnTo>
                    <a:pt x="478548" y="10210"/>
                  </a:lnTo>
                  <a:lnTo>
                    <a:pt x="387667" y="10210"/>
                  </a:lnTo>
                  <a:lnTo>
                    <a:pt x="387667" y="28917"/>
                  </a:lnTo>
                  <a:lnTo>
                    <a:pt x="455066" y="28917"/>
                  </a:lnTo>
                  <a:lnTo>
                    <a:pt x="454710" y="37388"/>
                  </a:lnTo>
                  <a:lnTo>
                    <a:pt x="429704" y="72186"/>
                  </a:lnTo>
                  <a:lnTo>
                    <a:pt x="370446" y="73355"/>
                  </a:lnTo>
                  <a:lnTo>
                    <a:pt x="373430" y="91986"/>
                  </a:lnTo>
                  <a:lnTo>
                    <a:pt x="396836" y="91808"/>
                  </a:lnTo>
                  <a:lnTo>
                    <a:pt x="409422" y="91516"/>
                  </a:lnTo>
                  <a:lnTo>
                    <a:pt x="422478" y="91020"/>
                  </a:lnTo>
                  <a:lnTo>
                    <a:pt x="422478" y="131508"/>
                  </a:lnTo>
                  <a:lnTo>
                    <a:pt x="445744" y="131508"/>
                  </a:lnTo>
                  <a:lnTo>
                    <a:pt x="445744" y="91020"/>
                  </a:lnTo>
                  <a:lnTo>
                    <a:pt x="445744" y="89674"/>
                  </a:lnTo>
                  <a:lnTo>
                    <a:pt x="458304" y="88646"/>
                  </a:lnTo>
                  <a:lnTo>
                    <a:pt x="470890" y="87312"/>
                  </a:lnTo>
                  <a:lnTo>
                    <a:pt x="483412" y="85674"/>
                  </a:lnTo>
                  <a:lnTo>
                    <a:pt x="495769" y="83718"/>
                  </a:lnTo>
                  <a:close/>
                </a:path>
                <a:path w="537845" h="191134">
                  <a:moveTo>
                    <a:pt x="532892" y="139"/>
                  </a:moveTo>
                  <a:lnTo>
                    <a:pt x="508965" y="139"/>
                  </a:lnTo>
                  <a:lnTo>
                    <a:pt x="508965" y="102209"/>
                  </a:lnTo>
                  <a:lnTo>
                    <a:pt x="470192" y="102209"/>
                  </a:lnTo>
                  <a:lnTo>
                    <a:pt x="470192" y="120764"/>
                  </a:lnTo>
                  <a:lnTo>
                    <a:pt x="508965" y="120764"/>
                  </a:lnTo>
                  <a:lnTo>
                    <a:pt x="508965" y="143725"/>
                  </a:lnTo>
                  <a:lnTo>
                    <a:pt x="532892" y="143725"/>
                  </a:lnTo>
                  <a:lnTo>
                    <a:pt x="532892" y="139"/>
                  </a:lnTo>
                  <a:close/>
                </a:path>
                <a:path w="537845" h="191134">
                  <a:moveTo>
                    <a:pt x="537286" y="167805"/>
                  </a:moveTo>
                  <a:lnTo>
                    <a:pt x="421068" y="167805"/>
                  </a:lnTo>
                  <a:lnTo>
                    <a:pt x="421068" y="128524"/>
                  </a:lnTo>
                  <a:lnTo>
                    <a:pt x="397586" y="128524"/>
                  </a:lnTo>
                  <a:lnTo>
                    <a:pt x="397586" y="186817"/>
                  </a:lnTo>
                  <a:lnTo>
                    <a:pt x="537286" y="186817"/>
                  </a:lnTo>
                  <a:lnTo>
                    <a:pt x="537286" y="16780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955301" y="7646836"/>
              <a:ext cx="148431" cy="190851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131614" y="7646836"/>
              <a:ext cx="363660" cy="190255"/>
            </a:xfrm>
            <a:prstGeom prst="rect">
              <a:avLst/>
            </a:prstGeom>
          </p:spPr>
        </p:pic>
      </p:grpSp>
      <p:sp>
        <p:nvSpPr>
          <p:cNvPr id="95" name="object 95"/>
          <p:cNvSpPr/>
          <p:nvPr/>
        </p:nvSpPr>
        <p:spPr>
          <a:xfrm>
            <a:off x="4551789" y="7658764"/>
            <a:ext cx="73025" cy="182880"/>
          </a:xfrm>
          <a:custGeom>
            <a:avLst/>
            <a:gdLst/>
            <a:ahLst/>
            <a:cxnLst/>
            <a:rect l="l" t="t" r="r" b="b"/>
            <a:pathLst>
              <a:path w="73025" h="182879">
                <a:moveTo>
                  <a:pt x="72687" y="0"/>
                </a:moveTo>
                <a:lnTo>
                  <a:pt x="49203" y="0"/>
                </a:lnTo>
                <a:lnTo>
                  <a:pt x="0" y="182799"/>
                </a:lnTo>
                <a:lnTo>
                  <a:pt x="23483" y="182799"/>
                </a:lnTo>
                <a:lnTo>
                  <a:pt x="72687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6" name="object 96"/>
          <p:cNvGrpSpPr/>
          <p:nvPr/>
        </p:nvGrpSpPr>
        <p:grpSpPr>
          <a:xfrm>
            <a:off x="4684179" y="7646836"/>
            <a:ext cx="1652905" cy="191135"/>
            <a:chOff x="4684179" y="7646836"/>
            <a:chExt cx="1652905" cy="191135"/>
          </a:xfrm>
        </p:grpSpPr>
        <p:pic>
          <p:nvPicPr>
            <p:cNvPr id="97" name="object 9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684179" y="7646836"/>
              <a:ext cx="164534" cy="188838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4870996" y="7646847"/>
              <a:ext cx="906780" cy="191135"/>
            </a:xfrm>
            <a:custGeom>
              <a:avLst/>
              <a:gdLst/>
              <a:ahLst/>
              <a:cxnLst/>
              <a:rect l="l" t="t" r="r" b="b"/>
              <a:pathLst>
                <a:path w="906779" h="191134">
                  <a:moveTo>
                    <a:pt x="152603" y="156845"/>
                  </a:moveTo>
                  <a:lnTo>
                    <a:pt x="148069" y="142570"/>
                  </a:lnTo>
                  <a:lnTo>
                    <a:pt x="146634" y="141414"/>
                  </a:lnTo>
                  <a:lnTo>
                    <a:pt x="135064" y="132105"/>
                  </a:lnTo>
                  <a:lnTo>
                    <a:pt x="129197" y="130289"/>
                  </a:lnTo>
                  <a:lnTo>
                    <a:pt x="129197" y="156845"/>
                  </a:lnTo>
                  <a:lnTo>
                    <a:pt x="126352" y="163690"/>
                  </a:lnTo>
                  <a:lnTo>
                    <a:pt x="118160" y="168630"/>
                  </a:lnTo>
                  <a:lnTo>
                    <a:pt x="104838" y="171615"/>
                  </a:lnTo>
                  <a:lnTo>
                    <a:pt x="86550" y="172580"/>
                  </a:lnTo>
                  <a:lnTo>
                    <a:pt x="68097" y="171615"/>
                  </a:lnTo>
                  <a:lnTo>
                    <a:pt x="54775" y="168630"/>
                  </a:lnTo>
                  <a:lnTo>
                    <a:pt x="46710" y="163690"/>
                  </a:lnTo>
                  <a:lnTo>
                    <a:pt x="44056" y="156845"/>
                  </a:lnTo>
                  <a:lnTo>
                    <a:pt x="46710" y="150139"/>
                  </a:lnTo>
                  <a:lnTo>
                    <a:pt x="54775" y="145326"/>
                  </a:lnTo>
                  <a:lnTo>
                    <a:pt x="68097" y="142430"/>
                  </a:lnTo>
                  <a:lnTo>
                    <a:pt x="86550" y="141414"/>
                  </a:lnTo>
                  <a:lnTo>
                    <a:pt x="104838" y="142430"/>
                  </a:lnTo>
                  <a:lnTo>
                    <a:pt x="118160" y="145326"/>
                  </a:lnTo>
                  <a:lnTo>
                    <a:pt x="126352" y="150139"/>
                  </a:lnTo>
                  <a:lnTo>
                    <a:pt x="129197" y="156845"/>
                  </a:lnTo>
                  <a:lnTo>
                    <a:pt x="129197" y="130289"/>
                  </a:lnTo>
                  <a:lnTo>
                    <a:pt x="114325" y="125653"/>
                  </a:lnTo>
                  <a:lnTo>
                    <a:pt x="86550" y="123456"/>
                  </a:lnTo>
                  <a:lnTo>
                    <a:pt x="58674" y="125653"/>
                  </a:lnTo>
                  <a:lnTo>
                    <a:pt x="37807" y="132105"/>
                  </a:lnTo>
                  <a:lnTo>
                    <a:pt x="24739" y="142570"/>
                  </a:lnTo>
                  <a:lnTo>
                    <a:pt x="20205" y="156845"/>
                  </a:lnTo>
                  <a:lnTo>
                    <a:pt x="24739" y="171132"/>
                  </a:lnTo>
                  <a:lnTo>
                    <a:pt x="37807" y="181635"/>
                  </a:lnTo>
                  <a:lnTo>
                    <a:pt x="58674" y="188087"/>
                  </a:lnTo>
                  <a:lnTo>
                    <a:pt x="86550" y="190246"/>
                  </a:lnTo>
                  <a:lnTo>
                    <a:pt x="114325" y="188087"/>
                  </a:lnTo>
                  <a:lnTo>
                    <a:pt x="135064" y="181635"/>
                  </a:lnTo>
                  <a:lnTo>
                    <a:pt x="146291" y="172580"/>
                  </a:lnTo>
                  <a:lnTo>
                    <a:pt x="148069" y="171132"/>
                  </a:lnTo>
                  <a:lnTo>
                    <a:pt x="152603" y="156845"/>
                  </a:lnTo>
                  <a:close/>
                </a:path>
                <a:path w="906779" h="191134">
                  <a:moveTo>
                    <a:pt x="165430" y="60007"/>
                  </a:moveTo>
                  <a:lnTo>
                    <a:pt x="141287" y="55587"/>
                  </a:lnTo>
                  <a:lnTo>
                    <a:pt x="122478" y="48056"/>
                  </a:lnTo>
                  <a:lnTo>
                    <a:pt x="114655" y="42113"/>
                  </a:lnTo>
                  <a:lnTo>
                    <a:pt x="109588" y="38265"/>
                  </a:lnTo>
                  <a:lnTo>
                    <a:pt x="103187" y="27051"/>
                  </a:lnTo>
                  <a:lnTo>
                    <a:pt x="158051" y="27051"/>
                  </a:lnTo>
                  <a:lnTo>
                    <a:pt x="158051" y="8343"/>
                  </a:lnTo>
                  <a:lnTo>
                    <a:pt x="15875" y="8343"/>
                  </a:lnTo>
                  <a:lnTo>
                    <a:pt x="15875" y="27051"/>
                  </a:lnTo>
                  <a:lnTo>
                    <a:pt x="70307" y="27051"/>
                  </a:lnTo>
                  <a:lnTo>
                    <a:pt x="63881" y="38328"/>
                  </a:lnTo>
                  <a:lnTo>
                    <a:pt x="50965" y="48120"/>
                  </a:lnTo>
                  <a:lnTo>
                    <a:pt x="32194" y="55613"/>
                  </a:lnTo>
                  <a:lnTo>
                    <a:pt x="8204" y="60007"/>
                  </a:lnTo>
                  <a:lnTo>
                    <a:pt x="16548" y="78422"/>
                  </a:lnTo>
                  <a:lnTo>
                    <a:pt x="40614" y="73914"/>
                  </a:lnTo>
                  <a:lnTo>
                    <a:pt x="60680" y="66116"/>
                  </a:lnTo>
                  <a:lnTo>
                    <a:pt x="76200" y="55384"/>
                  </a:lnTo>
                  <a:lnTo>
                    <a:pt x="86626" y="42113"/>
                  </a:lnTo>
                  <a:lnTo>
                    <a:pt x="97116" y="55384"/>
                  </a:lnTo>
                  <a:lnTo>
                    <a:pt x="112737" y="66116"/>
                  </a:lnTo>
                  <a:lnTo>
                    <a:pt x="132930" y="73914"/>
                  </a:lnTo>
                  <a:lnTo>
                    <a:pt x="157086" y="78422"/>
                  </a:lnTo>
                  <a:lnTo>
                    <a:pt x="165430" y="60007"/>
                  </a:lnTo>
                  <a:close/>
                </a:path>
                <a:path w="906779" h="191134">
                  <a:moveTo>
                    <a:pt x="173634" y="92367"/>
                  </a:moveTo>
                  <a:lnTo>
                    <a:pt x="98259" y="92367"/>
                  </a:lnTo>
                  <a:lnTo>
                    <a:pt x="98259" y="67983"/>
                  </a:lnTo>
                  <a:lnTo>
                    <a:pt x="75006" y="67983"/>
                  </a:lnTo>
                  <a:lnTo>
                    <a:pt x="75006" y="92367"/>
                  </a:lnTo>
                  <a:lnTo>
                    <a:pt x="0" y="92367"/>
                  </a:lnTo>
                  <a:lnTo>
                    <a:pt x="0" y="111302"/>
                  </a:lnTo>
                  <a:lnTo>
                    <a:pt x="173634" y="111302"/>
                  </a:lnTo>
                  <a:lnTo>
                    <a:pt x="173634" y="92367"/>
                  </a:lnTo>
                  <a:close/>
                </a:path>
                <a:path w="906779" h="191134">
                  <a:moveTo>
                    <a:pt x="302602" y="131051"/>
                  </a:moveTo>
                  <a:lnTo>
                    <a:pt x="282473" y="117259"/>
                  </a:lnTo>
                  <a:lnTo>
                    <a:pt x="267500" y="98361"/>
                  </a:lnTo>
                  <a:lnTo>
                    <a:pt x="266153" y="95199"/>
                  </a:lnTo>
                  <a:lnTo>
                    <a:pt x="258191" y="76555"/>
                  </a:lnTo>
                  <a:lnTo>
                    <a:pt x="255041" y="54038"/>
                  </a:lnTo>
                  <a:lnTo>
                    <a:pt x="255041" y="38011"/>
                  </a:lnTo>
                  <a:lnTo>
                    <a:pt x="294855" y="38011"/>
                  </a:lnTo>
                  <a:lnTo>
                    <a:pt x="294855" y="18783"/>
                  </a:lnTo>
                  <a:lnTo>
                    <a:pt x="190030" y="18783"/>
                  </a:lnTo>
                  <a:lnTo>
                    <a:pt x="190030" y="38011"/>
                  </a:lnTo>
                  <a:lnTo>
                    <a:pt x="231559" y="38011"/>
                  </a:lnTo>
                  <a:lnTo>
                    <a:pt x="231559" y="54038"/>
                  </a:lnTo>
                  <a:lnTo>
                    <a:pt x="228155" y="78206"/>
                  </a:lnTo>
                  <a:lnTo>
                    <a:pt x="218452" y="101473"/>
                  </a:lnTo>
                  <a:lnTo>
                    <a:pt x="203085" y="121475"/>
                  </a:lnTo>
                  <a:lnTo>
                    <a:pt x="182651" y="135826"/>
                  </a:lnTo>
                  <a:lnTo>
                    <a:pt x="196443" y="154317"/>
                  </a:lnTo>
                  <a:lnTo>
                    <a:pt x="211810" y="144297"/>
                  </a:lnTo>
                  <a:lnTo>
                    <a:pt x="224955" y="130594"/>
                  </a:lnTo>
                  <a:lnTo>
                    <a:pt x="235623" y="113982"/>
                  </a:lnTo>
                  <a:lnTo>
                    <a:pt x="243560" y="95199"/>
                  </a:lnTo>
                  <a:lnTo>
                    <a:pt x="251333" y="112344"/>
                  </a:lnTo>
                  <a:lnTo>
                    <a:pt x="261683" y="127571"/>
                  </a:lnTo>
                  <a:lnTo>
                    <a:pt x="274459" y="140195"/>
                  </a:lnTo>
                  <a:lnTo>
                    <a:pt x="289483" y="149542"/>
                  </a:lnTo>
                  <a:lnTo>
                    <a:pt x="302602" y="131051"/>
                  </a:lnTo>
                  <a:close/>
                </a:path>
                <a:path w="906779" h="191134">
                  <a:moveTo>
                    <a:pt x="365302" y="74104"/>
                  </a:moveTo>
                  <a:lnTo>
                    <a:pt x="335927" y="74104"/>
                  </a:lnTo>
                  <a:lnTo>
                    <a:pt x="335927" y="0"/>
                  </a:lnTo>
                  <a:lnTo>
                    <a:pt x="312445" y="0"/>
                  </a:lnTo>
                  <a:lnTo>
                    <a:pt x="312445" y="190398"/>
                  </a:lnTo>
                  <a:lnTo>
                    <a:pt x="335927" y="190398"/>
                  </a:lnTo>
                  <a:lnTo>
                    <a:pt x="335927" y="93776"/>
                  </a:lnTo>
                  <a:lnTo>
                    <a:pt x="365302" y="93776"/>
                  </a:lnTo>
                  <a:lnTo>
                    <a:pt x="365302" y="74104"/>
                  </a:lnTo>
                  <a:close/>
                </a:path>
                <a:path w="906779" h="191134">
                  <a:moveTo>
                    <a:pt x="474078" y="81102"/>
                  </a:moveTo>
                  <a:lnTo>
                    <a:pt x="470306" y="53238"/>
                  </a:lnTo>
                  <a:lnTo>
                    <a:pt x="461441" y="34963"/>
                  </a:lnTo>
                  <a:lnTo>
                    <a:pt x="460019" y="32042"/>
                  </a:lnTo>
                  <a:lnTo>
                    <a:pt x="451485" y="24701"/>
                  </a:lnTo>
                  <a:lnTo>
                    <a:pt x="451485" y="81102"/>
                  </a:lnTo>
                  <a:lnTo>
                    <a:pt x="449554" y="100698"/>
                  </a:lnTo>
                  <a:lnTo>
                    <a:pt x="444080" y="115239"/>
                  </a:lnTo>
                  <a:lnTo>
                    <a:pt x="435571" y="124294"/>
                  </a:lnTo>
                  <a:lnTo>
                    <a:pt x="424497" y="127406"/>
                  </a:lnTo>
                  <a:lnTo>
                    <a:pt x="413550" y="124294"/>
                  </a:lnTo>
                  <a:lnTo>
                    <a:pt x="405028" y="115239"/>
                  </a:lnTo>
                  <a:lnTo>
                    <a:pt x="399516" y="100698"/>
                  </a:lnTo>
                  <a:lnTo>
                    <a:pt x="397586" y="81102"/>
                  </a:lnTo>
                  <a:lnTo>
                    <a:pt x="399516" y="61633"/>
                  </a:lnTo>
                  <a:lnTo>
                    <a:pt x="405028" y="47129"/>
                  </a:lnTo>
                  <a:lnTo>
                    <a:pt x="413550" y="38087"/>
                  </a:lnTo>
                  <a:lnTo>
                    <a:pt x="424497" y="34963"/>
                  </a:lnTo>
                  <a:lnTo>
                    <a:pt x="435571" y="38087"/>
                  </a:lnTo>
                  <a:lnTo>
                    <a:pt x="444080" y="47129"/>
                  </a:lnTo>
                  <a:lnTo>
                    <a:pt x="449554" y="61633"/>
                  </a:lnTo>
                  <a:lnTo>
                    <a:pt x="451485" y="81102"/>
                  </a:lnTo>
                  <a:lnTo>
                    <a:pt x="451485" y="24701"/>
                  </a:lnTo>
                  <a:lnTo>
                    <a:pt x="444360" y="18554"/>
                  </a:lnTo>
                  <a:lnTo>
                    <a:pt x="424497" y="13792"/>
                  </a:lnTo>
                  <a:lnTo>
                    <a:pt x="404583" y="18554"/>
                  </a:lnTo>
                  <a:lnTo>
                    <a:pt x="388899" y="32042"/>
                  </a:lnTo>
                  <a:lnTo>
                    <a:pt x="378637" y="53238"/>
                  </a:lnTo>
                  <a:lnTo>
                    <a:pt x="374992" y="81102"/>
                  </a:lnTo>
                  <a:lnTo>
                    <a:pt x="378637" y="109143"/>
                  </a:lnTo>
                  <a:lnTo>
                    <a:pt x="388899" y="130416"/>
                  </a:lnTo>
                  <a:lnTo>
                    <a:pt x="404583" y="143891"/>
                  </a:lnTo>
                  <a:lnTo>
                    <a:pt x="424497" y="148577"/>
                  </a:lnTo>
                  <a:lnTo>
                    <a:pt x="444360" y="143891"/>
                  </a:lnTo>
                  <a:lnTo>
                    <a:pt x="460019" y="130416"/>
                  </a:lnTo>
                  <a:lnTo>
                    <a:pt x="461479" y="127406"/>
                  </a:lnTo>
                  <a:lnTo>
                    <a:pt x="470306" y="109143"/>
                  </a:lnTo>
                  <a:lnTo>
                    <a:pt x="474078" y="81102"/>
                  </a:lnTo>
                  <a:close/>
                </a:path>
                <a:path w="906779" h="191134">
                  <a:moveTo>
                    <a:pt x="551980" y="73202"/>
                  </a:moveTo>
                  <a:lnTo>
                    <a:pt x="522605" y="73202"/>
                  </a:lnTo>
                  <a:lnTo>
                    <a:pt x="522605" y="0"/>
                  </a:lnTo>
                  <a:lnTo>
                    <a:pt x="499122" y="0"/>
                  </a:lnTo>
                  <a:lnTo>
                    <a:pt x="499122" y="190398"/>
                  </a:lnTo>
                  <a:lnTo>
                    <a:pt x="522605" y="190398"/>
                  </a:lnTo>
                  <a:lnTo>
                    <a:pt x="522605" y="92887"/>
                  </a:lnTo>
                  <a:lnTo>
                    <a:pt x="551980" y="92887"/>
                  </a:lnTo>
                  <a:lnTo>
                    <a:pt x="551980" y="73202"/>
                  </a:lnTo>
                  <a:close/>
                </a:path>
                <a:path w="906779" h="191134">
                  <a:moveTo>
                    <a:pt x="712635" y="155727"/>
                  </a:moveTo>
                  <a:lnTo>
                    <a:pt x="708088" y="140881"/>
                  </a:lnTo>
                  <a:lnTo>
                    <a:pt x="705713" y="138887"/>
                  </a:lnTo>
                  <a:lnTo>
                    <a:pt x="695045" y="129933"/>
                  </a:lnTo>
                  <a:lnTo>
                    <a:pt x="689229" y="128041"/>
                  </a:lnTo>
                  <a:lnTo>
                    <a:pt x="689229" y="155727"/>
                  </a:lnTo>
                  <a:lnTo>
                    <a:pt x="686346" y="163004"/>
                  </a:lnTo>
                  <a:lnTo>
                    <a:pt x="678116" y="168236"/>
                  </a:lnTo>
                  <a:lnTo>
                    <a:pt x="664768" y="171373"/>
                  </a:lnTo>
                  <a:lnTo>
                    <a:pt x="646582" y="172351"/>
                  </a:lnTo>
                  <a:lnTo>
                    <a:pt x="628256" y="171373"/>
                  </a:lnTo>
                  <a:lnTo>
                    <a:pt x="614908" y="168236"/>
                  </a:lnTo>
                  <a:lnTo>
                    <a:pt x="606780" y="163004"/>
                  </a:lnTo>
                  <a:lnTo>
                    <a:pt x="604088" y="155727"/>
                  </a:lnTo>
                  <a:lnTo>
                    <a:pt x="606780" y="148475"/>
                  </a:lnTo>
                  <a:lnTo>
                    <a:pt x="614908" y="143192"/>
                  </a:lnTo>
                  <a:lnTo>
                    <a:pt x="628256" y="139979"/>
                  </a:lnTo>
                  <a:lnTo>
                    <a:pt x="646582" y="138887"/>
                  </a:lnTo>
                  <a:lnTo>
                    <a:pt x="664768" y="139979"/>
                  </a:lnTo>
                  <a:lnTo>
                    <a:pt x="678116" y="143192"/>
                  </a:lnTo>
                  <a:lnTo>
                    <a:pt x="686346" y="148475"/>
                  </a:lnTo>
                  <a:lnTo>
                    <a:pt x="689229" y="155727"/>
                  </a:lnTo>
                  <a:lnTo>
                    <a:pt x="689229" y="128041"/>
                  </a:lnTo>
                  <a:lnTo>
                    <a:pt x="674293" y="123164"/>
                  </a:lnTo>
                  <a:lnTo>
                    <a:pt x="646582" y="120840"/>
                  </a:lnTo>
                  <a:lnTo>
                    <a:pt x="618756" y="123164"/>
                  </a:lnTo>
                  <a:lnTo>
                    <a:pt x="597890" y="129933"/>
                  </a:lnTo>
                  <a:lnTo>
                    <a:pt x="584784" y="140881"/>
                  </a:lnTo>
                  <a:lnTo>
                    <a:pt x="580237" y="155727"/>
                  </a:lnTo>
                  <a:lnTo>
                    <a:pt x="584784" y="170497"/>
                  </a:lnTo>
                  <a:lnTo>
                    <a:pt x="597890" y="181419"/>
                  </a:lnTo>
                  <a:lnTo>
                    <a:pt x="618756" y="188188"/>
                  </a:lnTo>
                  <a:lnTo>
                    <a:pt x="646582" y="190550"/>
                  </a:lnTo>
                  <a:lnTo>
                    <a:pt x="674293" y="188188"/>
                  </a:lnTo>
                  <a:lnTo>
                    <a:pt x="695045" y="181419"/>
                  </a:lnTo>
                  <a:lnTo>
                    <a:pt x="705866" y="172351"/>
                  </a:lnTo>
                  <a:lnTo>
                    <a:pt x="708088" y="170497"/>
                  </a:lnTo>
                  <a:lnTo>
                    <a:pt x="712635" y="155727"/>
                  </a:lnTo>
                  <a:close/>
                </a:path>
                <a:path w="906779" h="191134">
                  <a:moveTo>
                    <a:pt x="733958" y="91249"/>
                  </a:moveTo>
                  <a:lnTo>
                    <a:pt x="658507" y="91249"/>
                  </a:lnTo>
                  <a:lnTo>
                    <a:pt x="658507" y="72974"/>
                  </a:lnTo>
                  <a:lnTo>
                    <a:pt x="713905" y="72974"/>
                  </a:lnTo>
                  <a:lnTo>
                    <a:pt x="713905" y="54495"/>
                  </a:lnTo>
                  <a:lnTo>
                    <a:pt x="604685" y="54495"/>
                  </a:lnTo>
                  <a:lnTo>
                    <a:pt x="604685" y="26987"/>
                  </a:lnTo>
                  <a:lnTo>
                    <a:pt x="712863" y="26987"/>
                  </a:lnTo>
                  <a:lnTo>
                    <a:pt x="712863" y="8572"/>
                  </a:lnTo>
                  <a:lnTo>
                    <a:pt x="581431" y="8572"/>
                  </a:lnTo>
                  <a:lnTo>
                    <a:pt x="581431" y="72974"/>
                  </a:lnTo>
                  <a:lnTo>
                    <a:pt x="635546" y="72974"/>
                  </a:lnTo>
                  <a:lnTo>
                    <a:pt x="635546" y="91249"/>
                  </a:lnTo>
                  <a:lnTo>
                    <a:pt x="560031" y="91249"/>
                  </a:lnTo>
                  <a:lnTo>
                    <a:pt x="560031" y="109880"/>
                  </a:lnTo>
                  <a:lnTo>
                    <a:pt x="733958" y="109880"/>
                  </a:lnTo>
                  <a:lnTo>
                    <a:pt x="733958" y="91249"/>
                  </a:lnTo>
                  <a:close/>
                </a:path>
                <a:path w="906779" h="191134">
                  <a:moveTo>
                    <a:pt x="845337" y="11544"/>
                  </a:moveTo>
                  <a:lnTo>
                    <a:pt x="758266" y="11544"/>
                  </a:lnTo>
                  <a:lnTo>
                    <a:pt x="758266" y="30416"/>
                  </a:lnTo>
                  <a:lnTo>
                    <a:pt x="820216" y="30416"/>
                  </a:lnTo>
                  <a:lnTo>
                    <a:pt x="813168" y="50177"/>
                  </a:lnTo>
                  <a:lnTo>
                    <a:pt x="798563" y="67411"/>
                  </a:lnTo>
                  <a:lnTo>
                    <a:pt x="776732" y="81622"/>
                  </a:lnTo>
                  <a:lnTo>
                    <a:pt x="748042" y="92290"/>
                  </a:lnTo>
                  <a:lnTo>
                    <a:pt x="757440" y="110629"/>
                  </a:lnTo>
                  <a:lnTo>
                    <a:pt x="794562" y="95478"/>
                  </a:lnTo>
                  <a:lnTo>
                    <a:pt x="822159" y="73672"/>
                  </a:lnTo>
                  <a:lnTo>
                    <a:pt x="839368" y="45567"/>
                  </a:lnTo>
                  <a:lnTo>
                    <a:pt x="845337" y="11544"/>
                  </a:lnTo>
                  <a:close/>
                </a:path>
                <a:path w="906779" h="191134">
                  <a:moveTo>
                    <a:pt x="906322" y="115100"/>
                  </a:moveTo>
                  <a:lnTo>
                    <a:pt x="883056" y="115100"/>
                  </a:lnTo>
                  <a:lnTo>
                    <a:pt x="883056" y="133591"/>
                  </a:lnTo>
                  <a:lnTo>
                    <a:pt x="883056" y="169443"/>
                  </a:lnTo>
                  <a:lnTo>
                    <a:pt x="803884" y="169443"/>
                  </a:lnTo>
                  <a:lnTo>
                    <a:pt x="803884" y="133591"/>
                  </a:lnTo>
                  <a:lnTo>
                    <a:pt x="883056" y="133591"/>
                  </a:lnTo>
                  <a:lnTo>
                    <a:pt x="883056" y="115100"/>
                  </a:lnTo>
                  <a:lnTo>
                    <a:pt x="780923" y="115100"/>
                  </a:lnTo>
                  <a:lnTo>
                    <a:pt x="780923" y="187934"/>
                  </a:lnTo>
                  <a:lnTo>
                    <a:pt x="906322" y="187934"/>
                  </a:lnTo>
                  <a:lnTo>
                    <a:pt x="906322" y="169443"/>
                  </a:lnTo>
                  <a:lnTo>
                    <a:pt x="906322" y="133591"/>
                  </a:lnTo>
                  <a:lnTo>
                    <a:pt x="906322" y="115100"/>
                  </a:lnTo>
                  <a:close/>
                </a:path>
                <a:path w="906779" h="191134">
                  <a:moveTo>
                    <a:pt x="906322" y="139"/>
                  </a:moveTo>
                  <a:lnTo>
                    <a:pt x="882916" y="139"/>
                  </a:lnTo>
                  <a:lnTo>
                    <a:pt x="882916" y="46659"/>
                  </a:lnTo>
                  <a:lnTo>
                    <a:pt x="846239" y="46659"/>
                  </a:lnTo>
                  <a:lnTo>
                    <a:pt x="846239" y="65976"/>
                  </a:lnTo>
                  <a:lnTo>
                    <a:pt x="882916" y="65976"/>
                  </a:lnTo>
                  <a:lnTo>
                    <a:pt x="882916" y="107353"/>
                  </a:lnTo>
                  <a:lnTo>
                    <a:pt x="906322" y="107353"/>
                  </a:lnTo>
                  <a:lnTo>
                    <a:pt x="906322" y="13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802596" y="7646985"/>
              <a:ext cx="164758" cy="190254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990018" y="7646836"/>
              <a:ext cx="346812" cy="190403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7500904" y="7646389"/>
            <a:ext cx="412750" cy="191770"/>
            <a:chOff x="7500904" y="7646389"/>
            <a:chExt cx="412750" cy="191770"/>
          </a:xfrm>
        </p:grpSpPr>
        <p:pic>
          <p:nvPicPr>
            <p:cNvPr id="102" name="object 10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500904" y="7646389"/>
              <a:ext cx="346215" cy="191298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7880518" y="7692014"/>
              <a:ext cx="33020" cy="108585"/>
            </a:xfrm>
            <a:custGeom>
              <a:avLst/>
              <a:gdLst/>
              <a:ahLst/>
              <a:cxnLst/>
              <a:rect l="l" t="t" r="r" b="b"/>
              <a:pathLst>
                <a:path w="33020" h="108584">
                  <a:moveTo>
                    <a:pt x="25272" y="0"/>
                  </a:moveTo>
                  <a:lnTo>
                    <a:pt x="7454" y="0"/>
                  </a:lnTo>
                  <a:lnTo>
                    <a:pt x="0" y="7231"/>
                  </a:lnTo>
                  <a:lnTo>
                    <a:pt x="148" y="16177"/>
                  </a:lnTo>
                  <a:lnTo>
                    <a:pt x="0" y="25198"/>
                  </a:lnTo>
                  <a:lnTo>
                    <a:pt x="7454" y="32504"/>
                  </a:lnTo>
                  <a:lnTo>
                    <a:pt x="25272" y="32504"/>
                  </a:lnTo>
                  <a:lnTo>
                    <a:pt x="32727" y="25198"/>
                  </a:lnTo>
                  <a:lnTo>
                    <a:pt x="32727" y="7231"/>
                  </a:lnTo>
                  <a:lnTo>
                    <a:pt x="25272" y="0"/>
                  </a:lnTo>
                  <a:close/>
                </a:path>
                <a:path w="33020" h="108584">
                  <a:moveTo>
                    <a:pt x="25272" y="75669"/>
                  </a:moveTo>
                  <a:lnTo>
                    <a:pt x="7454" y="75669"/>
                  </a:lnTo>
                  <a:lnTo>
                    <a:pt x="0" y="82901"/>
                  </a:lnTo>
                  <a:lnTo>
                    <a:pt x="148" y="91847"/>
                  </a:lnTo>
                  <a:lnTo>
                    <a:pt x="0" y="100867"/>
                  </a:lnTo>
                  <a:lnTo>
                    <a:pt x="7454" y="108173"/>
                  </a:lnTo>
                  <a:lnTo>
                    <a:pt x="25272" y="108173"/>
                  </a:lnTo>
                  <a:lnTo>
                    <a:pt x="32727" y="100867"/>
                  </a:lnTo>
                  <a:lnTo>
                    <a:pt x="32727" y="82901"/>
                  </a:lnTo>
                  <a:lnTo>
                    <a:pt x="25272" y="7566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7993542" y="7645941"/>
            <a:ext cx="2253615" cy="191770"/>
            <a:chOff x="7993542" y="7645941"/>
            <a:chExt cx="2253615" cy="191770"/>
          </a:xfrm>
        </p:grpSpPr>
        <p:sp>
          <p:nvSpPr>
            <p:cNvPr id="105" name="object 105"/>
            <p:cNvSpPr/>
            <p:nvPr/>
          </p:nvSpPr>
          <p:spPr>
            <a:xfrm>
              <a:off x="7993533" y="7658100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846" y="152"/>
                  </a:moveTo>
                  <a:lnTo>
                    <a:pt x="68516" y="152"/>
                  </a:lnTo>
                  <a:lnTo>
                    <a:pt x="68516" y="26670"/>
                  </a:lnTo>
                  <a:lnTo>
                    <a:pt x="68516" y="45720"/>
                  </a:lnTo>
                  <a:lnTo>
                    <a:pt x="68516" y="72402"/>
                  </a:lnTo>
                  <a:lnTo>
                    <a:pt x="23190" y="72402"/>
                  </a:lnTo>
                  <a:lnTo>
                    <a:pt x="23190" y="45720"/>
                  </a:lnTo>
                  <a:lnTo>
                    <a:pt x="68516" y="45720"/>
                  </a:lnTo>
                  <a:lnTo>
                    <a:pt x="68516" y="26670"/>
                  </a:lnTo>
                  <a:lnTo>
                    <a:pt x="23190" y="26670"/>
                  </a:lnTo>
                  <a:lnTo>
                    <a:pt x="23190" y="0"/>
                  </a:lnTo>
                  <a:lnTo>
                    <a:pt x="0" y="0"/>
                  </a:lnTo>
                  <a:lnTo>
                    <a:pt x="0" y="26670"/>
                  </a:lnTo>
                  <a:lnTo>
                    <a:pt x="0" y="45720"/>
                  </a:lnTo>
                  <a:lnTo>
                    <a:pt x="0" y="72402"/>
                  </a:lnTo>
                  <a:lnTo>
                    <a:pt x="0" y="91452"/>
                  </a:lnTo>
                  <a:lnTo>
                    <a:pt x="91846" y="91452"/>
                  </a:lnTo>
                  <a:lnTo>
                    <a:pt x="91846" y="26670"/>
                  </a:lnTo>
                  <a:lnTo>
                    <a:pt x="91846" y="15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012478" y="7645941"/>
              <a:ext cx="2234064" cy="191745"/>
            </a:xfrm>
            <a:prstGeom prst="rect">
              <a:avLst/>
            </a:prstGeom>
          </p:spPr>
        </p:pic>
      </p:grpSp>
      <p:grpSp>
        <p:nvGrpSpPr>
          <p:cNvPr id="107" name="object 107"/>
          <p:cNvGrpSpPr/>
          <p:nvPr/>
        </p:nvGrpSpPr>
        <p:grpSpPr>
          <a:xfrm>
            <a:off x="10325437" y="7646836"/>
            <a:ext cx="734695" cy="190500"/>
            <a:chOff x="10325437" y="7646836"/>
            <a:chExt cx="734695" cy="190500"/>
          </a:xfrm>
        </p:grpSpPr>
        <p:pic>
          <p:nvPicPr>
            <p:cNvPr id="108" name="object 10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325437" y="7646836"/>
              <a:ext cx="346290" cy="190403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694764" y="7646836"/>
              <a:ext cx="364927" cy="190403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12011011" y="7646389"/>
            <a:ext cx="412750" cy="191770"/>
            <a:chOff x="12011011" y="7646389"/>
            <a:chExt cx="412750" cy="191770"/>
          </a:xfrm>
        </p:grpSpPr>
        <p:pic>
          <p:nvPicPr>
            <p:cNvPr id="111" name="object 11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011011" y="7646389"/>
              <a:ext cx="346216" cy="19129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12390626" y="7692014"/>
              <a:ext cx="33020" cy="108585"/>
            </a:xfrm>
            <a:custGeom>
              <a:avLst/>
              <a:gdLst/>
              <a:ahLst/>
              <a:cxnLst/>
              <a:rect l="l" t="t" r="r" b="b"/>
              <a:pathLst>
                <a:path w="33020" h="108584">
                  <a:moveTo>
                    <a:pt x="25272" y="0"/>
                  </a:moveTo>
                  <a:lnTo>
                    <a:pt x="7455" y="0"/>
                  </a:lnTo>
                  <a:lnTo>
                    <a:pt x="0" y="7231"/>
                  </a:lnTo>
                  <a:lnTo>
                    <a:pt x="148" y="16177"/>
                  </a:lnTo>
                  <a:lnTo>
                    <a:pt x="0" y="25198"/>
                  </a:lnTo>
                  <a:lnTo>
                    <a:pt x="7455" y="32504"/>
                  </a:lnTo>
                  <a:lnTo>
                    <a:pt x="25272" y="32504"/>
                  </a:lnTo>
                  <a:lnTo>
                    <a:pt x="32728" y="25198"/>
                  </a:lnTo>
                  <a:lnTo>
                    <a:pt x="32728" y="7231"/>
                  </a:lnTo>
                  <a:lnTo>
                    <a:pt x="25272" y="0"/>
                  </a:lnTo>
                  <a:close/>
                </a:path>
                <a:path w="33020" h="108584">
                  <a:moveTo>
                    <a:pt x="25272" y="75669"/>
                  </a:moveTo>
                  <a:lnTo>
                    <a:pt x="7455" y="75669"/>
                  </a:lnTo>
                  <a:lnTo>
                    <a:pt x="0" y="82901"/>
                  </a:lnTo>
                  <a:lnTo>
                    <a:pt x="148" y="91847"/>
                  </a:lnTo>
                  <a:lnTo>
                    <a:pt x="0" y="100867"/>
                  </a:lnTo>
                  <a:lnTo>
                    <a:pt x="7455" y="108173"/>
                  </a:lnTo>
                  <a:lnTo>
                    <a:pt x="25272" y="108173"/>
                  </a:lnTo>
                  <a:lnTo>
                    <a:pt x="32728" y="100867"/>
                  </a:lnTo>
                  <a:lnTo>
                    <a:pt x="32728" y="82901"/>
                  </a:lnTo>
                  <a:lnTo>
                    <a:pt x="25272" y="7566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" name="object 113"/>
          <p:cNvGrpSpPr/>
          <p:nvPr/>
        </p:nvGrpSpPr>
        <p:grpSpPr>
          <a:xfrm>
            <a:off x="12503649" y="7645941"/>
            <a:ext cx="1474470" cy="191770"/>
            <a:chOff x="12503649" y="7645941"/>
            <a:chExt cx="1474470" cy="191770"/>
          </a:xfrm>
        </p:grpSpPr>
        <p:sp>
          <p:nvSpPr>
            <p:cNvPr id="114" name="object 114"/>
            <p:cNvSpPr/>
            <p:nvPr/>
          </p:nvSpPr>
          <p:spPr>
            <a:xfrm>
              <a:off x="12503645" y="7646847"/>
              <a:ext cx="149225" cy="190500"/>
            </a:xfrm>
            <a:custGeom>
              <a:avLst/>
              <a:gdLst/>
              <a:ahLst/>
              <a:cxnLst/>
              <a:rect l="l" t="t" r="r" b="b"/>
              <a:pathLst>
                <a:path w="149225" h="190500">
                  <a:moveTo>
                    <a:pt x="91846" y="11404"/>
                  </a:moveTo>
                  <a:lnTo>
                    <a:pt x="68516" y="11404"/>
                  </a:lnTo>
                  <a:lnTo>
                    <a:pt x="68516" y="37922"/>
                  </a:lnTo>
                  <a:lnTo>
                    <a:pt x="68516" y="56972"/>
                  </a:lnTo>
                  <a:lnTo>
                    <a:pt x="68516" y="83654"/>
                  </a:lnTo>
                  <a:lnTo>
                    <a:pt x="23190" y="83654"/>
                  </a:lnTo>
                  <a:lnTo>
                    <a:pt x="23190" y="56972"/>
                  </a:lnTo>
                  <a:lnTo>
                    <a:pt x="68516" y="56972"/>
                  </a:lnTo>
                  <a:lnTo>
                    <a:pt x="68516" y="37922"/>
                  </a:lnTo>
                  <a:lnTo>
                    <a:pt x="23190" y="37922"/>
                  </a:lnTo>
                  <a:lnTo>
                    <a:pt x="23190" y="11252"/>
                  </a:lnTo>
                  <a:lnTo>
                    <a:pt x="0" y="11252"/>
                  </a:lnTo>
                  <a:lnTo>
                    <a:pt x="0" y="37922"/>
                  </a:lnTo>
                  <a:lnTo>
                    <a:pt x="0" y="56972"/>
                  </a:lnTo>
                  <a:lnTo>
                    <a:pt x="0" y="83654"/>
                  </a:lnTo>
                  <a:lnTo>
                    <a:pt x="0" y="102704"/>
                  </a:lnTo>
                  <a:lnTo>
                    <a:pt x="91846" y="102704"/>
                  </a:lnTo>
                  <a:lnTo>
                    <a:pt x="91846" y="37922"/>
                  </a:lnTo>
                  <a:lnTo>
                    <a:pt x="91846" y="11404"/>
                  </a:lnTo>
                  <a:close/>
                </a:path>
                <a:path w="149225" h="190500">
                  <a:moveTo>
                    <a:pt x="148882" y="124282"/>
                  </a:moveTo>
                  <a:lnTo>
                    <a:pt x="18935" y="124282"/>
                  </a:lnTo>
                  <a:lnTo>
                    <a:pt x="18935" y="142062"/>
                  </a:lnTo>
                  <a:lnTo>
                    <a:pt x="125399" y="142062"/>
                  </a:lnTo>
                  <a:lnTo>
                    <a:pt x="125399" y="190322"/>
                  </a:lnTo>
                  <a:lnTo>
                    <a:pt x="148882" y="190322"/>
                  </a:lnTo>
                  <a:lnTo>
                    <a:pt x="148882" y="142062"/>
                  </a:lnTo>
                  <a:lnTo>
                    <a:pt x="148882" y="124282"/>
                  </a:lnTo>
                  <a:close/>
                </a:path>
                <a:path w="149225" h="190500">
                  <a:moveTo>
                    <a:pt x="148882" y="0"/>
                  </a:moveTo>
                  <a:lnTo>
                    <a:pt x="125399" y="0"/>
                  </a:lnTo>
                  <a:lnTo>
                    <a:pt x="125399" y="114350"/>
                  </a:lnTo>
                  <a:lnTo>
                    <a:pt x="148882" y="114350"/>
                  </a:lnTo>
                  <a:lnTo>
                    <a:pt x="148882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2686896" y="7646836"/>
              <a:ext cx="157974" cy="190403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873349" y="7646836"/>
              <a:ext cx="152457" cy="190851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062635" y="7646836"/>
              <a:ext cx="151040" cy="190851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13240588" y="7645946"/>
              <a:ext cx="737235" cy="191770"/>
            </a:xfrm>
            <a:custGeom>
              <a:avLst/>
              <a:gdLst/>
              <a:ahLst/>
              <a:cxnLst/>
              <a:rect l="l" t="t" r="r" b="b"/>
              <a:pathLst>
                <a:path w="737234" h="191770">
                  <a:moveTo>
                    <a:pt x="152603" y="156857"/>
                  </a:moveTo>
                  <a:lnTo>
                    <a:pt x="148031" y="142024"/>
                  </a:lnTo>
                  <a:lnTo>
                    <a:pt x="145605" y="140004"/>
                  </a:lnTo>
                  <a:lnTo>
                    <a:pt x="134950" y="131140"/>
                  </a:lnTo>
                  <a:lnTo>
                    <a:pt x="129197" y="129286"/>
                  </a:lnTo>
                  <a:lnTo>
                    <a:pt x="129197" y="156857"/>
                  </a:lnTo>
                  <a:lnTo>
                    <a:pt x="126314" y="164033"/>
                  </a:lnTo>
                  <a:lnTo>
                    <a:pt x="118071" y="169202"/>
                  </a:lnTo>
                  <a:lnTo>
                    <a:pt x="104736" y="172326"/>
                  </a:lnTo>
                  <a:lnTo>
                    <a:pt x="86550" y="173329"/>
                  </a:lnTo>
                  <a:lnTo>
                    <a:pt x="68224" y="172326"/>
                  </a:lnTo>
                  <a:lnTo>
                    <a:pt x="54876" y="169202"/>
                  </a:lnTo>
                  <a:lnTo>
                    <a:pt x="46736" y="164033"/>
                  </a:lnTo>
                  <a:lnTo>
                    <a:pt x="44056" y="156857"/>
                  </a:lnTo>
                  <a:lnTo>
                    <a:pt x="46736" y="149504"/>
                  </a:lnTo>
                  <a:lnTo>
                    <a:pt x="54876" y="144233"/>
                  </a:lnTo>
                  <a:lnTo>
                    <a:pt x="68224" y="141071"/>
                  </a:lnTo>
                  <a:lnTo>
                    <a:pt x="86550" y="140004"/>
                  </a:lnTo>
                  <a:lnTo>
                    <a:pt x="104736" y="141071"/>
                  </a:lnTo>
                  <a:lnTo>
                    <a:pt x="118071" y="144233"/>
                  </a:lnTo>
                  <a:lnTo>
                    <a:pt x="126314" y="149504"/>
                  </a:lnTo>
                  <a:lnTo>
                    <a:pt x="129197" y="156857"/>
                  </a:lnTo>
                  <a:lnTo>
                    <a:pt x="129197" y="129286"/>
                  </a:lnTo>
                  <a:lnTo>
                    <a:pt x="114185" y="124447"/>
                  </a:lnTo>
                  <a:lnTo>
                    <a:pt x="86550" y="122186"/>
                  </a:lnTo>
                  <a:lnTo>
                    <a:pt x="58661" y="124447"/>
                  </a:lnTo>
                  <a:lnTo>
                    <a:pt x="37795" y="131140"/>
                  </a:lnTo>
                  <a:lnTo>
                    <a:pt x="24726" y="142024"/>
                  </a:lnTo>
                  <a:lnTo>
                    <a:pt x="20193" y="156857"/>
                  </a:lnTo>
                  <a:lnTo>
                    <a:pt x="24726" y="171640"/>
                  </a:lnTo>
                  <a:lnTo>
                    <a:pt x="37795" y="182511"/>
                  </a:lnTo>
                  <a:lnTo>
                    <a:pt x="58661" y="189204"/>
                  </a:lnTo>
                  <a:lnTo>
                    <a:pt x="86550" y="191452"/>
                  </a:lnTo>
                  <a:lnTo>
                    <a:pt x="114185" y="189204"/>
                  </a:lnTo>
                  <a:lnTo>
                    <a:pt x="134950" y="182511"/>
                  </a:lnTo>
                  <a:lnTo>
                    <a:pt x="145999" y="173329"/>
                  </a:lnTo>
                  <a:lnTo>
                    <a:pt x="148031" y="171640"/>
                  </a:lnTo>
                  <a:lnTo>
                    <a:pt x="152603" y="156857"/>
                  </a:lnTo>
                  <a:close/>
                </a:path>
                <a:path w="737234" h="191770">
                  <a:moveTo>
                    <a:pt x="155282" y="42202"/>
                  </a:moveTo>
                  <a:lnTo>
                    <a:pt x="150444" y="26809"/>
                  </a:lnTo>
                  <a:lnTo>
                    <a:pt x="146761" y="23710"/>
                  </a:lnTo>
                  <a:lnTo>
                    <a:pt x="136652" y="15176"/>
                  </a:lnTo>
                  <a:lnTo>
                    <a:pt x="131203" y="13335"/>
                  </a:lnTo>
                  <a:lnTo>
                    <a:pt x="131203" y="42202"/>
                  </a:lnTo>
                  <a:lnTo>
                    <a:pt x="128155" y="50228"/>
                  </a:lnTo>
                  <a:lnTo>
                    <a:pt x="119354" y="56032"/>
                  </a:lnTo>
                  <a:lnTo>
                    <a:pt x="105346" y="59575"/>
                  </a:lnTo>
                  <a:lnTo>
                    <a:pt x="86702" y="60756"/>
                  </a:lnTo>
                  <a:lnTo>
                    <a:pt x="67945" y="59575"/>
                  </a:lnTo>
                  <a:lnTo>
                    <a:pt x="53975" y="56032"/>
                  </a:lnTo>
                  <a:lnTo>
                    <a:pt x="45275" y="50228"/>
                  </a:lnTo>
                  <a:lnTo>
                    <a:pt x="42341" y="42202"/>
                  </a:lnTo>
                  <a:lnTo>
                    <a:pt x="45275" y="34175"/>
                  </a:lnTo>
                  <a:lnTo>
                    <a:pt x="53975" y="28371"/>
                  </a:lnTo>
                  <a:lnTo>
                    <a:pt x="67945" y="24853"/>
                  </a:lnTo>
                  <a:lnTo>
                    <a:pt x="86702" y="23710"/>
                  </a:lnTo>
                  <a:lnTo>
                    <a:pt x="105346" y="24853"/>
                  </a:lnTo>
                  <a:lnTo>
                    <a:pt x="119354" y="28371"/>
                  </a:lnTo>
                  <a:lnTo>
                    <a:pt x="128155" y="34175"/>
                  </a:lnTo>
                  <a:lnTo>
                    <a:pt x="131203" y="42202"/>
                  </a:lnTo>
                  <a:lnTo>
                    <a:pt x="131203" y="13335"/>
                  </a:lnTo>
                  <a:lnTo>
                    <a:pt x="115023" y="7823"/>
                  </a:lnTo>
                  <a:lnTo>
                    <a:pt x="86702" y="5219"/>
                  </a:lnTo>
                  <a:lnTo>
                    <a:pt x="58318" y="7823"/>
                  </a:lnTo>
                  <a:lnTo>
                    <a:pt x="36652" y="15176"/>
                  </a:lnTo>
                  <a:lnTo>
                    <a:pt x="22847" y="26809"/>
                  </a:lnTo>
                  <a:lnTo>
                    <a:pt x="18034" y="42202"/>
                  </a:lnTo>
                  <a:lnTo>
                    <a:pt x="22847" y="57708"/>
                  </a:lnTo>
                  <a:lnTo>
                    <a:pt x="36652" y="69291"/>
                  </a:lnTo>
                  <a:lnTo>
                    <a:pt x="58318" y="76555"/>
                  </a:lnTo>
                  <a:lnTo>
                    <a:pt x="86702" y="79095"/>
                  </a:lnTo>
                  <a:lnTo>
                    <a:pt x="115023" y="76555"/>
                  </a:lnTo>
                  <a:lnTo>
                    <a:pt x="136652" y="69291"/>
                  </a:lnTo>
                  <a:lnTo>
                    <a:pt x="146799" y="60756"/>
                  </a:lnTo>
                  <a:lnTo>
                    <a:pt x="150444" y="57708"/>
                  </a:lnTo>
                  <a:lnTo>
                    <a:pt x="155282" y="42202"/>
                  </a:lnTo>
                  <a:close/>
                </a:path>
                <a:path w="737234" h="191770">
                  <a:moveTo>
                    <a:pt x="173621" y="91249"/>
                  </a:moveTo>
                  <a:lnTo>
                    <a:pt x="0" y="91249"/>
                  </a:lnTo>
                  <a:lnTo>
                    <a:pt x="0" y="109740"/>
                  </a:lnTo>
                  <a:lnTo>
                    <a:pt x="173621" y="109740"/>
                  </a:lnTo>
                  <a:lnTo>
                    <a:pt x="173621" y="91249"/>
                  </a:lnTo>
                  <a:close/>
                </a:path>
                <a:path w="737234" h="191770">
                  <a:moveTo>
                    <a:pt x="339280" y="156781"/>
                  </a:moveTo>
                  <a:lnTo>
                    <a:pt x="334695" y="142214"/>
                  </a:lnTo>
                  <a:lnTo>
                    <a:pt x="332638" y="140525"/>
                  </a:lnTo>
                  <a:lnTo>
                    <a:pt x="321627" y="131533"/>
                  </a:lnTo>
                  <a:lnTo>
                    <a:pt x="315861" y="129717"/>
                  </a:lnTo>
                  <a:lnTo>
                    <a:pt x="315861" y="156781"/>
                  </a:lnTo>
                  <a:lnTo>
                    <a:pt x="312991" y="163944"/>
                  </a:lnTo>
                  <a:lnTo>
                    <a:pt x="304749" y="169125"/>
                  </a:lnTo>
                  <a:lnTo>
                    <a:pt x="291414" y="172262"/>
                  </a:lnTo>
                  <a:lnTo>
                    <a:pt x="273227" y="173253"/>
                  </a:lnTo>
                  <a:lnTo>
                    <a:pt x="254901" y="172262"/>
                  </a:lnTo>
                  <a:lnTo>
                    <a:pt x="241554" y="169125"/>
                  </a:lnTo>
                  <a:lnTo>
                    <a:pt x="233413" y="163944"/>
                  </a:lnTo>
                  <a:lnTo>
                    <a:pt x="230733" y="156781"/>
                  </a:lnTo>
                  <a:lnTo>
                    <a:pt x="233413" y="149796"/>
                  </a:lnTo>
                  <a:lnTo>
                    <a:pt x="241554" y="144741"/>
                  </a:lnTo>
                  <a:lnTo>
                    <a:pt x="254901" y="141643"/>
                  </a:lnTo>
                  <a:lnTo>
                    <a:pt x="273227" y="140525"/>
                  </a:lnTo>
                  <a:lnTo>
                    <a:pt x="291414" y="141643"/>
                  </a:lnTo>
                  <a:lnTo>
                    <a:pt x="304749" y="144741"/>
                  </a:lnTo>
                  <a:lnTo>
                    <a:pt x="312991" y="149796"/>
                  </a:lnTo>
                  <a:lnTo>
                    <a:pt x="315861" y="156781"/>
                  </a:lnTo>
                  <a:lnTo>
                    <a:pt x="315861" y="129717"/>
                  </a:lnTo>
                  <a:lnTo>
                    <a:pt x="300863" y="124980"/>
                  </a:lnTo>
                  <a:lnTo>
                    <a:pt x="273227" y="122783"/>
                  </a:lnTo>
                  <a:lnTo>
                    <a:pt x="245338" y="124980"/>
                  </a:lnTo>
                  <a:lnTo>
                    <a:pt x="224472" y="131533"/>
                  </a:lnTo>
                  <a:lnTo>
                    <a:pt x="211404" y="142214"/>
                  </a:lnTo>
                  <a:lnTo>
                    <a:pt x="206870" y="156781"/>
                  </a:lnTo>
                  <a:lnTo>
                    <a:pt x="211404" y="171513"/>
                  </a:lnTo>
                  <a:lnTo>
                    <a:pt x="224472" y="182257"/>
                  </a:lnTo>
                  <a:lnTo>
                    <a:pt x="245338" y="188810"/>
                  </a:lnTo>
                  <a:lnTo>
                    <a:pt x="273227" y="191008"/>
                  </a:lnTo>
                  <a:lnTo>
                    <a:pt x="300863" y="188810"/>
                  </a:lnTo>
                  <a:lnTo>
                    <a:pt x="321627" y="182257"/>
                  </a:lnTo>
                  <a:lnTo>
                    <a:pt x="332574" y="173253"/>
                  </a:lnTo>
                  <a:lnTo>
                    <a:pt x="334695" y="171513"/>
                  </a:lnTo>
                  <a:lnTo>
                    <a:pt x="339280" y="156781"/>
                  </a:lnTo>
                  <a:close/>
                </a:path>
                <a:path w="737234" h="191770">
                  <a:moveTo>
                    <a:pt x="360299" y="92519"/>
                  </a:moveTo>
                  <a:lnTo>
                    <a:pt x="319227" y="92519"/>
                  </a:lnTo>
                  <a:lnTo>
                    <a:pt x="319227" y="74409"/>
                  </a:lnTo>
                  <a:lnTo>
                    <a:pt x="319227" y="68440"/>
                  </a:lnTo>
                  <a:lnTo>
                    <a:pt x="328904" y="63207"/>
                  </a:lnTo>
                  <a:lnTo>
                    <a:pt x="334543" y="58077"/>
                  </a:lnTo>
                  <a:lnTo>
                    <a:pt x="336042" y="56718"/>
                  </a:lnTo>
                  <a:lnTo>
                    <a:pt x="340448" y="49022"/>
                  </a:lnTo>
                  <a:lnTo>
                    <a:pt x="341960" y="40182"/>
                  </a:lnTo>
                  <a:lnTo>
                    <a:pt x="337146" y="24942"/>
                  </a:lnTo>
                  <a:lnTo>
                    <a:pt x="333679" y="22072"/>
                  </a:lnTo>
                  <a:lnTo>
                    <a:pt x="323405" y="13576"/>
                  </a:lnTo>
                  <a:lnTo>
                    <a:pt x="317881" y="11760"/>
                  </a:lnTo>
                  <a:lnTo>
                    <a:pt x="317881" y="40182"/>
                  </a:lnTo>
                  <a:lnTo>
                    <a:pt x="314871" y="47917"/>
                  </a:lnTo>
                  <a:lnTo>
                    <a:pt x="306133" y="53517"/>
                  </a:lnTo>
                  <a:lnTo>
                    <a:pt x="295884" y="56019"/>
                  </a:lnTo>
                  <a:lnTo>
                    <a:pt x="295884" y="74409"/>
                  </a:lnTo>
                  <a:lnTo>
                    <a:pt x="295884" y="92519"/>
                  </a:lnTo>
                  <a:lnTo>
                    <a:pt x="250710" y="92519"/>
                  </a:lnTo>
                  <a:lnTo>
                    <a:pt x="250710" y="74409"/>
                  </a:lnTo>
                  <a:lnTo>
                    <a:pt x="257644" y="75298"/>
                  </a:lnTo>
                  <a:lnTo>
                    <a:pt x="265176" y="75819"/>
                  </a:lnTo>
                  <a:lnTo>
                    <a:pt x="281495" y="75819"/>
                  </a:lnTo>
                  <a:lnTo>
                    <a:pt x="289026" y="75298"/>
                  </a:lnTo>
                  <a:lnTo>
                    <a:pt x="295884" y="74409"/>
                  </a:lnTo>
                  <a:lnTo>
                    <a:pt x="295884" y="56019"/>
                  </a:lnTo>
                  <a:lnTo>
                    <a:pt x="292150" y="56921"/>
                  </a:lnTo>
                  <a:lnTo>
                    <a:pt x="273380" y="58077"/>
                  </a:lnTo>
                  <a:lnTo>
                    <a:pt x="254533" y="56921"/>
                  </a:lnTo>
                  <a:lnTo>
                    <a:pt x="240576" y="53517"/>
                  </a:lnTo>
                  <a:lnTo>
                    <a:pt x="231914" y="47917"/>
                  </a:lnTo>
                  <a:lnTo>
                    <a:pt x="229019" y="40182"/>
                  </a:lnTo>
                  <a:lnTo>
                    <a:pt x="231914" y="32448"/>
                  </a:lnTo>
                  <a:lnTo>
                    <a:pt x="240576" y="26771"/>
                  </a:lnTo>
                  <a:lnTo>
                    <a:pt x="254533" y="23266"/>
                  </a:lnTo>
                  <a:lnTo>
                    <a:pt x="273380" y="22072"/>
                  </a:lnTo>
                  <a:lnTo>
                    <a:pt x="292150" y="23266"/>
                  </a:lnTo>
                  <a:lnTo>
                    <a:pt x="306133" y="26771"/>
                  </a:lnTo>
                  <a:lnTo>
                    <a:pt x="314871" y="32448"/>
                  </a:lnTo>
                  <a:lnTo>
                    <a:pt x="317881" y="40182"/>
                  </a:lnTo>
                  <a:lnTo>
                    <a:pt x="317881" y="11760"/>
                  </a:lnTo>
                  <a:lnTo>
                    <a:pt x="301802" y="6451"/>
                  </a:lnTo>
                  <a:lnTo>
                    <a:pt x="273380" y="3949"/>
                  </a:lnTo>
                  <a:lnTo>
                    <a:pt x="244868" y="6451"/>
                  </a:lnTo>
                  <a:lnTo>
                    <a:pt x="223215" y="13576"/>
                  </a:lnTo>
                  <a:lnTo>
                    <a:pt x="209486" y="24942"/>
                  </a:lnTo>
                  <a:lnTo>
                    <a:pt x="204711" y="40182"/>
                  </a:lnTo>
                  <a:lnTo>
                    <a:pt x="206159" y="48971"/>
                  </a:lnTo>
                  <a:lnTo>
                    <a:pt x="210502" y="56616"/>
                  </a:lnTo>
                  <a:lnTo>
                    <a:pt x="217538" y="63068"/>
                  </a:lnTo>
                  <a:lnTo>
                    <a:pt x="227076" y="68287"/>
                  </a:lnTo>
                  <a:lnTo>
                    <a:pt x="227076" y="92519"/>
                  </a:lnTo>
                  <a:lnTo>
                    <a:pt x="186677" y="92519"/>
                  </a:lnTo>
                  <a:lnTo>
                    <a:pt x="186677" y="111302"/>
                  </a:lnTo>
                  <a:lnTo>
                    <a:pt x="360299" y="111302"/>
                  </a:lnTo>
                  <a:lnTo>
                    <a:pt x="360299" y="92519"/>
                  </a:lnTo>
                  <a:close/>
                </a:path>
                <a:path w="737234" h="191770">
                  <a:moveTo>
                    <a:pt x="476605" y="79921"/>
                  </a:moveTo>
                  <a:lnTo>
                    <a:pt x="473163" y="65671"/>
                  </a:lnTo>
                  <a:lnTo>
                    <a:pt x="470662" y="62776"/>
                  </a:lnTo>
                  <a:lnTo>
                    <a:pt x="463638" y="54673"/>
                  </a:lnTo>
                  <a:lnTo>
                    <a:pt x="454380" y="50203"/>
                  </a:lnTo>
                  <a:lnTo>
                    <a:pt x="454380" y="79921"/>
                  </a:lnTo>
                  <a:lnTo>
                    <a:pt x="452564" y="87071"/>
                  </a:lnTo>
                  <a:lnTo>
                    <a:pt x="447611" y="92329"/>
                  </a:lnTo>
                  <a:lnTo>
                    <a:pt x="439991" y="95554"/>
                  </a:lnTo>
                  <a:lnTo>
                    <a:pt x="430149" y="96621"/>
                  </a:lnTo>
                  <a:lnTo>
                    <a:pt x="420243" y="95554"/>
                  </a:lnTo>
                  <a:lnTo>
                    <a:pt x="412610" y="92329"/>
                  </a:lnTo>
                  <a:lnTo>
                    <a:pt x="407733" y="87071"/>
                  </a:lnTo>
                  <a:lnTo>
                    <a:pt x="406069" y="79921"/>
                  </a:lnTo>
                  <a:lnTo>
                    <a:pt x="407733" y="72694"/>
                  </a:lnTo>
                  <a:lnTo>
                    <a:pt x="412610" y="67322"/>
                  </a:lnTo>
                  <a:lnTo>
                    <a:pt x="420243" y="63969"/>
                  </a:lnTo>
                  <a:lnTo>
                    <a:pt x="430149" y="62776"/>
                  </a:lnTo>
                  <a:lnTo>
                    <a:pt x="439991" y="63969"/>
                  </a:lnTo>
                  <a:lnTo>
                    <a:pt x="447611" y="67322"/>
                  </a:lnTo>
                  <a:lnTo>
                    <a:pt x="452564" y="72694"/>
                  </a:lnTo>
                  <a:lnTo>
                    <a:pt x="454380" y="79921"/>
                  </a:lnTo>
                  <a:lnTo>
                    <a:pt x="454380" y="50203"/>
                  </a:lnTo>
                  <a:lnTo>
                    <a:pt x="448970" y="47574"/>
                  </a:lnTo>
                  <a:lnTo>
                    <a:pt x="430149" y="45034"/>
                  </a:lnTo>
                  <a:lnTo>
                    <a:pt x="411162" y="47574"/>
                  </a:lnTo>
                  <a:lnTo>
                    <a:pt x="396341" y="54673"/>
                  </a:lnTo>
                  <a:lnTo>
                    <a:pt x="386727" y="65671"/>
                  </a:lnTo>
                  <a:lnTo>
                    <a:pt x="383336" y="79921"/>
                  </a:lnTo>
                  <a:lnTo>
                    <a:pt x="386727" y="94170"/>
                  </a:lnTo>
                  <a:lnTo>
                    <a:pt x="396341" y="105156"/>
                  </a:lnTo>
                  <a:lnTo>
                    <a:pt x="411162" y="112229"/>
                  </a:lnTo>
                  <a:lnTo>
                    <a:pt x="430149" y="114731"/>
                  </a:lnTo>
                  <a:lnTo>
                    <a:pt x="448970" y="112229"/>
                  </a:lnTo>
                  <a:lnTo>
                    <a:pt x="463638" y="105156"/>
                  </a:lnTo>
                  <a:lnTo>
                    <a:pt x="471043" y="96621"/>
                  </a:lnTo>
                  <a:lnTo>
                    <a:pt x="473163" y="94170"/>
                  </a:lnTo>
                  <a:lnTo>
                    <a:pt x="476605" y="79921"/>
                  </a:lnTo>
                  <a:close/>
                </a:path>
                <a:path w="737234" h="191770">
                  <a:moveTo>
                    <a:pt x="486587" y="19088"/>
                  </a:moveTo>
                  <a:lnTo>
                    <a:pt x="441782" y="19088"/>
                  </a:lnTo>
                  <a:lnTo>
                    <a:pt x="441782" y="0"/>
                  </a:lnTo>
                  <a:lnTo>
                    <a:pt x="418452" y="0"/>
                  </a:lnTo>
                  <a:lnTo>
                    <a:pt x="418452" y="19088"/>
                  </a:lnTo>
                  <a:lnTo>
                    <a:pt x="373494" y="19088"/>
                  </a:lnTo>
                  <a:lnTo>
                    <a:pt x="373494" y="37655"/>
                  </a:lnTo>
                  <a:lnTo>
                    <a:pt x="486587" y="37655"/>
                  </a:lnTo>
                  <a:lnTo>
                    <a:pt x="486587" y="19088"/>
                  </a:lnTo>
                  <a:close/>
                </a:path>
                <a:path w="737234" h="191770">
                  <a:moveTo>
                    <a:pt x="523722" y="129044"/>
                  </a:moveTo>
                  <a:lnTo>
                    <a:pt x="396684" y="129044"/>
                  </a:lnTo>
                  <a:lnTo>
                    <a:pt x="396684" y="147916"/>
                  </a:lnTo>
                  <a:lnTo>
                    <a:pt x="500164" y="147916"/>
                  </a:lnTo>
                  <a:lnTo>
                    <a:pt x="500164" y="191300"/>
                  </a:lnTo>
                  <a:lnTo>
                    <a:pt x="523722" y="191300"/>
                  </a:lnTo>
                  <a:lnTo>
                    <a:pt x="523722" y="129044"/>
                  </a:lnTo>
                  <a:close/>
                </a:path>
                <a:path w="737234" h="191770">
                  <a:moveTo>
                    <a:pt x="550329" y="51511"/>
                  </a:moveTo>
                  <a:lnTo>
                    <a:pt x="523722" y="51511"/>
                  </a:lnTo>
                  <a:lnTo>
                    <a:pt x="523722" y="901"/>
                  </a:lnTo>
                  <a:lnTo>
                    <a:pt x="500164" y="901"/>
                  </a:lnTo>
                  <a:lnTo>
                    <a:pt x="500164" y="120180"/>
                  </a:lnTo>
                  <a:lnTo>
                    <a:pt x="523722" y="120180"/>
                  </a:lnTo>
                  <a:lnTo>
                    <a:pt x="523722" y="70675"/>
                  </a:lnTo>
                  <a:lnTo>
                    <a:pt x="550329" y="70675"/>
                  </a:lnTo>
                  <a:lnTo>
                    <a:pt x="550329" y="51511"/>
                  </a:lnTo>
                  <a:close/>
                </a:path>
                <a:path w="737234" h="191770">
                  <a:moveTo>
                    <a:pt x="666559" y="20574"/>
                  </a:moveTo>
                  <a:lnTo>
                    <a:pt x="568452" y="20574"/>
                  </a:lnTo>
                  <a:lnTo>
                    <a:pt x="568452" y="39433"/>
                  </a:lnTo>
                  <a:lnTo>
                    <a:pt x="643216" y="39433"/>
                  </a:lnTo>
                  <a:lnTo>
                    <a:pt x="643001" y="52666"/>
                  </a:lnTo>
                  <a:lnTo>
                    <a:pt x="642302" y="68008"/>
                  </a:lnTo>
                  <a:lnTo>
                    <a:pt x="640778" y="85737"/>
                  </a:lnTo>
                  <a:lnTo>
                    <a:pt x="638073" y="106083"/>
                  </a:lnTo>
                  <a:lnTo>
                    <a:pt x="661187" y="107950"/>
                  </a:lnTo>
                  <a:lnTo>
                    <a:pt x="664210" y="84937"/>
                  </a:lnTo>
                  <a:lnTo>
                    <a:pt x="665772" y="65100"/>
                  </a:lnTo>
                  <a:lnTo>
                    <a:pt x="666394" y="48221"/>
                  </a:lnTo>
                  <a:lnTo>
                    <a:pt x="666496" y="39433"/>
                  </a:lnTo>
                  <a:lnTo>
                    <a:pt x="666559" y="20574"/>
                  </a:lnTo>
                  <a:close/>
                </a:path>
                <a:path w="737234" h="191770">
                  <a:moveTo>
                    <a:pt x="677291" y="144335"/>
                  </a:moveTo>
                  <a:lnTo>
                    <a:pt x="676300" y="131356"/>
                  </a:lnTo>
                  <a:lnTo>
                    <a:pt x="675944" y="126885"/>
                  </a:lnTo>
                  <a:lnTo>
                    <a:pt x="661974" y="128447"/>
                  </a:lnTo>
                  <a:lnTo>
                    <a:pt x="647585" y="129679"/>
                  </a:lnTo>
                  <a:lnTo>
                    <a:pt x="632968" y="130644"/>
                  </a:lnTo>
                  <a:lnTo>
                    <a:pt x="618324" y="131356"/>
                  </a:lnTo>
                  <a:lnTo>
                    <a:pt x="618324" y="75145"/>
                  </a:lnTo>
                  <a:lnTo>
                    <a:pt x="595287" y="75145"/>
                  </a:lnTo>
                  <a:lnTo>
                    <a:pt x="595287" y="132029"/>
                  </a:lnTo>
                  <a:lnTo>
                    <a:pt x="558304" y="132473"/>
                  </a:lnTo>
                  <a:lnTo>
                    <a:pt x="560616" y="151409"/>
                  </a:lnTo>
                  <a:lnTo>
                    <a:pt x="587502" y="151320"/>
                  </a:lnTo>
                  <a:lnTo>
                    <a:pt x="616800" y="150393"/>
                  </a:lnTo>
                  <a:lnTo>
                    <a:pt x="647179" y="148209"/>
                  </a:lnTo>
                  <a:lnTo>
                    <a:pt x="677291" y="144335"/>
                  </a:lnTo>
                  <a:close/>
                </a:path>
                <a:path w="737234" h="191770">
                  <a:moveTo>
                    <a:pt x="737082" y="78435"/>
                  </a:moveTo>
                  <a:lnTo>
                    <a:pt x="709498" y="78435"/>
                  </a:lnTo>
                  <a:lnTo>
                    <a:pt x="709498" y="901"/>
                  </a:lnTo>
                  <a:lnTo>
                    <a:pt x="685863" y="901"/>
                  </a:lnTo>
                  <a:lnTo>
                    <a:pt x="685863" y="191300"/>
                  </a:lnTo>
                  <a:lnTo>
                    <a:pt x="709498" y="191300"/>
                  </a:lnTo>
                  <a:lnTo>
                    <a:pt x="709498" y="98259"/>
                  </a:lnTo>
                  <a:lnTo>
                    <a:pt x="737082" y="98259"/>
                  </a:lnTo>
                  <a:lnTo>
                    <a:pt x="737082" y="7843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9" name="object 119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4043939" y="7646836"/>
            <a:ext cx="152458" cy="190851"/>
          </a:xfrm>
          <a:prstGeom prst="rect">
            <a:avLst/>
          </a:prstGeom>
        </p:spPr>
      </p:pic>
      <p:grpSp>
        <p:nvGrpSpPr>
          <p:cNvPr id="120" name="object 120"/>
          <p:cNvGrpSpPr/>
          <p:nvPr/>
        </p:nvGrpSpPr>
        <p:grpSpPr>
          <a:xfrm>
            <a:off x="14234493" y="7646836"/>
            <a:ext cx="709930" cy="191135"/>
            <a:chOff x="14234493" y="7646836"/>
            <a:chExt cx="709930" cy="191135"/>
          </a:xfrm>
        </p:grpSpPr>
        <p:sp>
          <p:nvSpPr>
            <p:cNvPr id="121" name="object 121"/>
            <p:cNvSpPr/>
            <p:nvPr/>
          </p:nvSpPr>
          <p:spPr>
            <a:xfrm>
              <a:off x="14234491" y="7646847"/>
              <a:ext cx="148590" cy="191135"/>
            </a:xfrm>
            <a:custGeom>
              <a:avLst/>
              <a:gdLst/>
              <a:ahLst/>
              <a:cxnLst/>
              <a:rect l="l" t="t" r="r" b="b"/>
              <a:pathLst>
                <a:path w="148590" h="191134">
                  <a:moveTo>
                    <a:pt x="90728" y="17602"/>
                  </a:moveTo>
                  <a:lnTo>
                    <a:pt x="0" y="17602"/>
                  </a:lnTo>
                  <a:lnTo>
                    <a:pt x="0" y="36652"/>
                  </a:lnTo>
                  <a:lnTo>
                    <a:pt x="0" y="125552"/>
                  </a:lnTo>
                  <a:lnTo>
                    <a:pt x="0" y="144602"/>
                  </a:lnTo>
                  <a:lnTo>
                    <a:pt x="90728" y="144602"/>
                  </a:lnTo>
                  <a:lnTo>
                    <a:pt x="90728" y="125552"/>
                  </a:lnTo>
                  <a:lnTo>
                    <a:pt x="23329" y="125552"/>
                  </a:lnTo>
                  <a:lnTo>
                    <a:pt x="23329" y="36652"/>
                  </a:lnTo>
                  <a:lnTo>
                    <a:pt x="67906" y="36652"/>
                  </a:lnTo>
                  <a:lnTo>
                    <a:pt x="67906" y="125463"/>
                  </a:lnTo>
                  <a:lnTo>
                    <a:pt x="90728" y="125463"/>
                  </a:lnTo>
                  <a:lnTo>
                    <a:pt x="90728" y="36652"/>
                  </a:lnTo>
                  <a:lnTo>
                    <a:pt x="90728" y="36156"/>
                  </a:lnTo>
                  <a:lnTo>
                    <a:pt x="90728" y="17602"/>
                  </a:lnTo>
                  <a:close/>
                </a:path>
                <a:path w="148590" h="191134">
                  <a:moveTo>
                    <a:pt x="148577" y="0"/>
                  </a:moveTo>
                  <a:lnTo>
                    <a:pt x="124942" y="0"/>
                  </a:lnTo>
                  <a:lnTo>
                    <a:pt x="124942" y="190842"/>
                  </a:lnTo>
                  <a:lnTo>
                    <a:pt x="148577" y="190842"/>
                  </a:lnTo>
                  <a:lnTo>
                    <a:pt x="148577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4410285" y="7646836"/>
              <a:ext cx="159464" cy="190403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4597633" y="7646836"/>
              <a:ext cx="346513" cy="190403"/>
            </a:xfrm>
            <a:prstGeom prst="rect">
              <a:avLst/>
            </a:prstGeom>
          </p:spPr>
        </p:pic>
      </p:grpSp>
      <p:grpSp>
        <p:nvGrpSpPr>
          <p:cNvPr id="124" name="object 124"/>
          <p:cNvGrpSpPr/>
          <p:nvPr/>
        </p:nvGrpSpPr>
        <p:grpSpPr>
          <a:xfrm>
            <a:off x="15022027" y="7646836"/>
            <a:ext cx="734695" cy="190500"/>
            <a:chOff x="15022027" y="7646836"/>
            <a:chExt cx="734695" cy="190500"/>
          </a:xfrm>
        </p:grpSpPr>
        <p:pic>
          <p:nvPicPr>
            <p:cNvPr id="125" name="object 12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5022027" y="7646836"/>
              <a:ext cx="346290" cy="190403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5391353" y="7646836"/>
              <a:ext cx="364928" cy="190403"/>
            </a:xfrm>
            <a:prstGeom prst="rect">
              <a:avLst/>
            </a:prstGeom>
          </p:spPr>
        </p:pic>
      </p:grpSp>
      <p:sp>
        <p:nvSpPr>
          <p:cNvPr id="127" name="object 127"/>
          <p:cNvSpPr/>
          <p:nvPr/>
        </p:nvSpPr>
        <p:spPr>
          <a:xfrm>
            <a:off x="689352" y="762996"/>
            <a:ext cx="368300" cy="465455"/>
          </a:xfrm>
          <a:custGeom>
            <a:avLst/>
            <a:gdLst/>
            <a:ahLst/>
            <a:cxnLst/>
            <a:rect l="l" t="t" r="r" b="b"/>
            <a:pathLst>
              <a:path w="368300" h="465455">
                <a:moveTo>
                  <a:pt x="183843" y="0"/>
                </a:moveTo>
                <a:lnTo>
                  <a:pt x="137685" y="5080"/>
                </a:lnTo>
                <a:lnTo>
                  <a:pt x="97455" y="20080"/>
                </a:lnTo>
                <a:lnTo>
                  <a:pt x="63574" y="44634"/>
                </a:lnTo>
                <a:lnTo>
                  <a:pt x="36466" y="78379"/>
                </a:lnTo>
                <a:lnTo>
                  <a:pt x="16552" y="120949"/>
                </a:lnTo>
                <a:lnTo>
                  <a:pt x="4256" y="171980"/>
                </a:lnTo>
                <a:lnTo>
                  <a:pt x="0" y="231108"/>
                </a:lnTo>
                <a:lnTo>
                  <a:pt x="4021" y="290508"/>
                </a:lnTo>
                <a:lnTo>
                  <a:pt x="16181" y="341942"/>
                </a:lnTo>
                <a:lnTo>
                  <a:pt x="36044" y="384988"/>
                </a:lnTo>
                <a:lnTo>
                  <a:pt x="63175" y="419223"/>
                </a:lnTo>
                <a:lnTo>
                  <a:pt x="97142" y="444226"/>
                </a:lnTo>
                <a:lnTo>
                  <a:pt x="137509" y="459575"/>
                </a:lnTo>
                <a:lnTo>
                  <a:pt x="183843" y="464848"/>
                </a:lnTo>
                <a:lnTo>
                  <a:pt x="230082" y="459667"/>
                </a:lnTo>
                <a:lnTo>
                  <a:pt x="270367" y="444399"/>
                </a:lnTo>
                <a:lnTo>
                  <a:pt x="304275" y="419453"/>
                </a:lnTo>
                <a:lnTo>
                  <a:pt x="329810" y="387227"/>
                </a:lnTo>
                <a:lnTo>
                  <a:pt x="183843" y="387227"/>
                </a:lnTo>
                <a:lnTo>
                  <a:pt x="147855" y="377449"/>
                </a:lnTo>
                <a:lnTo>
                  <a:pt x="120381" y="348142"/>
                </a:lnTo>
                <a:lnTo>
                  <a:pt x="102887" y="299348"/>
                </a:lnTo>
                <a:lnTo>
                  <a:pt x="96841" y="231108"/>
                </a:lnTo>
                <a:lnTo>
                  <a:pt x="103107" y="163697"/>
                </a:lnTo>
                <a:lnTo>
                  <a:pt x="120632" y="115444"/>
                </a:lnTo>
                <a:lnTo>
                  <a:pt x="148013" y="86432"/>
                </a:lnTo>
                <a:lnTo>
                  <a:pt x="183843" y="76743"/>
                </a:lnTo>
                <a:lnTo>
                  <a:pt x="329944" y="76743"/>
                </a:lnTo>
                <a:lnTo>
                  <a:pt x="304251" y="44772"/>
                </a:lnTo>
                <a:lnTo>
                  <a:pt x="270308" y="20157"/>
                </a:lnTo>
                <a:lnTo>
                  <a:pt x="230023" y="5103"/>
                </a:lnTo>
                <a:lnTo>
                  <a:pt x="183843" y="0"/>
                </a:lnTo>
                <a:close/>
              </a:path>
              <a:path w="368300" h="465455">
                <a:moveTo>
                  <a:pt x="329944" y="76743"/>
                </a:moveTo>
                <a:lnTo>
                  <a:pt x="183843" y="76743"/>
                </a:lnTo>
                <a:lnTo>
                  <a:pt x="219672" y="86432"/>
                </a:lnTo>
                <a:lnTo>
                  <a:pt x="247052" y="115444"/>
                </a:lnTo>
                <a:lnTo>
                  <a:pt x="264578" y="163697"/>
                </a:lnTo>
                <a:lnTo>
                  <a:pt x="270844" y="231108"/>
                </a:lnTo>
                <a:lnTo>
                  <a:pt x="264704" y="299348"/>
                </a:lnTo>
                <a:lnTo>
                  <a:pt x="247220" y="348142"/>
                </a:lnTo>
                <a:lnTo>
                  <a:pt x="219798" y="377449"/>
                </a:lnTo>
                <a:lnTo>
                  <a:pt x="183843" y="387227"/>
                </a:lnTo>
                <a:lnTo>
                  <a:pt x="329810" y="387227"/>
                </a:lnTo>
                <a:lnTo>
                  <a:pt x="331383" y="385241"/>
                </a:lnTo>
                <a:lnTo>
                  <a:pt x="351269" y="342173"/>
                </a:lnTo>
                <a:lnTo>
                  <a:pt x="363511" y="290658"/>
                </a:lnTo>
                <a:lnTo>
                  <a:pt x="367686" y="231108"/>
                </a:lnTo>
                <a:lnTo>
                  <a:pt x="363570" y="172118"/>
                </a:lnTo>
                <a:lnTo>
                  <a:pt x="351328" y="121140"/>
                </a:lnTo>
                <a:lnTo>
                  <a:pt x="331407" y="78563"/>
                </a:lnTo>
                <a:lnTo>
                  <a:pt x="329944" y="7674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110724" y="769136"/>
            <a:ext cx="203200" cy="449580"/>
          </a:xfrm>
          <a:custGeom>
            <a:avLst/>
            <a:gdLst/>
            <a:ahLst/>
            <a:cxnLst/>
            <a:rect l="l" t="t" r="r" b="b"/>
            <a:pathLst>
              <a:path w="203200" h="449580">
                <a:moveTo>
                  <a:pt x="203077" y="0"/>
                </a:moveTo>
                <a:lnTo>
                  <a:pt x="113392" y="0"/>
                </a:lnTo>
                <a:lnTo>
                  <a:pt x="0" y="70603"/>
                </a:lnTo>
                <a:lnTo>
                  <a:pt x="0" y="153487"/>
                </a:lnTo>
                <a:lnTo>
                  <a:pt x="105117" y="88803"/>
                </a:lnTo>
                <a:lnTo>
                  <a:pt x="107800" y="88803"/>
                </a:lnTo>
                <a:lnTo>
                  <a:pt x="107800" y="449060"/>
                </a:lnTo>
                <a:lnTo>
                  <a:pt x="203077" y="449060"/>
                </a:lnTo>
                <a:lnTo>
                  <a:pt x="203077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9" name="object 129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415796" y="1119965"/>
            <a:ext cx="106235" cy="103713"/>
          </a:xfrm>
          <a:prstGeom prst="rect">
            <a:avLst/>
          </a:prstGeom>
        </p:spPr>
      </p:pic>
      <p:sp>
        <p:nvSpPr>
          <p:cNvPr id="130" name="object 130"/>
          <p:cNvSpPr/>
          <p:nvPr/>
        </p:nvSpPr>
        <p:spPr>
          <a:xfrm>
            <a:off x="1934984" y="790752"/>
            <a:ext cx="383540" cy="260350"/>
          </a:xfrm>
          <a:custGeom>
            <a:avLst/>
            <a:gdLst/>
            <a:ahLst/>
            <a:cxnLst/>
            <a:rect l="l" t="t" r="r" b="b"/>
            <a:pathLst>
              <a:path w="383539" h="260350">
                <a:moveTo>
                  <a:pt x="383235" y="0"/>
                </a:moveTo>
                <a:lnTo>
                  <a:pt x="248056" y="0"/>
                </a:lnTo>
                <a:lnTo>
                  <a:pt x="248056" y="50126"/>
                </a:lnTo>
                <a:lnTo>
                  <a:pt x="248056" y="210566"/>
                </a:lnTo>
                <a:lnTo>
                  <a:pt x="134785" y="210566"/>
                </a:lnTo>
                <a:lnTo>
                  <a:pt x="134785" y="50126"/>
                </a:lnTo>
                <a:lnTo>
                  <a:pt x="248056" y="50126"/>
                </a:lnTo>
                <a:lnTo>
                  <a:pt x="248056" y="0"/>
                </a:lnTo>
                <a:lnTo>
                  <a:pt x="0" y="0"/>
                </a:lnTo>
                <a:lnTo>
                  <a:pt x="0" y="50126"/>
                </a:lnTo>
                <a:lnTo>
                  <a:pt x="73012" y="50126"/>
                </a:lnTo>
                <a:lnTo>
                  <a:pt x="73012" y="210566"/>
                </a:lnTo>
                <a:lnTo>
                  <a:pt x="1574" y="210566"/>
                </a:lnTo>
                <a:lnTo>
                  <a:pt x="1574" y="259905"/>
                </a:lnTo>
                <a:lnTo>
                  <a:pt x="381266" y="259905"/>
                </a:lnTo>
                <a:lnTo>
                  <a:pt x="381266" y="210566"/>
                </a:lnTo>
                <a:lnTo>
                  <a:pt x="309232" y="210566"/>
                </a:lnTo>
                <a:lnTo>
                  <a:pt x="309232" y="50126"/>
                </a:lnTo>
                <a:lnTo>
                  <a:pt x="383235" y="50126"/>
                </a:lnTo>
                <a:lnTo>
                  <a:pt x="383235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897291" y="744181"/>
            <a:ext cx="1397000" cy="504190"/>
          </a:xfrm>
          <a:custGeom>
            <a:avLst/>
            <a:gdLst/>
            <a:ahLst/>
            <a:cxnLst/>
            <a:rect l="l" t="t" r="r" b="b"/>
            <a:pathLst>
              <a:path w="1397000" h="504190">
                <a:moveTo>
                  <a:pt x="461187" y="391528"/>
                </a:moveTo>
                <a:lnTo>
                  <a:pt x="0" y="391528"/>
                </a:lnTo>
                <a:lnTo>
                  <a:pt x="0" y="443420"/>
                </a:lnTo>
                <a:lnTo>
                  <a:pt x="461187" y="443420"/>
                </a:lnTo>
                <a:lnTo>
                  <a:pt x="461187" y="391528"/>
                </a:lnTo>
                <a:close/>
              </a:path>
              <a:path w="1397000" h="504190">
                <a:moveTo>
                  <a:pt x="943902" y="395008"/>
                </a:moveTo>
                <a:lnTo>
                  <a:pt x="743000" y="395008"/>
                </a:lnTo>
                <a:lnTo>
                  <a:pt x="743000" y="312458"/>
                </a:lnTo>
                <a:lnTo>
                  <a:pt x="900874" y="312458"/>
                </a:lnTo>
                <a:lnTo>
                  <a:pt x="900874" y="261658"/>
                </a:lnTo>
                <a:lnTo>
                  <a:pt x="599338" y="261658"/>
                </a:lnTo>
                <a:lnTo>
                  <a:pt x="599338" y="196888"/>
                </a:lnTo>
                <a:lnTo>
                  <a:pt x="889228" y="196888"/>
                </a:lnTo>
                <a:lnTo>
                  <a:pt x="889228" y="147358"/>
                </a:lnTo>
                <a:lnTo>
                  <a:pt x="889228" y="83858"/>
                </a:lnTo>
                <a:lnTo>
                  <a:pt x="889228" y="34328"/>
                </a:lnTo>
                <a:lnTo>
                  <a:pt x="536587" y="34328"/>
                </a:lnTo>
                <a:lnTo>
                  <a:pt x="536587" y="83858"/>
                </a:lnTo>
                <a:lnTo>
                  <a:pt x="827862" y="83858"/>
                </a:lnTo>
                <a:lnTo>
                  <a:pt x="827862" y="147358"/>
                </a:lnTo>
                <a:lnTo>
                  <a:pt x="537375" y="147358"/>
                </a:lnTo>
                <a:lnTo>
                  <a:pt x="537375" y="196888"/>
                </a:lnTo>
                <a:lnTo>
                  <a:pt x="537375" y="261658"/>
                </a:lnTo>
                <a:lnTo>
                  <a:pt x="537375" y="312458"/>
                </a:lnTo>
                <a:lnTo>
                  <a:pt x="681431" y="312458"/>
                </a:lnTo>
                <a:lnTo>
                  <a:pt x="681431" y="395008"/>
                </a:lnTo>
                <a:lnTo>
                  <a:pt x="482714" y="395008"/>
                </a:lnTo>
                <a:lnTo>
                  <a:pt x="482714" y="445808"/>
                </a:lnTo>
                <a:lnTo>
                  <a:pt x="943902" y="445808"/>
                </a:lnTo>
                <a:lnTo>
                  <a:pt x="943902" y="395008"/>
                </a:lnTo>
                <a:close/>
              </a:path>
              <a:path w="1397000" h="504190">
                <a:moveTo>
                  <a:pt x="1215656" y="242328"/>
                </a:moveTo>
                <a:lnTo>
                  <a:pt x="1173657" y="218211"/>
                </a:lnTo>
                <a:lnTo>
                  <a:pt x="1144193" y="185915"/>
                </a:lnTo>
                <a:lnTo>
                  <a:pt x="1126820" y="148336"/>
                </a:lnTo>
                <a:lnTo>
                  <a:pt x="1121130" y="108343"/>
                </a:lnTo>
                <a:lnTo>
                  <a:pt x="1121130" y="88214"/>
                </a:lnTo>
                <a:lnTo>
                  <a:pt x="1201051" y="88214"/>
                </a:lnTo>
                <a:lnTo>
                  <a:pt x="1201051" y="38277"/>
                </a:lnTo>
                <a:lnTo>
                  <a:pt x="976083" y="38277"/>
                </a:lnTo>
                <a:lnTo>
                  <a:pt x="976083" y="88214"/>
                </a:lnTo>
                <a:lnTo>
                  <a:pt x="1060932" y="88214"/>
                </a:lnTo>
                <a:lnTo>
                  <a:pt x="1060881" y="108343"/>
                </a:lnTo>
                <a:lnTo>
                  <a:pt x="1054912" y="150939"/>
                </a:lnTo>
                <a:lnTo>
                  <a:pt x="1036561" y="191516"/>
                </a:lnTo>
                <a:lnTo>
                  <a:pt x="1005484" y="226326"/>
                </a:lnTo>
                <a:lnTo>
                  <a:pt x="961275" y="252006"/>
                </a:lnTo>
                <a:lnTo>
                  <a:pt x="994041" y="300939"/>
                </a:lnTo>
                <a:lnTo>
                  <a:pt x="1026922" y="283298"/>
                </a:lnTo>
                <a:lnTo>
                  <a:pt x="1054074" y="260248"/>
                </a:lnTo>
                <a:lnTo>
                  <a:pt x="1075677" y="232676"/>
                </a:lnTo>
                <a:lnTo>
                  <a:pt x="1091920" y="201485"/>
                </a:lnTo>
                <a:lnTo>
                  <a:pt x="1107490" y="229260"/>
                </a:lnTo>
                <a:lnTo>
                  <a:pt x="1127937" y="253784"/>
                </a:lnTo>
                <a:lnTo>
                  <a:pt x="1153414" y="274307"/>
                </a:lnTo>
                <a:lnTo>
                  <a:pt x="1184071" y="290093"/>
                </a:lnTo>
                <a:lnTo>
                  <a:pt x="1215656" y="242328"/>
                </a:lnTo>
                <a:close/>
              </a:path>
              <a:path w="1397000" h="504190">
                <a:moveTo>
                  <a:pt x="1297355" y="10464"/>
                </a:moveTo>
                <a:lnTo>
                  <a:pt x="1238351" y="10464"/>
                </a:lnTo>
                <a:lnTo>
                  <a:pt x="1238351" y="126301"/>
                </a:lnTo>
                <a:lnTo>
                  <a:pt x="1175194" y="126301"/>
                </a:lnTo>
                <a:lnTo>
                  <a:pt x="1175194" y="177012"/>
                </a:lnTo>
                <a:lnTo>
                  <a:pt x="1238351" y="177012"/>
                </a:lnTo>
                <a:lnTo>
                  <a:pt x="1238351" y="304304"/>
                </a:lnTo>
                <a:lnTo>
                  <a:pt x="1297355" y="304304"/>
                </a:lnTo>
                <a:lnTo>
                  <a:pt x="1297355" y="10464"/>
                </a:lnTo>
                <a:close/>
              </a:path>
              <a:path w="1397000" h="504190">
                <a:moveTo>
                  <a:pt x="1396809" y="327190"/>
                </a:moveTo>
                <a:lnTo>
                  <a:pt x="1051267" y="327190"/>
                </a:lnTo>
                <a:lnTo>
                  <a:pt x="1051267" y="376923"/>
                </a:lnTo>
                <a:lnTo>
                  <a:pt x="1335049" y="376923"/>
                </a:lnTo>
                <a:lnTo>
                  <a:pt x="1335049" y="504012"/>
                </a:lnTo>
                <a:lnTo>
                  <a:pt x="1396809" y="504012"/>
                </a:lnTo>
                <a:lnTo>
                  <a:pt x="1396809" y="327190"/>
                </a:lnTo>
                <a:close/>
              </a:path>
              <a:path w="1397000" h="504190">
                <a:moveTo>
                  <a:pt x="1396809" y="0"/>
                </a:moveTo>
                <a:lnTo>
                  <a:pt x="1337805" y="0"/>
                </a:lnTo>
                <a:lnTo>
                  <a:pt x="1337805" y="307454"/>
                </a:lnTo>
                <a:lnTo>
                  <a:pt x="1396809" y="307454"/>
                </a:lnTo>
                <a:lnTo>
                  <a:pt x="1396809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3401669" y="783589"/>
            <a:ext cx="354330" cy="274320"/>
          </a:xfrm>
          <a:custGeom>
            <a:avLst/>
            <a:gdLst/>
            <a:ahLst/>
            <a:cxnLst/>
            <a:rect l="l" t="t" r="r" b="b"/>
            <a:pathLst>
              <a:path w="354329" h="274319">
                <a:moveTo>
                  <a:pt x="353834" y="224790"/>
                </a:moveTo>
                <a:lnTo>
                  <a:pt x="62953" y="224790"/>
                </a:lnTo>
                <a:lnTo>
                  <a:pt x="62953" y="160020"/>
                </a:lnTo>
                <a:lnTo>
                  <a:pt x="337845" y="160020"/>
                </a:lnTo>
                <a:lnTo>
                  <a:pt x="337845" y="110490"/>
                </a:lnTo>
                <a:lnTo>
                  <a:pt x="62953" y="110490"/>
                </a:lnTo>
                <a:lnTo>
                  <a:pt x="62953" y="50800"/>
                </a:lnTo>
                <a:lnTo>
                  <a:pt x="349288" y="50800"/>
                </a:lnTo>
                <a:lnTo>
                  <a:pt x="349288" y="0"/>
                </a:lnTo>
                <a:lnTo>
                  <a:pt x="0" y="0"/>
                </a:lnTo>
                <a:lnTo>
                  <a:pt x="0" y="50800"/>
                </a:lnTo>
                <a:lnTo>
                  <a:pt x="0" y="110490"/>
                </a:lnTo>
                <a:lnTo>
                  <a:pt x="0" y="160020"/>
                </a:lnTo>
                <a:lnTo>
                  <a:pt x="0" y="224790"/>
                </a:lnTo>
                <a:lnTo>
                  <a:pt x="0" y="274320"/>
                </a:lnTo>
                <a:lnTo>
                  <a:pt x="353834" y="274320"/>
                </a:lnTo>
                <a:lnTo>
                  <a:pt x="353834" y="22479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345433" y="1136489"/>
            <a:ext cx="461645" cy="50800"/>
          </a:xfrm>
          <a:custGeom>
            <a:avLst/>
            <a:gdLst/>
            <a:ahLst/>
            <a:cxnLst/>
            <a:rect l="l" t="t" r="r" b="b"/>
            <a:pathLst>
              <a:path w="461645" h="50800">
                <a:moveTo>
                  <a:pt x="461186" y="0"/>
                </a:moveTo>
                <a:lnTo>
                  <a:pt x="0" y="0"/>
                </a:lnTo>
                <a:lnTo>
                  <a:pt x="0" y="50716"/>
                </a:lnTo>
                <a:lnTo>
                  <a:pt x="461186" y="50716"/>
                </a:lnTo>
                <a:lnTo>
                  <a:pt x="461186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4328004" y="989864"/>
            <a:ext cx="59690" cy="258445"/>
          </a:xfrm>
          <a:custGeom>
            <a:avLst/>
            <a:gdLst/>
            <a:ahLst/>
            <a:cxnLst/>
            <a:rect l="l" t="t" r="r" b="b"/>
            <a:pathLst>
              <a:path w="59689" h="258444">
                <a:moveTo>
                  <a:pt x="59597" y="0"/>
                </a:moveTo>
                <a:lnTo>
                  <a:pt x="0" y="0"/>
                </a:lnTo>
                <a:lnTo>
                  <a:pt x="0" y="258319"/>
                </a:lnTo>
                <a:lnTo>
                  <a:pt x="59597" y="258319"/>
                </a:lnTo>
                <a:lnTo>
                  <a:pt x="59597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215511" y="744181"/>
            <a:ext cx="172085" cy="480695"/>
          </a:xfrm>
          <a:custGeom>
            <a:avLst/>
            <a:gdLst/>
            <a:ahLst/>
            <a:cxnLst/>
            <a:rect l="l" t="t" r="r" b="b"/>
            <a:pathLst>
              <a:path w="172085" h="480694">
                <a:moveTo>
                  <a:pt x="172085" y="0"/>
                </a:moveTo>
                <a:lnTo>
                  <a:pt x="112483" y="0"/>
                </a:lnTo>
                <a:lnTo>
                  <a:pt x="112483" y="194348"/>
                </a:lnTo>
                <a:lnTo>
                  <a:pt x="58813" y="194348"/>
                </a:lnTo>
                <a:lnTo>
                  <a:pt x="58813" y="8928"/>
                </a:lnTo>
                <a:lnTo>
                  <a:pt x="0" y="8928"/>
                </a:lnTo>
                <a:lnTo>
                  <a:pt x="0" y="194348"/>
                </a:lnTo>
                <a:lnTo>
                  <a:pt x="0" y="245148"/>
                </a:lnTo>
                <a:lnTo>
                  <a:pt x="0" y="480098"/>
                </a:lnTo>
                <a:lnTo>
                  <a:pt x="58813" y="480098"/>
                </a:lnTo>
                <a:lnTo>
                  <a:pt x="58813" y="245148"/>
                </a:lnTo>
                <a:lnTo>
                  <a:pt x="172085" y="245148"/>
                </a:lnTo>
                <a:lnTo>
                  <a:pt x="172085" y="194779"/>
                </a:lnTo>
                <a:lnTo>
                  <a:pt x="172085" y="194348"/>
                </a:lnTo>
                <a:lnTo>
                  <a:pt x="172085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968051" y="789939"/>
            <a:ext cx="198755" cy="336550"/>
          </a:xfrm>
          <a:custGeom>
            <a:avLst/>
            <a:gdLst/>
            <a:ahLst/>
            <a:cxnLst/>
            <a:rect l="l" t="t" r="r" b="b"/>
            <a:pathLst>
              <a:path w="198754" h="336550">
                <a:moveTo>
                  <a:pt x="198323" y="215"/>
                </a:moveTo>
                <a:lnTo>
                  <a:pt x="140893" y="215"/>
                </a:lnTo>
                <a:lnTo>
                  <a:pt x="140893" y="116840"/>
                </a:lnTo>
                <a:lnTo>
                  <a:pt x="140893" y="166370"/>
                </a:lnTo>
                <a:lnTo>
                  <a:pt x="140893" y="285750"/>
                </a:lnTo>
                <a:lnTo>
                  <a:pt x="58610" y="285750"/>
                </a:lnTo>
                <a:lnTo>
                  <a:pt x="58610" y="166370"/>
                </a:lnTo>
                <a:lnTo>
                  <a:pt x="140893" y="166370"/>
                </a:lnTo>
                <a:lnTo>
                  <a:pt x="140893" y="116840"/>
                </a:lnTo>
                <a:lnTo>
                  <a:pt x="58610" y="116840"/>
                </a:lnTo>
                <a:lnTo>
                  <a:pt x="58610" y="0"/>
                </a:lnTo>
                <a:lnTo>
                  <a:pt x="0" y="0"/>
                </a:lnTo>
                <a:lnTo>
                  <a:pt x="0" y="116840"/>
                </a:lnTo>
                <a:lnTo>
                  <a:pt x="0" y="166370"/>
                </a:lnTo>
                <a:lnTo>
                  <a:pt x="0" y="285750"/>
                </a:lnTo>
                <a:lnTo>
                  <a:pt x="0" y="336550"/>
                </a:lnTo>
                <a:lnTo>
                  <a:pt x="198323" y="336550"/>
                </a:lnTo>
                <a:lnTo>
                  <a:pt x="198323" y="116840"/>
                </a:lnTo>
                <a:lnTo>
                  <a:pt x="198323" y="21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440307" y="744569"/>
            <a:ext cx="421005" cy="501650"/>
          </a:xfrm>
          <a:custGeom>
            <a:avLst/>
            <a:gdLst/>
            <a:ahLst/>
            <a:cxnLst/>
            <a:rect l="l" t="t" r="r" b="b"/>
            <a:pathLst>
              <a:path w="421004" h="501650">
                <a:moveTo>
                  <a:pt x="250425" y="300353"/>
                </a:moveTo>
                <a:lnTo>
                  <a:pt x="192904" y="304828"/>
                </a:lnTo>
                <a:lnTo>
                  <a:pt x="145472" y="317782"/>
                </a:lnTo>
                <a:lnTo>
                  <a:pt x="109690" y="338503"/>
                </a:lnTo>
                <a:lnTo>
                  <a:pt x="79331" y="400405"/>
                </a:lnTo>
                <a:lnTo>
                  <a:pt x="87122" y="434782"/>
                </a:lnTo>
                <a:lnTo>
                  <a:pt x="109690" y="462812"/>
                </a:lnTo>
                <a:lnTo>
                  <a:pt x="145472" y="483738"/>
                </a:lnTo>
                <a:lnTo>
                  <a:pt x="192904" y="496802"/>
                </a:lnTo>
                <a:lnTo>
                  <a:pt x="250425" y="501246"/>
                </a:lnTo>
                <a:lnTo>
                  <a:pt x="307372" y="496802"/>
                </a:lnTo>
                <a:lnTo>
                  <a:pt x="354476" y="483738"/>
                </a:lnTo>
                <a:lnTo>
                  <a:pt x="390138" y="462812"/>
                </a:lnTo>
                <a:lnTo>
                  <a:pt x="398934" y="451911"/>
                </a:lnTo>
                <a:lnTo>
                  <a:pt x="250425" y="451911"/>
                </a:lnTo>
                <a:lnTo>
                  <a:pt x="204707" y="448553"/>
                </a:lnTo>
                <a:lnTo>
                  <a:pt x="170330" y="438664"/>
                </a:lnTo>
                <a:lnTo>
                  <a:pt x="148718" y="422523"/>
                </a:lnTo>
                <a:lnTo>
                  <a:pt x="141296" y="400405"/>
                </a:lnTo>
                <a:lnTo>
                  <a:pt x="148718" y="378262"/>
                </a:lnTo>
                <a:lnTo>
                  <a:pt x="170330" y="362096"/>
                </a:lnTo>
                <a:lnTo>
                  <a:pt x="204707" y="352257"/>
                </a:lnTo>
                <a:lnTo>
                  <a:pt x="250425" y="349096"/>
                </a:lnTo>
                <a:lnTo>
                  <a:pt x="398764" y="349096"/>
                </a:lnTo>
                <a:lnTo>
                  <a:pt x="390138" y="338503"/>
                </a:lnTo>
                <a:lnTo>
                  <a:pt x="354476" y="317782"/>
                </a:lnTo>
                <a:lnTo>
                  <a:pt x="307372" y="304828"/>
                </a:lnTo>
                <a:lnTo>
                  <a:pt x="250425" y="300353"/>
                </a:lnTo>
                <a:close/>
              </a:path>
              <a:path w="421004" h="501650">
                <a:moveTo>
                  <a:pt x="398764" y="349096"/>
                </a:moveTo>
                <a:lnTo>
                  <a:pt x="250425" y="349096"/>
                </a:lnTo>
                <a:lnTo>
                  <a:pt x="295438" y="352257"/>
                </a:lnTo>
                <a:lnTo>
                  <a:pt x="329461" y="362096"/>
                </a:lnTo>
                <a:lnTo>
                  <a:pt x="351051" y="378262"/>
                </a:lnTo>
                <a:lnTo>
                  <a:pt x="358766" y="400405"/>
                </a:lnTo>
                <a:lnTo>
                  <a:pt x="351051" y="422523"/>
                </a:lnTo>
                <a:lnTo>
                  <a:pt x="329461" y="438664"/>
                </a:lnTo>
                <a:lnTo>
                  <a:pt x="295438" y="448553"/>
                </a:lnTo>
                <a:lnTo>
                  <a:pt x="250425" y="451911"/>
                </a:lnTo>
                <a:lnTo>
                  <a:pt x="398934" y="451911"/>
                </a:lnTo>
                <a:lnTo>
                  <a:pt x="412757" y="434782"/>
                </a:lnTo>
                <a:lnTo>
                  <a:pt x="420731" y="400405"/>
                </a:lnTo>
                <a:lnTo>
                  <a:pt x="412757" y="366281"/>
                </a:lnTo>
                <a:lnTo>
                  <a:pt x="398764" y="349096"/>
                </a:lnTo>
                <a:close/>
              </a:path>
              <a:path w="421004" h="501650">
                <a:moveTo>
                  <a:pt x="258122" y="34929"/>
                </a:moveTo>
                <a:lnTo>
                  <a:pt x="26641" y="34929"/>
                </a:lnTo>
                <a:lnTo>
                  <a:pt x="26641" y="85448"/>
                </a:lnTo>
                <a:lnTo>
                  <a:pt x="190631" y="85448"/>
                </a:lnTo>
                <a:lnTo>
                  <a:pt x="181266" y="121619"/>
                </a:lnTo>
                <a:lnTo>
                  <a:pt x="135795" y="184982"/>
                </a:lnTo>
                <a:lnTo>
                  <a:pt x="99591" y="211483"/>
                </a:lnTo>
                <a:lnTo>
                  <a:pt x="54342" y="234071"/>
                </a:lnTo>
                <a:lnTo>
                  <a:pt x="0" y="252399"/>
                </a:lnTo>
                <a:lnTo>
                  <a:pt x="24667" y="301339"/>
                </a:lnTo>
                <a:lnTo>
                  <a:pt x="76590" y="283915"/>
                </a:lnTo>
                <a:lnTo>
                  <a:pt x="122329" y="262259"/>
                </a:lnTo>
                <a:lnTo>
                  <a:pt x="161721" y="236414"/>
                </a:lnTo>
                <a:lnTo>
                  <a:pt x="194600" y="206426"/>
                </a:lnTo>
                <a:lnTo>
                  <a:pt x="220802" y="172337"/>
                </a:lnTo>
                <a:lnTo>
                  <a:pt x="240164" y="134191"/>
                </a:lnTo>
                <a:lnTo>
                  <a:pt x="417376" y="134191"/>
                </a:lnTo>
                <a:lnTo>
                  <a:pt x="417376" y="85054"/>
                </a:lnTo>
                <a:lnTo>
                  <a:pt x="253978" y="85054"/>
                </a:lnTo>
                <a:lnTo>
                  <a:pt x="255791" y="72948"/>
                </a:lnTo>
                <a:lnTo>
                  <a:pt x="257086" y="60583"/>
                </a:lnTo>
                <a:lnTo>
                  <a:pt x="257863" y="47923"/>
                </a:lnTo>
                <a:lnTo>
                  <a:pt x="258122" y="34929"/>
                </a:lnTo>
                <a:close/>
              </a:path>
              <a:path w="421004" h="501650">
                <a:moveTo>
                  <a:pt x="417376" y="134191"/>
                </a:moveTo>
                <a:lnTo>
                  <a:pt x="355411" y="134191"/>
                </a:lnTo>
                <a:lnTo>
                  <a:pt x="355411" y="188855"/>
                </a:lnTo>
                <a:lnTo>
                  <a:pt x="235230" y="188855"/>
                </a:lnTo>
                <a:lnTo>
                  <a:pt x="235230" y="238980"/>
                </a:lnTo>
                <a:lnTo>
                  <a:pt x="355411" y="238980"/>
                </a:lnTo>
                <a:lnTo>
                  <a:pt x="355411" y="294630"/>
                </a:lnTo>
                <a:lnTo>
                  <a:pt x="417376" y="294630"/>
                </a:lnTo>
                <a:lnTo>
                  <a:pt x="417376" y="134191"/>
                </a:lnTo>
                <a:close/>
              </a:path>
              <a:path w="421004" h="501650">
                <a:moveTo>
                  <a:pt x="417376" y="0"/>
                </a:moveTo>
                <a:lnTo>
                  <a:pt x="355411" y="0"/>
                </a:lnTo>
                <a:lnTo>
                  <a:pt x="355411" y="85054"/>
                </a:lnTo>
                <a:lnTo>
                  <a:pt x="417376" y="85054"/>
                </a:lnTo>
                <a:lnTo>
                  <a:pt x="417376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068035" y="744175"/>
            <a:ext cx="422909" cy="502920"/>
          </a:xfrm>
          <a:custGeom>
            <a:avLst/>
            <a:gdLst/>
            <a:ahLst/>
            <a:cxnLst/>
            <a:rect l="l" t="t" r="r" b="b"/>
            <a:pathLst>
              <a:path w="422910" h="502919">
                <a:moveTo>
                  <a:pt x="259503" y="363502"/>
                </a:moveTo>
                <a:lnTo>
                  <a:pt x="194381" y="363502"/>
                </a:lnTo>
                <a:lnTo>
                  <a:pt x="179907" y="393550"/>
                </a:lnTo>
                <a:lnTo>
                  <a:pt x="146377" y="421249"/>
                </a:lnTo>
                <a:lnTo>
                  <a:pt x="95753" y="443064"/>
                </a:lnTo>
                <a:lnTo>
                  <a:pt x="29995" y="455463"/>
                </a:lnTo>
                <a:lnTo>
                  <a:pt x="51308" y="502825"/>
                </a:lnTo>
                <a:lnTo>
                  <a:pt x="109058" y="492039"/>
                </a:lnTo>
                <a:lnTo>
                  <a:pt x="158391" y="473964"/>
                </a:lnTo>
                <a:lnTo>
                  <a:pt x="198139" y="449598"/>
                </a:lnTo>
                <a:lnTo>
                  <a:pt x="227139" y="419941"/>
                </a:lnTo>
                <a:lnTo>
                  <a:pt x="306466" y="419941"/>
                </a:lnTo>
                <a:lnTo>
                  <a:pt x="273848" y="392967"/>
                </a:lnTo>
                <a:lnTo>
                  <a:pt x="259503" y="363502"/>
                </a:lnTo>
                <a:close/>
              </a:path>
              <a:path w="422910" h="502919">
                <a:moveTo>
                  <a:pt x="306466" y="419941"/>
                </a:moveTo>
                <a:lnTo>
                  <a:pt x="227139" y="419941"/>
                </a:lnTo>
                <a:lnTo>
                  <a:pt x="255899" y="449404"/>
                </a:lnTo>
                <a:lnTo>
                  <a:pt x="295296" y="473890"/>
                </a:lnTo>
                <a:lnTo>
                  <a:pt x="344277" y="492122"/>
                </a:lnTo>
                <a:lnTo>
                  <a:pt x="401786" y="502825"/>
                </a:lnTo>
                <a:lnTo>
                  <a:pt x="422705" y="455463"/>
                </a:lnTo>
                <a:lnTo>
                  <a:pt x="357298" y="442426"/>
                </a:lnTo>
                <a:lnTo>
                  <a:pt x="307063" y="420435"/>
                </a:lnTo>
                <a:lnTo>
                  <a:pt x="306466" y="419941"/>
                </a:lnTo>
                <a:close/>
              </a:path>
              <a:path w="422910" h="502919">
                <a:moveTo>
                  <a:pt x="403760" y="317127"/>
                </a:moveTo>
                <a:lnTo>
                  <a:pt x="50519" y="317127"/>
                </a:lnTo>
                <a:lnTo>
                  <a:pt x="50519" y="363502"/>
                </a:lnTo>
                <a:lnTo>
                  <a:pt x="403760" y="363502"/>
                </a:lnTo>
                <a:lnTo>
                  <a:pt x="403760" y="317127"/>
                </a:lnTo>
                <a:close/>
              </a:path>
              <a:path w="422910" h="502919">
                <a:moveTo>
                  <a:pt x="257924" y="272725"/>
                </a:moveTo>
                <a:lnTo>
                  <a:pt x="195762" y="272725"/>
                </a:lnTo>
                <a:lnTo>
                  <a:pt x="195762" y="317127"/>
                </a:lnTo>
                <a:lnTo>
                  <a:pt x="257924" y="317127"/>
                </a:lnTo>
                <a:lnTo>
                  <a:pt x="257924" y="272725"/>
                </a:lnTo>
                <a:close/>
              </a:path>
              <a:path w="422910" h="502919">
                <a:moveTo>
                  <a:pt x="393300" y="0"/>
                </a:moveTo>
                <a:lnTo>
                  <a:pt x="331927" y="0"/>
                </a:lnTo>
                <a:lnTo>
                  <a:pt x="331927" y="287131"/>
                </a:lnTo>
                <a:lnTo>
                  <a:pt x="393300" y="287131"/>
                </a:lnTo>
                <a:lnTo>
                  <a:pt x="393300" y="0"/>
                </a:lnTo>
                <a:close/>
              </a:path>
              <a:path w="422910" h="502919">
                <a:moveTo>
                  <a:pt x="242927" y="31180"/>
                </a:moveTo>
                <a:lnTo>
                  <a:pt x="0" y="31180"/>
                </a:lnTo>
                <a:lnTo>
                  <a:pt x="0" y="240953"/>
                </a:lnTo>
                <a:lnTo>
                  <a:pt x="242927" y="240953"/>
                </a:lnTo>
                <a:lnTo>
                  <a:pt x="242927" y="192407"/>
                </a:lnTo>
                <a:lnTo>
                  <a:pt x="60978" y="192407"/>
                </a:lnTo>
                <a:lnTo>
                  <a:pt x="60978" y="80120"/>
                </a:lnTo>
                <a:lnTo>
                  <a:pt x="242927" y="80120"/>
                </a:lnTo>
                <a:lnTo>
                  <a:pt x="242927" y="31180"/>
                </a:lnTo>
                <a:close/>
              </a:path>
              <a:path w="422910" h="502919">
                <a:moveTo>
                  <a:pt x="242927" y="80120"/>
                </a:moveTo>
                <a:lnTo>
                  <a:pt x="181554" y="80120"/>
                </a:lnTo>
                <a:lnTo>
                  <a:pt x="181554" y="192407"/>
                </a:lnTo>
                <a:lnTo>
                  <a:pt x="242927" y="192407"/>
                </a:lnTo>
                <a:lnTo>
                  <a:pt x="242927" y="8012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657541" y="744175"/>
            <a:ext cx="428625" cy="500380"/>
          </a:xfrm>
          <a:custGeom>
            <a:avLst/>
            <a:gdLst/>
            <a:ahLst/>
            <a:cxnLst/>
            <a:rect l="l" t="t" r="r" b="b"/>
            <a:pathLst>
              <a:path w="428625" h="500380">
                <a:moveTo>
                  <a:pt x="412640" y="0"/>
                </a:moveTo>
                <a:lnTo>
                  <a:pt x="350280" y="0"/>
                </a:lnTo>
                <a:lnTo>
                  <a:pt x="350280" y="259701"/>
                </a:lnTo>
                <a:lnTo>
                  <a:pt x="412640" y="259701"/>
                </a:lnTo>
                <a:lnTo>
                  <a:pt x="412640" y="0"/>
                </a:lnTo>
                <a:close/>
              </a:path>
              <a:path w="428625" h="500380">
                <a:moveTo>
                  <a:pt x="117220" y="80120"/>
                </a:moveTo>
                <a:lnTo>
                  <a:pt x="57820" y="80120"/>
                </a:lnTo>
                <a:lnTo>
                  <a:pt x="57820" y="197341"/>
                </a:lnTo>
                <a:lnTo>
                  <a:pt x="0" y="197933"/>
                </a:lnTo>
                <a:lnTo>
                  <a:pt x="6907" y="246873"/>
                </a:lnTo>
                <a:lnTo>
                  <a:pt x="53061" y="246718"/>
                </a:lnTo>
                <a:lnTo>
                  <a:pt x="102690" y="245697"/>
                </a:lnTo>
                <a:lnTo>
                  <a:pt x="154567" y="243568"/>
                </a:lnTo>
                <a:lnTo>
                  <a:pt x="207464" y="240091"/>
                </a:lnTo>
                <a:lnTo>
                  <a:pt x="260152" y="235024"/>
                </a:lnTo>
                <a:lnTo>
                  <a:pt x="311404" y="228126"/>
                </a:lnTo>
                <a:lnTo>
                  <a:pt x="309423" y="196157"/>
                </a:lnTo>
                <a:lnTo>
                  <a:pt x="117220" y="196157"/>
                </a:lnTo>
                <a:lnTo>
                  <a:pt x="117220" y="80120"/>
                </a:lnTo>
                <a:close/>
              </a:path>
              <a:path w="428625" h="500380">
                <a:moveTo>
                  <a:pt x="242335" y="80120"/>
                </a:moveTo>
                <a:lnTo>
                  <a:pt x="182935" y="80120"/>
                </a:lnTo>
                <a:lnTo>
                  <a:pt x="182935" y="193591"/>
                </a:lnTo>
                <a:lnTo>
                  <a:pt x="117220" y="196157"/>
                </a:lnTo>
                <a:lnTo>
                  <a:pt x="309423" y="196157"/>
                </a:lnTo>
                <a:lnTo>
                  <a:pt x="309032" y="189842"/>
                </a:lnTo>
                <a:lnTo>
                  <a:pt x="242335" y="189842"/>
                </a:lnTo>
                <a:lnTo>
                  <a:pt x="242335" y="80120"/>
                </a:lnTo>
                <a:close/>
              </a:path>
              <a:path w="428625" h="500380">
                <a:moveTo>
                  <a:pt x="308641" y="183527"/>
                </a:moveTo>
                <a:lnTo>
                  <a:pt x="292481" y="185374"/>
                </a:lnTo>
                <a:lnTo>
                  <a:pt x="276006" y="187054"/>
                </a:lnTo>
                <a:lnTo>
                  <a:pt x="259272" y="188550"/>
                </a:lnTo>
                <a:lnTo>
                  <a:pt x="242335" y="189842"/>
                </a:lnTo>
                <a:lnTo>
                  <a:pt x="309032" y="189842"/>
                </a:lnTo>
                <a:lnTo>
                  <a:pt x="308641" y="183527"/>
                </a:lnTo>
                <a:close/>
              </a:path>
              <a:path w="428625" h="500380">
                <a:moveTo>
                  <a:pt x="287526" y="32166"/>
                </a:moveTo>
                <a:lnTo>
                  <a:pt x="13616" y="32166"/>
                </a:lnTo>
                <a:lnTo>
                  <a:pt x="13616" y="80120"/>
                </a:lnTo>
                <a:lnTo>
                  <a:pt x="287526" y="80120"/>
                </a:lnTo>
                <a:lnTo>
                  <a:pt x="287526" y="32166"/>
                </a:lnTo>
                <a:close/>
              </a:path>
              <a:path w="428625" h="500380">
                <a:moveTo>
                  <a:pt x="412640" y="281211"/>
                </a:moveTo>
                <a:lnTo>
                  <a:pt x="74003" y="281211"/>
                </a:lnTo>
                <a:lnTo>
                  <a:pt x="74003" y="329362"/>
                </a:lnTo>
                <a:lnTo>
                  <a:pt x="351069" y="329362"/>
                </a:lnTo>
                <a:lnTo>
                  <a:pt x="351069" y="366067"/>
                </a:lnTo>
                <a:lnTo>
                  <a:pt x="75187" y="366067"/>
                </a:lnTo>
                <a:lnTo>
                  <a:pt x="75187" y="499865"/>
                </a:lnTo>
                <a:lnTo>
                  <a:pt x="428427" y="499865"/>
                </a:lnTo>
                <a:lnTo>
                  <a:pt x="428427" y="450530"/>
                </a:lnTo>
                <a:lnTo>
                  <a:pt x="136757" y="450530"/>
                </a:lnTo>
                <a:lnTo>
                  <a:pt x="136757" y="411061"/>
                </a:lnTo>
                <a:lnTo>
                  <a:pt x="412640" y="411061"/>
                </a:lnTo>
                <a:lnTo>
                  <a:pt x="412640" y="281211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131954" y="744181"/>
            <a:ext cx="906780" cy="504190"/>
          </a:xfrm>
          <a:custGeom>
            <a:avLst/>
            <a:gdLst/>
            <a:ahLst/>
            <a:cxnLst/>
            <a:rect l="l" t="t" r="r" b="b"/>
            <a:pathLst>
              <a:path w="906779" h="504190">
                <a:moveTo>
                  <a:pt x="461187" y="392112"/>
                </a:moveTo>
                <a:lnTo>
                  <a:pt x="354825" y="392112"/>
                </a:lnTo>
                <a:lnTo>
                  <a:pt x="354825" y="287134"/>
                </a:lnTo>
                <a:lnTo>
                  <a:pt x="354825" y="263258"/>
                </a:lnTo>
                <a:lnTo>
                  <a:pt x="400850" y="219621"/>
                </a:lnTo>
                <a:lnTo>
                  <a:pt x="417576" y="160439"/>
                </a:lnTo>
                <a:lnTo>
                  <a:pt x="411200" y="122669"/>
                </a:lnTo>
                <a:lnTo>
                  <a:pt x="392988" y="90144"/>
                </a:lnTo>
                <a:lnTo>
                  <a:pt x="378117" y="76365"/>
                </a:lnTo>
                <a:lnTo>
                  <a:pt x="364324" y="63588"/>
                </a:lnTo>
                <a:lnTo>
                  <a:pt x="356603" y="59524"/>
                </a:lnTo>
                <a:lnTo>
                  <a:pt x="356603" y="160439"/>
                </a:lnTo>
                <a:lnTo>
                  <a:pt x="347294" y="195478"/>
                </a:lnTo>
                <a:lnTo>
                  <a:pt x="321183" y="222161"/>
                </a:lnTo>
                <a:lnTo>
                  <a:pt x="292074" y="234467"/>
                </a:lnTo>
                <a:lnTo>
                  <a:pt x="292074" y="287134"/>
                </a:lnTo>
                <a:lnTo>
                  <a:pt x="292074" y="392112"/>
                </a:lnTo>
                <a:lnTo>
                  <a:pt x="167944" y="392112"/>
                </a:lnTo>
                <a:lnTo>
                  <a:pt x="167944" y="287134"/>
                </a:lnTo>
                <a:lnTo>
                  <a:pt x="182562" y="289864"/>
                </a:lnTo>
                <a:lnTo>
                  <a:pt x="197688" y="291846"/>
                </a:lnTo>
                <a:lnTo>
                  <a:pt x="213347" y="293039"/>
                </a:lnTo>
                <a:lnTo>
                  <a:pt x="229514" y="293446"/>
                </a:lnTo>
                <a:lnTo>
                  <a:pt x="245973" y="293039"/>
                </a:lnTo>
                <a:lnTo>
                  <a:pt x="261899" y="291846"/>
                </a:lnTo>
                <a:lnTo>
                  <a:pt x="277279" y="289864"/>
                </a:lnTo>
                <a:lnTo>
                  <a:pt x="292074" y="287134"/>
                </a:lnTo>
                <a:lnTo>
                  <a:pt x="292074" y="234467"/>
                </a:lnTo>
                <a:lnTo>
                  <a:pt x="281012" y="239141"/>
                </a:lnTo>
                <a:lnTo>
                  <a:pt x="229514" y="245097"/>
                </a:lnTo>
                <a:lnTo>
                  <a:pt x="177863" y="239141"/>
                </a:lnTo>
                <a:lnTo>
                  <a:pt x="137922" y="222161"/>
                </a:lnTo>
                <a:lnTo>
                  <a:pt x="112153" y="195478"/>
                </a:lnTo>
                <a:lnTo>
                  <a:pt x="103022" y="160439"/>
                </a:lnTo>
                <a:lnTo>
                  <a:pt x="112153" y="125133"/>
                </a:lnTo>
                <a:lnTo>
                  <a:pt x="137922" y="98640"/>
                </a:lnTo>
                <a:lnTo>
                  <a:pt x="177863" y="82042"/>
                </a:lnTo>
                <a:lnTo>
                  <a:pt x="229514" y="76365"/>
                </a:lnTo>
                <a:lnTo>
                  <a:pt x="281012" y="82042"/>
                </a:lnTo>
                <a:lnTo>
                  <a:pt x="321183" y="98640"/>
                </a:lnTo>
                <a:lnTo>
                  <a:pt x="347294" y="125133"/>
                </a:lnTo>
                <a:lnTo>
                  <a:pt x="356603" y="160439"/>
                </a:lnTo>
                <a:lnTo>
                  <a:pt x="356603" y="59524"/>
                </a:lnTo>
                <a:lnTo>
                  <a:pt x="326593" y="43713"/>
                </a:lnTo>
                <a:lnTo>
                  <a:pt x="281203" y="31229"/>
                </a:lnTo>
                <a:lnTo>
                  <a:pt x="229514" y="26835"/>
                </a:lnTo>
                <a:lnTo>
                  <a:pt x="177876" y="31229"/>
                </a:lnTo>
                <a:lnTo>
                  <a:pt x="132588" y="43713"/>
                </a:lnTo>
                <a:lnTo>
                  <a:pt x="95021" y="63588"/>
                </a:lnTo>
                <a:lnTo>
                  <a:pt x="66535" y="90144"/>
                </a:lnTo>
                <a:lnTo>
                  <a:pt x="42240" y="160439"/>
                </a:lnTo>
                <a:lnTo>
                  <a:pt x="46545" y="192341"/>
                </a:lnTo>
                <a:lnTo>
                  <a:pt x="59232" y="220573"/>
                </a:lnTo>
                <a:lnTo>
                  <a:pt x="79502" y="244741"/>
                </a:lnTo>
                <a:lnTo>
                  <a:pt x="106565" y="264439"/>
                </a:lnTo>
                <a:lnTo>
                  <a:pt x="106565" y="392112"/>
                </a:lnTo>
                <a:lnTo>
                  <a:pt x="0" y="392112"/>
                </a:lnTo>
                <a:lnTo>
                  <a:pt x="0" y="443026"/>
                </a:lnTo>
                <a:lnTo>
                  <a:pt x="461187" y="443026"/>
                </a:lnTo>
                <a:lnTo>
                  <a:pt x="461187" y="392112"/>
                </a:lnTo>
                <a:close/>
              </a:path>
              <a:path w="906779" h="504190">
                <a:moveTo>
                  <a:pt x="786028" y="228714"/>
                </a:moveTo>
                <a:lnTo>
                  <a:pt x="734225" y="203377"/>
                </a:lnTo>
                <a:lnTo>
                  <a:pt x="703364" y="173062"/>
                </a:lnTo>
                <a:lnTo>
                  <a:pt x="697052" y="166878"/>
                </a:lnTo>
                <a:lnTo>
                  <a:pt x="674725" y="122123"/>
                </a:lnTo>
                <a:lnTo>
                  <a:pt x="667435" y="72034"/>
                </a:lnTo>
                <a:lnTo>
                  <a:pt x="667435" y="27228"/>
                </a:lnTo>
                <a:lnTo>
                  <a:pt x="605066" y="27228"/>
                </a:lnTo>
                <a:lnTo>
                  <a:pt x="605066" y="74790"/>
                </a:lnTo>
                <a:lnTo>
                  <a:pt x="599859" y="117665"/>
                </a:lnTo>
                <a:lnTo>
                  <a:pt x="584695" y="157543"/>
                </a:lnTo>
                <a:lnTo>
                  <a:pt x="559562" y="192798"/>
                </a:lnTo>
                <a:lnTo>
                  <a:pt x="524459" y="221742"/>
                </a:lnTo>
                <a:lnTo>
                  <a:pt x="479361" y="242735"/>
                </a:lnTo>
                <a:lnTo>
                  <a:pt x="512521" y="292658"/>
                </a:lnTo>
                <a:lnTo>
                  <a:pt x="554685" y="272719"/>
                </a:lnTo>
                <a:lnTo>
                  <a:pt x="589648" y="245516"/>
                </a:lnTo>
                <a:lnTo>
                  <a:pt x="617334" y="211988"/>
                </a:lnTo>
                <a:lnTo>
                  <a:pt x="637628" y="173062"/>
                </a:lnTo>
                <a:lnTo>
                  <a:pt x="656971" y="206832"/>
                </a:lnTo>
                <a:lnTo>
                  <a:pt x="682650" y="235826"/>
                </a:lnTo>
                <a:lnTo>
                  <a:pt x="714590" y="259486"/>
                </a:lnTo>
                <a:lnTo>
                  <a:pt x="752678" y="277266"/>
                </a:lnTo>
                <a:lnTo>
                  <a:pt x="786028" y="228714"/>
                </a:lnTo>
                <a:close/>
              </a:path>
              <a:path w="906779" h="504190">
                <a:moveTo>
                  <a:pt x="905230" y="0"/>
                </a:moveTo>
                <a:lnTo>
                  <a:pt x="843254" y="0"/>
                </a:lnTo>
                <a:lnTo>
                  <a:pt x="843254" y="97485"/>
                </a:lnTo>
                <a:lnTo>
                  <a:pt x="742810" y="97485"/>
                </a:lnTo>
                <a:lnTo>
                  <a:pt x="742810" y="148399"/>
                </a:lnTo>
                <a:lnTo>
                  <a:pt x="843254" y="148399"/>
                </a:lnTo>
                <a:lnTo>
                  <a:pt x="843254" y="296405"/>
                </a:lnTo>
                <a:lnTo>
                  <a:pt x="905230" y="296405"/>
                </a:lnTo>
                <a:lnTo>
                  <a:pt x="905230" y="0"/>
                </a:lnTo>
                <a:close/>
              </a:path>
              <a:path w="906779" h="504190">
                <a:moveTo>
                  <a:pt x="906602" y="407111"/>
                </a:moveTo>
                <a:lnTo>
                  <a:pt x="898956" y="373443"/>
                </a:lnTo>
                <a:lnTo>
                  <a:pt x="886587" y="358368"/>
                </a:lnTo>
                <a:lnTo>
                  <a:pt x="876782" y="346430"/>
                </a:lnTo>
                <a:lnTo>
                  <a:pt x="845032" y="328663"/>
                </a:lnTo>
                <a:lnTo>
                  <a:pt x="845032" y="407111"/>
                </a:lnTo>
                <a:lnTo>
                  <a:pt x="837590" y="427596"/>
                </a:lnTo>
                <a:lnTo>
                  <a:pt x="816127" y="442607"/>
                </a:lnTo>
                <a:lnTo>
                  <a:pt x="781481" y="451827"/>
                </a:lnTo>
                <a:lnTo>
                  <a:pt x="734529" y="454875"/>
                </a:lnTo>
                <a:lnTo>
                  <a:pt x="687654" y="451827"/>
                </a:lnTo>
                <a:lnTo>
                  <a:pt x="653072" y="442607"/>
                </a:lnTo>
                <a:lnTo>
                  <a:pt x="631736" y="427596"/>
                </a:lnTo>
                <a:lnTo>
                  <a:pt x="624611" y="407111"/>
                </a:lnTo>
                <a:lnTo>
                  <a:pt x="631736" y="386092"/>
                </a:lnTo>
                <a:lnTo>
                  <a:pt x="653072" y="370827"/>
                </a:lnTo>
                <a:lnTo>
                  <a:pt x="687654" y="361518"/>
                </a:lnTo>
                <a:lnTo>
                  <a:pt x="734529" y="358368"/>
                </a:lnTo>
                <a:lnTo>
                  <a:pt x="781481" y="361518"/>
                </a:lnTo>
                <a:lnTo>
                  <a:pt x="816127" y="370827"/>
                </a:lnTo>
                <a:lnTo>
                  <a:pt x="837590" y="386092"/>
                </a:lnTo>
                <a:lnTo>
                  <a:pt x="845032" y="407111"/>
                </a:lnTo>
                <a:lnTo>
                  <a:pt x="845032" y="328663"/>
                </a:lnTo>
                <a:lnTo>
                  <a:pt x="841222" y="326529"/>
                </a:lnTo>
                <a:lnTo>
                  <a:pt x="793419" y="314223"/>
                </a:lnTo>
                <a:lnTo>
                  <a:pt x="734529" y="310019"/>
                </a:lnTo>
                <a:lnTo>
                  <a:pt x="675728" y="314223"/>
                </a:lnTo>
                <a:lnTo>
                  <a:pt x="628002" y="326529"/>
                </a:lnTo>
                <a:lnTo>
                  <a:pt x="592493" y="346430"/>
                </a:lnTo>
                <a:lnTo>
                  <a:pt x="570382" y="373443"/>
                </a:lnTo>
                <a:lnTo>
                  <a:pt x="562838" y="407111"/>
                </a:lnTo>
                <a:lnTo>
                  <a:pt x="570382" y="440817"/>
                </a:lnTo>
                <a:lnTo>
                  <a:pt x="592493" y="467741"/>
                </a:lnTo>
                <a:lnTo>
                  <a:pt x="628002" y="487464"/>
                </a:lnTo>
                <a:lnTo>
                  <a:pt x="675728" y="499567"/>
                </a:lnTo>
                <a:lnTo>
                  <a:pt x="734529" y="503618"/>
                </a:lnTo>
                <a:lnTo>
                  <a:pt x="793419" y="499567"/>
                </a:lnTo>
                <a:lnTo>
                  <a:pt x="841222" y="487464"/>
                </a:lnTo>
                <a:lnTo>
                  <a:pt x="876782" y="467741"/>
                </a:lnTo>
                <a:lnTo>
                  <a:pt x="887374" y="454875"/>
                </a:lnTo>
                <a:lnTo>
                  <a:pt x="898956" y="440817"/>
                </a:lnTo>
                <a:lnTo>
                  <a:pt x="906602" y="407111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483478" y="881586"/>
            <a:ext cx="31115" cy="223520"/>
          </a:xfrm>
          <a:custGeom>
            <a:avLst/>
            <a:gdLst/>
            <a:ahLst/>
            <a:cxnLst/>
            <a:rect l="l" t="t" r="r" b="b"/>
            <a:pathLst>
              <a:path w="31115" h="223519">
                <a:moveTo>
                  <a:pt x="30943" y="0"/>
                </a:moveTo>
                <a:lnTo>
                  <a:pt x="0" y="0"/>
                </a:lnTo>
                <a:lnTo>
                  <a:pt x="0" y="223127"/>
                </a:lnTo>
                <a:lnTo>
                  <a:pt x="30943" y="223127"/>
                </a:lnTo>
                <a:lnTo>
                  <a:pt x="30943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2" name="object 142"/>
          <p:cNvGrpSpPr/>
          <p:nvPr/>
        </p:nvGrpSpPr>
        <p:grpSpPr>
          <a:xfrm>
            <a:off x="7727937" y="893251"/>
            <a:ext cx="802640" cy="240665"/>
            <a:chOff x="7727937" y="893251"/>
            <a:chExt cx="802640" cy="240665"/>
          </a:xfrm>
        </p:grpSpPr>
        <p:pic>
          <p:nvPicPr>
            <p:cNvPr id="143" name="object 14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727937" y="903337"/>
              <a:ext cx="131938" cy="179623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7879728" y="893254"/>
              <a:ext cx="650875" cy="240665"/>
            </a:xfrm>
            <a:custGeom>
              <a:avLst/>
              <a:gdLst/>
              <a:ahLst/>
              <a:cxnLst/>
              <a:rect l="l" t="t" r="r" b="b"/>
              <a:pathLst>
                <a:path w="650875" h="240665">
                  <a:moveTo>
                    <a:pt x="79590" y="54203"/>
                  </a:moveTo>
                  <a:lnTo>
                    <a:pt x="76415" y="53594"/>
                  </a:lnTo>
                  <a:lnTo>
                    <a:pt x="71767" y="53060"/>
                  </a:lnTo>
                  <a:lnTo>
                    <a:pt x="68072" y="53060"/>
                  </a:lnTo>
                  <a:lnTo>
                    <a:pt x="57543" y="54698"/>
                  </a:lnTo>
                  <a:lnTo>
                    <a:pt x="48437" y="59524"/>
                  </a:lnTo>
                  <a:lnTo>
                    <a:pt x="41198" y="67462"/>
                  </a:lnTo>
                  <a:lnTo>
                    <a:pt x="36271" y="78409"/>
                  </a:lnTo>
                  <a:lnTo>
                    <a:pt x="34899" y="78409"/>
                  </a:lnTo>
                  <a:lnTo>
                    <a:pt x="34899" y="54991"/>
                  </a:lnTo>
                  <a:lnTo>
                    <a:pt x="0" y="54991"/>
                  </a:lnTo>
                  <a:lnTo>
                    <a:pt x="0" y="189712"/>
                  </a:lnTo>
                  <a:lnTo>
                    <a:pt x="36017" y="189712"/>
                  </a:lnTo>
                  <a:lnTo>
                    <a:pt x="36017" y="113144"/>
                  </a:lnTo>
                  <a:lnTo>
                    <a:pt x="38138" y="101752"/>
                  </a:lnTo>
                  <a:lnTo>
                    <a:pt x="44018" y="92849"/>
                  </a:lnTo>
                  <a:lnTo>
                    <a:pt x="52946" y="87058"/>
                  </a:lnTo>
                  <a:lnTo>
                    <a:pt x="64211" y="84988"/>
                  </a:lnTo>
                  <a:lnTo>
                    <a:pt x="69278" y="84988"/>
                  </a:lnTo>
                  <a:lnTo>
                    <a:pt x="76238" y="85953"/>
                  </a:lnTo>
                  <a:lnTo>
                    <a:pt x="79590" y="87007"/>
                  </a:lnTo>
                  <a:lnTo>
                    <a:pt x="79590" y="54203"/>
                  </a:lnTo>
                  <a:close/>
                </a:path>
                <a:path w="650875" h="240665">
                  <a:moveTo>
                    <a:pt x="218833" y="122885"/>
                  </a:moveTo>
                  <a:lnTo>
                    <a:pt x="214337" y="94386"/>
                  </a:lnTo>
                  <a:lnTo>
                    <a:pt x="206654" y="81305"/>
                  </a:lnTo>
                  <a:lnTo>
                    <a:pt x="201434" y="72402"/>
                  </a:lnTo>
                  <a:lnTo>
                    <a:pt x="182308" y="59131"/>
                  </a:lnTo>
                  <a:lnTo>
                    <a:pt x="182308" y="122618"/>
                  </a:lnTo>
                  <a:lnTo>
                    <a:pt x="180517" y="139052"/>
                  </a:lnTo>
                  <a:lnTo>
                    <a:pt x="175196" y="152107"/>
                  </a:lnTo>
                  <a:lnTo>
                    <a:pt x="166433" y="160731"/>
                  </a:lnTo>
                  <a:lnTo>
                    <a:pt x="154292" y="163842"/>
                  </a:lnTo>
                  <a:lnTo>
                    <a:pt x="141897" y="160731"/>
                  </a:lnTo>
                  <a:lnTo>
                    <a:pt x="133007" y="152107"/>
                  </a:lnTo>
                  <a:lnTo>
                    <a:pt x="127635" y="139052"/>
                  </a:lnTo>
                  <a:lnTo>
                    <a:pt x="125844" y="122618"/>
                  </a:lnTo>
                  <a:lnTo>
                    <a:pt x="127635" y="106210"/>
                  </a:lnTo>
                  <a:lnTo>
                    <a:pt x="133007" y="93116"/>
                  </a:lnTo>
                  <a:lnTo>
                    <a:pt x="141897" y="84442"/>
                  </a:lnTo>
                  <a:lnTo>
                    <a:pt x="154292" y="81305"/>
                  </a:lnTo>
                  <a:lnTo>
                    <a:pt x="166433" y="84442"/>
                  </a:lnTo>
                  <a:lnTo>
                    <a:pt x="175196" y="93116"/>
                  </a:lnTo>
                  <a:lnTo>
                    <a:pt x="180517" y="106210"/>
                  </a:lnTo>
                  <a:lnTo>
                    <a:pt x="182308" y="122618"/>
                  </a:lnTo>
                  <a:lnTo>
                    <a:pt x="182308" y="59131"/>
                  </a:lnTo>
                  <a:lnTo>
                    <a:pt x="181051" y="58254"/>
                  </a:lnTo>
                  <a:lnTo>
                    <a:pt x="154114" y="53238"/>
                  </a:lnTo>
                  <a:lnTo>
                    <a:pt x="127114" y="58254"/>
                  </a:lnTo>
                  <a:lnTo>
                    <a:pt x="106680" y="72402"/>
                  </a:lnTo>
                  <a:lnTo>
                    <a:pt x="93738" y="94386"/>
                  </a:lnTo>
                  <a:lnTo>
                    <a:pt x="89217" y="122885"/>
                  </a:lnTo>
                  <a:lnTo>
                    <a:pt x="93738" y="151231"/>
                  </a:lnTo>
                  <a:lnTo>
                    <a:pt x="106680" y="173164"/>
                  </a:lnTo>
                  <a:lnTo>
                    <a:pt x="127114" y="187325"/>
                  </a:lnTo>
                  <a:lnTo>
                    <a:pt x="154114" y="192341"/>
                  </a:lnTo>
                  <a:lnTo>
                    <a:pt x="181051" y="187325"/>
                  </a:lnTo>
                  <a:lnTo>
                    <a:pt x="201434" y="173164"/>
                  </a:lnTo>
                  <a:lnTo>
                    <a:pt x="206921" y="163842"/>
                  </a:lnTo>
                  <a:lnTo>
                    <a:pt x="214337" y="151231"/>
                  </a:lnTo>
                  <a:lnTo>
                    <a:pt x="218833" y="122885"/>
                  </a:lnTo>
                  <a:close/>
                </a:path>
                <a:path w="650875" h="240665">
                  <a:moveTo>
                    <a:pt x="275056" y="54991"/>
                  </a:moveTo>
                  <a:lnTo>
                    <a:pt x="239039" y="54991"/>
                  </a:lnTo>
                  <a:lnTo>
                    <a:pt x="239039" y="206197"/>
                  </a:lnTo>
                  <a:lnTo>
                    <a:pt x="234746" y="211467"/>
                  </a:lnTo>
                  <a:lnTo>
                    <a:pt x="221424" y="211467"/>
                  </a:lnTo>
                  <a:lnTo>
                    <a:pt x="220040" y="211378"/>
                  </a:lnTo>
                  <a:lnTo>
                    <a:pt x="218160" y="211289"/>
                  </a:lnTo>
                  <a:lnTo>
                    <a:pt x="218160" y="240055"/>
                  </a:lnTo>
                  <a:lnTo>
                    <a:pt x="222973" y="240233"/>
                  </a:lnTo>
                  <a:lnTo>
                    <a:pt x="225552" y="240233"/>
                  </a:lnTo>
                  <a:lnTo>
                    <a:pt x="246265" y="237756"/>
                  </a:lnTo>
                  <a:lnTo>
                    <a:pt x="261835" y="229997"/>
                  </a:lnTo>
                  <a:lnTo>
                    <a:pt x="271653" y="216408"/>
                  </a:lnTo>
                  <a:lnTo>
                    <a:pt x="272491" y="211467"/>
                  </a:lnTo>
                  <a:lnTo>
                    <a:pt x="275056" y="196469"/>
                  </a:lnTo>
                  <a:lnTo>
                    <a:pt x="275056" y="54991"/>
                  </a:lnTo>
                  <a:close/>
                </a:path>
                <a:path w="650875" h="240665">
                  <a:moveTo>
                    <a:pt x="276517" y="18681"/>
                  </a:moveTo>
                  <a:lnTo>
                    <a:pt x="274967" y="11442"/>
                  </a:lnTo>
                  <a:lnTo>
                    <a:pt x="270751" y="5499"/>
                  </a:lnTo>
                  <a:lnTo>
                    <a:pt x="264515" y="1473"/>
                  </a:lnTo>
                  <a:lnTo>
                    <a:pt x="256921" y="0"/>
                  </a:lnTo>
                  <a:lnTo>
                    <a:pt x="249326" y="1473"/>
                  </a:lnTo>
                  <a:lnTo>
                    <a:pt x="243090" y="5499"/>
                  </a:lnTo>
                  <a:lnTo>
                    <a:pt x="238874" y="11442"/>
                  </a:lnTo>
                  <a:lnTo>
                    <a:pt x="237324" y="18681"/>
                  </a:lnTo>
                  <a:lnTo>
                    <a:pt x="238874" y="25971"/>
                  </a:lnTo>
                  <a:lnTo>
                    <a:pt x="243090" y="31902"/>
                  </a:lnTo>
                  <a:lnTo>
                    <a:pt x="249326" y="35902"/>
                  </a:lnTo>
                  <a:lnTo>
                    <a:pt x="256921" y="37363"/>
                  </a:lnTo>
                  <a:lnTo>
                    <a:pt x="264515" y="35902"/>
                  </a:lnTo>
                  <a:lnTo>
                    <a:pt x="270751" y="31902"/>
                  </a:lnTo>
                  <a:lnTo>
                    <a:pt x="274967" y="25971"/>
                  </a:lnTo>
                  <a:lnTo>
                    <a:pt x="276517" y="18681"/>
                  </a:lnTo>
                  <a:close/>
                </a:path>
                <a:path w="650875" h="240665">
                  <a:moveTo>
                    <a:pt x="421005" y="121564"/>
                  </a:moveTo>
                  <a:lnTo>
                    <a:pt x="418973" y="108851"/>
                  </a:lnTo>
                  <a:lnTo>
                    <a:pt x="416191" y="91503"/>
                  </a:lnTo>
                  <a:lnTo>
                    <a:pt x="409511" y="80695"/>
                  </a:lnTo>
                  <a:lnTo>
                    <a:pt x="403009" y="70167"/>
                  </a:lnTo>
                  <a:lnTo>
                    <a:pt x="387057" y="59867"/>
                  </a:lnTo>
                  <a:lnTo>
                    <a:pt x="387057" y="108851"/>
                  </a:lnTo>
                  <a:lnTo>
                    <a:pt x="330758" y="108851"/>
                  </a:lnTo>
                  <a:lnTo>
                    <a:pt x="333311" y="97942"/>
                  </a:lnTo>
                  <a:lnTo>
                    <a:pt x="339344" y="88976"/>
                  </a:lnTo>
                  <a:lnTo>
                    <a:pt x="348322" y="82918"/>
                  </a:lnTo>
                  <a:lnTo>
                    <a:pt x="359727" y="80695"/>
                  </a:lnTo>
                  <a:lnTo>
                    <a:pt x="370751" y="82804"/>
                  </a:lnTo>
                  <a:lnTo>
                    <a:pt x="379349" y="88658"/>
                  </a:lnTo>
                  <a:lnTo>
                    <a:pt x="384975" y="97561"/>
                  </a:lnTo>
                  <a:lnTo>
                    <a:pt x="387057" y="108851"/>
                  </a:lnTo>
                  <a:lnTo>
                    <a:pt x="387057" y="59867"/>
                  </a:lnTo>
                  <a:lnTo>
                    <a:pt x="383336" y="57454"/>
                  </a:lnTo>
                  <a:lnTo>
                    <a:pt x="359041" y="53238"/>
                  </a:lnTo>
                  <a:lnTo>
                    <a:pt x="332740" y="58293"/>
                  </a:lnTo>
                  <a:lnTo>
                    <a:pt x="312597" y="72517"/>
                  </a:lnTo>
                  <a:lnTo>
                    <a:pt x="299707" y="94538"/>
                  </a:lnTo>
                  <a:lnTo>
                    <a:pt x="295173" y="122974"/>
                  </a:lnTo>
                  <a:lnTo>
                    <a:pt x="299681" y="151828"/>
                  </a:lnTo>
                  <a:lnTo>
                    <a:pt x="312648" y="173672"/>
                  </a:lnTo>
                  <a:lnTo>
                    <a:pt x="333209" y="187515"/>
                  </a:lnTo>
                  <a:lnTo>
                    <a:pt x="360502" y="192341"/>
                  </a:lnTo>
                  <a:lnTo>
                    <a:pt x="382816" y="189433"/>
                  </a:lnTo>
                  <a:lnTo>
                    <a:pt x="400558" y="181178"/>
                  </a:lnTo>
                  <a:lnTo>
                    <a:pt x="413156" y="168262"/>
                  </a:lnTo>
                  <a:lnTo>
                    <a:pt x="414578" y="164807"/>
                  </a:lnTo>
                  <a:lnTo>
                    <a:pt x="420065" y="151384"/>
                  </a:lnTo>
                  <a:lnTo>
                    <a:pt x="385851" y="151384"/>
                  </a:lnTo>
                  <a:lnTo>
                    <a:pt x="382206" y="156845"/>
                  </a:lnTo>
                  <a:lnTo>
                    <a:pt x="376758" y="161086"/>
                  </a:lnTo>
                  <a:lnTo>
                    <a:pt x="369684" y="163830"/>
                  </a:lnTo>
                  <a:lnTo>
                    <a:pt x="361099" y="164807"/>
                  </a:lnTo>
                  <a:lnTo>
                    <a:pt x="348564" y="162521"/>
                  </a:lnTo>
                  <a:lnTo>
                    <a:pt x="339001" y="155981"/>
                  </a:lnTo>
                  <a:lnTo>
                    <a:pt x="332905" y="145605"/>
                  </a:lnTo>
                  <a:lnTo>
                    <a:pt x="330758" y="131826"/>
                  </a:lnTo>
                  <a:lnTo>
                    <a:pt x="421005" y="131826"/>
                  </a:lnTo>
                  <a:lnTo>
                    <a:pt x="421005" y="121564"/>
                  </a:lnTo>
                  <a:close/>
                </a:path>
                <a:path w="650875" h="240665">
                  <a:moveTo>
                    <a:pt x="559219" y="104457"/>
                  </a:moveTo>
                  <a:lnTo>
                    <a:pt x="554151" y="83400"/>
                  </a:lnTo>
                  <a:lnTo>
                    <a:pt x="542010" y="67246"/>
                  </a:lnTo>
                  <a:lnTo>
                    <a:pt x="523786" y="56896"/>
                  </a:lnTo>
                  <a:lnTo>
                    <a:pt x="500430" y="53238"/>
                  </a:lnTo>
                  <a:lnTo>
                    <a:pt x="473494" y="58318"/>
                  </a:lnTo>
                  <a:lnTo>
                    <a:pt x="453110" y="72567"/>
                  </a:lnTo>
                  <a:lnTo>
                    <a:pt x="440207" y="94576"/>
                  </a:lnTo>
                  <a:lnTo>
                    <a:pt x="435711" y="122885"/>
                  </a:lnTo>
                  <a:lnTo>
                    <a:pt x="440143" y="151015"/>
                  </a:lnTo>
                  <a:lnTo>
                    <a:pt x="452945" y="172974"/>
                  </a:lnTo>
                  <a:lnTo>
                    <a:pt x="473354" y="187248"/>
                  </a:lnTo>
                  <a:lnTo>
                    <a:pt x="500608" y="192341"/>
                  </a:lnTo>
                  <a:lnTo>
                    <a:pt x="524243" y="188595"/>
                  </a:lnTo>
                  <a:lnTo>
                    <a:pt x="542353" y="178041"/>
                  </a:lnTo>
                  <a:lnTo>
                    <a:pt x="554240" y="161747"/>
                  </a:lnTo>
                  <a:lnTo>
                    <a:pt x="559219" y="140779"/>
                  </a:lnTo>
                  <a:lnTo>
                    <a:pt x="525272" y="140779"/>
                  </a:lnTo>
                  <a:lnTo>
                    <a:pt x="522312" y="150329"/>
                  </a:lnTo>
                  <a:lnTo>
                    <a:pt x="517042" y="157353"/>
                  </a:lnTo>
                  <a:lnTo>
                    <a:pt x="509803" y="161671"/>
                  </a:lnTo>
                  <a:lnTo>
                    <a:pt x="500951" y="163144"/>
                  </a:lnTo>
                  <a:lnTo>
                    <a:pt x="489153" y="160413"/>
                  </a:lnTo>
                  <a:lnTo>
                    <a:pt x="480123" y="152476"/>
                  </a:lnTo>
                  <a:lnTo>
                    <a:pt x="474357" y="139674"/>
                  </a:lnTo>
                  <a:lnTo>
                    <a:pt x="472325" y="122351"/>
                  </a:lnTo>
                  <a:lnTo>
                    <a:pt x="474370" y="105194"/>
                  </a:lnTo>
                  <a:lnTo>
                    <a:pt x="480161" y="92506"/>
                  </a:lnTo>
                  <a:lnTo>
                    <a:pt x="489191" y="84620"/>
                  </a:lnTo>
                  <a:lnTo>
                    <a:pt x="500951" y="81927"/>
                  </a:lnTo>
                  <a:lnTo>
                    <a:pt x="510222" y="83566"/>
                  </a:lnTo>
                  <a:lnTo>
                    <a:pt x="517461" y="88188"/>
                  </a:lnTo>
                  <a:lnTo>
                    <a:pt x="522528" y="95313"/>
                  </a:lnTo>
                  <a:lnTo>
                    <a:pt x="525272" y="104457"/>
                  </a:lnTo>
                  <a:lnTo>
                    <a:pt x="559219" y="104457"/>
                  </a:lnTo>
                  <a:close/>
                </a:path>
                <a:path w="650875" h="240665">
                  <a:moveTo>
                    <a:pt x="650341" y="161302"/>
                  </a:moveTo>
                  <a:lnTo>
                    <a:pt x="639762" y="162001"/>
                  </a:lnTo>
                  <a:lnTo>
                    <a:pt x="636244" y="161912"/>
                  </a:lnTo>
                  <a:lnTo>
                    <a:pt x="628853" y="161645"/>
                  </a:lnTo>
                  <a:lnTo>
                    <a:pt x="623697" y="159105"/>
                  </a:lnTo>
                  <a:lnTo>
                    <a:pt x="623697" y="82626"/>
                  </a:lnTo>
                  <a:lnTo>
                    <a:pt x="648614" y="82626"/>
                  </a:lnTo>
                  <a:lnTo>
                    <a:pt x="648614" y="54991"/>
                  </a:lnTo>
                  <a:lnTo>
                    <a:pt x="623697" y="54991"/>
                  </a:lnTo>
                  <a:lnTo>
                    <a:pt x="623697" y="22720"/>
                  </a:lnTo>
                  <a:lnTo>
                    <a:pt x="587679" y="22720"/>
                  </a:lnTo>
                  <a:lnTo>
                    <a:pt x="587679" y="54991"/>
                  </a:lnTo>
                  <a:lnTo>
                    <a:pt x="569544" y="54991"/>
                  </a:lnTo>
                  <a:lnTo>
                    <a:pt x="569544" y="82626"/>
                  </a:lnTo>
                  <a:lnTo>
                    <a:pt x="587679" y="82626"/>
                  </a:lnTo>
                  <a:lnTo>
                    <a:pt x="587679" y="153403"/>
                  </a:lnTo>
                  <a:lnTo>
                    <a:pt x="590753" y="170434"/>
                  </a:lnTo>
                  <a:lnTo>
                    <a:pt x="599643" y="182308"/>
                  </a:lnTo>
                  <a:lnTo>
                    <a:pt x="613473" y="189280"/>
                  </a:lnTo>
                  <a:lnTo>
                    <a:pt x="631342" y="191554"/>
                  </a:lnTo>
                  <a:lnTo>
                    <a:pt x="640105" y="191554"/>
                  </a:lnTo>
                  <a:lnTo>
                    <a:pt x="646557" y="190855"/>
                  </a:lnTo>
                  <a:lnTo>
                    <a:pt x="650341" y="190246"/>
                  </a:lnTo>
                  <a:lnTo>
                    <a:pt x="650341" y="16130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5" name="object 145"/>
          <p:cNvGrpSpPr/>
          <p:nvPr/>
        </p:nvGrpSpPr>
        <p:grpSpPr>
          <a:xfrm>
            <a:off x="8600423" y="893251"/>
            <a:ext cx="1085850" cy="192405"/>
            <a:chOff x="8600423" y="893251"/>
            <a:chExt cx="1085850" cy="192405"/>
          </a:xfrm>
        </p:grpSpPr>
        <p:pic>
          <p:nvPicPr>
            <p:cNvPr id="146" name="object 14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600423" y="900881"/>
              <a:ext cx="445415" cy="184710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9065946" y="893254"/>
              <a:ext cx="620395" cy="192405"/>
            </a:xfrm>
            <a:custGeom>
              <a:avLst/>
              <a:gdLst/>
              <a:ahLst/>
              <a:cxnLst/>
              <a:rect l="l" t="t" r="r" b="b"/>
              <a:pathLst>
                <a:path w="620395" h="192405">
                  <a:moveTo>
                    <a:pt x="79590" y="54203"/>
                  </a:moveTo>
                  <a:lnTo>
                    <a:pt x="76415" y="53594"/>
                  </a:lnTo>
                  <a:lnTo>
                    <a:pt x="71780" y="53060"/>
                  </a:lnTo>
                  <a:lnTo>
                    <a:pt x="68072" y="53060"/>
                  </a:lnTo>
                  <a:lnTo>
                    <a:pt x="57543" y="54698"/>
                  </a:lnTo>
                  <a:lnTo>
                    <a:pt x="48437" y="59524"/>
                  </a:lnTo>
                  <a:lnTo>
                    <a:pt x="41198" y="67462"/>
                  </a:lnTo>
                  <a:lnTo>
                    <a:pt x="36271" y="78409"/>
                  </a:lnTo>
                  <a:lnTo>
                    <a:pt x="34899" y="78409"/>
                  </a:lnTo>
                  <a:lnTo>
                    <a:pt x="34899" y="54991"/>
                  </a:lnTo>
                  <a:lnTo>
                    <a:pt x="0" y="54991"/>
                  </a:lnTo>
                  <a:lnTo>
                    <a:pt x="0" y="189712"/>
                  </a:lnTo>
                  <a:lnTo>
                    <a:pt x="36017" y="189712"/>
                  </a:lnTo>
                  <a:lnTo>
                    <a:pt x="36017" y="113144"/>
                  </a:lnTo>
                  <a:lnTo>
                    <a:pt x="38138" y="101752"/>
                  </a:lnTo>
                  <a:lnTo>
                    <a:pt x="44018" y="92849"/>
                  </a:lnTo>
                  <a:lnTo>
                    <a:pt x="52946" y="87058"/>
                  </a:lnTo>
                  <a:lnTo>
                    <a:pt x="64211" y="84988"/>
                  </a:lnTo>
                  <a:lnTo>
                    <a:pt x="69278" y="84988"/>
                  </a:lnTo>
                  <a:lnTo>
                    <a:pt x="76238" y="85953"/>
                  </a:lnTo>
                  <a:lnTo>
                    <a:pt x="79590" y="87007"/>
                  </a:lnTo>
                  <a:lnTo>
                    <a:pt x="79590" y="54203"/>
                  </a:lnTo>
                  <a:close/>
                </a:path>
                <a:path w="620395" h="192405">
                  <a:moveTo>
                    <a:pt x="217119" y="54991"/>
                  </a:moveTo>
                  <a:lnTo>
                    <a:pt x="179044" y="54991"/>
                  </a:lnTo>
                  <a:lnTo>
                    <a:pt x="151371" y="151828"/>
                  </a:lnTo>
                  <a:lnTo>
                    <a:pt x="149999" y="151828"/>
                  </a:lnTo>
                  <a:lnTo>
                    <a:pt x="122237" y="54991"/>
                  </a:lnTo>
                  <a:lnTo>
                    <a:pt x="84150" y="54991"/>
                  </a:lnTo>
                  <a:lnTo>
                    <a:pt x="130403" y="189712"/>
                  </a:lnTo>
                  <a:lnTo>
                    <a:pt x="170878" y="189712"/>
                  </a:lnTo>
                  <a:lnTo>
                    <a:pt x="217119" y="54991"/>
                  </a:lnTo>
                  <a:close/>
                </a:path>
                <a:path w="620395" h="192405">
                  <a:moveTo>
                    <a:pt x="268185" y="54991"/>
                  </a:moveTo>
                  <a:lnTo>
                    <a:pt x="232168" y="54991"/>
                  </a:lnTo>
                  <a:lnTo>
                    <a:pt x="232168" y="189712"/>
                  </a:lnTo>
                  <a:lnTo>
                    <a:pt x="268185" y="189712"/>
                  </a:lnTo>
                  <a:lnTo>
                    <a:pt x="268185" y="54991"/>
                  </a:lnTo>
                  <a:close/>
                </a:path>
                <a:path w="620395" h="192405">
                  <a:moveTo>
                    <a:pt x="269811" y="18681"/>
                  </a:moveTo>
                  <a:lnTo>
                    <a:pt x="268262" y="11442"/>
                  </a:lnTo>
                  <a:lnTo>
                    <a:pt x="264045" y="5499"/>
                  </a:lnTo>
                  <a:lnTo>
                    <a:pt x="257810" y="1473"/>
                  </a:lnTo>
                  <a:lnTo>
                    <a:pt x="250215" y="0"/>
                  </a:lnTo>
                  <a:lnTo>
                    <a:pt x="242620" y="1473"/>
                  </a:lnTo>
                  <a:lnTo>
                    <a:pt x="236397" y="5499"/>
                  </a:lnTo>
                  <a:lnTo>
                    <a:pt x="232168" y="11442"/>
                  </a:lnTo>
                  <a:lnTo>
                    <a:pt x="230619" y="18681"/>
                  </a:lnTo>
                  <a:lnTo>
                    <a:pt x="232168" y="25971"/>
                  </a:lnTo>
                  <a:lnTo>
                    <a:pt x="236397" y="31902"/>
                  </a:lnTo>
                  <a:lnTo>
                    <a:pt x="242620" y="35902"/>
                  </a:lnTo>
                  <a:lnTo>
                    <a:pt x="250215" y="37363"/>
                  </a:lnTo>
                  <a:lnTo>
                    <a:pt x="257810" y="35902"/>
                  </a:lnTo>
                  <a:lnTo>
                    <a:pt x="264045" y="31902"/>
                  </a:lnTo>
                  <a:lnTo>
                    <a:pt x="268262" y="25971"/>
                  </a:lnTo>
                  <a:lnTo>
                    <a:pt x="269811" y="18681"/>
                  </a:lnTo>
                  <a:close/>
                </a:path>
                <a:path w="620395" h="192405">
                  <a:moveTo>
                    <a:pt x="414134" y="121564"/>
                  </a:moveTo>
                  <a:lnTo>
                    <a:pt x="412102" y="108851"/>
                  </a:lnTo>
                  <a:lnTo>
                    <a:pt x="409321" y="91503"/>
                  </a:lnTo>
                  <a:lnTo>
                    <a:pt x="402640" y="80695"/>
                  </a:lnTo>
                  <a:lnTo>
                    <a:pt x="396138" y="70167"/>
                  </a:lnTo>
                  <a:lnTo>
                    <a:pt x="380187" y="59867"/>
                  </a:lnTo>
                  <a:lnTo>
                    <a:pt x="380187" y="108851"/>
                  </a:lnTo>
                  <a:lnTo>
                    <a:pt x="323888" y="108851"/>
                  </a:lnTo>
                  <a:lnTo>
                    <a:pt x="326440" y="97942"/>
                  </a:lnTo>
                  <a:lnTo>
                    <a:pt x="332473" y="88976"/>
                  </a:lnTo>
                  <a:lnTo>
                    <a:pt x="341452" y="82918"/>
                  </a:lnTo>
                  <a:lnTo>
                    <a:pt x="352856" y="80695"/>
                  </a:lnTo>
                  <a:lnTo>
                    <a:pt x="363880" y="82804"/>
                  </a:lnTo>
                  <a:lnTo>
                    <a:pt x="372478" y="88658"/>
                  </a:lnTo>
                  <a:lnTo>
                    <a:pt x="378104" y="97561"/>
                  </a:lnTo>
                  <a:lnTo>
                    <a:pt x="380187" y="108851"/>
                  </a:lnTo>
                  <a:lnTo>
                    <a:pt x="380187" y="59867"/>
                  </a:lnTo>
                  <a:lnTo>
                    <a:pt x="376466" y="57454"/>
                  </a:lnTo>
                  <a:lnTo>
                    <a:pt x="352158" y="53238"/>
                  </a:lnTo>
                  <a:lnTo>
                    <a:pt x="325869" y="58293"/>
                  </a:lnTo>
                  <a:lnTo>
                    <a:pt x="305727" y="72517"/>
                  </a:lnTo>
                  <a:lnTo>
                    <a:pt x="292836" y="94538"/>
                  </a:lnTo>
                  <a:lnTo>
                    <a:pt x="288302" y="122974"/>
                  </a:lnTo>
                  <a:lnTo>
                    <a:pt x="292811" y="151828"/>
                  </a:lnTo>
                  <a:lnTo>
                    <a:pt x="305777" y="173672"/>
                  </a:lnTo>
                  <a:lnTo>
                    <a:pt x="326339" y="187515"/>
                  </a:lnTo>
                  <a:lnTo>
                    <a:pt x="353618" y="192341"/>
                  </a:lnTo>
                  <a:lnTo>
                    <a:pt x="375945" y="189433"/>
                  </a:lnTo>
                  <a:lnTo>
                    <a:pt x="393687" y="181178"/>
                  </a:lnTo>
                  <a:lnTo>
                    <a:pt x="406285" y="168262"/>
                  </a:lnTo>
                  <a:lnTo>
                    <a:pt x="407695" y="164807"/>
                  </a:lnTo>
                  <a:lnTo>
                    <a:pt x="413194" y="151384"/>
                  </a:lnTo>
                  <a:lnTo>
                    <a:pt x="378980" y="151384"/>
                  </a:lnTo>
                  <a:lnTo>
                    <a:pt x="375335" y="156845"/>
                  </a:lnTo>
                  <a:lnTo>
                    <a:pt x="369887" y="161086"/>
                  </a:lnTo>
                  <a:lnTo>
                    <a:pt x="362813" y="163830"/>
                  </a:lnTo>
                  <a:lnTo>
                    <a:pt x="354228" y="164807"/>
                  </a:lnTo>
                  <a:lnTo>
                    <a:pt x="341693" y="162521"/>
                  </a:lnTo>
                  <a:lnTo>
                    <a:pt x="332130" y="155981"/>
                  </a:lnTo>
                  <a:lnTo>
                    <a:pt x="326021" y="145605"/>
                  </a:lnTo>
                  <a:lnTo>
                    <a:pt x="323888" y="131826"/>
                  </a:lnTo>
                  <a:lnTo>
                    <a:pt x="414134" y="131826"/>
                  </a:lnTo>
                  <a:lnTo>
                    <a:pt x="414134" y="121564"/>
                  </a:lnTo>
                  <a:close/>
                </a:path>
                <a:path w="620395" h="192405">
                  <a:moveTo>
                    <a:pt x="620001" y="54991"/>
                  </a:moveTo>
                  <a:lnTo>
                    <a:pt x="583552" y="54991"/>
                  </a:lnTo>
                  <a:lnTo>
                    <a:pt x="563181" y="145427"/>
                  </a:lnTo>
                  <a:lnTo>
                    <a:pt x="561975" y="145427"/>
                  </a:lnTo>
                  <a:lnTo>
                    <a:pt x="540143" y="54991"/>
                  </a:lnTo>
                  <a:lnTo>
                    <a:pt x="504393" y="54991"/>
                  </a:lnTo>
                  <a:lnTo>
                    <a:pt x="482727" y="146037"/>
                  </a:lnTo>
                  <a:lnTo>
                    <a:pt x="481520" y="146037"/>
                  </a:lnTo>
                  <a:lnTo>
                    <a:pt x="460806" y="54991"/>
                  </a:lnTo>
                  <a:lnTo>
                    <a:pt x="424370" y="54991"/>
                  </a:lnTo>
                  <a:lnTo>
                    <a:pt x="460463" y="189712"/>
                  </a:lnTo>
                  <a:lnTo>
                    <a:pt x="498462" y="189712"/>
                  </a:lnTo>
                  <a:lnTo>
                    <a:pt x="521322" y="104203"/>
                  </a:lnTo>
                  <a:lnTo>
                    <a:pt x="523036" y="104203"/>
                  </a:lnTo>
                  <a:lnTo>
                    <a:pt x="545985" y="189712"/>
                  </a:lnTo>
                  <a:lnTo>
                    <a:pt x="583895" y="189712"/>
                  </a:lnTo>
                  <a:lnTo>
                    <a:pt x="620001" y="5499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8" name="object 148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9751034" y="900969"/>
            <a:ext cx="152308" cy="184623"/>
          </a:xfrm>
          <a:prstGeom prst="rect">
            <a:avLst/>
          </a:prstGeom>
        </p:spPr>
      </p:pic>
      <p:grpSp>
        <p:nvGrpSpPr>
          <p:cNvPr id="149" name="object 149"/>
          <p:cNvGrpSpPr/>
          <p:nvPr/>
        </p:nvGrpSpPr>
        <p:grpSpPr>
          <a:xfrm>
            <a:off x="9970551" y="893251"/>
            <a:ext cx="1129665" cy="240665"/>
            <a:chOff x="9970551" y="893251"/>
            <a:chExt cx="1129665" cy="240665"/>
          </a:xfrm>
        </p:grpSpPr>
        <p:pic>
          <p:nvPicPr>
            <p:cNvPr id="150" name="object 15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970551" y="903337"/>
              <a:ext cx="146807" cy="179623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10138334" y="893254"/>
              <a:ext cx="961390" cy="240665"/>
            </a:xfrm>
            <a:custGeom>
              <a:avLst/>
              <a:gdLst/>
              <a:ahLst/>
              <a:cxnLst/>
              <a:rect l="l" t="t" r="r" b="b"/>
              <a:pathLst>
                <a:path w="961390" h="240665">
                  <a:moveTo>
                    <a:pt x="125831" y="121564"/>
                  </a:moveTo>
                  <a:lnTo>
                    <a:pt x="123799" y="108851"/>
                  </a:lnTo>
                  <a:lnTo>
                    <a:pt x="121018" y="91503"/>
                  </a:lnTo>
                  <a:lnTo>
                    <a:pt x="114338" y="80695"/>
                  </a:lnTo>
                  <a:lnTo>
                    <a:pt x="107835" y="70167"/>
                  </a:lnTo>
                  <a:lnTo>
                    <a:pt x="91884" y="59867"/>
                  </a:lnTo>
                  <a:lnTo>
                    <a:pt x="91884" y="108851"/>
                  </a:lnTo>
                  <a:lnTo>
                    <a:pt x="35572" y="108851"/>
                  </a:lnTo>
                  <a:lnTo>
                    <a:pt x="38138" y="97942"/>
                  </a:lnTo>
                  <a:lnTo>
                    <a:pt x="44157" y="88976"/>
                  </a:lnTo>
                  <a:lnTo>
                    <a:pt x="53136" y="82918"/>
                  </a:lnTo>
                  <a:lnTo>
                    <a:pt x="64541" y="80695"/>
                  </a:lnTo>
                  <a:lnTo>
                    <a:pt x="75577" y="82804"/>
                  </a:lnTo>
                  <a:lnTo>
                    <a:pt x="84175" y="88658"/>
                  </a:lnTo>
                  <a:lnTo>
                    <a:pt x="89801" y="97561"/>
                  </a:lnTo>
                  <a:lnTo>
                    <a:pt x="91884" y="108851"/>
                  </a:lnTo>
                  <a:lnTo>
                    <a:pt x="91884" y="59867"/>
                  </a:lnTo>
                  <a:lnTo>
                    <a:pt x="88150" y="57454"/>
                  </a:lnTo>
                  <a:lnTo>
                    <a:pt x="63855" y="53238"/>
                  </a:lnTo>
                  <a:lnTo>
                    <a:pt x="37566" y="58293"/>
                  </a:lnTo>
                  <a:lnTo>
                    <a:pt x="17424" y="72517"/>
                  </a:lnTo>
                  <a:lnTo>
                    <a:pt x="4533" y="94538"/>
                  </a:lnTo>
                  <a:lnTo>
                    <a:pt x="0" y="122974"/>
                  </a:lnTo>
                  <a:lnTo>
                    <a:pt x="4508" y="151828"/>
                  </a:lnTo>
                  <a:lnTo>
                    <a:pt x="17475" y="173672"/>
                  </a:lnTo>
                  <a:lnTo>
                    <a:pt x="38036" y="187515"/>
                  </a:lnTo>
                  <a:lnTo>
                    <a:pt x="65316" y="192341"/>
                  </a:lnTo>
                  <a:lnTo>
                    <a:pt x="87642" y="189433"/>
                  </a:lnTo>
                  <a:lnTo>
                    <a:pt x="105384" y="181178"/>
                  </a:lnTo>
                  <a:lnTo>
                    <a:pt x="117983" y="168262"/>
                  </a:lnTo>
                  <a:lnTo>
                    <a:pt x="119392" y="164807"/>
                  </a:lnTo>
                  <a:lnTo>
                    <a:pt x="124879" y="151384"/>
                  </a:lnTo>
                  <a:lnTo>
                    <a:pt x="90678" y="151384"/>
                  </a:lnTo>
                  <a:lnTo>
                    <a:pt x="87020" y="156845"/>
                  </a:lnTo>
                  <a:lnTo>
                    <a:pt x="81584" y="161086"/>
                  </a:lnTo>
                  <a:lnTo>
                    <a:pt x="74498" y="163830"/>
                  </a:lnTo>
                  <a:lnTo>
                    <a:pt x="65925" y="164807"/>
                  </a:lnTo>
                  <a:lnTo>
                    <a:pt x="53378" y="162521"/>
                  </a:lnTo>
                  <a:lnTo>
                    <a:pt x="43815" y="155981"/>
                  </a:lnTo>
                  <a:lnTo>
                    <a:pt x="37719" y="145605"/>
                  </a:lnTo>
                  <a:lnTo>
                    <a:pt x="35572" y="131826"/>
                  </a:lnTo>
                  <a:lnTo>
                    <a:pt x="125831" y="131826"/>
                  </a:lnTo>
                  <a:lnTo>
                    <a:pt x="125831" y="121564"/>
                  </a:lnTo>
                  <a:close/>
                </a:path>
                <a:path w="961390" h="240665">
                  <a:moveTo>
                    <a:pt x="264045" y="104457"/>
                  </a:moveTo>
                  <a:lnTo>
                    <a:pt x="258965" y="83400"/>
                  </a:lnTo>
                  <a:lnTo>
                    <a:pt x="246837" y="67246"/>
                  </a:lnTo>
                  <a:lnTo>
                    <a:pt x="228600" y="56896"/>
                  </a:lnTo>
                  <a:lnTo>
                    <a:pt x="205257" y="53238"/>
                  </a:lnTo>
                  <a:lnTo>
                    <a:pt x="178320" y="58318"/>
                  </a:lnTo>
                  <a:lnTo>
                    <a:pt x="157937" y="72567"/>
                  </a:lnTo>
                  <a:lnTo>
                    <a:pt x="145034" y="94576"/>
                  </a:lnTo>
                  <a:lnTo>
                    <a:pt x="140525" y="122885"/>
                  </a:lnTo>
                  <a:lnTo>
                    <a:pt x="144970" y="151015"/>
                  </a:lnTo>
                  <a:lnTo>
                    <a:pt x="157759" y="172974"/>
                  </a:lnTo>
                  <a:lnTo>
                    <a:pt x="178168" y="187248"/>
                  </a:lnTo>
                  <a:lnTo>
                    <a:pt x="205422" y="192341"/>
                  </a:lnTo>
                  <a:lnTo>
                    <a:pt x="229069" y="188595"/>
                  </a:lnTo>
                  <a:lnTo>
                    <a:pt x="247180" y="178041"/>
                  </a:lnTo>
                  <a:lnTo>
                    <a:pt x="259067" y="161747"/>
                  </a:lnTo>
                  <a:lnTo>
                    <a:pt x="264045" y="140779"/>
                  </a:lnTo>
                  <a:lnTo>
                    <a:pt x="230098" y="140779"/>
                  </a:lnTo>
                  <a:lnTo>
                    <a:pt x="227139" y="150329"/>
                  </a:lnTo>
                  <a:lnTo>
                    <a:pt x="221869" y="157353"/>
                  </a:lnTo>
                  <a:lnTo>
                    <a:pt x="214617" y="161671"/>
                  </a:lnTo>
                  <a:lnTo>
                    <a:pt x="205765" y="163144"/>
                  </a:lnTo>
                  <a:lnTo>
                    <a:pt x="193967" y="160413"/>
                  </a:lnTo>
                  <a:lnTo>
                    <a:pt x="184950" y="152476"/>
                  </a:lnTo>
                  <a:lnTo>
                    <a:pt x="179171" y="139674"/>
                  </a:lnTo>
                  <a:lnTo>
                    <a:pt x="177152" y="122351"/>
                  </a:lnTo>
                  <a:lnTo>
                    <a:pt x="179184" y="105194"/>
                  </a:lnTo>
                  <a:lnTo>
                    <a:pt x="184975" y="92506"/>
                  </a:lnTo>
                  <a:lnTo>
                    <a:pt x="194005" y="84620"/>
                  </a:lnTo>
                  <a:lnTo>
                    <a:pt x="205765" y="81927"/>
                  </a:lnTo>
                  <a:lnTo>
                    <a:pt x="215049" y="83566"/>
                  </a:lnTo>
                  <a:lnTo>
                    <a:pt x="222288" y="88188"/>
                  </a:lnTo>
                  <a:lnTo>
                    <a:pt x="227342" y="95313"/>
                  </a:lnTo>
                  <a:lnTo>
                    <a:pt x="230098" y="104457"/>
                  </a:lnTo>
                  <a:lnTo>
                    <a:pt x="264045" y="104457"/>
                  </a:lnTo>
                  <a:close/>
                </a:path>
                <a:path w="961390" h="240665">
                  <a:moveTo>
                    <a:pt x="404152" y="121564"/>
                  </a:moveTo>
                  <a:lnTo>
                    <a:pt x="402120" y="108851"/>
                  </a:lnTo>
                  <a:lnTo>
                    <a:pt x="399338" y="91503"/>
                  </a:lnTo>
                  <a:lnTo>
                    <a:pt x="392658" y="80695"/>
                  </a:lnTo>
                  <a:lnTo>
                    <a:pt x="386156" y="70167"/>
                  </a:lnTo>
                  <a:lnTo>
                    <a:pt x="370205" y="59867"/>
                  </a:lnTo>
                  <a:lnTo>
                    <a:pt x="370205" y="108851"/>
                  </a:lnTo>
                  <a:lnTo>
                    <a:pt x="313905" y="108851"/>
                  </a:lnTo>
                  <a:lnTo>
                    <a:pt x="316458" y="97942"/>
                  </a:lnTo>
                  <a:lnTo>
                    <a:pt x="322491" y="88976"/>
                  </a:lnTo>
                  <a:lnTo>
                    <a:pt x="331470" y="82918"/>
                  </a:lnTo>
                  <a:lnTo>
                    <a:pt x="342861" y="80695"/>
                  </a:lnTo>
                  <a:lnTo>
                    <a:pt x="353898" y="82804"/>
                  </a:lnTo>
                  <a:lnTo>
                    <a:pt x="362496" y="88658"/>
                  </a:lnTo>
                  <a:lnTo>
                    <a:pt x="368122" y="97561"/>
                  </a:lnTo>
                  <a:lnTo>
                    <a:pt x="370205" y="108851"/>
                  </a:lnTo>
                  <a:lnTo>
                    <a:pt x="370205" y="59867"/>
                  </a:lnTo>
                  <a:lnTo>
                    <a:pt x="366471" y="57454"/>
                  </a:lnTo>
                  <a:lnTo>
                    <a:pt x="342176" y="53238"/>
                  </a:lnTo>
                  <a:lnTo>
                    <a:pt x="315887" y="58293"/>
                  </a:lnTo>
                  <a:lnTo>
                    <a:pt x="295744" y="72517"/>
                  </a:lnTo>
                  <a:lnTo>
                    <a:pt x="282854" y="94538"/>
                  </a:lnTo>
                  <a:lnTo>
                    <a:pt x="278320" y="122974"/>
                  </a:lnTo>
                  <a:lnTo>
                    <a:pt x="282829" y="151828"/>
                  </a:lnTo>
                  <a:lnTo>
                    <a:pt x="295795" y="173672"/>
                  </a:lnTo>
                  <a:lnTo>
                    <a:pt x="316357" y="187515"/>
                  </a:lnTo>
                  <a:lnTo>
                    <a:pt x="343636" y="192341"/>
                  </a:lnTo>
                  <a:lnTo>
                    <a:pt x="365963" y="189433"/>
                  </a:lnTo>
                  <a:lnTo>
                    <a:pt x="383705" y="181178"/>
                  </a:lnTo>
                  <a:lnTo>
                    <a:pt x="396303" y="168262"/>
                  </a:lnTo>
                  <a:lnTo>
                    <a:pt x="397713" y="164807"/>
                  </a:lnTo>
                  <a:lnTo>
                    <a:pt x="403212" y="151384"/>
                  </a:lnTo>
                  <a:lnTo>
                    <a:pt x="368998" y="151384"/>
                  </a:lnTo>
                  <a:lnTo>
                    <a:pt x="365353" y="156845"/>
                  </a:lnTo>
                  <a:lnTo>
                    <a:pt x="359905" y="161086"/>
                  </a:lnTo>
                  <a:lnTo>
                    <a:pt x="352831" y="163830"/>
                  </a:lnTo>
                  <a:lnTo>
                    <a:pt x="344246" y="164807"/>
                  </a:lnTo>
                  <a:lnTo>
                    <a:pt x="331711" y="162521"/>
                  </a:lnTo>
                  <a:lnTo>
                    <a:pt x="322148" y="155981"/>
                  </a:lnTo>
                  <a:lnTo>
                    <a:pt x="316039" y="145605"/>
                  </a:lnTo>
                  <a:lnTo>
                    <a:pt x="313905" y="131826"/>
                  </a:lnTo>
                  <a:lnTo>
                    <a:pt x="404152" y="131826"/>
                  </a:lnTo>
                  <a:lnTo>
                    <a:pt x="404152" y="121564"/>
                  </a:lnTo>
                  <a:close/>
                </a:path>
                <a:path w="961390" h="240665">
                  <a:moveTo>
                    <a:pt x="536346" y="148145"/>
                  </a:moveTo>
                  <a:lnTo>
                    <a:pt x="498360" y="111658"/>
                  </a:lnTo>
                  <a:lnTo>
                    <a:pt x="474548" y="106743"/>
                  </a:lnTo>
                  <a:lnTo>
                    <a:pt x="462178" y="104025"/>
                  </a:lnTo>
                  <a:lnTo>
                    <a:pt x="457530" y="99288"/>
                  </a:lnTo>
                  <a:lnTo>
                    <a:pt x="457530" y="85077"/>
                  </a:lnTo>
                  <a:lnTo>
                    <a:pt x="466382" y="79463"/>
                  </a:lnTo>
                  <a:lnTo>
                    <a:pt x="478078" y="79463"/>
                  </a:lnTo>
                  <a:lnTo>
                    <a:pt x="486321" y="80556"/>
                  </a:lnTo>
                  <a:lnTo>
                    <a:pt x="492836" y="83693"/>
                  </a:lnTo>
                  <a:lnTo>
                    <a:pt x="497395" y="88607"/>
                  </a:lnTo>
                  <a:lnTo>
                    <a:pt x="499732" y="95072"/>
                  </a:lnTo>
                  <a:lnTo>
                    <a:pt x="533425" y="95072"/>
                  </a:lnTo>
                  <a:lnTo>
                    <a:pt x="528586" y="77698"/>
                  </a:lnTo>
                  <a:lnTo>
                    <a:pt x="517283" y="64528"/>
                  </a:lnTo>
                  <a:lnTo>
                    <a:pt x="500062" y="56159"/>
                  </a:lnTo>
                  <a:lnTo>
                    <a:pt x="477469" y="53238"/>
                  </a:lnTo>
                  <a:lnTo>
                    <a:pt x="454444" y="56172"/>
                  </a:lnTo>
                  <a:lnTo>
                    <a:pt x="436905" y="64541"/>
                  </a:lnTo>
                  <a:lnTo>
                    <a:pt x="425742" y="77774"/>
                  </a:lnTo>
                  <a:lnTo>
                    <a:pt x="421855" y="95250"/>
                  </a:lnTo>
                  <a:lnTo>
                    <a:pt x="424218" y="108915"/>
                  </a:lnTo>
                  <a:lnTo>
                    <a:pt x="431393" y="119926"/>
                  </a:lnTo>
                  <a:lnTo>
                    <a:pt x="443318" y="128168"/>
                  </a:lnTo>
                  <a:lnTo>
                    <a:pt x="459943" y="133489"/>
                  </a:lnTo>
                  <a:lnTo>
                    <a:pt x="494144" y="140512"/>
                  </a:lnTo>
                  <a:lnTo>
                    <a:pt x="499656" y="144805"/>
                  </a:lnTo>
                  <a:lnTo>
                    <a:pt x="477901" y="165773"/>
                  </a:lnTo>
                  <a:lnTo>
                    <a:pt x="468871" y="164757"/>
                  </a:lnTo>
                  <a:lnTo>
                    <a:pt x="461848" y="161734"/>
                  </a:lnTo>
                  <a:lnTo>
                    <a:pt x="456996" y="156743"/>
                  </a:lnTo>
                  <a:lnTo>
                    <a:pt x="454444" y="149809"/>
                  </a:lnTo>
                  <a:lnTo>
                    <a:pt x="418338" y="149809"/>
                  </a:lnTo>
                  <a:lnTo>
                    <a:pt x="423849" y="167551"/>
                  </a:lnTo>
                  <a:lnTo>
                    <a:pt x="435813" y="180936"/>
                  </a:lnTo>
                  <a:lnTo>
                    <a:pt x="453923" y="189395"/>
                  </a:lnTo>
                  <a:lnTo>
                    <a:pt x="477901" y="192341"/>
                  </a:lnTo>
                  <a:lnTo>
                    <a:pt x="501815" y="189166"/>
                  </a:lnTo>
                  <a:lnTo>
                    <a:pt x="520242" y="180174"/>
                  </a:lnTo>
                  <a:lnTo>
                    <a:pt x="532117" y="166217"/>
                  </a:lnTo>
                  <a:lnTo>
                    <a:pt x="536346" y="148145"/>
                  </a:lnTo>
                  <a:close/>
                </a:path>
                <a:path w="961390" h="240665">
                  <a:moveTo>
                    <a:pt x="668032" y="148145"/>
                  </a:moveTo>
                  <a:lnTo>
                    <a:pt x="630047" y="111658"/>
                  </a:lnTo>
                  <a:lnTo>
                    <a:pt x="606234" y="106743"/>
                  </a:lnTo>
                  <a:lnTo>
                    <a:pt x="593852" y="104025"/>
                  </a:lnTo>
                  <a:lnTo>
                    <a:pt x="589216" y="99288"/>
                  </a:lnTo>
                  <a:lnTo>
                    <a:pt x="589216" y="85077"/>
                  </a:lnTo>
                  <a:lnTo>
                    <a:pt x="598068" y="79463"/>
                  </a:lnTo>
                  <a:lnTo>
                    <a:pt x="609765" y="79463"/>
                  </a:lnTo>
                  <a:lnTo>
                    <a:pt x="618007" y="80556"/>
                  </a:lnTo>
                  <a:lnTo>
                    <a:pt x="624522" y="83693"/>
                  </a:lnTo>
                  <a:lnTo>
                    <a:pt x="629069" y="88607"/>
                  </a:lnTo>
                  <a:lnTo>
                    <a:pt x="631418" y="95072"/>
                  </a:lnTo>
                  <a:lnTo>
                    <a:pt x="665111" y="95072"/>
                  </a:lnTo>
                  <a:lnTo>
                    <a:pt x="660273" y="77698"/>
                  </a:lnTo>
                  <a:lnTo>
                    <a:pt x="648970" y="64528"/>
                  </a:lnTo>
                  <a:lnTo>
                    <a:pt x="631736" y="56159"/>
                  </a:lnTo>
                  <a:lnTo>
                    <a:pt x="609155" y="53238"/>
                  </a:lnTo>
                  <a:lnTo>
                    <a:pt x="586130" y="56172"/>
                  </a:lnTo>
                  <a:lnTo>
                    <a:pt x="568591" y="64541"/>
                  </a:lnTo>
                  <a:lnTo>
                    <a:pt x="557428" y="77774"/>
                  </a:lnTo>
                  <a:lnTo>
                    <a:pt x="553542" y="95250"/>
                  </a:lnTo>
                  <a:lnTo>
                    <a:pt x="555904" y="108915"/>
                  </a:lnTo>
                  <a:lnTo>
                    <a:pt x="563079" y="119926"/>
                  </a:lnTo>
                  <a:lnTo>
                    <a:pt x="575005" y="128168"/>
                  </a:lnTo>
                  <a:lnTo>
                    <a:pt x="591616" y="133489"/>
                  </a:lnTo>
                  <a:lnTo>
                    <a:pt x="625830" y="140512"/>
                  </a:lnTo>
                  <a:lnTo>
                    <a:pt x="631329" y="144805"/>
                  </a:lnTo>
                  <a:lnTo>
                    <a:pt x="609587" y="165773"/>
                  </a:lnTo>
                  <a:lnTo>
                    <a:pt x="600557" y="164757"/>
                  </a:lnTo>
                  <a:lnTo>
                    <a:pt x="593534" y="161734"/>
                  </a:lnTo>
                  <a:lnTo>
                    <a:pt x="588670" y="156743"/>
                  </a:lnTo>
                  <a:lnTo>
                    <a:pt x="586117" y="149809"/>
                  </a:lnTo>
                  <a:lnTo>
                    <a:pt x="550024" y="149809"/>
                  </a:lnTo>
                  <a:lnTo>
                    <a:pt x="555536" y="167551"/>
                  </a:lnTo>
                  <a:lnTo>
                    <a:pt x="567486" y="180936"/>
                  </a:lnTo>
                  <a:lnTo>
                    <a:pt x="585609" y="189395"/>
                  </a:lnTo>
                  <a:lnTo>
                    <a:pt x="609587" y="192341"/>
                  </a:lnTo>
                  <a:lnTo>
                    <a:pt x="633501" y="189166"/>
                  </a:lnTo>
                  <a:lnTo>
                    <a:pt x="651929" y="180174"/>
                  </a:lnTo>
                  <a:lnTo>
                    <a:pt x="663803" y="166217"/>
                  </a:lnTo>
                  <a:lnTo>
                    <a:pt x="668032" y="148145"/>
                  </a:lnTo>
                  <a:close/>
                </a:path>
                <a:path w="961390" h="240665">
                  <a:moveTo>
                    <a:pt x="723646" y="54991"/>
                  </a:moveTo>
                  <a:lnTo>
                    <a:pt x="687641" y="54991"/>
                  </a:lnTo>
                  <a:lnTo>
                    <a:pt x="687641" y="189712"/>
                  </a:lnTo>
                  <a:lnTo>
                    <a:pt x="723646" y="189712"/>
                  </a:lnTo>
                  <a:lnTo>
                    <a:pt x="723646" y="54991"/>
                  </a:lnTo>
                  <a:close/>
                </a:path>
                <a:path w="961390" h="240665">
                  <a:moveTo>
                    <a:pt x="725284" y="18681"/>
                  </a:moveTo>
                  <a:lnTo>
                    <a:pt x="723734" y="11442"/>
                  </a:lnTo>
                  <a:lnTo>
                    <a:pt x="719518" y="5499"/>
                  </a:lnTo>
                  <a:lnTo>
                    <a:pt x="713282" y="1473"/>
                  </a:lnTo>
                  <a:lnTo>
                    <a:pt x="705688" y="0"/>
                  </a:lnTo>
                  <a:lnTo>
                    <a:pt x="698093" y="1473"/>
                  </a:lnTo>
                  <a:lnTo>
                    <a:pt x="691857" y="5499"/>
                  </a:lnTo>
                  <a:lnTo>
                    <a:pt x="687641" y="11442"/>
                  </a:lnTo>
                  <a:lnTo>
                    <a:pt x="686092" y="18681"/>
                  </a:lnTo>
                  <a:lnTo>
                    <a:pt x="687641" y="25971"/>
                  </a:lnTo>
                  <a:lnTo>
                    <a:pt x="691857" y="31902"/>
                  </a:lnTo>
                  <a:lnTo>
                    <a:pt x="698093" y="35902"/>
                  </a:lnTo>
                  <a:lnTo>
                    <a:pt x="705688" y="37363"/>
                  </a:lnTo>
                  <a:lnTo>
                    <a:pt x="713282" y="35902"/>
                  </a:lnTo>
                  <a:lnTo>
                    <a:pt x="719518" y="31902"/>
                  </a:lnTo>
                  <a:lnTo>
                    <a:pt x="723734" y="25971"/>
                  </a:lnTo>
                  <a:lnTo>
                    <a:pt x="725284" y="18681"/>
                  </a:lnTo>
                  <a:close/>
                </a:path>
                <a:path w="961390" h="240665">
                  <a:moveTo>
                    <a:pt x="820610" y="161302"/>
                  </a:moveTo>
                  <a:lnTo>
                    <a:pt x="810031" y="162001"/>
                  </a:lnTo>
                  <a:lnTo>
                    <a:pt x="806513" y="161912"/>
                  </a:lnTo>
                  <a:lnTo>
                    <a:pt x="799122" y="161645"/>
                  </a:lnTo>
                  <a:lnTo>
                    <a:pt x="793965" y="159105"/>
                  </a:lnTo>
                  <a:lnTo>
                    <a:pt x="793965" y="82626"/>
                  </a:lnTo>
                  <a:lnTo>
                    <a:pt x="818883" y="82626"/>
                  </a:lnTo>
                  <a:lnTo>
                    <a:pt x="818883" y="54991"/>
                  </a:lnTo>
                  <a:lnTo>
                    <a:pt x="793965" y="54991"/>
                  </a:lnTo>
                  <a:lnTo>
                    <a:pt x="793965" y="22720"/>
                  </a:lnTo>
                  <a:lnTo>
                    <a:pt x="757948" y="22720"/>
                  </a:lnTo>
                  <a:lnTo>
                    <a:pt x="757948" y="54991"/>
                  </a:lnTo>
                  <a:lnTo>
                    <a:pt x="739813" y="54991"/>
                  </a:lnTo>
                  <a:lnTo>
                    <a:pt x="739813" y="82626"/>
                  </a:lnTo>
                  <a:lnTo>
                    <a:pt x="757948" y="82626"/>
                  </a:lnTo>
                  <a:lnTo>
                    <a:pt x="757948" y="153403"/>
                  </a:lnTo>
                  <a:lnTo>
                    <a:pt x="761022" y="170434"/>
                  </a:lnTo>
                  <a:lnTo>
                    <a:pt x="769912" y="182308"/>
                  </a:lnTo>
                  <a:lnTo>
                    <a:pt x="783742" y="189280"/>
                  </a:lnTo>
                  <a:lnTo>
                    <a:pt x="801611" y="191554"/>
                  </a:lnTo>
                  <a:lnTo>
                    <a:pt x="810374" y="191554"/>
                  </a:lnTo>
                  <a:lnTo>
                    <a:pt x="816825" y="190855"/>
                  </a:lnTo>
                  <a:lnTo>
                    <a:pt x="820610" y="190246"/>
                  </a:lnTo>
                  <a:lnTo>
                    <a:pt x="820610" y="161302"/>
                  </a:lnTo>
                  <a:close/>
                </a:path>
                <a:path w="961390" h="240665">
                  <a:moveTo>
                    <a:pt x="961313" y="54991"/>
                  </a:moveTo>
                  <a:lnTo>
                    <a:pt x="923239" y="54991"/>
                  </a:lnTo>
                  <a:lnTo>
                    <a:pt x="895299" y="154279"/>
                  </a:lnTo>
                  <a:lnTo>
                    <a:pt x="893927" y="154279"/>
                  </a:lnTo>
                  <a:lnTo>
                    <a:pt x="866254" y="54991"/>
                  </a:lnTo>
                  <a:lnTo>
                    <a:pt x="828344" y="54991"/>
                  </a:lnTo>
                  <a:lnTo>
                    <a:pt x="875792" y="193484"/>
                  </a:lnTo>
                  <a:lnTo>
                    <a:pt x="869353" y="210845"/>
                  </a:lnTo>
                  <a:lnTo>
                    <a:pt x="863587" y="211467"/>
                  </a:lnTo>
                  <a:lnTo>
                    <a:pt x="846404" y="211378"/>
                  </a:lnTo>
                  <a:lnTo>
                    <a:pt x="841844" y="211023"/>
                  </a:lnTo>
                  <a:lnTo>
                    <a:pt x="841756" y="239623"/>
                  </a:lnTo>
                  <a:lnTo>
                    <a:pt x="846480" y="240055"/>
                  </a:lnTo>
                  <a:lnTo>
                    <a:pt x="860069" y="240233"/>
                  </a:lnTo>
                  <a:lnTo>
                    <a:pt x="878535" y="237718"/>
                  </a:lnTo>
                  <a:lnTo>
                    <a:pt x="892581" y="230543"/>
                  </a:lnTo>
                  <a:lnTo>
                    <a:pt x="902817" y="219290"/>
                  </a:lnTo>
                  <a:lnTo>
                    <a:pt x="909828" y="204533"/>
                  </a:lnTo>
                  <a:lnTo>
                    <a:pt x="961313" y="5499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2" name="object 152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7601049" y="9537479"/>
            <a:ext cx="129960" cy="196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09849" cy="65036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12554" y="3117975"/>
            <a:ext cx="0" cy="476250"/>
          </a:xfrm>
          <a:custGeom>
            <a:avLst/>
            <a:gdLst/>
            <a:ahLst/>
            <a:cxnLst/>
            <a:rect l="l" t="t" r="r" b="b"/>
            <a:pathLst>
              <a:path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ln w="36799">
            <a:solidFill>
              <a:srgbClr val="3F6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06089" y="3225710"/>
            <a:ext cx="465455" cy="257810"/>
          </a:xfrm>
          <a:custGeom>
            <a:avLst/>
            <a:gdLst/>
            <a:ahLst/>
            <a:cxnLst/>
            <a:rect l="l" t="t" r="r" b="b"/>
            <a:pathLst>
              <a:path w="465454" h="257810">
                <a:moveTo>
                  <a:pt x="158965" y="101879"/>
                </a:moveTo>
                <a:lnTo>
                  <a:pt x="114350" y="73634"/>
                </a:lnTo>
                <a:lnTo>
                  <a:pt x="96431" y="26022"/>
                </a:lnTo>
                <a:lnTo>
                  <a:pt x="96431" y="6261"/>
                </a:lnTo>
                <a:lnTo>
                  <a:pt x="63652" y="6261"/>
                </a:lnTo>
                <a:lnTo>
                  <a:pt x="63652" y="26022"/>
                </a:lnTo>
                <a:lnTo>
                  <a:pt x="59563" y="50990"/>
                </a:lnTo>
                <a:lnTo>
                  <a:pt x="47447" y="73875"/>
                </a:lnTo>
                <a:lnTo>
                  <a:pt x="27520" y="92875"/>
                </a:lnTo>
                <a:lnTo>
                  <a:pt x="0" y="106210"/>
                </a:lnTo>
                <a:lnTo>
                  <a:pt x="15938" y="131127"/>
                </a:lnTo>
                <a:lnTo>
                  <a:pt x="37325" y="121754"/>
                </a:lnTo>
                <a:lnTo>
                  <a:pt x="55257" y="108699"/>
                </a:lnTo>
                <a:lnTo>
                  <a:pt x="69621" y="92481"/>
                </a:lnTo>
                <a:lnTo>
                  <a:pt x="80289" y="73634"/>
                </a:lnTo>
                <a:lnTo>
                  <a:pt x="90868" y="90944"/>
                </a:lnTo>
                <a:lnTo>
                  <a:pt x="104965" y="105816"/>
                </a:lnTo>
                <a:lnTo>
                  <a:pt x="122491" y="117805"/>
                </a:lnTo>
                <a:lnTo>
                  <a:pt x="143332" y="126492"/>
                </a:lnTo>
                <a:lnTo>
                  <a:pt x="158965" y="101879"/>
                </a:lnTo>
                <a:close/>
              </a:path>
              <a:path w="465454" h="257810">
                <a:moveTo>
                  <a:pt x="214439" y="0"/>
                </a:moveTo>
                <a:lnTo>
                  <a:pt x="183070" y="0"/>
                </a:lnTo>
                <a:lnTo>
                  <a:pt x="183070" y="131533"/>
                </a:lnTo>
                <a:lnTo>
                  <a:pt x="214439" y="131533"/>
                </a:lnTo>
                <a:lnTo>
                  <a:pt x="214439" y="0"/>
                </a:lnTo>
                <a:close/>
              </a:path>
              <a:path w="465454" h="257810">
                <a:moveTo>
                  <a:pt x="222605" y="230276"/>
                </a:moveTo>
                <a:lnTo>
                  <a:pt x="75349" y="230276"/>
                </a:lnTo>
                <a:lnTo>
                  <a:pt x="75349" y="210299"/>
                </a:lnTo>
                <a:lnTo>
                  <a:pt x="214845" y="210299"/>
                </a:lnTo>
                <a:lnTo>
                  <a:pt x="214845" y="143332"/>
                </a:lnTo>
                <a:lnTo>
                  <a:pt x="43675" y="143332"/>
                </a:lnTo>
                <a:lnTo>
                  <a:pt x="43675" y="168046"/>
                </a:lnTo>
                <a:lnTo>
                  <a:pt x="183273" y="168046"/>
                </a:lnTo>
                <a:lnTo>
                  <a:pt x="183273" y="186702"/>
                </a:lnTo>
                <a:lnTo>
                  <a:pt x="44488" y="186702"/>
                </a:lnTo>
                <a:lnTo>
                  <a:pt x="44488" y="255485"/>
                </a:lnTo>
                <a:lnTo>
                  <a:pt x="222605" y="255485"/>
                </a:lnTo>
                <a:lnTo>
                  <a:pt x="222605" y="230276"/>
                </a:lnTo>
                <a:close/>
              </a:path>
              <a:path w="465454" h="257810">
                <a:moveTo>
                  <a:pt x="363931" y="185597"/>
                </a:moveTo>
                <a:lnTo>
                  <a:pt x="361518" y="165620"/>
                </a:lnTo>
                <a:lnTo>
                  <a:pt x="360603" y="158051"/>
                </a:lnTo>
                <a:lnTo>
                  <a:pt x="340766" y="161391"/>
                </a:lnTo>
                <a:lnTo>
                  <a:pt x="321932" y="163652"/>
                </a:lnTo>
                <a:lnTo>
                  <a:pt x="304025" y="165011"/>
                </a:lnTo>
                <a:lnTo>
                  <a:pt x="286969" y="165620"/>
                </a:lnTo>
                <a:lnTo>
                  <a:pt x="286969" y="29451"/>
                </a:lnTo>
                <a:lnTo>
                  <a:pt x="255193" y="29451"/>
                </a:lnTo>
                <a:lnTo>
                  <a:pt x="255193" y="193459"/>
                </a:lnTo>
                <a:lnTo>
                  <a:pt x="272338" y="193459"/>
                </a:lnTo>
                <a:lnTo>
                  <a:pt x="293192" y="193141"/>
                </a:lnTo>
                <a:lnTo>
                  <a:pt x="315226" y="191871"/>
                </a:lnTo>
                <a:lnTo>
                  <a:pt x="338709" y="189433"/>
                </a:lnTo>
                <a:lnTo>
                  <a:pt x="363931" y="185597"/>
                </a:lnTo>
                <a:close/>
              </a:path>
              <a:path w="465454" h="257810">
                <a:moveTo>
                  <a:pt x="465391" y="0"/>
                </a:moveTo>
                <a:lnTo>
                  <a:pt x="434835" y="0"/>
                </a:lnTo>
                <a:lnTo>
                  <a:pt x="434835" y="101371"/>
                </a:lnTo>
                <a:lnTo>
                  <a:pt x="406285" y="101371"/>
                </a:lnTo>
                <a:lnTo>
                  <a:pt x="406285" y="4851"/>
                </a:lnTo>
                <a:lnTo>
                  <a:pt x="376542" y="4851"/>
                </a:lnTo>
                <a:lnTo>
                  <a:pt x="376542" y="244805"/>
                </a:lnTo>
                <a:lnTo>
                  <a:pt x="406285" y="244805"/>
                </a:lnTo>
                <a:lnTo>
                  <a:pt x="406285" y="127292"/>
                </a:lnTo>
                <a:lnTo>
                  <a:pt x="434835" y="127292"/>
                </a:lnTo>
                <a:lnTo>
                  <a:pt x="434835" y="257606"/>
                </a:lnTo>
                <a:lnTo>
                  <a:pt x="465391" y="257606"/>
                </a:lnTo>
                <a:lnTo>
                  <a:pt x="465391" y="127292"/>
                </a:lnTo>
                <a:lnTo>
                  <a:pt x="465391" y="101371"/>
                </a:lnTo>
                <a:lnTo>
                  <a:pt x="465391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249341" y="3225709"/>
            <a:ext cx="471170" cy="257810"/>
            <a:chOff x="10249341" y="3225709"/>
            <a:chExt cx="471170" cy="257810"/>
          </a:xfrm>
        </p:grpSpPr>
        <p:sp>
          <p:nvSpPr>
            <p:cNvPr id="5" name="object 5"/>
            <p:cNvSpPr/>
            <p:nvPr/>
          </p:nvSpPr>
          <p:spPr>
            <a:xfrm>
              <a:off x="10249341" y="3225709"/>
              <a:ext cx="247015" cy="257810"/>
            </a:xfrm>
            <a:custGeom>
              <a:avLst/>
              <a:gdLst/>
              <a:ahLst/>
              <a:cxnLst/>
              <a:rect l="l" t="t" r="r" b="b"/>
              <a:pathLst>
                <a:path w="247015" h="257810">
                  <a:moveTo>
                    <a:pt x="206871" y="0"/>
                  </a:moveTo>
                  <a:lnTo>
                    <a:pt x="175098" y="0"/>
                  </a:lnTo>
                  <a:lnTo>
                    <a:pt x="175098" y="257605"/>
                  </a:lnTo>
                  <a:lnTo>
                    <a:pt x="206871" y="257605"/>
                  </a:lnTo>
                  <a:lnTo>
                    <a:pt x="206871" y="127995"/>
                  </a:lnTo>
                  <a:lnTo>
                    <a:pt x="246610" y="127995"/>
                  </a:lnTo>
                  <a:lnTo>
                    <a:pt x="246610" y="101065"/>
                  </a:lnTo>
                  <a:lnTo>
                    <a:pt x="206871" y="101065"/>
                  </a:lnTo>
                  <a:lnTo>
                    <a:pt x="206871" y="0"/>
                  </a:lnTo>
                  <a:close/>
                </a:path>
                <a:path w="247015" h="257810">
                  <a:moveTo>
                    <a:pt x="97030" y="20677"/>
                  </a:moveTo>
                  <a:lnTo>
                    <a:pt x="65359" y="20677"/>
                  </a:lnTo>
                  <a:lnTo>
                    <a:pt x="65359" y="61930"/>
                  </a:lnTo>
                  <a:lnTo>
                    <a:pt x="60905" y="97407"/>
                  </a:lnTo>
                  <a:lnTo>
                    <a:pt x="48187" y="130605"/>
                  </a:lnTo>
                  <a:lnTo>
                    <a:pt x="27715" y="158565"/>
                  </a:lnTo>
                  <a:lnTo>
                    <a:pt x="0" y="178326"/>
                  </a:lnTo>
                  <a:lnTo>
                    <a:pt x="19567" y="203945"/>
                  </a:lnTo>
                  <a:lnTo>
                    <a:pt x="40066" y="190272"/>
                  </a:lnTo>
                  <a:lnTo>
                    <a:pt x="57302" y="172022"/>
                  </a:lnTo>
                  <a:lnTo>
                    <a:pt x="71154" y="149990"/>
                  </a:lnTo>
                  <a:lnTo>
                    <a:pt x="81497" y="124969"/>
                  </a:lnTo>
                  <a:lnTo>
                    <a:pt x="112294" y="124969"/>
                  </a:lnTo>
                  <a:lnTo>
                    <a:pt x="101145" y="96044"/>
                  </a:lnTo>
                  <a:lnTo>
                    <a:pt x="97030" y="61930"/>
                  </a:lnTo>
                  <a:lnTo>
                    <a:pt x="97030" y="20677"/>
                  </a:lnTo>
                  <a:close/>
                </a:path>
                <a:path w="247015" h="257810">
                  <a:moveTo>
                    <a:pt x="112294" y="124969"/>
                  </a:moveTo>
                  <a:lnTo>
                    <a:pt x="81497" y="124969"/>
                  </a:lnTo>
                  <a:lnTo>
                    <a:pt x="91412" y="148396"/>
                  </a:lnTo>
                  <a:lnTo>
                    <a:pt x="104608" y="169034"/>
                  </a:lnTo>
                  <a:lnTo>
                    <a:pt x="121000" y="186173"/>
                  </a:lnTo>
                  <a:lnTo>
                    <a:pt x="140502" y="199104"/>
                  </a:lnTo>
                  <a:lnTo>
                    <a:pt x="159766" y="173686"/>
                  </a:lnTo>
                  <a:lnTo>
                    <a:pt x="133128" y="154551"/>
                  </a:lnTo>
                  <a:lnTo>
                    <a:pt x="113382" y="127793"/>
                  </a:lnTo>
                  <a:lnTo>
                    <a:pt x="112294" y="12496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99998" y="3225910"/>
              <a:ext cx="219983" cy="252561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10803983" y="3225709"/>
            <a:ext cx="213995" cy="257810"/>
          </a:xfrm>
          <a:custGeom>
            <a:avLst/>
            <a:gdLst/>
            <a:ahLst/>
            <a:cxnLst/>
            <a:rect l="l" t="t" r="r" b="b"/>
            <a:pathLst>
              <a:path w="213995" h="257810">
                <a:moveTo>
                  <a:pt x="213527" y="0"/>
                </a:moveTo>
                <a:lnTo>
                  <a:pt x="181554" y="0"/>
                </a:lnTo>
                <a:lnTo>
                  <a:pt x="181554" y="257605"/>
                </a:lnTo>
                <a:lnTo>
                  <a:pt x="213527" y="257605"/>
                </a:lnTo>
                <a:lnTo>
                  <a:pt x="213527" y="0"/>
                </a:lnTo>
                <a:close/>
              </a:path>
              <a:path w="213995" h="257810">
                <a:moveTo>
                  <a:pt x="136669" y="27334"/>
                </a:moveTo>
                <a:lnTo>
                  <a:pt x="13113" y="27334"/>
                </a:lnTo>
                <a:lnTo>
                  <a:pt x="13113" y="52449"/>
                </a:lnTo>
                <a:lnTo>
                  <a:pt x="104393" y="52449"/>
                </a:lnTo>
                <a:lnTo>
                  <a:pt x="95188" y="93680"/>
                </a:lnTo>
                <a:lnTo>
                  <a:pt x="75383" y="129558"/>
                </a:lnTo>
                <a:lnTo>
                  <a:pt x="43984" y="160445"/>
                </a:lnTo>
                <a:lnTo>
                  <a:pt x="0" y="186697"/>
                </a:lnTo>
                <a:lnTo>
                  <a:pt x="16643" y="212115"/>
                </a:lnTo>
                <a:lnTo>
                  <a:pt x="63742" y="183806"/>
                </a:lnTo>
                <a:lnTo>
                  <a:pt x="97817" y="150660"/>
                </a:lnTo>
                <a:lnTo>
                  <a:pt x="120346" y="113190"/>
                </a:lnTo>
                <a:lnTo>
                  <a:pt x="132804" y="71911"/>
                </a:lnTo>
                <a:lnTo>
                  <a:pt x="136669" y="2733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054842" y="3225799"/>
            <a:ext cx="715010" cy="252729"/>
          </a:xfrm>
          <a:custGeom>
            <a:avLst/>
            <a:gdLst/>
            <a:ahLst/>
            <a:cxnLst/>
            <a:rect l="l" t="t" r="r" b="b"/>
            <a:pathLst>
              <a:path w="715009" h="252729">
                <a:moveTo>
                  <a:pt x="123151" y="58420"/>
                </a:moveTo>
                <a:lnTo>
                  <a:pt x="31369" y="58420"/>
                </a:lnTo>
                <a:lnTo>
                  <a:pt x="31369" y="19050"/>
                </a:lnTo>
                <a:lnTo>
                  <a:pt x="0" y="19050"/>
                </a:lnTo>
                <a:lnTo>
                  <a:pt x="0" y="58420"/>
                </a:lnTo>
                <a:lnTo>
                  <a:pt x="0" y="82550"/>
                </a:lnTo>
                <a:lnTo>
                  <a:pt x="0" y="123190"/>
                </a:lnTo>
                <a:lnTo>
                  <a:pt x="0" y="147320"/>
                </a:lnTo>
                <a:lnTo>
                  <a:pt x="123151" y="147320"/>
                </a:lnTo>
                <a:lnTo>
                  <a:pt x="123151" y="123190"/>
                </a:lnTo>
                <a:lnTo>
                  <a:pt x="31369" y="123190"/>
                </a:lnTo>
                <a:lnTo>
                  <a:pt x="31369" y="82550"/>
                </a:lnTo>
                <a:lnTo>
                  <a:pt x="91478" y="82550"/>
                </a:lnTo>
                <a:lnTo>
                  <a:pt x="91478" y="122770"/>
                </a:lnTo>
                <a:lnTo>
                  <a:pt x="123151" y="122770"/>
                </a:lnTo>
                <a:lnTo>
                  <a:pt x="123151" y="82550"/>
                </a:lnTo>
                <a:lnTo>
                  <a:pt x="123151" y="82321"/>
                </a:lnTo>
                <a:lnTo>
                  <a:pt x="123151" y="58420"/>
                </a:lnTo>
                <a:close/>
              </a:path>
              <a:path w="715009" h="252729">
                <a:moveTo>
                  <a:pt x="123151" y="18478"/>
                </a:moveTo>
                <a:lnTo>
                  <a:pt x="91478" y="18478"/>
                </a:lnTo>
                <a:lnTo>
                  <a:pt x="91478" y="57810"/>
                </a:lnTo>
                <a:lnTo>
                  <a:pt x="123151" y="57810"/>
                </a:lnTo>
                <a:lnTo>
                  <a:pt x="123151" y="18478"/>
                </a:lnTo>
                <a:close/>
              </a:path>
              <a:path w="715009" h="252729">
                <a:moveTo>
                  <a:pt x="204749" y="227330"/>
                </a:moveTo>
                <a:lnTo>
                  <a:pt x="61023" y="227330"/>
                </a:lnTo>
                <a:lnTo>
                  <a:pt x="61023" y="170180"/>
                </a:lnTo>
                <a:lnTo>
                  <a:pt x="29451" y="170180"/>
                </a:lnTo>
                <a:lnTo>
                  <a:pt x="29451" y="227330"/>
                </a:lnTo>
                <a:lnTo>
                  <a:pt x="29451" y="252730"/>
                </a:lnTo>
                <a:lnTo>
                  <a:pt x="204749" y="252730"/>
                </a:lnTo>
                <a:lnTo>
                  <a:pt x="204749" y="227330"/>
                </a:lnTo>
                <a:close/>
              </a:path>
              <a:path w="715009" h="252729">
                <a:moveTo>
                  <a:pt x="230670" y="74930"/>
                </a:moveTo>
                <a:lnTo>
                  <a:pt x="194665" y="74930"/>
                </a:lnTo>
                <a:lnTo>
                  <a:pt x="194665" y="0"/>
                </a:lnTo>
                <a:lnTo>
                  <a:pt x="162788" y="0"/>
                </a:lnTo>
                <a:lnTo>
                  <a:pt x="162788" y="74930"/>
                </a:lnTo>
                <a:lnTo>
                  <a:pt x="162788" y="100330"/>
                </a:lnTo>
                <a:lnTo>
                  <a:pt x="162788" y="189230"/>
                </a:lnTo>
                <a:lnTo>
                  <a:pt x="194665" y="189230"/>
                </a:lnTo>
                <a:lnTo>
                  <a:pt x="194665" y="100330"/>
                </a:lnTo>
                <a:lnTo>
                  <a:pt x="230670" y="100330"/>
                </a:lnTo>
                <a:lnTo>
                  <a:pt x="230670" y="74930"/>
                </a:lnTo>
                <a:close/>
              </a:path>
              <a:path w="715009" h="252729">
                <a:moveTo>
                  <a:pt x="448449" y="87261"/>
                </a:moveTo>
                <a:lnTo>
                  <a:pt x="441058" y="57315"/>
                </a:lnTo>
                <a:lnTo>
                  <a:pt x="425729" y="39954"/>
                </a:lnTo>
                <a:lnTo>
                  <a:pt x="420738" y="34302"/>
                </a:lnTo>
                <a:lnTo>
                  <a:pt x="417283" y="32639"/>
                </a:lnTo>
                <a:lnTo>
                  <a:pt x="417283" y="87261"/>
                </a:lnTo>
                <a:lnTo>
                  <a:pt x="412407" y="106883"/>
                </a:lnTo>
                <a:lnTo>
                  <a:pt x="398868" y="121704"/>
                </a:lnTo>
                <a:lnTo>
                  <a:pt x="378294" y="131089"/>
                </a:lnTo>
                <a:lnTo>
                  <a:pt x="352323" y="134366"/>
                </a:lnTo>
                <a:lnTo>
                  <a:pt x="326301" y="131089"/>
                </a:lnTo>
                <a:lnTo>
                  <a:pt x="305650" y="121704"/>
                </a:lnTo>
                <a:lnTo>
                  <a:pt x="292074" y="106883"/>
                </a:lnTo>
                <a:lnTo>
                  <a:pt x="287261" y="87261"/>
                </a:lnTo>
                <a:lnTo>
                  <a:pt x="292074" y="67729"/>
                </a:lnTo>
                <a:lnTo>
                  <a:pt x="305650" y="52793"/>
                </a:lnTo>
                <a:lnTo>
                  <a:pt x="326301" y="43268"/>
                </a:lnTo>
                <a:lnTo>
                  <a:pt x="352323" y="39954"/>
                </a:lnTo>
                <a:lnTo>
                  <a:pt x="378294" y="43268"/>
                </a:lnTo>
                <a:lnTo>
                  <a:pt x="398868" y="52793"/>
                </a:lnTo>
                <a:lnTo>
                  <a:pt x="412407" y="67729"/>
                </a:lnTo>
                <a:lnTo>
                  <a:pt x="417283" y="87261"/>
                </a:lnTo>
                <a:lnTo>
                  <a:pt x="417283" y="32639"/>
                </a:lnTo>
                <a:lnTo>
                  <a:pt x="390232" y="19507"/>
                </a:lnTo>
                <a:lnTo>
                  <a:pt x="352323" y="14236"/>
                </a:lnTo>
                <a:lnTo>
                  <a:pt x="314502" y="19507"/>
                </a:lnTo>
                <a:lnTo>
                  <a:pt x="284111" y="34302"/>
                </a:lnTo>
                <a:lnTo>
                  <a:pt x="263906" y="57315"/>
                </a:lnTo>
                <a:lnTo>
                  <a:pt x="256603" y="87261"/>
                </a:lnTo>
                <a:lnTo>
                  <a:pt x="263906" y="117386"/>
                </a:lnTo>
                <a:lnTo>
                  <a:pt x="284111" y="140462"/>
                </a:lnTo>
                <a:lnTo>
                  <a:pt x="314502" y="155194"/>
                </a:lnTo>
                <a:lnTo>
                  <a:pt x="352323" y="160286"/>
                </a:lnTo>
                <a:lnTo>
                  <a:pt x="390232" y="155194"/>
                </a:lnTo>
                <a:lnTo>
                  <a:pt x="420738" y="140462"/>
                </a:lnTo>
                <a:lnTo>
                  <a:pt x="426097" y="134366"/>
                </a:lnTo>
                <a:lnTo>
                  <a:pt x="441058" y="117386"/>
                </a:lnTo>
                <a:lnTo>
                  <a:pt x="448449" y="87261"/>
                </a:lnTo>
                <a:close/>
              </a:path>
              <a:path w="715009" h="252729">
                <a:moveTo>
                  <a:pt x="470738" y="199326"/>
                </a:moveTo>
                <a:lnTo>
                  <a:pt x="235013" y="199326"/>
                </a:lnTo>
                <a:lnTo>
                  <a:pt x="235013" y="225145"/>
                </a:lnTo>
                <a:lnTo>
                  <a:pt x="470738" y="225145"/>
                </a:lnTo>
                <a:lnTo>
                  <a:pt x="470738" y="199326"/>
                </a:lnTo>
                <a:close/>
              </a:path>
              <a:path w="715009" h="252729">
                <a:moveTo>
                  <a:pt x="714540" y="201930"/>
                </a:moveTo>
                <a:lnTo>
                  <a:pt x="611860" y="201930"/>
                </a:lnTo>
                <a:lnTo>
                  <a:pt x="611860" y="160020"/>
                </a:lnTo>
                <a:lnTo>
                  <a:pt x="692543" y="160020"/>
                </a:lnTo>
                <a:lnTo>
                  <a:pt x="692543" y="133350"/>
                </a:lnTo>
                <a:lnTo>
                  <a:pt x="538429" y="133350"/>
                </a:lnTo>
                <a:lnTo>
                  <a:pt x="538429" y="100330"/>
                </a:lnTo>
                <a:lnTo>
                  <a:pt x="686600" y="100330"/>
                </a:lnTo>
                <a:lnTo>
                  <a:pt x="686600" y="74930"/>
                </a:lnTo>
                <a:lnTo>
                  <a:pt x="686600" y="43180"/>
                </a:lnTo>
                <a:lnTo>
                  <a:pt x="686600" y="17780"/>
                </a:lnTo>
                <a:lnTo>
                  <a:pt x="506349" y="17780"/>
                </a:lnTo>
                <a:lnTo>
                  <a:pt x="506349" y="43180"/>
                </a:lnTo>
                <a:lnTo>
                  <a:pt x="655231" y="43180"/>
                </a:lnTo>
                <a:lnTo>
                  <a:pt x="655231" y="74930"/>
                </a:lnTo>
                <a:lnTo>
                  <a:pt x="506755" y="74930"/>
                </a:lnTo>
                <a:lnTo>
                  <a:pt x="506755" y="100330"/>
                </a:lnTo>
                <a:lnTo>
                  <a:pt x="506755" y="133350"/>
                </a:lnTo>
                <a:lnTo>
                  <a:pt x="506755" y="160020"/>
                </a:lnTo>
                <a:lnTo>
                  <a:pt x="580390" y="160020"/>
                </a:lnTo>
                <a:lnTo>
                  <a:pt x="580390" y="201930"/>
                </a:lnTo>
                <a:lnTo>
                  <a:pt x="478815" y="201930"/>
                </a:lnTo>
                <a:lnTo>
                  <a:pt x="478815" y="227330"/>
                </a:lnTo>
                <a:lnTo>
                  <a:pt x="714540" y="227330"/>
                </a:lnTo>
                <a:lnTo>
                  <a:pt x="714540" y="20193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1837613" y="3225003"/>
            <a:ext cx="1393825" cy="277495"/>
            <a:chOff x="11837613" y="3225003"/>
            <a:chExt cx="1393825" cy="277495"/>
          </a:xfrm>
        </p:grpSpPr>
        <p:sp>
          <p:nvSpPr>
            <p:cNvPr id="10" name="object 10"/>
            <p:cNvSpPr/>
            <p:nvPr/>
          </p:nvSpPr>
          <p:spPr>
            <a:xfrm>
              <a:off x="11837613" y="3225709"/>
              <a:ext cx="222885" cy="255904"/>
            </a:xfrm>
            <a:custGeom>
              <a:avLst/>
              <a:gdLst/>
              <a:ahLst/>
              <a:cxnLst/>
              <a:rect l="l" t="t" r="r" b="b"/>
              <a:pathLst>
                <a:path w="222884" h="255904">
                  <a:moveTo>
                    <a:pt x="214435" y="0"/>
                  </a:moveTo>
                  <a:lnTo>
                    <a:pt x="183066" y="0"/>
                  </a:lnTo>
                  <a:lnTo>
                    <a:pt x="183066" y="131525"/>
                  </a:lnTo>
                  <a:lnTo>
                    <a:pt x="214435" y="131525"/>
                  </a:lnTo>
                  <a:lnTo>
                    <a:pt x="214435" y="0"/>
                  </a:lnTo>
                  <a:close/>
                </a:path>
                <a:path w="222884" h="255904">
                  <a:moveTo>
                    <a:pt x="96425" y="6253"/>
                  </a:moveTo>
                  <a:lnTo>
                    <a:pt x="63644" y="6253"/>
                  </a:lnTo>
                  <a:lnTo>
                    <a:pt x="63644" y="26022"/>
                  </a:lnTo>
                  <a:lnTo>
                    <a:pt x="59558" y="50991"/>
                  </a:lnTo>
                  <a:lnTo>
                    <a:pt x="47443" y="73869"/>
                  </a:lnTo>
                  <a:lnTo>
                    <a:pt x="27518" y="92871"/>
                  </a:lnTo>
                  <a:lnTo>
                    <a:pt x="0" y="106209"/>
                  </a:lnTo>
                  <a:lnTo>
                    <a:pt x="15936" y="131122"/>
                  </a:lnTo>
                  <a:lnTo>
                    <a:pt x="37324" y="121756"/>
                  </a:lnTo>
                  <a:lnTo>
                    <a:pt x="55260" y="108692"/>
                  </a:lnTo>
                  <a:lnTo>
                    <a:pt x="69622" y="92471"/>
                  </a:lnTo>
                  <a:lnTo>
                    <a:pt x="80286" y="73630"/>
                  </a:lnTo>
                  <a:lnTo>
                    <a:pt x="114349" y="73630"/>
                  </a:lnTo>
                  <a:lnTo>
                    <a:pt x="112260" y="71739"/>
                  </a:lnTo>
                  <a:lnTo>
                    <a:pt x="100352" y="50072"/>
                  </a:lnTo>
                  <a:lnTo>
                    <a:pt x="96425" y="26022"/>
                  </a:lnTo>
                  <a:lnTo>
                    <a:pt x="96425" y="6253"/>
                  </a:lnTo>
                  <a:close/>
                </a:path>
                <a:path w="222884" h="255904">
                  <a:moveTo>
                    <a:pt x="114349" y="73630"/>
                  </a:moveTo>
                  <a:lnTo>
                    <a:pt x="80286" y="73630"/>
                  </a:lnTo>
                  <a:lnTo>
                    <a:pt x="90860" y="90937"/>
                  </a:lnTo>
                  <a:lnTo>
                    <a:pt x="104961" y="105805"/>
                  </a:lnTo>
                  <a:lnTo>
                    <a:pt x="122484" y="117798"/>
                  </a:lnTo>
                  <a:lnTo>
                    <a:pt x="143327" y="126482"/>
                  </a:lnTo>
                  <a:lnTo>
                    <a:pt x="158961" y="101872"/>
                  </a:lnTo>
                  <a:lnTo>
                    <a:pt x="131885" y="89510"/>
                  </a:lnTo>
                  <a:lnTo>
                    <a:pt x="114349" y="73630"/>
                  </a:lnTo>
                  <a:close/>
                </a:path>
                <a:path w="222884" h="255904">
                  <a:moveTo>
                    <a:pt x="214839" y="143326"/>
                  </a:moveTo>
                  <a:lnTo>
                    <a:pt x="43674" y="143326"/>
                  </a:lnTo>
                  <a:lnTo>
                    <a:pt x="43674" y="168038"/>
                  </a:lnTo>
                  <a:lnTo>
                    <a:pt x="183269" y="168038"/>
                  </a:lnTo>
                  <a:lnTo>
                    <a:pt x="183269" y="186697"/>
                  </a:lnTo>
                  <a:lnTo>
                    <a:pt x="44480" y="186697"/>
                  </a:lnTo>
                  <a:lnTo>
                    <a:pt x="44480" y="255486"/>
                  </a:lnTo>
                  <a:lnTo>
                    <a:pt x="222604" y="255486"/>
                  </a:lnTo>
                  <a:lnTo>
                    <a:pt x="222604" y="230270"/>
                  </a:lnTo>
                  <a:lnTo>
                    <a:pt x="75345" y="230270"/>
                  </a:lnTo>
                  <a:lnTo>
                    <a:pt x="75345" y="210299"/>
                  </a:lnTo>
                  <a:lnTo>
                    <a:pt x="214839" y="210299"/>
                  </a:lnTo>
                  <a:lnTo>
                    <a:pt x="214839" y="14332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81614" y="3237006"/>
              <a:ext cx="234911" cy="2461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319965" y="3225012"/>
              <a:ext cx="911225" cy="277495"/>
            </a:xfrm>
            <a:custGeom>
              <a:avLst/>
              <a:gdLst/>
              <a:ahLst/>
              <a:cxnLst/>
              <a:rect l="l" t="t" r="r" b="b"/>
              <a:pathLst>
                <a:path w="911225" h="277495">
                  <a:moveTo>
                    <a:pt x="162280" y="178015"/>
                  </a:moveTo>
                  <a:lnTo>
                    <a:pt x="114795" y="133794"/>
                  </a:lnTo>
                  <a:lnTo>
                    <a:pt x="97929" y="73825"/>
                  </a:lnTo>
                  <a:lnTo>
                    <a:pt x="97929" y="52146"/>
                  </a:lnTo>
                  <a:lnTo>
                    <a:pt x="151790" y="52146"/>
                  </a:lnTo>
                  <a:lnTo>
                    <a:pt x="151790" y="26123"/>
                  </a:lnTo>
                  <a:lnTo>
                    <a:pt x="9982" y="26123"/>
                  </a:lnTo>
                  <a:lnTo>
                    <a:pt x="9982" y="52146"/>
                  </a:lnTo>
                  <a:lnTo>
                    <a:pt x="66167" y="52146"/>
                  </a:lnTo>
                  <a:lnTo>
                    <a:pt x="66167" y="73825"/>
                  </a:lnTo>
                  <a:lnTo>
                    <a:pt x="61556" y="106527"/>
                  </a:lnTo>
                  <a:lnTo>
                    <a:pt x="48437" y="137998"/>
                  </a:lnTo>
                  <a:lnTo>
                    <a:pt x="27635" y="165061"/>
                  </a:lnTo>
                  <a:lnTo>
                    <a:pt x="0" y="184480"/>
                  </a:lnTo>
                  <a:lnTo>
                    <a:pt x="18656" y="209486"/>
                  </a:lnTo>
                  <a:lnTo>
                    <a:pt x="39433" y="195922"/>
                  </a:lnTo>
                  <a:lnTo>
                    <a:pt x="57226" y="177406"/>
                  </a:lnTo>
                  <a:lnTo>
                    <a:pt x="71666" y="154927"/>
                  </a:lnTo>
                  <a:lnTo>
                    <a:pt x="82397" y="129501"/>
                  </a:lnTo>
                  <a:lnTo>
                    <a:pt x="92913" y="152704"/>
                  </a:lnTo>
                  <a:lnTo>
                    <a:pt x="106921" y="173304"/>
                  </a:lnTo>
                  <a:lnTo>
                    <a:pt x="124206" y="190385"/>
                  </a:lnTo>
                  <a:lnTo>
                    <a:pt x="144526" y="203034"/>
                  </a:lnTo>
                  <a:lnTo>
                    <a:pt x="162280" y="178015"/>
                  </a:lnTo>
                  <a:close/>
                </a:path>
                <a:path w="911225" h="277495">
                  <a:moveTo>
                    <a:pt x="247103" y="100965"/>
                  </a:moveTo>
                  <a:lnTo>
                    <a:pt x="207365" y="100965"/>
                  </a:lnTo>
                  <a:lnTo>
                    <a:pt x="207365" y="698"/>
                  </a:lnTo>
                  <a:lnTo>
                    <a:pt x="175602" y="698"/>
                  </a:lnTo>
                  <a:lnTo>
                    <a:pt x="175602" y="258305"/>
                  </a:lnTo>
                  <a:lnTo>
                    <a:pt x="207365" y="258305"/>
                  </a:lnTo>
                  <a:lnTo>
                    <a:pt x="207365" y="127584"/>
                  </a:lnTo>
                  <a:lnTo>
                    <a:pt x="247103" y="127584"/>
                  </a:lnTo>
                  <a:lnTo>
                    <a:pt x="247103" y="100965"/>
                  </a:lnTo>
                  <a:close/>
                </a:path>
                <a:path w="911225" h="277495">
                  <a:moveTo>
                    <a:pt x="341325" y="20574"/>
                  </a:moveTo>
                  <a:lnTo>
                    <a:pt x="307238" y="20574"/>
                  </a:lnTo>
                  <a:lnTo>
                    <a:pt x="289801" y="48679"/>
                  </a:lnTo>
                  <a:lnTo>
                    <a:pt x="277317" y="79260"/>
                  </a:lnTo>
                  <a:lnTo>
                    <a:pt x="269798" y="112560"/>
                  </a:lnTo>
                  <a:lnTo>
                    <a:pt x="267296" y="148767"/>
                  </a:lnTo>
                  <a:lnTo>
                    <a:pt x="269798" y="185026"/>
                  </a:lnTo>
                  <a:lnTo>
                    <a:pt x="277317" y="218313"/>
                  </a:lnTo>
                  <a:lnTo>
                    <a:pt x="289801" y="248881"/>
                  </a:lnTo>
                  <a:lnTo>
                    <a:pt x="307238" y="276961"/>
                  </a:lnTo>
                  <a:lnTo>
                    <a:pt x="341325" y="276961"/>
                  </a:lnTo>
                  <a:lnTo>
                    <a:pt x="327063" y="252437"/>
                  </a:lnTo>
                  <a:lnTo>
                    <a:pt x="315531" y="220853"/>
                  </a:lnTo>
                  <a:lnTo>
                    <a:pt x="307822" y="185267"/>
                  </a:lnTo>
                  <a:lnTo>
                    <a:pt x="305015" y="148767"/>
                  </a:lnTo>
                  <a:lnTo>
                    <a:pt x="307822" y="112318"/>
                  </a:lnTo>
                  <a:lnTo>
                    <a:pt x="315531" y="76733"/>
                  </a:lnTo>
                  <a:lnTo>
                    <a:pt x="327063" y="45110"/>
                  </a:lnTo>
                  <a:lnTo>
                    <a:pt x="341325" y="20574"/>
                  </a:lnTo>
                  <a:close/>
                </a:path>
                <a:path w="911225" h="277495">
                  <a:moveTo>
                    <a:pt x="554266" y="109435"/>
                  </a:moveTo>
                  <a:lnTo>
                    <a:pt x="548233" y="90639"/>
                  </a:lnTo>
                  <a:lnTo>
                    <a:pt x="546506" y="89255"/>
                  </a:lnTo>
                  <a:lnTo>
                    <a:pt x="530974" y="76923"/>
                  </a:lnTo>
                  <a:lnTo>
                    <a:pt x="521385" y="73990"/>
                  </a:lnTo>
                  <a:lnTo>
                    <a:pt x="521385" y="109435"/>
                  </a:lnTo>
                  <a:lnTo>
                    <a:pt x="517779" y="118021"/>
                  </a:lnTo>
                  <a:lnTo>
                    <a:pt x="507390" y="124231"/>
                  </a:lnTo>
                  <a:lnTo>
                    <a:pt x="490372" y="127990"/>
                  </a:lnTo>
                  <a:lnTo>
                    <a:pt x="466915" y="129197"/>
                  </a:lnTo>
                  <a:lnTo>
                    <a:pt x="443344" y="127990"/>
                  </a:lnTo>
                  <a:lnTo>
                    <a:pt x="426313" y="124231"/>
                  </a:lnTo>
                  <a:lnTo>
                    <a:pt x="416026" y="118021"/>
                  </a:lnTo>
                  <a:lnTo>
                    <a:pt x="412648" y="109435"/>
                  </a:lnTo>
                  <a:lnTo>
                    <a:pt x="416026" y="100660"/>
                  </a:lnTo>
                  <a:lnTo>
                    <a:pt x="426313" y="94361"/>
                  </a:lnTo>
                  <a:lnTo>
                    <a:pt x="443344" y="90538"/>
                  </a:lnTo>
                  <a:lnTo>
                    <a:pt x="466915" y="89255"/>
                  </a:lnTo>
                  <a:lnTo>
                    <a:pt x="490372" y="90538"/>
                  </a:lnTo>
                  <a:lnTo>
                    <a:pt x="507390" y="94361"/>
                  </a:lnTo>
                  <a:lnTo>
                    <a:pt x="517779" y="100660"/>
                  </a:lnTo>
                  <a:lnTo>
                    <a:pt x="521385" y="109435"/>
                  </a:lnTo>
                  <a:lnTo>
                    <a:pt x="521385" y="73990"/>
                  </a:lnTo>
                  <a:lnTo>
                    <a:pt x="503529" y="68516"/>
                  </a:lnTo>
                  <a:lnTo>
                    <a:pt x="466915" y="65659"/>
                  </a:lnTo>
                  <a:lnTo>
                    <a:pt x="430187" y="68516"/>
                  </a:lnTo>
                  <a:lnTo>
                    <a:pt x="402717" y="76923"/>
                  </a:lnTo>
                  <a:lnTo>
                    <a:pt x="385533" y="90639"/>
                  </a:lnTo>
                  <a:lnTo>
                    <a:pt x="379666" y="109435"/>
                  </a:lnTo>
                  <a:lnTo>
                    <a:pt x="385533" y="128054"/>
                  </a:lnTo>
                  <a:lnTo>
                    <a:pt x="402717" y="141693"/>
                  </a:lnTo>
                  <a:lnTo>
                    <a:pt x="430187" y="150101"/>
                  </a:lnTo>
                  <a:lnTo>
                    <a:pt x="466915" y="153009"/>
                  </a:lnTo>
                  <a:lnTo>
                    <a:pt x="503529" y="150101"/>
                  </a:lnTo>
                  <a:lnTo>
                    <a:pt x="530974" y="141693"/>
                  </a:lnTo>
                  <a:lnTo>
                    <a:pt x="546785" y="129197"/>
                  </a:lnTo>
                  <a:lnTo>
                    <a:pt x="548233" y="128054"/>
                  </a:lnTo>
                  <a:lnTo>
                    <a:pt x="554266" y="109435"/>
                  </a:lnTo>
                  <a:close/>
                </a:path>
                <a:path w="911225" h="277495">
                  <a:moveTo>
                    <a:pt x="571817" y="28333"/>
                  </a:moveTo>
                  <a:lnTo>
                    <a:pt x="482650" y="28333"/>
                  </a:lnTo>
                  <a:lnTo>
                    <a:pt x="482650" y="0"/>
                  </a:lnTo>
                  <a:lnTo>
                    <a:pt x="451180" y="0"/>
                  </a:lnTo>
                  <a:lnTo>
                    <a:pt x="451180" y="28333"/>
                  </a:lnTo>
                  <a:lnTo>
                    <a:pt x="361213" y="28333"/>
                  </a:lnTo>
                  <a:lnTo>
                    <a:pt x="361213" y="53962"/>
                  </a:lnTo>
                  <a:lnTo>
                    <a:pt x="571817" y="53962"/>
                  </a:lnTo>
                  <a:lnTo>
                    <a:pt x="571817" y="28333"/>
                  </a:lnTo>
                  <a:close/>
                </a:path>
                <a:path w="911225" h="277495">
                  <a:moveTo>
                    <a:pt x="585330" y="167335"/>
                  </a:moveTo>
                  <a:lnTo>
                    <a:pt x="349605" y="167335"/>
                  </a:lnTo>
                  <a:lnTo>
                    <a:pt x="349605" y="193154"/>
                  </a:lnTo>
                  <a:lnTo>
                    <a:pt x="451180" y="193154"/>
                  </a:lnTo>
                  <a:lnTo>
                    <a:pt x="451180" y="258711"/>
                  </a:lnTo>
                  <a:lnTo>
                    <a:pt x="482650" y="258711"/>
                  </a:lnTo>
                  <a:lnTo>
                    <a:pt x="482650" y="193154"/>
                  </a:lnTo>
                  <a:lnTo>
                    <a:pt x="585330" y="193154"/>
                  </a:lnTo>
                  <a:lnTo>
                    <a:pt x="585330" y="167335"/>
                  </a:lnTo>
                  <a:close/>
                </a:path>
                <a:path w="911225" h="277495">
                  <a:moveTo>
                    <a:pt x="802093" y="60477"/>
                  </a:moveTo>
                  <a:lnTo>
                    <a:pt x="770521" y="60477"/>
                  </a:lnTo>
                  <a:lnTo>
                    <a:pt x="770521" y="85877"/>
                  </a:lnTo>
                  <a:lnTo>
                    <a:pt x="770521" y="125247"/>
                  </a:lnTo>
                  <a:lnTo>
                    <a:pt x="651103" y="125247"/>
                  </a:lnTo>
                  <a:lnTo>
                    <a:pt x="651103" y="85877"/>
                  </a:lnTo>
                  <a:lnTo>
                    <a:pt x="770521" y="85877"/>
                  </a:lnTo>
                  <a:lnTo>
                    <a:pt x="770521" y="60477"/>
                  </a:lnTo>
                  <a:lnTo>
                    <a:pt x="651103" y="60477"/>
                  </a:lnTo>
                  <a:lnTo>
                    <a:pt x="651103" y="17297"/>
                  </a:lnTo>
                  <a:lnTo>
                    <a:pt x="619328" y="17297"/>
                  </a:lnTo>
                  <a:lnTo>
                    <a:pt x="619328" y="60477"/>
                  </a:lnTo>
                  <a:lnTo>
                    <a:pt x="619328" y="85877"/>
                  </a:lnTo>
                  <a:lnTo>
                    <a:pt x="619328" y="125247"/>
                  </a:lnTo>
                  <a:lnTo>
                    <a:pt x="619328" y="150647"/>
                  </a:lnTo>
                  <a:lnTo>
                    <a:pt x="802093" y="150647"/>
                  </a:lnTo>
                  <a:lnTo>
                    <a:pt x="802093" y="125666"/>
                  </a:lnTo>
                  <a:lnTo>
                    <a:pt x="802093" y="125247"/>
                  </a:lnTo>
                  <a:lnTo>
                    <a:pt x="802093" y="85877"/>
                  </a:lnTo>
                  <a:lnTo>
                    <a:pt x="802093" y="85331"/>
                  </a:lnTo>
                  <a:lnTo>
                    <a:pt x="802093" y="60477"/>
                  </a:lnTo>
                  <a:close/>
                </a:path>
                <a:path w="911225" h="277495">
                  <a:moveTo>
                    <a:pt x="802093" y="17754"/>
                  </a:moveTo>
                  <a:lnTo>
                    <a:pt x="770521" y="17754"/>
                  </a:lnTo>
                  <a:lnTo>
                    <a:pt x="770521" y="59905"/>
                  </a:lnTo>
                  <a:lnTo>
                    <a:pt x="802093" y="59905"/>
                  </a:lnTo>
                  <a:lnTo>
                    <a:pt x="802093" y="17754"/>
                  </a:lnTo>
                  <a:close/>
                </a:path>
                <a:path w="911225" h="277495">
                  <a:moveTo>
                    <a:pt x="829132" y="201422"/>
                  </a:moveTo>
                  <a:lnTo>
                    <a:pt x="726452" y="201422"/>
                  </a:lnTo>
                  <a:lnTo>
                    <a:pt x="726452" y="151193"/>
                  </a:lnTo>
                  <a:lnTo>
                    <a:pt x="694982" y="151193"/>
                  </a:lnTo>
                  <a:lnTo>
                    <a:pt x="694982" y="201422"/>
                  </a:lnTo>
                  <a:lnTo>
                    <a:pt x="593407" y="201422"/>
                  </a:lnTo>
                  <a:lnTo>
                    <a:pt x="593407" y="227342"/>
                  </a:lnTo>
                  <a:lnTo>
                    <a:pt x="829132" y="227342"/>
                  </a:lnTo>
                  <a:lnTo>
                    <a:pt x="829132" y="201422"/>
                  </a:lnTo>
                  <a:close/>
                </a:path>
                <a:path w="911225" h="277495">
                  <a:moveTo>
                    <a:pt x="911136" y="148767"/>
                  </a:moveTo>
                  <a:lnTo>
                    <a:pt x="908634" y="112560"/>
                  </a:lnTo>
                  <a:lnTo>
                    <a:pt x="901115" y="79260"/>
                  </a:lnTo>
                  <a:lnTo>
                    <a:pt x="888631" y="48679"/>
                  </a:lnTo>
                  <a:lnTo>
                    <a:pt x="871194" y="20574"/>
                  </a:lnTo>
                  <a:lnTo>
                    <a:pt x="837107" y="20574"/>
                  </a:lnTo>
                  <a:lnTo>
                    <a:pt x="851369" y="45110"/>
                  </a:lnTo>
                  <a:lnTo>
                    <a:pt x="862901" y="76733"/>
                  </a:lnTo>
                  <a:lnTo>
                    <a:pt x="870610" y="112318"/>
                  </a:lnTo>
                  <a:lnTo>
                    <a:pt x="873417" y="148767"/>
                  </a:lnTo>
                  <a:lnTo>
                    <a:pt x="870610" y="185267"/>
                  </a:lnTo>
                  <a:lnTo>
                    <a:pt x="862901" y="220853"/>
                  </a:lnTo>
                  <a:lnTo>
                    <a:pt x="851369" y="252437"/>
                  </a:lnTo>
                  <a:lnTo>
                    <a:pt x="837107" y="276961"/>
                  </a:lnTo>
                  <a:lnTo>
                    <a:pt x="871194" y="276961"/>
                  </a:lnTo>
                  <a:lnTo>
                    <a:pt x="888631" y="248881"/>
                  </a:lnTo>
                  <a:lnTo>
                    <a:pt x="901115" y="218313"/>
                  </a:lnTo>
                  <a:lnTo>
                    <a:pt x="908634" y="185026"/>
                  </a:lnTo>
                  <a:lnTo>
                    <a:pt x="911136" y="14876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3257238" y="3230879"/>
            <a:ext cx="236220" cy="135890"/>
          </a:xfrm>
          <a:custGeom>
            <a:avLst/>
            <a:gdLst/>
            <a:ahLst/>
            <a:cxnLst/>
            <a:rect l="l" t="t" r="r" b="b"/>
            <a:pathLst>
              <a:path w="236219" h="135889">
                <a:moveTo>
                  <a:pt x="211010" y="74930"/>
                </a:moveTo>
                <a:lnTo>
                  <a:pt x="61328" y="74930"/>
                </a:lnTo>
                <a:lnTo>
                  <a:pt x="61328" y="58420"/>
                </a:lnTo>
                <a:lnTo>
                  <a:pt x="206565" y="58420"/>
                </a:lnTo>
                <a:lnTo>
                  <a:pt x="206565" y="38100"/>
                </a:lnTo>
                <a:lnTo>
                  <a:pt x="206565" y="22860"/>
                </a:lnTo>
                <a:lnTo>
                  <a:pt x="206565" y="0"/>
                </a:lnTo>
                <a:lnTo>
                  <a:pt x="29260" y="0"/>
                </a:lnTo>
                <a:lnTo>
                  <a:pt x="29260" y="22860"/>
                </a:lnTo>
                <a:lnTo>
                  <a:pt x="174904" y="22860"/>
                </a:lnTo>
                <a:lnTo>
                  <a:pt x="174904" y="38100"/>
                </a:lnTo>
                <a:lnTo>
                  <a:pt x="29857" y="38100"/>
                </a:lnTo>
                <a:lnTo>
                  <a:pt x="29857" y="58420"/>
                </a:lnTo>
                <a:lnTo>
                  <a:pt x="29857" y="74930"/>
                </a:lnTo>
                <a:lnTo>
                  <a:pt x="29857" y="97790"/>
                </a:lnTo>
                <a:lnTo>
                  <a:pt x="211010" y="97790"/>
                </a:lnTo>
                <a:lnTo>
                  <a:pt x="211010" y="74930"/>
                </a:lnTo>
                <a:close/>
              </a:path>
              <a:path w="236219" h="135889">
                <a:moveTo>
                  <a:pt x="235724" y="111734"/>
                </a:moveTo>
                <a:lnTo>
                  <a:pt x="0" y="111734"/>
                </a:lnTo>
                <a:lnTo>
                  <a:pt x="0" y="135534"/>
                </a:lnTo>
                <a:lnTo>
                  <a:pt x="235724" y="135534"/>
                </a:lnTo>
                <a:lnTo>
                  <a:pt x="235724" y="11173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284671" y="3382009"/>
            <a:ext cx="187960" cy="99060"/>
          </a:xfrm>
          <a:custGeom>
            <a:avLst/>
            <a:gdLst/>
            <a:ahLst/>
            <a:cxnLst/>
            <a:rect l="l" t="t" r="r" b="b"/>
            <a:pathLst>
              <a:path w="187959" h="99060">
                <a:moveTo>
                  <a:pt x="187515" y="76200"/>
                </a:moveTo>
                <a:lnTo>
                  <a:pt x="31877" y="76200"/>
                </a:lnTo>
                <a:lnTo>
                  <a:pt x="31877" y="58420"/>
                </a:lnTo>
                <a:lnTo>
                  <a:pt x="179641" y="58420"/>
                </a:lnTo>
                <a:lnTo>
                  <a:pt x="179641" y="38100"/>
                </a:lnTo>
                <a:lnTo>
                  <a:pt x="179641" y="22860"/>
                </a:lnTo>
                <a:lnTo>
                  <a:pt x="179641" y="0"/>
                </a:lnTo>
                <a:lnTo>
                  <a:pt x="0" y="0"/>
                </a:lnTo>
                <a:lnTo>
                  <a:pt x="0" y="22860"/>
                </a:lnTo>
                <a:lnTo>
                  <a:pt x="148170" y="22860"/>
                </a:lnTo>
                <a:lnTo>
                  <a:pt x="148170" y="38100"/>
                </a:lnTo>
                <a:lnTo>
                  <a:pt x="304" y="38100"/>
                </a:lnTo>
                <a:lnTo>
                  <a:pt x="304" y="58420"/>
                </a:lnTo>
                <a:lnTo>
                  <a:pt x="304" y="76200"/>
                </a:lnTo>
                <a:lnTo>
                  <a:pt x="304" y="99060"/>
                </a:lnTo>
                <a:lnTo>
                  <a:pt x="187515" y="99060"/>
                </a:lnTo>
                <a:lnTo>
                  <a:pt x="187515" y="7620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571779" y="3225710"/>
            <a:ext cx="530860" cy="257810"/>
          </a:xfrm>
          <a:custGeom>
            <a:avLst/>
            <a:gdLst/>
            <a:ahLst/>
            <a:cxnLst/>
            <a:rect l="l" t="t" r="r" b="b"/>
            <a:pathLst>
              <a:path w="530859" h="257810">
                <a:moveTo>
                  <a:pt x="139192" y="133654"/>
                </a:moveTo>
                <a:lnTo>
                  <a:pt x="136588" y="115595"/>
                </a:lnTo>
                <a:lnTo>
                  <a:pt x="135559" y="108432"/>
                </a:lnTo>
                <a:lnTo>
                  <a:pt x="112356" y="112102"/>
                </a:lnTo>
                <a:lnTo>
                  <a:pt x="88646" y="114287"/>
                </a:lnTo>
                <a:lnTo>
                  <a:pt x="62496" y="115328"/>
                </a:lnTo>
                <a:lnTo>
                  <a:pt x="31965" y="115595"/>
                </a:lnTo>
                <a:lnTo>
                  <a:pt x="31965" y="90170"/>
                </a:lnTo>
                <a:lnTo>
                  <a:pt x="115582" y="90170"/>
                </a:lnTo>
                <a:lnTo>
                  <a:pt x="115582" y="64960"/>
                </a:lnTo>
                <a:lnTo>
                  <a:pt x="31965" y="64960"/>
                </a:lnTo>
                <a:lnTo>
                  <a:pt x="31965" y="40855"/>
                </a:lnTo>
                <a:lnTo>
                  <a:pt x="120726" y="40855"/>
                </a:lnTo>
                <a:lnTo>
                  <a:pt x="120726" y="14935"/>
                </a:lnTo>
                <a:lnTo>
                  <a:pt x="0" y="14935"/>
                </a:lnTo>
                <a:lnTo>
                  <a:pt x="0" y="140703"/>
                </a:lnTo>
                <a:lnTo>
                  <a:pt x="20777" y="140703"/>
                </a:lnTo>
                <a:lnTo>
                  <a:pt x="56515" y="140512"/>
                </a:lnTo>
                <a:lnTo>
                  <a:pt x="86525" y="139522"/>
                </a:lnTo>
                <a:lnTo>
                  <a:pt x="113271" y="137363"/>
                </a:lnTo>
                <a:lnTo>
                  <a:pt x="139192" y="133654"/>
                </a:lnTo>
                <a:close/>
              </a:path>
              <a:path w="530859" h="257810">
                <a:moveTo>
                  <a:pt x="193052" y="162902"/>
                </a:moveTo>
                <a:lnTo>
                  <a:pt x="161683" y="162902"/>
                </a:lnTo>
                <a:lnTo>
                  <a:pt x="161683" y="187807"/>
                </a:lnTo>
                <a:lnTo>
                  <a:pt x="161683" y="228968"/>
                </a:lnTo>
                <a:lnTo>
                  <a:pt x="57797" y="228968"/>
                </a:lnTo>
                <a:lnTo>
                  <a:pt x="57797" y="187807"/>
                </a:lnTo>
                <a:lnTo>
                  <a:pt x="161683" y="187807"/>
                </a:lnTo>
                <a:lnTo>
                  <a:pt x="161683" y="162902"/>
                </a:lnTo>
                <a:lnTo>
                  <a:pt x="26530" y="162902"/>
                </a:lnTo>
                <a:lnTo>
                  <a:pt x="26530" y="254584"/>
                </a:lnTo>
                <a:lnTo>
                  <a:pt x="193052" y="254584"/>
                </a:lnTo>
                <a:lnTo>
                  <a:pt x="193052" y="228968"/>
                </a:lnTo>
                <a:lnTo>
                  <a:pt x="193052" y="187807"/>
                </a:lnTo>
                <a:lnTo>
                  <a:pt x="193052" y="162902"/>
                </a:lnTo>
                <a:close/>
              </a:path>
              <a:path w="530859" h="257810">
                <a:moveTo>
                  <a:pt x="229057" y="61429"/>
                </a:moveTo>
                <a:lnTo>
                  <a:pt x="193052" y="61429"/>
                </a:lnTo>
                <a:lnTo>
                  <a:pt x="193052" y="0"/>
                </a:lnTo>
                <a:lnTo>
                  <a:pt x="161175" y="0"/>
                </a:lnTo>
                <a:lnTo>
                  <a:pt x="161175" y="151003"/>
                </a:lnTo>
                <a:lnTo>
                  <a:pt x="193052" y="151003"/>
                </a:lnTo>
                <a:lnTo>
                  <a:pt x="193052" y="87858"/>
                </a:lnTo>
                <a:lnTo>
                  <a:pt x="229057" y="87858"/>
                </a:lnTo>
                <a:lnTo>
                  <a:pt x="229057" y="61429"/>
                </a:lnTo>
                <a:close/>
              </a:path>
              <a:path w="530859" h="257810">
                <a:moveTo>
                  <a:pt x="397002" y="177317"/>
                </a:moveTo>
                <a:lnTo>
                  <a:pt x="348322" y="134607"/>
                </a:lnTo>
                <a:lnTo>
                  <a:pt x="330746" y="73126"/>
                </a:lnTo>
                <a:lnTo>
                  <a:pt x="330746" y="51447"/>
                </a:lnTo>
                <a:lnTo>
                  <a:pt x="387019" y="51447"/>
                </a:lnTo>
                <a:lnTo>
                  <a:pt x="387019" y="25425"/>
                </a:lnTo>
                <a:lnTo>
                  <a:pt x="241681" y="25425"/>
                </a:lnTo>
                <a:lnTo>
                  <a:pt x="241681" y="51447"/>
                </a:lnTo>
                <a:lnTo>
                  <a:pt x="298462" y="51447"/>
                </a:lnTo>
                <a:lnTo>
                  <a:pt x="298462" y="73126"/>
                </a:lnTo>
                <a:lnTo>
                  <a:pt x="293751" y="106349"/>
                </a:lnTo>
                <a:lnTo>
                  <a:pt x="280530" y="137947"/>
                </a:lnTo>
                <a:lnTo>
                  <a:pt x="259715" y="164795"/>
                </a:lnTo>
                <a:lnTo>
                  <a:pt x="232194" y="183781"/>
                </a:lnTo>
                <a:lnTo>
                  <a:pt x="250456" y="208788"/>
                </a:lnTo>
                <a:lnTo>
                  <a:pt x="271665" y="195313"/>
                </a:lnTo>
                <a:lnTo>
                  <a:pt x="289699" y="176961"/>
                </a:lnTo>
                <a:lnTo>
                  <a:pt x="304279" y="154647"/>
                </a:lnTo>
                <a:lnTo>
                  <a:pt x="315112" y="129311"/>
                </a:lnTo>
                <a:lnTo>
                  <a:pt x="325907" y="152692"/>
                </a:lnTo>
                <a:lnTo>
                  <a:pt x="340436" y="173164"/>
                </a:lnTo>
                <a:lnTo>
                  <a:pt x="358470" y="189966"/>
                </a:lnTo>
                <a:lnTo>
                  <a:pt x="379755" y="202336"/>
                </a:lnTo>
                <a:lnTo>
                  <a:pt x="397002" y="177317"/>
                </a:lnTo>
                <a:close/>
              </a:path>
              <a:path w="530859" h="257810">
                <a:moveTo>
                  <a:pt x="447941" y="0"/>
                </a:moveTo>
                <a:lnTo>
                  <a:pt x="415975" y="0"/>
                </a:lnTo>
                <a:lnTo>
                  <a:pt x="415975" y="257606"/>
                </a:lnTo>
                <a:lnTo>
                  <a:pt x="447941" y="257606"/>
                </a:lnTo>
                <a:lnTo>
                  <a:pt x="447941" y="0"/>
                </a:lnTo>
                <a:close/>
              </a:path>
              <a:path w="530859" h="257810">
                <a:moveTo>
                  <a:pt x="530567" y="141922"/>
                </a:moveTo>
                <a:lnTo>
                  <a:pt x="528739" y="133438"/>
                </a:lnTo>
                <a:lnTo>
                  <a:pt x="523938" y="126479"/>
                </a:lnTo>
                <a:lnTo>
                  <a:pt x="516928" y="121767"/>
                </a:lnTo>
                <a:lnTo>
                  <a:pt x="508469" y="120027"/>
                </a:lnTo>
                <a:lnTo>
                  <a:pt x="499846" y="121767"/>
                </a:lnTo>
                <a:lnTo>
                  <a:pt x="492772" y="126479"/>
                </a:lnTo>
                <a:lnTo>
                  <a:pt x="488035" y="133438"/>
                </a:lnTo>
                <a:lnTo>
                  <a:pt x="486384" y="141922"/>
                </a:lnTo>
                <a:lnTo>
                  <a:pt x="488035" y="150520"/>
                </a:lnTo>
                <a:lnTo>
                  <a:pt x="492772" y="157543"/>
                </a:lnTo>
                <a:lnTo>
                  <a:pt x="499846" y="162267"/>
                </a:lnTo>
                <a:lnTo>
                  <a:pt x="508469" y="164007"/>
                </a:lnTo>
                <a:lnTo>
                  <a:pt x="516928" y="162267"/>
                </a:lnTo>
                <a:lnTo>
                  <a:pt x="523938" y="157543"/>
                </a:lnTo>
                <a:lnTo>
                  <a:pt x="528739" y="150520"/>
                </a:lnTo>
                <a:lnTo>
                  <a:pt x="530567" y="14192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127874" y="3225710"/>
            <a:ext cx="958850" cy="257810"/>
          </a:xfrm>
          <a:custGeom>
            <a:avLst/>
            <a:gdLst/>
            <a:ahLst/>
            <a:cxnLst/>
            <a:rect l="l" t="t" r="r" b="b"/>
            <a:pathLst>
              <a:path w="958850" h="257810">
                <a:moveTo>
                  <a:pt x="101269" y="28028"/>
                </a:moveTo>
                <a:lnTo>
                  <a:pt x="0" y="28028"/>
                </a:lnTo>
                <a:lnTo>
                  <a:pt x="0" y="53428"/>
                </a:lnTo>
                <a:lnTo>
                  <a:pt x="0" y="166458"/>
                </a:lnTo>
                <a:lnTo>
                  <a:pt x="0" y="191858"/>
                </a:lnTo>
                <a:lnTo>
                  <a:pt x="101269" y="191858"/>
                </a:lnTo>
                <a:lnTo>
                  <a:pt x="101269" y="166458"/>
                </a:lnTo>
                <a:lnTo>
                  <a:pt x="29756" y="166458"/>
                </a:lnTo>
                <a:lnTo>
                  <a:pt x="29756" y="53428"/>
                </a:lnTo>
                <a:lnTo>
                  <a:pt x="71513" y="53428"/>
                </a:lnTo>
                <a:lnTo>
                  <a:pt x="71513" y="166331"/>
                </a:lnTo>
                <a:lnTo>
                  <a:pt x="101269" y="166331"/>
                </a:lnTo>
                <a:lnTo>
                  <a:pt x="101269" y="53428"/>
                </a:lnTo>
                <a:lnTo>
                  <a:pt x="101269" y="52857"/>
                </a:lnTo>
                <a:lnTo>
                  <a:pt x="101269" y="28028"/>
                </a:lnTo>
                <a:close/>
              </a:path>
              <a:path w="958850" h="257810">
                <a:moveTo>
                  <a:pt x="214439" y="0"/>
                </a:moveTo>
                <a:lnTo>
                  <a:pt x="183972" y="0"/>
                </a:lnTo>
                <a:lnTo>
                  <a:pt x="183972" y="99148"/>
                </a:lnTo>
                <a:lnTo>
                  <a:pt x="156540" y="99148"/>
                </a:lnTo>
                <a:lnTo>
                  <a:pt x="156540" y="3898"/>
                </a:lnTo>
                <a:lnTo>
                  <a:pt x="126479" y="3898"/>
                </a:lnTo>
                <a:lnTo>
                  <a:pt x="126479" y="99148"/>
                </a:lnTo>
                <a:lnTo>
                  <a:pt x="126479" y="125818"/>
                </a:lnTo>
                <a:lnTo>
                  <a:pt x="126479" y="245198"/>
                </a:lnTo>
                <a:lnTo>
                  <a:pt x="156540" y="245198"/>
                </a:lnTo>
                <a:lnTo>
                  <a:pt x="156540" y="125818"/>
                </a:lnTo>
                <a:lnTo>
                  <a:pt x="183972" y="125818"/>
                </a:lnTo>
                <a:lnTo>
                  <a:pt x="183972" y="257606"/>
                </a:lnTo>
                <a:lnTo>
                  <a:pt x="214439" y="257606"/>
                </a:lnTo>
                <a:lnTo>
                  <a:pt x="214439" y="125818"/>
                </a:lnTo>
                <a:lnTo>
                  <a:pt x="214439" y="125577"/>
                </a:lnTo>
                <a:lnTo>
                  <a:pt x="214439" y="99555"/>
                </a:lnTo>
                <a:lnTo>
                  <a:pt x="214439" y="99148"/>
                </a:lnTo>
                <a:lnTo>
                  <a:pt x="214439" y="0"/>
                </a:lnTo>
                <a:close/>
              </a:path>
              <a:path w="958850" h="257810">
                <a:moveTo>
                  <a:pt x="397408" y="121539"/>
                </a:moveTo>
                <a:lnTo>
                  <a:pt x="370217" y="110375"/>
                </a:lnTo>
                <a:lnTo>
                  <a:pt x="354507" y="97739"/>
                </a:lnTo>
                <a:lnTo>
                  <a:pt x="350304" y="94361"/>
                </a:lnTo>
                <a:lnTo>
                  <a:pt x="338035" y="75018"/>
                </a:lnTo>
                <a:lnTo>
                  <a:pt x="333768" y="53860"/>
                </a:lnTo>
                <a:lnTo>
                  <a:pt x="388632" y="53860"/>
                </a:lnTo>
                <a:lnTo>
                  <a:pt x="388632" y="28651"/>
                </a:lnTo>
                <a:lnTo>
                  <a:pt x="334073" y="28651"/>
                </a:lnTo>
                <a:lnTo>
                  <a:pt x="334073" y="101"/>
                </a:lnTo>
                <a:lnTo>
                  <a:pt x="301891" y="101"/>
                </a:lnTo>
                <a:lnTo>
                  <a:pt x="301891" y="28651"/>
                </a:lnTo>
                <a:lnTo>
                  <a:pt x="247027" y="28651"/>
                </a:lnTo>
                <a:lnTo>
                  <a:pt x="247027" y="53860"/>
                </a:lnTo>
                <a:lnTo>
                  <a:pt x="301891" y="53860"/>
                </a:lnTo>
                <a:lnTo>
                  <a:pt x="297713" y="76822"/>
                </a:lnTo>
                <a:lnTo>
                  <a:pt x="285673" y="97840"/>
                </a:lnTo>
                <a:lnTo>
                  <a:pt x="265988" y="115227"/>
                </a:lnTo>
                <a:lnTo>
                  <a:pt x="238950" y="127292"/>
                </a:lnTo>
                <a:lnTo>
                  <a:pt x="254393" y="152107"/>
                </a:lnTo>
                <a:lnTo>
                  <a:pt x="275831" y="143294"/>
                </a:lnTo>
                <a:lnTo>
                  <a:pt x="293776" y="130975"/>
                </a:lnTo>
                <a:lnTo>
                  <a:pt x="308089" y="115620"/>
                </a:lnTo>
                <a:lnTo>
                  <a:pt x="318643" y="97739"/>
                </a:lnTo>
                <a:lnTo>
                  <a:pt x="329526" y="113741"/>
                </a:lnTo>
                <a:lnTo>
                  <a:pt x="343916" y="127419"/>
                </a:lnTo>
                <a:lnTo>
                  <a:pt x="361657" y="138341"/>
                </a:lnTo>
                <a:lnTo>
                  <a:pt x="382587" y="146050"/>
                </a:lnTo>
                <a:lnTo>
                  <a:pt x="397408" y="121539"/>
                </a:lnTo>
                <a:close/>
              </a:path>
              <a:path w="958850" h="257810">
                <a:moveTo>
                  <a:pt x="450469" y="203"/>
                </a:moveTo>
                <a:lnTo>
                  <a:pt x="418693" y="203"/>
                </a:lnTo>
                <a:lnTo>
                  <a:pt x="418693" y="156438"/>
                </a:lnTo>
                <a:lnTo>
                  <a:pt x="450469" y="156438"/>
                </a:lnTo>
                <a:lnTo>
                  <a:pt x="450469" y="203"/>
                </a:lnTo>
                <a:close/>
              </a:path>
              <a:path w="958850" h="257810">
                <a:moveTo>
                  <a:pt x="451269" y="209194"/>
                </a:moveTo>
                <a:lnTo>
                  <a:pt x="445071" y="188810"/>
                </a:lnTo>
                <a:lnTo>
                  <a:pt x="441350" y="185597"/>
                </a:lnTo>
                <a:lnTo>
                  <a:pt x="427570" y="173659"/>
                </a:lnTo>
                <a:lnTo>
                  <a:pt x="420001" y="171081"/>
                </a:lnTo>
                <a:lnTo>
                  <a:pt x="420001" y="209194"/>
                </a:lnTo>
                <a:lnTo>
                  <a:pt x="416191" y="219468"/>
                </a:lnTo>
                <a:lnTo>
                  <a:pt x="405206" y="226923"/>
                </a:lnTo>
                <a:lnTo>
                  <a:pt x="387438" y="231470"/>
                </a:lnTo>
                <a:lnTo>
                  <a:pt x="363321" y="232994"/>
                </a:lnTo>
                <a:lnTo>
                  <a:pt x="339178" y="231470"/>
                </a:lnTo>
                <a:lnTo>
                  <a:pt x="321576" y="226923"/>
                </a:lnTo>
                <a:lnTo>
                  <a:pt x="310794" y="219468"/>
                </a:lnTo>
                <a:lnTo>
                  <a:pt x="307136" y="209194"/>
                </a:lnTo>
                <a:lnTo>
                  <a:pt x="310794" y="199123"/>
                </a:lnTo>
                <a:lnTo>
                  <a:pt x="321576" y="191719"/>
                </a:lnTo>
                <a:lnTo>
                  <a:pt x="339178" y="187147"/>
                </a:lnTo>
                <a:lnTo>
                  <a:pt x="363321" y="185597"/>
                </a:lnTo>
                <a:lnTo>
                  <a:pt x="387438" y="187147"/>
                </a:lnTo>
                <a:lnTo>
                  <a:pt x="405206" y="191719"/>
                </a:lnTo>
                <a:lnTo>
                  <a:pt x="416191" y="199123"/>
                </a:lnTo>
                <a:lnTo>
                  <a:pt x="420001" y="209194"/>
                </a:lnTo>
                <a:lnTo>
                  <a:pt x="420001" y="171081"/>
                </a:lnTo>
                <a:lnTo>
                  <a:pt x="399923" y="164236"/>
                </a:lnTo>
                <a:lnTo>
                  <a:pt x="363321" y="160985"/>
                </a:lnTo>
                <a:lnTo>
                  <a:pt x="326478" y="164236"/>
                </a:lnTo>
                <a:lnTo>
                  <a:pt x="298742" y="173659"/>
                </a:lnTo>
                <a:lnTo>
                  <a:pt x="281254" y="188810"/>
                </a:lnTo>
                <a:lnTo>
                  <a:pt x="275170" y="209194"/>
                </a:lnTo>
                <a:lnTo>
                  <a:pt x="281254" y="229679"/>
                </a:lnTo>
                <a:lnTo>
                  <a:pt x="298742" y="244843"/>
                </a:lnTo>
                <a:lnTo>
                  <a:pt x="326478" y="254228"/>
                </a:lnTo>
                <a:lnTo>
                  <a:pt x="363321" y="257403"/>
                </a:lnTo>
                <a:lnTo>
                  <a:pt x="399923" y="254228"/>
                </a:lnTo>
                <a:lnTo>
                  <a:pt x="427570" y="244843"/>
                </a:lnTo>
                <a:lnTo>
                  <a:pt x="441236" y="232994"/>
                </a:lnTo>
                <a:lnTo>
                  <a:pt x="445071" y="229679"/>
                </a:lnTo>
                <a:lnTo>
                  <a:pt x="451269" y="209194"/>
                </a:lnTo>
                <a:close/>
              </a:path>
              <a:path w="958850" h="257810">
                <a:moveTo>
                  <a:pt x="620026" y="142417"/>
                </a:moveTo>
                <a:lnTo>
                  <a:pt x="615035" y="117919"/>
                </a:lnTo>
                <a:lnTo>
                  <a:pt x="607822" y="107721"/>
                </a:lnTo>
                <a:lnTo>
                  <a:pt x="601446" y="98717"/>
                </a:lnTo>
                <a:lnTo>
                  <a:pt x="589673" y="91528"/>
                </a:lnTo>
                <a:lnTo>
                  <a:pt x="589673" y="142417"/>
                </a:lnTo>
                <a:lnTo>
                  <a:pt x="586994" y="156756"/>
                </a:lnTo>
                <a:lnTo>
                  <a:pt x="579793" y="167640"/>
                </a:lnTo>
                <a:lnTo>
                  <a:pt x="568921" y="174510"/>
                </a:lnTo>
                <a:lnTo>
                  <a:pt x="555167" y="176822"/>
                </a:lnTo>
                <a:lnTo>
                  <a:pt x="541210" y="174510"/>
                </a:lnTo>
                <a:lnTo>
                  <a:pt x="530186" y="167640"/>
                </a:lnTo>
                <a:lnTo>
                  <a:pt x="522973" y="156756"/>
                </a:lnTo>
                <a:lnTo>
                  <a:pt x="520471" y="142417"/>
                </a:lnTo>
                <a:lnTo>
                  <a:pt x="522973" y="128193"/>
                </a:lnTo>
                <a:lnTo>
                  <a:pt x="530186" y="117246"/>
                </a:lnTo>
                <a:lnTo>
                  <a:pt x="541210" y="110210"/>
                </a:lnTo>
                <a:lnTo>
                  <a:pt x="555167" y="107721"/>
                </a:lnTo>
                <a:lnTo>
                  <a:pt x="568921" y="110210"/>
                </a:lnTo>
                <a:lnTo>
                  <a:pt x="579793" y="117246"/>
                </a:lnTo>
                <a:lnTo>
                  <a:pt x="586994" y="128193"/>
                </a:lnTo>
                <a:lnTo>
                  <a:pt x="589673" y="142417"/>
                </a:lnTo>
                <a:lnTo>
                  <a:pt x="589673" y="91528"/>
                </a:lnTo>
                <a:lnTo>
                  <a:pt x="580936" y="86182"/>
                </a:lnTo>
                <a:lnTo>
                  <a:pt x="555167" y="81699"/>
                </a:lnTo>
                <a:lnTo>
                  <a:pt x="529107" y="86182"/>
                </a:lnTo>
                <a:lnTo>
                  <a:pt x="508457" y="98717"/>
                </a:lnTo>
                <a:lnTo>
                  <a:pt x="494906" y="117919"/>
                </a:lnTo>
                <a:lnTo>
                  <a:pt x="490118" y="142417"/>
                </a:lnTo>
                <a:lnTo>
                  <a:pt x="494906" y="166916"/>
                </a:lnTo>
                <a:lnTo>
                  <a:pt x="508457" y="186080"/>
                </a:lnTo>
                <a:lnTo>
                  <a:pt x="529107" y="198577"/>
                </a:lnTo>
                <a:lnTo>
                  <a:pt x="555167" y="203047"/>
                </a:lnTo>
                <a:lnTo>
                  <a:pt x="580936" y="198577"/>
                </a:lnTo>
                <a:lnTo>
                  <a:pt x="601446" y="186080"/>
                </a:lnTo>
                <a:lnTo>
                  <a:pt x="608012" y="176822"/>
                </a:lnTo>
                <a:lnTo>
                  <a:pt x="615035" y="166916"/>
                </a:lnTo>
                <a:lnTo>
                  <a:pt x="620026" y="142417"/>
                </a:lnTo>
                <a:close/>
              </a:path>
              <a:path w="958850" h="257810">
                <a:moveTo>
                  <a:pt x="630313" y="39446"/>
                </a:moveTo>
                <a:lnTo>
                  <a:pt x="570814" y="39446"/>
                </a:lnTo>
                <a:lnTo>
                  <a:pt x="570814" y="3632"/>
                </a:lnTo>
                <a:lnTo>
                  <a:pt x="539140" y="3632"/>
                </a:lnTo>
                <a:lnTo>
                  <a:pt x="539140" y="39446"/>
                </a:lnTo>
                <a:lnTo>
                  <a:pt x="478218" y="39446"/>
                </a:lnTo>
                <a:lnTo>
                  <a:pt x="478218" y="65062"/>
                </a:lnTo>
                <a:lnTo>
                  <a:pt x="630313" y="65062"/>
                </a:lnTo>
                <a:lnTo>
                  <a:pt x="630313" y="39446"/>
                </a:lnTo>
                <a:close/>
              </a:path>
              <a:path w="958850" h="257810">
                <a:moveTo>
                  <a:pt x="721296" y="102679"/>
                </a:moveTo>
                <a:lnTo>
                  <a:pt x="681558" y="102679"/>
                </a:lnTo>
                <a:lnTo>
                  <a:pt x="681558" y="0"/>
                </a:lnTo>
                <a:lnTo>
                  <a:pt x="650189" y="0"/>
                </a:lnTo>
                <a:lnTo>
                  <a:pt x="650189" y="257606"/>
                </a:lnTo>
                <a:lnTo>
                  <a:pt x="681558" y="257606"/>
                </a:lnTo>
                <a:lnTo>
                  <a:pt x="681558" y="128803"/>
                </a:lnTo>
                <a:lnTo>
                  <a:pt x="721296" y="128803"/>
                </a:lnTo>
                <a:lnTo>
                  <a:pt x="721296" y="102679"/>
                </a:lnTo>
                <a:close/>
              </a:path>
              <a:path w="958850" h="257810">
                <a:moveTo>
                  <a:pt x="932319" y="72478"/>
                </a:moveTo>
                <a:lnTo>
                  <a:pt x="785152" y="72478"/>
                </a:lnTo>
                <a:lnTo>
                  <a:pt x="785152" y="8978"/>
                </a:lnTo>
                <a:lnTo>
                  <a:pt x="753579" y="8978"/>
                </a:lnTo>
                <a:lnTo>
                  <a:pt x="753579" y="72478"/>
                </a:lnTo>
                <a:lnTo>
                  <a:pt x="753579" y="97878"/>
                </a:lnTo>
                <a:lnTo>
                  <a:pt x="932319" y="97878"/>
                </a:lnTo>
                <a:lnTo>
                  <a:pt x="932319" y="72478"/>
                </a:lnTo>
                <a:close/>
              </a:path>
              <a:path w="958850" h="257810">
                <a:moveTo>
                  <a:pt x="933932" y="226148"/>
                </a:moveTo>
                <a:lnTo>
                  <a:pt x="783132" y="226148"/>
                </a:lnTo>
                <a:lnTo>
                  <a:pt x="783132" y="175348"/>
                </a:lnTo>
                <a:lnTo>
                  <a:pt x="751471" y="175348"/>
                </a:lnTo>
                <a:lnTo>
                  <a:pt x="751471" y="226148"/>
                </a:lnTo>
                <a:lnTo>
                  <a:pt x="751471" y="251548"/>
                </a:lnTo>
                <a:lnTo>
                  <a:pt x="933932" y="251548"/>
                </a:lnTo>
                <a:lnTo>
                  <a:pt x="933932" y="226148"/>
                </a:lnTo>
                <a:close/>
              </a:path>
              <a:path w="958850" h="257810">
                <a:moveTo>
                  <a:pt x="958837" y="128003"/>
                </a:moveTo>
                <a:lnTo>
                  <a:pt x="723125" y="128003"/>
                </a:lnTo>
                <a:lnTo>
                  <a:pt x="723125" y="153009"/>
                </a:lnTo>
                <a:lnTo>
                  <a:pt x="958837" y="153009"/>
                </a:lnTo>
                <a:lnTo>
                  <a:pt x="958837" y="12800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155037" y="3225710"/>
            <a:ext cx="1189990" cy="257810"/>
          </a:xfrm>
          <a:custGeom>
            <a:avLst/>
            <a:gdLst/>
            <a:ahLst/>
            <a:cxnLst/>
            <a:rect l="l" t="t" r="r" b="b"/>
            <a:pathLst>
              <a:path w="1189990" h="257810">
                <a:moveTo>
                  <a:pt x="215138" y="23812"/>
                </a:moveTo>
                <a:lnTo>
                  <a:pt x="146050" y="23812"/>
                </a:lnTo>
                <a:lnTo>
                  <a:pt x="146050" y="49428"/>
                </a:lnTo>
                <a:lnTo>
                  <a:pt x="146050" y="131432"/>
                </a:lnTo>
                <a:lnTo>
                  <a:pt x="88150" y="131432"/>
                </a:lnTo>
                <a:lnTo>
                  <a:pt x="88150" y="49428"/>
                </a:lnTo>
                <a:lnTo>
                  <a:pt x="146050" y="49428"/>
                </a:lnTo>
                <a:lnTo>
                  <a:pt x="146050" y="23812"/>
                </a:lnTo>
                <a:lnTo>
                  <a:pt x="19265" y="23812"/>
                </a:lnTo>
                <a:lnTo>
                  <a:pt x="19265" y="49428"/>
                </a:lnTo>
                <a:lnTo>
                  <a:pt x="56591" y="49428"/>
                </a:lnTo>
                <a:lnTo>
                  <a:pt x="56591" y="131432"/>
                </a:lnTo>
                <a:lnTo>
                  <a:pt x="20078" y="131432"/>
                </a:lnTo>
                <a:lnTo>
                  <a:pt x="20078" y="156641"/>
                </a:lnTo>
                <a:lnTo>
                  <a:pt x="214134" y="156641"/>
                </a:lnTo>
                <a:lnTo>
                  <a:pt x="214134" y="131432"/>
                </a:lnTo>
                <a:lnTo>
                  <a:pt x="177317" y="131432"/>
                </a:lnTo>
                <a:lnTo>
                  <a:pt x="177317" y="49428"/>
                </a:lnTo>
                <a:lnTo>
                  <a:pt x="215138" y="49428"/>
                </a:lnTo>
                <a:lnTo>
                  <a:pt x="215138" y="23812"/>
                </a:lnTo>
                <a:close/>
              </a:path>
              <a:path w="1189990" h="257810">
                <a:moveTo>
                  <a:pt x="235724" y="200113"/>
                </a:moveTo>
                <a:lnTo>
                  <a:pt x="0" y="200113"/>
                </a:lnTo>
                <a:lnTo>
                  <a:pt x="0" y="226644"/>
                </a:lnTo>
                <a:lnTo>
                  <a:pt x="235724" y="226644"/>
                </a:lnTo>
                <a:lnTo>
                  <a:pt x="235724" y="200113"/>
                </a:lnTo>
                <a:close/>
              </a:path>
              <a:path w="1189990" h="257810">
                <a:moveTo>
                  <a:pt x="479513" y="202018"/>
                </a:moveTo>
                <a:lnTo>
                  <a:pt x="376834" y="202018"/>
                </a:lnTo>
                <a:lnTo>
                  <a:pt x="376834" y="160108"/>
                </a:lnTo>
                <a:lnTo>
                  <a:pt x="457530" y="160108"/>
                </a:lnTo>
                <a:lnTo>
                  <a:pt x="457530" y="133438"/>
                </a:lnTo>
                <a:lnTo>
                  <a:pt x="303415" y="133438"/>
                </a:lnTo>
                <a:lnTo>
                  <a:pt x="303415" y="100418"/>
                </a:lnTo>
                <a:lnTo>
                  <a:pt x="451573" y="100418"/>
                </a:lnTo>
                <a:lnTo>
                  <a:pt x="451573" y="75018"/>
                </a:lnTo>
                <a:lnTo>
                  <a:pt x="451573" y="43268"/>
                </a:lnTo>
                <a:lnTo>
                  <a:pt x="451573" y="17868"/>
                </a:lnTo>
                <a:lnTo>
                  <a:pt x="271335" y="17868"/>
                </a:lnTo>
                <a:lnTo>
                  <a:pt x="271335" y="43268"/>
                </a:lnTo>
                <a:lnTo>
                  <a:pt x="420204" y="43268"/>
                </a:lnTo>
                <a:lnTo>
                  <a:pt x="420204" y="75018"/>
                </a:lnTo>
                <a:lnTo>
                  <a:pt x="271741" y="75018"/>
                </a:lnTo>
                <a:lnTo>
                  <a:pt x="271741" y="100418"/>
                </a:lnTo>
                <a:lnTo>
                  <a:pt x="271741" y="133438"/>
                </a:lnTo>
                <a:lnTo>
                  <a:pt x="271741" y="160108"/>
                </a:lnTo>
                <a:lnTo>
                  <a:pt x="345363" y="160108"/>
                </a:lnTo>
                <a:lnTo>
                  <a:pt x="345363" y="202018"/>
                </a:lnTo>
                <a:lnTo>
                  <a:pt x="243801" y="202018"/>
                </a:lnTo>
                <a:lnTo>
                  <a:pt x="243801" y="227418"/>
                </a:lnTo>
                <a:lnTo>
                  <a:pt x="479513" y="227418"/>
                </a:lnTo>
                <a:lnTo>
                  <a:pt x="479513" y="202018"/>
                </a:lnTo>
                <a:close/>
              </a:path>
              <a:path w="1189990" h="257810">
                <a:moveTo>
                  <a:pt x="723315" y="202018"/>
                </a:moveTo>
                <a:lnTo>
                  <a:pt x="621042" y="202018"/>
                </a:lnTo>
                <a:lnTo>
                  <a:pt x="621042" y="155028"/>
                </a:lnTo>
                <a:lnTo>
                  <a:pt x="697191" y="155028"/>
                </a:lnTo>
                <a:lnTo>
                  <a:pt x="697191" y="129628"/>
                </a:lnTo>
                <a:lnTo>
                  <a:pt x="548525" y="129628"/>
                </a:lnTo>
                <a:lnTo>
                  <a:pt x="548525" y="99148"/>
                </a:lnTo>
                <a:lnTo>
                  <a:pt x="689025" y="99148"/>
                </a:lnTo>
                <a:lnTo>
                  <a:pt x="689025" y="73748"/>
                </a:lnTo>
                <a:lnTo>
                  <a:pt x="548525" y="73748"/>
                </a:lnTo>
                <a:lnTo>
                  <a:pt x="548525" y="44538"/>
                </a:lnTo>
                <a:lnTo>
                  <a:pt x="694867" y="44538"/>
                </a:lnTo>
                <a:lnTo>
                  <a:pt x="694867" y="19138"/>
                </a:lnTo>
                <a:lnTo>
                  <a:pt x="516343" y="19138"/>
                </a:lnTo>
                <a:lnTo>
                  <a:pt x="516343" y="44538"/>
                </a:lnTo>
                <a:lnTo>
                  <a:pt x="516343" y="73748"/>
                </a:lnTo>
                <a:lnTo>
                  <a:pt x="516343" y="99148"/>
                </a:lnTo>
                <a:lnTo>
                  <a:pt x="516343" y="129628"/>
                </a:lnTo>
                <a:lnTo>
                  <a:pt x="516343" y="155028"/>
                </a:lnTo>
                <a:lnTo>
                  <a:pt x="589165" y="155028"/>
                </a:lnTo>
                <a:lnTo>
                  <a:pt x="589165" y="202018"/>
                </a:lnTo>
                <a:lnTo>
                  <a:pt x="487603" y="202018"/>
                </a:lnTo>
                <a:lnTo>
                  <a:pt x="487603" y="227418"/>
                </a:lnTo>
                <a:lnTo>
                  <a:pt x="723315" y="227418"/>
                </a:lnTo>
                <a:lnTo>
                  <a:pt x="723315" y="202018"/>
                </a:lnTo>
                <a:close/>
              </a:path>
              <a:path w="1189990" h="257810">
                <a:moveTo>
                  <a:pt x="883704" y="190334"/>
                </a:moveTo>
                <a:lnTo>
                  <a:pt x="881659" y="172377"/>
                </a:lnTo>
                <a:lnTo>
                  <a:pt x="880783" y="164617"/>
                </a:lnTo>
                <a:lnTo>
                  <a:pt x="854557" y="168249"/>
                </a:lnTo>
                <a:lnTo>
                  <a:pt x="828890" y="170573"/>
                </a:lnTo>
                <a:lnTo>
                  <a:pt x="802500" y="171856"/>
                </a:lnTo>
                <a:lnTo>
                  <a:pt x="774065" y="172377"/>
                </a:lnTo>
                <a:lnTo>
                  <a:pt x="774065" y="119227"/>
                </a:lnTo>
                <a:lnTo>
                  <a:pt x="859193" y="119227"/>
                </a:lnTo>
                <a:lnTo>
                  <a:pt x="859193" y="94107"/>
                </a:lnTo>
                <a:lnTo>
                  <a:pt x="774065" y="94107"/>
                </a:lnTo>
                <a:lnTo>
                  <a:pt x="774065" y="48018"/>
                </a:lnTo>
                <a:lnTo>
                  <a:pt x="863625" y="48018"/>
                </a:lnTo>
                <a:lnTo>
                  <a:pt x="863625" y="22098"/>
                </a:lnTo>
                <a:lnTo>
                  <a:pt x="741984" y="22098"/>
                </a:lnTo>
                <a:lnTo>
                  <a:pt x="741984" y="198005"/>
                </a:lnTo>
                <a:lnTo>
                  <a:pt x="763168" y="198005"/>
                </a:lnTo>
                <a:lnTo>
                  <a:pt x="795972" y="197599"/>
                </a:lnTo>
                <a:lnTo>
                  <a:pt x="825969" y="196430"/>
                </a:lnTo>
                <a:lnTo>
                  <a:pt x="854697" y="194144"/>
                </a:lnTo>
                <a:lnTo>
                  <a:pt x="883704" y="190334"/>
                </a:lnTo>
                <a:close/>
              </a:path>
              <a:path w="1189990" h="257810">
                <a:moveTo>
                  <a:pt x="973061" y="99656"/>
                </a:moveTo>
                <a:lnTo>
                  <a:pt x="933323" y="99656"/>
                </a:lnTo>
                <a:lnTo>
                  <a:pt x="933323" y="0"/>
                </a:lnTo>
                <a:lnTo>
                  <a:pt x="901560" y="0"/>
                </a:lnTo>
                <a:lnTo>
                  <a:pt x="901560" y="257606"/>
                </a:lnTo>
                <a:lnTo>
                  <a:pt x="933323" y="257606"/>
                </a:lnTo>
                <a:lnTo>
                  <a:pt x="933323" y="126288"/>
                </a:lnTo>
                <a:lnTo>
                  <a:pt x="973061" y="126288"/>
                </a:lnTo>
                <a:lnTo>
                  <a:pt x="973061" y="99656"/>
                </a:lnTo>
                <a:close/>
              </a:path>
              <a:path w="1189990" h="257810">
                <a:moveTo>
                  <a:pt x="1118730" y="71818"/>
                </a:moveTo>
                <a:lnTo>
                  <a:pt x="1113472" y="47244"/>
                </a:lnTo>
                <a:lnTo>
                  <a:pt x="1106322" y="37833"/>
                </a:lnTo>
                <a:lnTo>
                  <a:pt x="1098931" y="28092"/>
                </a:lnTo>
                <a:lnTo>
                  <a:pt x="1087564" y="21691"/>
                </a:lnTo>
                <a:lnTo>
                  <a:pt x="1087564" y="71818"/>
                </a:lnTo>
                <a:lnTo>
                  <a:pt x="1084694" y="85826"/>
                </a:lnTo>
                <a:lnTo>
                  <a:pt x="1076731" y="96469"/>
                </a:lnTo>
                <a:lnTo>
                  <a:pt x="1064628" y="103238"/>
                </a:lnTo>
                <a:lnTo>
                  <a:pt x="1049337" y="105613"/>
                </a:lnTo>
                <a:lnTo>
                  <a:pt x="1033805" y="103238"/>
                </a:lnTo>
                <a:lnTo>
                  <a:pt x="1021588" y="96469"/>
                </a:lnTo>
                <a:lnTo>
                  <a:pt x="1013612" y="85826"/>
                </a:lnTo>
                <a:lnTo>
                  <a:pt x="1010805" y="71818"/>
                </a:lnTo>
                <a:lnTo>
                  <a:pt x="1013612" y="57772"/>
                </a:lnTo>
                <a:lnTo>
                  <a:pt x="1021588" y="47028"/>
                </a:lnTo>
                <a:lnTo>
                  <a:pt x="1033805" y="40195"/>
                </a:lnTo>
                <a:lnTo>
                  <a:pt x="1049337" y="37833"/>
                </a:lnTo>
                <a:lnTo>
                  <a:pt x="1064628" y="40195"/>
                </a:lnTo>
                <a:lnTo>
                  <a:pt x="1076731" y="47028"/>
                </a:lnTo>
                <a:lnTo>
                  <a:pt x="1084694" y="57772"/>
                </a:lnTo>
                <a:lnTo>
                  <a:pt x="1087564" y="71818"/>
                </a:lnTo>
                <a:lnTo>
                  <a:pt x="1087564" y="21691"/>
                </a:lnTo>
                <a:lnTo>
                  <a:pt x="1076934" y="15684"/>
                </a:lnTo>
                <a:lnTo>
                  <a:pt x="1049337" y="11303"/>
                </a:lnTo>
                <a:lnTo>
                  <a:pt x="1021651" y="15684"/>
                </a:lnTo>
                <a:lnTo>
                  <a:pt x="999604" y="28092"/>
                </a:lnTo>
                <a:lnTo>
                  <a:pt x="985050" y="47244"/>
                </a:lnTo>
                <a:lnTo>
                  <a:pt x="979830" y="71818"/>
                </a:lnTo>
                <a:lnTo>
                  <a:pt x="985050" y="95999"/>
                </a:lnTo>
                <a:lnTo>
                  <a:pt x="999604" y="114973"/>
                </a:lnTo>
                <a:lnTo>
                  <a:pt x="1021651" y="127355"/>
                </a:lnTo>
                <a:lnTo>
                  <a:pt x="1049337" y="131737"/>
                </a:lnTo>
                <a:lnTo>
                  <a:pt x="1076934" y="127355"/>
                </a:lnTo>
                <a:lnTo>
                  <a:pt x="1098931" y="114973"/>
                </a:lnTo>
                <a:lnTo>
                  <a:pt x="1106106" y="105613"/>
                </a:lnTo>
                <a:lnTo>
                  <a:pt x="1113472" y="95999"/>
                </a:lnTo>
                <a:lnTo>
                  <a:pt x="1118730" y="71818"/>
                </a:lnTo>
                <a:close/>
              </a:path>
              <a:path w="1189990" h="257810">
                <a:moveTo>
                  <a:pt x="1189837" y="150291"/>
                </a:moveTo>
                <a:lnTo>
                  <a:pt x="1158265" y="150291"/>
                </a:lnTo>
                <a:lnTo>
                  <a:pt x="1158265" y="176618"/>
                </a:lnTo>
                <a:lnTo>
                  <a:pt x="1158265" y="201434"/>
                </a:lnTo>
                <a:lnTo>
                  <a:pt x="1158265" y="228866"/>
                </a:lnTo>
                <a:lnTo>
                  <a:pt x="1050645" y="228866"/>
                </a:lnTo>
                <a:lnTo>
                  <a:pt x="1050645" y="201434"/>
                </a:lnTo>
                <a:lnTo>
                  <a:pt x="1158265" y="201434"/>
                </a:lnTo>
                <a:lnTo>
                  <a:pt x="1158265" y="176618"/>
                </a:lnTo>
                <a:lnTo>
                  <a:pt x="1050645" y="176618"/>
                </a:lnTo>
                <a:lnTo>
                  <a:pt x="1050645" y="150291"/>
                </a:lnTo>
                <a:lnTo>
                  <a:pt x="1019479" y="150291"/>
                </a:lnTo>
                <a:lnTo>
                  <a:pt x="1019479" y="254584"/>
                </a:lnTo>
                <a:lnTo>
                  <a:pt x="1189837" y="254584"/>
                </a:lnTo>
                <a:lnTo>
                  <a:pt x="1189837" y="228866"/>
                </a:lnTo>
                <a:lnTo>
                  <a:pt x="1189837" y="201434"/>
                </a:lnTo>
                <a:lnTo>
                  <a:pt x="1189837" y="176618"/>
                </a:lnTo>
                <a:lnTo>
                  <a:pt x="1189837" y="150291"/>
                </a:lnTo>
                <a:close/>
              </a:path>
              <a:path w="1189990" h="257810">
                <a:moveTo>
                  <a:pt x="1189837" y="0"/>
                </a:moveTo>
                <a:lnTo>
                  <a:pt x="1158062" y="0"/>
                </a:lnTo>
                <a:lnTo>
                  <a:pt x="1158062" y="138391"/>
                </a:lnTo>
                <a:lnTo>
                  <a:pt x="1189837" y="138391"/>
                </a:lnTo>
                <a:lnTo>
                  <a:pt x="1189837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6434223" y="3225407"/>
            <a:ext cx="478790" cy="258445"/>
            <a:chOff x="16434223" y="3225407"/>
            <a:chExt cx="478790" cy="25844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34223" y="3241343"/>
              <a:ext cx="234910" cy="24237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678021" y="3225407"/>
              <a:ext cx="234950" cy="257810"/>
            </a:xfrm>
            <a:custGeom>
              <a:avLst/>
              <a:gdLst/>
              <a:ahLst/>
              <a:cxnLst/>
              <a:rect l="l" t="t" r="r" b="b"/>
              <a:pathLst>
                <a:path w="234950" h="257810">
                  <a:moveTo>
                    <a:pt x="135156" y="49221"/>
                  </a:moveTo>
                  <a:lnTo>
                    <a:pt x="99148" y="49221"/>
                  </a:lnTo>
                  <a:lnTo>
                    <a:pt x="91462" y="64803"/>
                  </a:lnTo>
                  <a:lnTo>
                    <a:pt x="74046" y="77954"/>
                  </a:lnTo>
                  <a:lnTo>
                    <a:pt x="47192" y="87758"/>
                  </a:lnTo>
                  <a:lnTo>
                    <a:pt x="11195" y="93298"/>
                  </a:lnTo>
                  <a:lnTo>
                    <a:pt x="20980" y="117102"/>
                  </a:lnTo>
                  <a:lnTo>
                    <a:pt x="53106" y="112371"/>
                  </a:lnTo>
                  <a:lnTo>
                    <a:pt x="80249" y="103914"/>
                  </a:lnTo>
                  <a:lnTo>
                    <a:pt x="101813" y="91939"/>
                  </a:lnTo>
                  <a:lnTo>
                    <a:pt x="117203" y="76655"/>
                  </a:lnTo>
                  <a:lnTo>
                    <a:pt x="158476" y="76655"/>
                  </a:lnTo>
                  <a:lnTo>
                    <a:pt x="142787" y="64803"/>
                  </a:lnTo>
                  <a:lnTo>
                    <a:pt x="135156" y="49221"/>
                  </a:lnTo>
                  <a:close/>
                </a:path>
                <a:path w="234950" h="257810">
                  <a:moveTo>
                    <a:pt x="158476" y="76655"/>
                  </a:moveTo>
                  <a:lnTo>
                    <a:pt x="117203" y="76655"/>
                  </a:lnTo>
                  <a:lnTo>
                    <a:pt x="132520" y="91939"/>
                  </a:lnTo>
                  <a:lnTo>
                    <a:pt x="154031" y="103914"/>
                  </a:lnTo>
                  <a:lnTo>
                    <a:pt x="181158" y="112371"/>
                  </a:lnTo>
                  <a:lnTo>
                    <a:pt x="213326" y="117102"/>
                  </a:lnTo>
                  <a:lnTo>
                    <a:pt x="223210" y="93298"/>
                  </a:lnTo>
                  <a:lnTo>
                    <a:pt x="187098" y="87758"/>
                  </a:lnTo>
                  <a:lnTo>
                    <a:pt x="160196" y="77954"/>
                  </a:lnTo>
                  <a:lnTo>
                    <a:pt x="158476" y="76655"/>
                  </a:lnTo>
                  <a:close/>
                </a:path>
                <a:path w="234950" h="257810">
                  <a:moveTo>
                    <a:pt x="211812" y="24509"/>
                  </a:moveTo>
                  <a:lnTo>
                    <a:pt x="23097" y="24509"/>
                  </a:lnTo>
                  <a:lnTo>
                    <a:pt x="23097" y="49221"/>
                  </a:lnTo>
                  <a:lnTo>
                    <a:pt x="211812" y="49221"/>
                  </a:lnTo>
                  <a:lnTo>
                    <a:pt x="211812" y="24509"/>
                  </a:lnTo>
                  <a:close/>
                </a:path>
                <a:path w="234950" h="257810">
                  <a:moveTo>
                    <a:pt x="132938" y="0"/>
                  </a:moveTo>
                  <a:lnTo>
                    <a:pt x="101468" y="0"/>
                  </a:lnTo>
                  <a:lnTo>
                    <a:pt x="101468" y="24509"/>
                  </a:lnTo>
                  <a:lnTo>
                    <a:pt x="132938" y="24509"/>
                  </a:lnTo>
                  <a:lnTo>
                    <a:pt x="132938" y="0"/>
                  </a:lnTo>
                  <a:close/>
                </a:path>
                <a:path w="234950" h="257810">
                  <a:moveTo>
                    <a:pt x="206265" y="178023"/>
                  </a:moveTo>
                  <a:lnTo>
                    <a:pt x="26022" y="178023"/>
                  </a:lnTo>
                  <a:lnTo>
                    <a:pt x="26022" y="203441"/>
                  </a:lnTo>
                  <a:lnTo>
                    <a:pt x="174392" y="203441"/>
                  </a:lnTo>
                  <a:lnTo>
                    <a:pt x="174392" y="257402"/>
                  </a:lnTo>
                  <a:lnTo>
                    <a:pt x="206265" y="257402"/>
                  </a:lnTo>
                  <a:lnTo>
                    <a:pt x="206265" y="178023"/>
                  </a:lnTo>
                  <a:close/>
                </a:path>
                <a:path w="234950" h="257810">
                  <a:moveTo>
                    <a:pt x="132938" y="153312"/>
                  </a:moveTo>
                  <a:lnTo>
                    <a:pt x="101468" y="153312"/>
                  </a:lnTo>
                  <a:lnTo>
                    <a:pt x="101468" y="178023"/>
                  </a:lnTo>
                  <a:lnTo>
                    <a:pt x="132938" y="178023"/>
                  </a:lnTo>
                  <a:lnTo>
                    <a:pt x="132938" y="153312"/>
                  </a:lnTo>
                  <a:close/>
                </a:path>
                <a:path w="234950" h="257810">
                  <a:moveTo>
                    <a:pt x="234911" y="127995"/>
                  </a:moveTo>
                  <a:lnTo>
                    <a:pt x="0" y="127995"/>
                  </a:lnTo>
                  <a:lnTo>
                    <a:pt x="0" y="153312"/>
                  </a:lnTo>
                  <a:lnTo>
                    <a:pt x="234911" y="153312"/>
                  </a:lnTo>
                  <a:lnTo>
                    <a:pt x="234911" y="12799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283812" y="4673741"/>
            <a:ext cx="241300" cy="286385"/>
            <a:chOff x="1283812" y="4673741"/>
            <a:chExt cx="241300" cy="286385"/>
          </a:xfrm>
        </p:grpSpPr>
        <p:sp>
          <p:nvSpPr>
            <p:cNvPr id="22" name="object 22"/>
            <p:cNvSpPr/>
            <p:nvPr/>
          </p:nvSpPr>
          <p:spPr>
            <a:xfrm>
              <a:off x="1486740" y="4676916"/>
              <a:ext cx="34925" cy="280035"/>
            </a:xfrm>
            <a:custGeom>
              <a:avLst/>
              <a:gdLst/>
              <a:ahLst/>
              <a:cxnLst/>
              <a:rect l="l" t="t" r="r" b="b"/>
              <a:pathLst>
                <a:path w="34925" h="280035">
                  <a:moveTo>
                    <a:pt x="0" y="280005"/>
                  </a:moveTo>
                  <a:lnTo>
                    <a:pt x="34753" y="280005"/>
                  </a:lnTo>
                  <a:lnTo>
                    <a:pt x="34753" y="0"/>
                  </a:lnTo>
                  <a:lnTo>
                    <a:pt x="0" y="0"/>
                  </a:lnTo>
                  <a:lnTo>
                    <a:pt x="0" y="280005"/>
                  </a:lnTo>
                  <a:close/>
                </a:path>
              </a:pathLst>
            </a:custGeom>
            <a:ln w="6350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3812" y="4701369"/>
              <a:ext cx="185491" cy="205664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1711" y="4673960"/>
            <a:ext cx="254561" cy="28087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9681" y="4672426"/>
            <a:ext cx="266401" cy="287671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2185849" y="4673741"/>
            <a:ext cx="238760" cy="286385"/>
            <a:chOff x="2185849" y="4673741"/>
            <a:chExt cx="238760" cy="286385"/>
          </a:xfrm>
        </p:grpSpPr>
        <p:sp>
          <p:nvSpPr>
            <p:cNvPr id="27" name="object 27"/>
            <p:cNvSpPr/>
            <p:nvPr/>
          </p:nvSpPr>
          <p:spPr>
            <a:xfrm>
              <a:off x="2386365" y="4676916"/>
              <a:ext cx="34925" cy="280035"/>
            </a:xfrm>
            <a:custGeom>
              <a:avLst/>
              <a:gdLst/>
              <a:ahLst/>
              <a:cxnLst/>
              <a:rect l="l" t="t" r="r" b="b"/>
              <a:pathLst>
                <a:path w="34925" h="280035">
                  <a:moveTo>
                    <a:pt x="0" y="280005"/>
                  </a:moveTo>
                  <a:lnTo>
                    <a:pt x="34753" y="280005"/>
                  </a:lnTo>
                  <a:lnTo>
                    <a:pt x="34753" y="0"/>
                  </a:lnTo>
                  <a:lnTo>
                    <a:pt x="0" y="0"/>
                  </a:lnTo>
                  <a:lnTo>
                    <a:pt x="0" y="280005"/>
                  </a:lnTo>
                  <a:close/>
                </a:path>
              </a:pathLst>
            </a:custGeom>
            <a:ln w="6350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85849" y="4703452"/>
              <a:ext cx="154904" cy="207199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2532261" y="4673960"/>
            <a:ext cx="516255" cy="286385"/>
            <a:chOff x="2532261" y="4673960"/>
            <a:chExt cx="516255" cy="286385"/>
          </a:xfrm>
        </p:grpSpPr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32261" y="4673960"/>
              <a:ext cx="247544" cy="28613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08319" y="4673960"/>
              <a:ext cx="239651" cy="282847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3161305" y="4688209"/>
            <a:ext cx="530860" cy="269240"/>
          </a:xfrm>
          <a:custGeom>
            <a:avLst/>
            <a:gdLst/>
            <a:ahLst/>
            <a:cxnLst/>
            <a:rect l="l" t="t" r="r" b="b"/>
            <a:pathLst>
              <a:path w="530860" h="269239">
                <a:moveTo>
                  <a:pt x="144716" y="97355"/>
                </a:moveTo>
                <a:lnTo>
                  <a:pt x="222885" y="97355"/>
                </a:lnTo>
                <a:lnTo>
                  <a:pt x="222885" y="0"/>
                </a:lnTo>
                <a:lnTo>
                  <a:pt x="32122" y="0"/>
                </a:lnTo>
                <a:lnTo>
                  <a:pt x="32122" y="97355"/>
                </a:lnTo>
                <a:lnTo>
                  <a:pt x="110181" y="97355"/>
                </a:lnTo>
                <a:lnTo>
                  <a:pt x="110181" y="126956"/>
                </a:lnTo>
                <a:lnTo>
                  <a:pt x="0" y="126956"/>
                </a:lnTo>
                <a:lnTo>
                  <a:pt x="0" y="154803"/>
                </a:lnTo>
                <a:lnTo>
                  <a:pt x="255337" y="154803"/>
                </a:lnTo>
                <a:lnTo>
                  <a:pt x="255337" y="126956"/>
                </a:lnTo>
                <a:lnTo>
                  <a:pt x="144716" y="126956"/>
                </a:lnTo>
                <a:lnTo>
                  <a:pt x="144716" y="97355"/>
                </a:lnTo>
                <a:close/>
              </a:path>
              <a:path w="530860" h="269239">
                <a:moveTo>
                  <a:pt x="188899" y="27079"/>
                </a:moveTo>
                <a:lnTo>
                  <a:pt x="188899" y="70056"/>
                </a:lnTo>
                <a:lnTo>
                  <a:pt x="65780" y="70056"/>
                </a:lnTo>
                <a:lnTo>
                  <a:pt x="65780" y="27079"/>
                </a:lnTo>
                <a:lnTo>
                  <a:pt x="188899" y="27079"/>
                </a:lnTo>
                <a:close/>
              </a:path>
              <a:path w="530860" h="269239">
                <a:moveTo>
                  <a:pt x="189557" y="205563"/>
                </a:moveTo>
                <a:lnTo>
                  <a:pt x="189557" y="268713"/>
                </a:lnTo>
                <a:lnTo>
                  <a:pt x="224201" y="268713"/>
                </a:lnTo>
                <a:lnTo>
                  <a:pt x="224201" y="178374"/>
                </a:lnTo>
                <a:lnTo>
                  <a:pt x="28285" y="178374"/>
                </a:lnTo>
                <a:lnTo>
                  <a:pt x="28285" y="205563"/>
                </a:lnTo>
                <a:lnTo>
                  <a:pt x="189557" y="205563"/>
                </a:lnTo>
                <a:close/>
              </a:path>
              <a:path w="530860" h="269239">
                <a:moveTo>
                  <a:pt x="463203" y="151075"/>
                </a:moveTo>
                <a:lnTo>
                  <a:pt x="507276" y="151075"/>
                </a:lnTo>
                <a:lnTo>
                  <a:pt x="507276" y="123119"/>
                </a:lnTo>
                <a:lnTo>
                  <a:pt x="467259" y="123119"/>
                </a:lnTo>
                <a:lnTo>
                  <a:pt x="467259" y="40235"/>
                </a:lnTo>
                <a:lnTo>
                  <a:pt x="508372" y="40235"/>
                </a:lnTo>
                <a:lnTo>
                  <a:pt x="508372" y="12388"/>
                </a:lnTo>
                <a:lnTo>
                  <a:pt x="295463" y="12388"/>
                </a:lnTo>
                <a:lnTo>
                  <a:pt x="295463" y="40235"/>
                </a:lnTo>
                <a:lnTo>
                  <a:pt x="336027" y="40235"/>
                </a:lnTo>
                <a:lnTo>
                  <a:pt x="336027" y="123119"/>
                </a:lnTo>
                <a:lnTo>
                  <a:pt x="296340" y="123119"/>
                </a:lnTo>
                <a:lnTo>
                  <a:pt x="296340" y="151075"/>
                </a:lnTo>
                <a:lnTo>
                  <a:pt x="340742" y="151075"/>
                </a:lnTo>
                <a:lnTo>
                  <a:pt x="340742" y="208743"/>
                </a:lnTo>
                <a:lnTo>
                  <a:pt x="274523" y="208743"/>
                </a:lnTo>
                <a:lnTo>
                  <a:pt x="274523" y="236590"/>
                </a:lnTo>
                <a:lnTo>
                  <a:pt x="530737" y="236590"/>
                </a:lnTo>
                <a:lnTo>
                  <a:pt x="530737" y="208743"/>
                </a:lnTo>
                <a:lnTo>
                  <a:pt x="463203" y="208743"/>
                </a:lnTo>
                <a:lnTo>
                  <a:pt x="463203" y="151075"/>
                </a:lnTo>
                <a:close/>
              </a:path>
              <a:path w="530860" h="269239">
                <a:moveTo>
                  <a:pt x="433273" y="40235"/>
                </a:moveTo>
                <a:lnTo>
                  <a:pt x="433273" y="123119"/>
                </a:lnTo>
                <a:lnTo>
                  <a:pt x="370343" y="123119"/>
                </a:lnTo>
                <a:lnTo>
                  <a:pt x="370343" y="40235"/>
                </a:lnTo>
                <a:lnTo>
                  <a:pt x="433273" y="40235"/>
                </a:lnTo>
                <a:close/>
              </a:path>
              <a:path w="530860" h="269239">
                <a:moveTo>
                  <a:pt x="428558" y="151075"/>
                </a:moveTo>
                <a:lnTo>
                  <a:pt x="428558" y="208743"/>
                </a:lnTo>
                <a:lnTo>
                  <a:pt x="375277" y="208743"/>
                </a:lnTo>
                <a:lnTo>
                  <a:pt x="375277" y="151075"/>
                </a:lnTo>
                <a:lnTo>
                  <a:pt x="428558" y="151075"/>
                </a:lnTo>
                <a:close/>
              </a:path>
            </a:pathLst>
          </a:custGeom>
          <a:ln w="6350">
            <a:solidFill>
              <a:srgbClr val="3D3D3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1283812" y="4673741"/>
            <a:ext cx="241300" cy="286385"/>
            <a:chOff x="1283812" y="4673741"/>
            <a:chExt cx="241300" cy="286385"/>
          </a:xfrm>
        </p:grpSpPr>
        <p:sp>
          <p:nvSpPr>
            <p:cNvPr id="34" name="object 34"/>
            <p:cNvSpPr/>
            <p:nvPr/>
          </p:nvSpPr>
          <p:spPr>
            <a:xfrm>
              <a:off x="1286987" y="4676916"/>
              <a:ext cx="234950" cy="280035"/>
            </a:xfrm>
            <a:custGeom>
              <a:avLst/>
              <a:gdLst/>
              <a:ahLst/>
              <a:cxnLst/>
              <a:rect l="l" t="t" r="r" b="b"/>
              <a:pathLst>
                <a:path w="234950" h="280035">
                  <a:moveTo>
                    <a:pt x="234507" y="0"/>
                  </a:moveTo>
                  <a:lnTo>
                    <a:pt x="199753" y="0"/>
                  </a:lnTo>
                  <a:lnTo>
                    <a:pt x="199753" y="280005"/>
                  </a:lnTo>
                  <a:lnTo>
                    <a:pt x="234507" y="280005"/>
                  </a:lnTo>
                  <a:lnTo>
                    <a:pt x="234507" y="0"/>
                  </a:lnTo>
                  <a:close/>
                </a:path>
                <a:path w="234950" h="280035">
                  <a:moveTo>
                    <a:pt x="107112" y="55913"/>
                  </a:moveTo>
                  <a:lnTo>
                    <a:pt x="72029" y="55913"/>
                  </a:lnTo>
                  <a:lnTo>
                    <a:pt x="72029" y="79484"/>
                  </a:lnTo>
                  <a:lnTo>
                    <a:pt x="66911" y="115590"/>
                  </a:lnTo>
                  <a:lnTo>
                    <a:pt x="52542" y="149938"/>
                  </a:lnTo>
                  <a:lnTo>
                    <a:pt x="29909" y="179126"/>
                  </a:lnTo>
                  <a:lnTo>
                    <a:pt x="0" y="199753"/>
                  </a:lnTo>
                  <a:lnTo>
                    <a:pt x="19843" y="226942"/>
                  </a:lnTo>
                  <a:lnTo>
                    <a:pt x="42896" y="212287"/>
                  </a:lnTo>
                  <a:lnTo>
                    <a:pt x="62505" y="192339"/>
                  </a:lnTo>
                  <a:lnTo>
                    <a:pt x="78352" y="168094"/>
                  </a:lnTo>
                  <a:lnTo>
                    <a:pt x="90119" y="140550"/>
                  </a:lnTo>
                  <a:lnTo>
                    <a:pt x="123703" y="140550"/>
                  </a:lnTo>
                  <a:lnTo>
                    <a:pt x="112030" y="113954"/>
                  </a:lnTo>
                  <a:lnTo>
                    <a:pt x="107112" y="79484"/>
                  </a:lnTo>
                  <a:lnTo>
                    <a:pt x="107112" y="55913"/>
                  </a:lnTo>
                  <a:close/>
                </a:path>
                <a:path w="234950" h="280035">
                  <a:moveTo>
                    <a:pt x="123703" y="140550"/>
                  </a:moveTo>
                  <a:lnTo>
                    <a:pt x="90119" y="140550"/>
                  </a:lnTo>
                  <a:lnTo>
                    <a:pt x="101855" y="165965"/>
                  </a:lnTo>
                  <a:lnTo>
                    <a:pt x="117650" y="188214"/>
                  </a:lnTo>
                  <a:lnTo>
                    <a:pt x="137249" y="206475"/>
                  </a:lnTo>
                  <a:lnTo>
                    <a:pt x="160394" y="219926"/>
                  </a:lnTo>
                  <a:lnTo>
                    <a:pt x="179141" y="192736"/>
                  </a:lnTo>
                  <a:lnTo>
                    <a:pt x="148877" y="173560"/>
                  </a:lnTo>
                  <a:lnTo>
                    <a:pt x="126229" y="146306"/>
                  </a:lnTo>
                  <a:lnTo>
                    <a:pt x="123703" y="140550"/>
                  </a:lnTo>
                  <a:close/>
                </a:path>
                <a:path w="234950" h="280035">
                  <a:moveTo>
                    <a:pt x="168288" y="27628"/>
                  </a:moveTo>
                  <a:lnTo>
                    <a:pt x="10305" y="27628"/>
                  </a:lnTo>
                  <a:lnTo>
                    <a:pt x="10305" y="55913"/>
                  </a:lnTo>
                  <a:lnTo>
                    <a:pt x="168288" y="55913"/>
                  </a:lnTo>
                  <a:lnTo>
                    <a:pt x="168288" y="2762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86740" y="4676916"/>
              <a:ext cx="34925" cy="280035"/>
            </a:xfrm>
            <a:custGeom>
              <a:avLst/>
              <a:gdLst/>
              <a:ahLst/>
              <a:cxnLst/>
              <a:rect l="l" t="t" r="r" b="b"/>
              <a:pathLst>
                <a:path w="34925" h="280035">
                  <a:moveTo>
                    <a:pt x="0" y="280005"/>
                  </a:moveTo>
                  <a:lnTo>
                    <a:pt x="34753" y="280005"/>
                  </a:lnTo>
                  <a:lnTo>
                    <a:pt x="34753" y="0"/>
                  </a:lnTo>
                  <a:lnTo>
                    <a:pt x="0" y="0"/>
                  </a:lnTo>
                  <a:lnTo>
                    <a:pt x="0" y="280005"/>
                  </a:lnTo>
                  <a:close/>
                </a:path>
              </a:pathLst>
            </a:custGeom>
            <a:ln w="6350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3812" y="4701369"/>
              <a:ext cx="185491" cy="205664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1571711" y="4673960"/>
            <a:ext cx="254635" cy="281305"/>
            <a:chOff x="1571711" y="4673960"/>
            <a:chExt cx="254635" cy="281305"/>
          </a:xfrm>
        </p:grpSpPr>
        <p:sp>
          <p:nvSpPr>
            <p:cNvPr id="38" name="object 38"/>
            <p:cNvSpPr/>
            <p:nvPr/>
          </p:nvSpPr>
          <p:spPr>
            <a:xfrm>
              <a:off x="1574886" y="4677135"/>
              <a:ext cx="248285" cy="274955"/>
            </a:xfrm>
            <a:custGeom>
              <a:avLst/>
              <a:gdLst/>
              <a:ahLst/>
              <a:cxnLst/>
              <a:rect l="l" t="t" r="r" b="b"/>
              <a:pathLst>
                <a:path w="248285" h="274954">
                  <a:moveTo>
                    <a:pt x="64574" y="182431"/>
                  </a:moveTo>
                  <a:lnTo>
                    <a:pt x="29930" y="182431"/>
                  </a:lnTo>
                  <a:lnTo>
                    <a:pt x="29930" y="274523"/>
                  </a:lnTo>
                  <a:lnTo>
                    <a:pt x="218390" y="274523"/>
                  </a:lnTo>
                  <a:lnTo>
                    <a:pt x="218390" y="246566"/>
                  </a:lnTo>
                  <a:lnTo>
                    <a:pt x="64574" y="246566"/>
                  </a:lnTo>
                  <a:lnTo>
                    <a:pt x="64574" y="182431"/>
                  </a:lnTo>
                  <a:close/>
                </a:path>
                <a:path w="248285" h="274954">
                  <a:moveTo>
                    <a:pt x="209071" y="0"/>
                  </a:moveTo>
                  <a:lnTo>
                    <a:pt x="174427" y="0"/>
                  </a:lnTo>
                  <a:lnTo>
                    <a:pt x="174427" y="201507"/>
                  </a:lnTo>
                  <a:lnTo>
                    <a:pt x="209071" y="201507"/>
                  </a:lnTo>
                  <a:lnTo>
                    <a:pt x="209071" y="109195"/>
                  </a:lnTo>
                  <a:lnTo>
                    <a:pt x="248211" y="109195"/>
                  </a:lnTo>
                  <a:lnTo>
                    <a:pt x="248211" y="80142"/>
                  </a:lnTo>
                  <a:lnTo>
                    <a:pt x="209071" y="80142"/>
                  </a:lnTo>
                  <a:lnTo>
                    <a:pt x="209071" y="0"/>
                  </a:lnTo>
                  <a:close/>
                </a:path>
                <a:path w="248285" h="274954">
                  <a:moveTo>
                    <a:pt x="34644" y="19076"/>
                  </a:moveTo>
                  <a:lnTo>
                    <a:pt x="0" y="19076"/>
                  </a:lnTo>
                  <a:lnTo>
                    <a:pt x="0" y="154036"/>
                  </a:lnTo>
                  <a:lnTo>
                    <a:pt x="23352" y="154036"/>
                  </a:lnTo>
                  <a:lnTo>
                    <a:pt x="54546" y="153494"/>
                  </a:lnTo>
                  <a:lnTo>
                    <a:pt x="86665" y="151596"/>
                  </a:lnTo>
                  <a:lnTo>
                    <a:pt x="119771" y="147930"/>
                  </a:lnTo>
                  <a:lnTo>
                    <a:pt x="153926" y="142086"/>
                  </a:lnTo>
                  <a:lnTo>
                    <a:pt x="151644" y="125202"/>
                  </a:lnTo>
                  <a:lnTo>
                    <a:pt x="34644" y="125202"/>
                  </a:lnTo>
                  <a:lnTo>
                    <a:pt x="34644" y="19076"/>
                  </a:lnTo>
                  <a:close/>
                </a:path>
                <a:path w="248285" h="274954">
                  <a:moveTo>
                    <a:pt x="150088" y="113690"/>
                  </a:moveTo>
                  <a:lnTo>
                    <a:pt x="119809" y="119097"/>
                  </a:lnTo>
                  <a:lnTo>
                    <a:pt x="90475" y="122571"/>
                  </a:lnTo>
                  <a:lnTo>
                    <a:pt x="62087" y="124482"/>
                  </a:lnTo>
                  <a:lnTo>
                    <a:pt x="34644" y="125202"/>
                  </a:lnTo>
                  <a:lnTo>
                    <a:pt x="151644" y="125202"/>
                  </a:lnTo>
                  <a:lnTo>
                    <a:pt x="150088" y="11369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1711" y="4673960"/>
              <a:ext cx="254561" cy="280873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1909681" y="4672426"/>
            <a:ext cx="514984" cy="288290"/>
            <a:chOff x="1909681" y="4672426"/>
            <a:chExt cx="514984" cy="288290"/>
          </a:xfrm>
        </p:grpSpPr>
        <p:sp>
          <p:nvSpPr>
            <p:cNvPr id="41" name="object 41"/>
            <p:cNvSpPr/>
            <p:nvPr/>
          </p:nvSpPr>
          <p:spPr>
            <a:xfrm>
              <a:off x="1912856" y="4675600"/>
              <a:ext cx="260350" cy="281940"/>
            </a:xfrm>
            <a:custGeom>
              <a:avLst/>
              <a:gdLst/>
              <a:ahLst/>
              <a:cxnLst/>
              <a:rect l="l" t="t" r="r" b="b"/>
              <a:pathLst>
                <a:path w="260350" h="281939">
                  <a:moveTo>
                    <a:pt x="166314" y="28066"/>
                  </a:moveTo>
                  <a:lnTo>
                    <a:pt x="0" y="28066"/>
                  </a:lnTo>
                  <a:lnTo>
                    <a:pt x="0" y="55365"/>
                  </a:lnTo>
                  <a:lnTo>
                    <a:pt x="166314" y="55365"/>
                  </a:lnTo>
                  <a:lnTo>
                    <a:pt x="166314" y="28066"/>
                  </a:lnTo>
                  <a:close/>
                </a:path>
                <a:path w="260350" h="281939">
                  <a:moveTo>
                    <a:pt x="100424" y="0"/>
                  </a:moveTo>
                  <a:lnTo>
                    <a:pt x="66109" y="0"/>
                  </a:lnTo>
                  <a:lnTo>
                    <a:pt x="66109" y="28066"/>
                  </a:lnTo>
                  <a:lnTo>
                    <a:pt x="100424" y="28066"/>
                  </a:lnTo>
                  <a:lnTo>
                    <a:pt x="100424" y="0"/>
                  </a:lnTo>
                  <a:close/>
                </a:path>
                <a:path w="260350" h="281939">
                  <a:moveTo>
                    <a:pt x="220912" y="1315"/>
                  </a:moveTo>
                  <a:lnTo>
                    <a:pt x="186268" y="1315"/>
                  </a:lnTo>
                  <a:lnTo>
                    <a:pt x="186268" y="176729"/>
                  </a:lnTo>
                  <a:lnTo>
                    <a:pt x="220912" y="176729"/>
                  </a:lnTo>
                  <a:lnTo>
                    <a:pt x="220912" y="103933"/>
                  </a:lnTo>
                  <a:lnTo>
                    <a:pt x="260051" y="103933"/>
                  </a:lnTo>
                  <a:lnTo>
                    <a:pt x="260051" y="75756"/>
                  </a:lnTo>
                  <a:lnTo>
                    <a:pt x="220912" y="75756"/>
                  </a:lnTo>
                  <a:lnTo>
                    <a:pt x="220912" y="1315"/>
                  </a:lnTo>
                  <a:close/>
                </a:path>
                <a:path w="260350" h="281939">
                  <a:moveTo>
                    <a:pt x="83321" y="66219"/>
                  </a:moveTo>
                  <a:lnTo>
                    <a:pt x="55389" y="69965"/>
                  </a:lnTo>
                  <a:lnTo>
                    <a:pt x="33602" y="80402"/>
                  </a:lnTo>
                  <a:lnTo>
                    <a:pt x="19463" y="96575"/>
                  </a:lnTo>
                  <a:lnTo>
                    <a:pt x="14471" y="117527"/>
                  </a:lnTo>
                  <a:lnTo>
                    <a:pt x="19463" y="138478"/>
                  </a:lnTo>
                  <a:lnTo>
                    <a:pt x="33602" y="154638"/>
                  </a:lnTo>
                  <a:lnTo>
                    <a:pt x="55389" y="165043"/>
                  </a:lnTo>
                  <a:lnTo>
                    <a:pt x="83321" y="168726"/>
                  </a:lnTo>
                  <a:lnTo>
                    <a:pt x="110999" y="165043"/>
                  </a:lnTo>
                  <a:lnTo>
                    <a:pt x="132561" y="154638"/>
                  </a:lnTo>
                  <a:lnTo>
                    <a:pt x="143449" y="142085"/>
                  </a:lnTo>
                  <a:lnTo>
                    <a:pt x="83321" y="142085"/>
                  </a:lnTo>
                  <a:lnTo>
                    <a:pt x="68738" y="140514"/>
                  </a:lnTo>
                  <a:lnTo>
                    <a:pt x="57516" y="135768"/>
                  </a:lnTo>
                  <a:lnTo>
                    <a:pt x="50344" y="128040"/>
                  </a:lnTo>
                  <a:lnTo>
                    <a:pt x="47909" y="117527"/>
                  </a:lnTo>
                  <a:lnTo>
                    <a:pt x="50344" y="106896"/>
                  </a:lnTo>
                  <a:lnTo>
                    <a:pt x="57516" y="98999"/>
                  </a:lnTo>
                  <a:lnTo>
                    <a:pt x="68738" y="94062"/>
                  </a:lnTo>
                  <a:lnTo>
                    <a:pt x="83321" y="92311"/>
                  </a:lnTo>
                  <a:lnTo>
                    <a:pt x="142883" y="92311"/>
                  </a:lnTo>
                  <a:lnTo>
                    <a:pt x="132561" y="80402"/>
                  </a:lnTo>
                  <a:lnTo>
                    <a:pt x="110999" y="69965"/>
                  </a:lnTo>
                  <a:lnTo>
                    <a:pt x="83321" y="66219"/>
                  </a:lnTo>
                  <a:close/>
                </a:path>
                <a:path w="260350" h="281939">
                  <a:moveTo>
                    <a:pt x="142883" y="92311"/>
                  </a:moveTo>
                  <a:lnTo>
                    <a:pt x="83321" y="92311"/>
                  </a:lnTo>
                  <a:lnTo>
                    <a:pt x="97784" y="94062"/>
                  </a:lnTo>
                  <a:lnTo>
                    <a:pt x="108989" y="98999"/>
                  </a:lnTo>
                  <a:lnTo>
                    <a:pt x="116268" y="106896"/>
                  </a:lnTo>
                  <a:lnTo>
                    <a:pt x="118952" y="117527"/>
                  </a:lnTo>
                  <a:lnTo>
                    <a:pt x="116268" y="128040"/>
                  </a:lnTo>
                  <a:lnTo>
                    <a:pt x="108989" y="135768"/>
                  </a:lnTo>
                  <a:lnTo>
                    <a:pt x="97784" y="140514"/>
                  </a:lnTo>
                  <a:lnTo>
                    <a:pt x="83321" y="142085"/>
                  </a:lnTo>
                  <a:lnTo>
                    <a:pt x="143449" y="142085"/>
                  </a:lnTo>
                  <a:lnTo>
                    <a:pt x="146578" y="138478"/>
                  </a:lnTo>
                  <a:lnTo>
                    <a:pt x="151623" y="117527"/>
                  </a:lnTo>
                  <a:lnTo>
                    <a:pt x="146578" y="96575"/>
                  </a:lnTo>
                  <a:lnTo>
                    <a:pt x="142883" y="92311"/>
                  </a:lnTo>
                  <a:close/>
                </a:path>
                <a:path w="260350" h="281939">
                  <a:moveTo>
                    <a:pt x="220912" y="189776"/>
                  </a:moveTo>
                  <a:lnTo>
                    <a:pt x="34096" y="189776"/>
                  </a:lnTo>
                  <a:lnTo>
                    <a:pt x="34096" y="217514"/>
                  </a:lnTo>
                  <a:lnTo>
                    <a:pt x="186268" y="217514"/>
                  </a:lnTo>
                  <a:lnTo>
                    <a:pt x="186268" y="281321"/>
                  </a:lnTo>
                  <a:lnTo>
                    <a:pt x="220912" y="281321"/>
                  </a:lnTo>
                  <a:lnTo>
                    <a:pt x="220912" y="1897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09681" y="4672426"/>
              <a:ext cx="266401" cy="28767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189024" y="4676916"/>
              <a:ext cx="232410" cy="280035"/>
            </a:xfrm>
            <a:custGeom>
              <a:avLst/>
              <a:gdLst/>
              <a:ahLst/>
              <a:cxnLst/>
              <a:rect l="l" t="t" r="r" b="b"/>
              <a:pathLst>
                <a:path w="232410" h="280035">
                  <a:moveTo>
                    <a:pt x="232095" y="0"/>
                  </a:moveTo>
                  <a:lnTo>
                    <a:pt x="197341" y="0"/>
                  </a:lnTo>
                  <a:lnTo>
                    <a:pt x="197341" y="280005"/>
                  </a:lnTo>
                  <a:lnTo>
                    <a:pt x="232095" y="280005"/>
                  </a:lnTo>
                  <a:lnTo>
                    <a:pt x="232095" y="0"/>
                  </a:lnTo>
                  <a:close/>
                </a:path>
                <a:path w="232410" h="280035">
                  <a:moveTo>
                    <a:pt x="148553" y="29711"/>
                  </a:moveTo>
                  <a:lnTo>
                    <a:pt x="14252" y="29711"/>
                  </a:lnTo>
                  <a:lnTo>
                    <a:pt x="14252" y="57009"/>
                  </a:lnTo>
                  <a:lnTo>
                    <a:pt x="113471" y="57009"/>
                  </a:lnTo>
                  <a:lnTo>
                    <a:pt x="103465" y="101826"/>
                  </a:lnTo>
                  <a:lnTo>
                    <a:pt x="81937" y="140825"/>
                  </a:lnTo>
                  <a:lnTo>
                    <a:pt x="47808" y="174396"/>
                  </a:lnTo>
                  <a:lnTo>
                    <a:pt x="0" y="202932"/>
                  </a:lnTo>
                  <a:lnTo>
                    <a:pt x="18089" y="230560"/>
                  </a:lnTo>
                  <a:lnTo>
                    <a:pt x="69284" y="199789"/>
                  </a:lnTo>
                  <a:lnTo>
                    <a:pt x="106322" y="163760"/>
                  </a:lnTo>
                  <a:lnTo>
                    <a:pt x="130810" y="123033"/>
                  </a:lnTo>
                  <a:lnTo>
                    <a:pt x="144352" y="78164"/>
                  </a:lnTo>
                  <a:lnTo>
                    <a:pt x="148553" y="2971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86365" y="4676916"/>
              <a:ext cx="34925" cy="280035"/>
            </a:xfrm>
            <a:custGeom>
              <a:avLst/>
              <a:gdLst/>
              <a:ahLst/>
              <a:cxnLst/>
              <a:rect l="l" t="t" r="r" b="b"/>
              <a:pathLst>
                <a:path w="34925" h="280035">
                  <a:moveTo>
                    <a:pt x="0" y="280005"/>
                  </a:moveTo>
                  <a:lnTo>
                    <a:pt x="34753" y="280005"/>
                  </a:lnTo>
                  <a:lnTo>
                    <a:pt x="34753" y="0"/>
                  </a:lnTo>
                  <a:lnTo>
                    <a:pt x="0" y="0"/>
                  </a:lnTo>
                  <a:lnTo>
                    <a:pt x="0" y="280005"/>
                  </a:lnTo>
                  <a:close/>
                </a:path>
              </a:pathLst>
            </a:custGeom>
            <a:ln w="6350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85849" y="4703452"/>
              <a:ext cx="154904" cy="207199"/>
            </a:xfrm>
            <a:prstGeom prst="rect">
              <a:avLst/>
            </a:prstGeom>
          </p:spPr>
        </p:pic>
      </p:grpSp>
      <p:grpSp>
        <p:nvGrpSpPr>
          <p:cNvPr id="46" name="object 46"/>
          <p:cNvGrpSpPr/>
          <p:nvPr/>
        </p:nvGrpSpPr>
        <p:grpSpPr>
          <a:xfrm>
            <a:off x="2532261" y="4673960"/>
            <a:ext cx="516255" cy="286385"/>
            <a:chOff x="2532261" y="4673960"/>
            <a:chExt cx="516255" cy="286385"/>
          </a:xfrm>
        </p:grpSpPr>
        <p:sp>
          <p:nvSpPr>
            <p:cNvPr id="47" name="object 47"/>
            <p:cNvSpPr/>
            <p:nvPr/>
          </p:nvSpPr>
          <p:spPr>
            <a:xfrm>
              <a:off x="2535436" y="4677135"/>
              <a:ext cx="241300" cy="280035"/>
            </a:xfrm>
            <a:custGeom>
              <a:avLst/>
              <a:gdLst/>
              <a:ahLst/>
              <a:cxnLst/>
              <a:rect l="l" t="t" r="r" b="b"/>
              <a:pathLst>
                <a:path w="241300" h="280035">
                  <a:moveTo>
                    <a:pt x="241194" y="103604"/>
                  </a:moveTo>
                  <a:lnTo>
                    <a:pt x="208414" y="103604"/>
                  </a:lnTo>
                  <a:lnTo>
                    <a:pt x="208414" y="174756"/>
                  </a:lnTo>
                  <a:lnTo>
                    <a:pt x="241194" y="174756"/>
                  </a:lnTo>
                  <a:lnTo>
                    <a:pt x="241194" y="103604"/>
                  </a:lnTo>
                  <a:close/>
                </a:path>
                <a:path w="241300" h="280035">
                  <a:moveTo>
                    <a:pt x="181882" y="4604"/>
                  </a:moveTo>
                  <a:lnTo>
                    <a:pt x="149211" y="4604"/>
                  </a:lnTo>
                  <a:lnTo>
                    <a:pt x="149211" y="173112"/>
                  </a:lnTo>
                  <a:lnTo>
                    <a:pt x="181882" y="173112"/>
                  </a:lnTo>
                  <a:lnTo>
                    <a:pt x="181882" y="103604"/>
                  </a:lnTo>
                  <a:lnTo>
                    <a:pt x="241194" y="103604"/>
                  </a:lnTo>
                  <a:lnTo>
                    <a:pt x="241194" y="75537"/>
                  </a:lnTo>
                  <a:lnTo>
                    <a:pt x="181882" y="75537"/>
                  </a:lnTo>
                  <a:lnTo>
                    <a:pt x="181882" y="4604"/>
                  </a:lnTo>
                  <a:close/>
                </a:path>
                <a:path w="241300" h="280035">
                  <a:moveTo>
                    <a:pt x="241194" y="0"/>
                  </a:moveTo>
                  <a:lnTo>
                    <a:pt x="208414" y="0"/>
                  </a:lnTo>
                  <a:lnTo>
                    <a:pt x="208414" y="75537"/>
                  </a:lnTo>
                  <a:lnTo>
                    <a:pt x="241194" y="75537"/>
                  </a:lnTo>
                  <a:lnTo>
                    <a:pt x="241194" y="0"/>
                  </a:lnTo>
                  <a:close/>
                </a:path>
                <a:path w="241300" h="280035">
                  <a:moveTo>
                    <a:pt x="139564" y="29820"/>
                  </a:moveTo>
                  <a:lnTo>
                    <a:pt x="0" y="29820"/>
                  </a:lnTo>
                  <a:lnTo>
                    <a:pt x="0" y="56900"/>
                  </a:lnTo>
                  <a:lnTo>
                    <a:pt x="139564" y="56900"/>
                  </a:lnTo>
                  <a:lnTo>
                    <a:pt x="139564" y="29820"/>
                  </a:lnTo>
                  <a:close/>
                </a:path>
                <a:path w="241300" h="280035">
                  <a:moveTo>
                    <a:pt x="87159" y="1535"/>
                  </a:moveTo>
                  <a:lnTo>
                    <a:pt x="52953" y="1535"/>
                  </a:lnTo>
                  <a:lnTo>
                    <a:pt x="52953" y="29820"/>
                  </a:lnTo>
                  <a:lnTo>
                    <a:pt x="87159" y="29820"/>
                  </a:lnTo>
                  <a:lnTo>
                    <a:pt x="87159" y="1535"/>
                  </a:lnTo>
                  <a:close/>
                </a:path>
                <a:path w="241300" h="280035">
                  <a:moveTo>
                    <a:pt x="70056" y="67315"/>
                  </a:moveTo>
                  <a:lnTo>
                    <a:pt x="45818" y="71005"/>
                  </a:lnTo>
                  <a:lnTo>
                    <a:pt x="26709" y="81376"/>
                  </a:lnTo>
                  <a:lnTo>
                    <a:pt x="14199" y="97379"/>
                  </a:lnTo>
                  <a:lnTo>
                    <a:pt x="9757" y="117966"/>
                  </a:lnTo>
                  <a:lnTo>
                    <a:pt x="14199" y="137979"/>
                  </a:lnTo>
                  <a:lnTo>
                    <a:pt x="26709" y="153583"/>
                  </a:lnTo>
                  <a:lnTo>
                    <a:pt x="45818" y="163740"/>
                  </a:lnTo>
                  <a:lnTo>
                    <a:pt x="70056" y="167411"/>
                  </a:lnTo>
                  <a:lnTo>
                    <a:pt x="94597" y="163740"/>
                  </a:lnTo>
                  <a:lnTo>
                    <a:pt x="113854" y="153583"/>
                  </a:lnTo>
                  <a:lnTo>
                    <a:pt x="123402" y="141757"/>
                  </a:lnTo>
                  <a:lnTo>
                    <a:pt x="70056" y="141757"/>
                  </a:lnTo>
                  <a:lnTo>
                    <a:pt x="58047" y="140121"/>
                  </a:lnTo>
                  <a:lnTo>
                    <a:pt x="48732" y="135411"/>
                  </a:lnTo>
                  <a:lnTo>
                    <a:pt x="42705" y="127927"/>
                  </a:lnTo>
                  <a:lnTo>
                    <a:pt x="40564" y="117966"/>
                  </a:lnTo>
                  <a:lnTo>
                    <a:pt x="42705" y="107433"/>
                  </a:lnTo>
                  <a:lnTo>
                    <a:pt x="48732" y="99643"/>
                  </a:lnTo>
                  <a:lnTo>
                    <a:pt x="58047" y="94794"/>
                  </a:lnTo>
                  <a:lnTo>
                    <a:pt x="70056" y="93079"/>
                  </a:lnTo>
                  <a:lnTo>
                    <a:pt x="123067" y="93079"/>
                  </a:lnTo>
                  <a:lnTo>
                    <a:pt x="113854" y="81376"/>
                  </a:lnTo>
                  <a:lnTo>
                    <a:pt x="94597" y="71005"/>
                  </a:lnTo>
                  <a:lnTo>
                    <a:pt x="70056" y="67315"/>
                  </a:lnTo>
                  <a:close/>
                </a:path>
                <a:path w="241300" h="280035">
                  <a:moveTo>
                    <a:pt x="123067" y="93079"/>
                  </a:moveTo>
                  <a:lnTo>
                    <a:pt x="70056" y="93079"/>
                  </a:lnTo>
                  <a:lnTo>
                    <a:pt x="82144" y="94794"/>
                  </a:lnTo>
                  <a:lnTo>
                    <a:pt x="91530" y="99643"/>
                  </a:lnTo>
                  <a:lnTo>
                    <a:pt x="97606" y="107433"/>
                  </a:lnTo>
                  <a:lnTo>
                    <a:pt x="99766" y="117966"/>
                  </a:lnTo>
                  <a:lnTo>
                    <a:pt x="97606" y="127927"/>
                  </a:lnTo>
                  <a:lnTo>
                    <a:pt x="91530" y="135411"/>
                  </a:lnTo>
                  <a:lnTo>
                    <a:pt x="82144" y="140121"/>
                  </a:lnTo>
                  <a:lnTo>
                    <a:pt x="70056" y="141757"/>
                  </a:lnTo>
                  <a:lnTo>
                    <a:pt x="123402" y="141757"/>
                  </a:lnTo>
                  <a:lnTo>
                    <a:pt x="126452" y="137979"/>
                  </a:lnTo>
                  <a:lnTo>
                    <a:pt x="131012" y="117966"/>
                  </a:lnTo>
                  <a:lnTo>
                    <a:pt x="126452" y="97379"/>
                  </a:lnTo>
                  <a:lnTo>
                    <a:pt x="123067" y="93079"/>
                  </a:lnTo>
                  <a:close/>
                </a:path>
                <a:path w="241300" h="280035">
                  <a:moveTo>
                    <a:pt x="241194" y="188790"/>
                  </a:moveTo>
                  <a:lnTo>
                    <a:pt x="49225" y="188790"/>
                  </a:lnTo>
                  <a:lnTo>
                    <a:pt x="49225" y="216308"/>
                  </a:lnTo>
                  <a:lnTo>
                    <a:pt x="206879" y="216308"/>
                  </a:lnTo>
                  <a:lnTo>
                    <a:pt x="206879" y="279786"/>
                  </a:lnTo>
                  <a:lnTo>
                    <a:pt x="241194" y="279786"/>
                  </a:lnTo>
                  <a:lnTo>
                    <a:pt x="241194" y="18879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32261" y="4673960"/>
              <a:ext cx="247544" cy="286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811494" y="4677135"/>
              <a:ext cx="233679" cy="276860"/>
            </a:xfrm>
            <a:custGeom>
              <a:avLst/>
              <a:gdLst/>
              <a:ahLst/>
              <a:cxnLst/>
              <a:rect l="l" t="t" r="r" b="b"/>
              <a:pathLst>
                <a:path w="233680" h="276860">
                  <a:moveTo>
                    <a:pt x="233301" y="0"/>
                  </a:moveTo>
                  <a:lnTo>
                    <a:pt x="198766" y="0"/>
                  </a:lnTo>
                  <a:lnTo>
                    <a:pt x="198766" y="158421"/>
                  </a:lnTo>
                  <a:lnTo>
                    <a:pt x="233301" y="158421"/>
                  </a:lnTo>
                  <a:lnTo>
                    <a:pt x="233301" y="0"/>
                  </a:lnTo>
                  <a:close/>
                </a:path>
                <a:path w="233680" h="276860">
                  <a:moveTo>
                    <a:pt x="104590" y="10415"/>
                  </a:moveTo>
                  <a:lnTo>
                    <a:pt x="68959" y="10415"/>
                  </a:lnTo>
                  <a:lnTo>
                    <a:pt x="68959" y="37714"/>
                  </a:lnTo>
                  <a:lnTo>
                    <a:pt x="64582" y="65003"/>
                  </a:lnTo>
                  <a:lnTo>
                    <a:pt x="51541" y="90092"/>
                  </a:lnTo>
                  <a:lnTo>
                    <a:pt x="29969" y="110946"/>
                  </a:lnTo>
                  <a:lnTo>
                    <a:pt x="0" y="125531"/>
                  </a:lnTo>
                  <a:lnTo>
                    <a:pt x="17103" y="152720"/>
                  </a:lnTo>
                  <a:lnTo>
                    <a:pt x="40395" y="142270"/>
                  </a:lnTo>
                  <a:lnTo>
                    <a:pt x="59873" y="127915"/>
                  </a:lnTo>
                  <a:lnTo>
                    <a:pt x="75426" y="110230"/>
                  </a:lnTo>
                  <a:lnTo>
                    <a:pt x="86939" y="89790"/>
                  </a:lnTo>
                  <a:lnTo>
                    <a:pt x="124253" y="89790"/>
                  </a:lnTo>
                  <a:lnTo>
                    <a:pt x="121789" y="87515"/>
                  </a:lnTo>
                  <a:lnTo>
                    <a:pt x="108868" y="63869"/>
                  </a:lnTo>
                  <a:lnTo>
                    <a:pt x="104590" y="37714"/>
                  </a:lnTo>
                  <a:lnTo>
                    <a:pt x="104590" y="10415"/>
                  </a:lnTo>
                  <a:close/>
                </a:path>
                <a:path w="233680" h="276860">
                  <a:moveTo>
                    <a:pt x="124253" y="89790"/>
                  </a:moveTo>
                  <a:lnTo>
                    <a:pt x="86939" y="89790"/>
                  </a:lnTo>
                  <a:lnTo>
                    <a:pt x="98411" y="108668"/>
                  </a:lnTo>
                  <a:lnTo>
                    <a:pt x="113676" y="124873"/>
                  </a:lnTo>
                  <a:lnTo>
                    <a:pt x="132621" y="137954"/>
                  </a:lnTo>
                  <a:lnTo>
                    <a:pt x="155132" y="147457"/>
                  </a:lnTo>
                  <a:lnTo>
                    <a:pt x="172125" y="121036"/>
                  </a:lnTo>
                  <a:lnTo>
                    <a:pt x="142995" y="107092"/>
                  </a:lnTo>
                  <a:lnTo>
                    <a:pt x="124253" y="89790"/>
                  </a:lnTo>
                  <a:close/>
                </a:path>
                <a:path w="233680" h="276860">
                  <a:moveTo>
                    <a:pt x="233301" y="172344"/>
                  </a:moveTo>
                  <a:lnTo>
                    <a:pt x="47471" y="172344"/>
                  </a:lnTo>
                  <a:lnTo>
                    <a:pt x="47471" y="276497"/>
                  </a:lnTo>
                  <a:lnTo>
                    <a:pt x="233301" y="276497"/>
                  </a:lnTo>
                  <a:lnTo>
                    <a:pt x="233301" y="248649"/>
                  </a:lnTo>
                  <a:lnTo>
                    <a:pt x="81458" y="248649"/>
                  </a:lnTo>
                  <a:lnTo>
                    <a:pt x="81458" y="199753"/>
                  </a:lnTo>
                  <a:lnTo>
                    <a:pt x="233301" y="199753"/>
                  </a:lnTo>
                  <a:lnTo>
                    <a:pt x="233301" y="172344"/>
                  </a:lnTo>
                  <a:close/>
                </a:path>
                <a:path w="233680" h="276860">
                  <a:moveTo>
                    <a:pt x="233301" y="199753"/>
                  </a:moveTo>
                  <a:lnTo>
                    <a:pt x="199533" y="199753"/>
                  </a:lnTo>
                  <a:lnTo>
                    <a:pt x="199533" y="248649"/>
                  </a:lnTo>
                  <a:lnTo>
                    <a:pt x="233301" y="248649"/>
                  </a:lnTo>
                  <a:lnTo>
                    <a:pt x="233301" y="19975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08319" y="4673960"/>
              <a:ext cx="239651" cy="282847"/>
            </a:xfrm>
            <a:prstGeom prst="rect">
              <a:avLst/>
            </a:prstGeom>
          </p:spPr>
        </p:pic>
      </p:grpSp>
      <p:sp>
        <p:nvSpPr>
          <p:cNvPr id="51" name="object 51"/>
          <p:cNvSpPr/>
          <p:nvPr/>
        </p:nvSpPr>
        <p:spPr>
          <a:xfrm>
            <a:off x="3161296" y="4688839"/>
            <a:ext cx="255904" cy="154305"/>
          </a:xfrm>
          <a:custGeom>
            <a:avLst/>
            <a:gdLst/>
            <a:ahLst/>
            <a:cxnLst/>
            <a:rect l="l" t="t" r="r" b="b"/>
            <a:pathLst>
              <a:path w="255904" h="154304">
                <a:moveTo>
                  <a:pt x="222885" y="0"/>
                </a:moveTo>
                <a:lnTo>
                  <a:pt x="32131" y="0"/>
                </a:lnTo>
                <a:lnTo>
                  <a:pt x="32131" y="26682"/>
                </a:lnTo>
                <a:lnTo>
                  <a:pt x="32131" y="69850"/>
                </a:lnTo>
                <a:lnTo>
                  <a:pt x="32131" y="96520"/>
                </a:lnTo>
                <a:lnTo>
                  <a:pt x="222885" y="96520"/>
                </a:lnTo>
                <a:lnTo>
                  <a:pt x="222885" y="69850"/>
                </a:lnTo>
                <a:lnTo>
                  <a:pt x="65786" y="69850"/>
                </a:lnTo>
                <a:lnTo>
                  <a:pt x="65786" y="26682"/>
                </a:lnTo>
                <a:lnTo>
                  <a:pt x="188899" y="26682"/>
                </a:lnTo>
                <a:lnTo>
                  <a:pt x="188899" y="69430"/>
                </a:lnTo>
                <a:lnTo>
                  <a:pt x="222885" y="69430"/>
                </a:lnTo>
                <a:lnTo>
                  <a:pt x="222885" y="26682"/>
                </a:lnTo>
                <a:lnTo>
                  <a:pt x="222885" y="26454"/>
                </a:lnTo>
                <a:lnTo>
                  <a:pt x="222885" y="0"/>
                </a:lnTo>
                <a:close/>
              </a:path>
              <a:path w="255904" h="154304">
                <a:moveTo>
                  <a:pt x="255333" y="126326"/>
                </a:moveTo>
                <a:lnTo>
                  <a:pt x="144716" y="126326"/>
                </a:lnTo>
                <a:lnTo>
                  <a:pt x="144716" y="96735"/>
                </a:lnTo>
                <a:lnTo>
                  <a:pt x="110185" y="96735"/>
                </a:lnTo>
                <a:lnTo>
                  <a:pt x="110185" y="126326"/>
                </a:lnTo>
                <a:lnTo>
                  <a:pt x="0" y="126326"/>
                </a:lnTo>
                <a:lnTo>
                  <a:pt x="0" y="154178"/>
                </a:lnTo>
                <a:lnTo>
                  <a:pt x="255333" y="154178"/>
                </a:lnTo>
                <a:lnTo>
                  <a:pt x="255333" y="12632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object 52"/>
          <p:cNvGrpSpPr/>
          <p:nvPr/>
        </p:nvGrpSpPr>
        <p:grpSpPr>
          <a:xfrm>
            <a:off x="3158130" y="4685034"/>
            <a:ext cx="537210" cy="275590"/>
            <a:chOff x="3158130" y="4685034"/>
            <a:chExt cx="537210" cy="275590"/>
          </a:xfrm>
        </p:grpSpPr>
        <p:sp>
          <p:nvSpPr>
            <p:cNvPr id="53" name="object 53"/>
            <p:cNvSpPr/>
            <p:nvPr/>
          </p:nvSpPr>
          <p:spPr>
            <a:xfrm>
              <a:off x="3189579" y="4866652"/>
              <a:ext cx="196215" cy="90170"/>
            </a:xfrm>
            <a:custGeom>
              <a:avLst/>
              <a:gdLst/>
              <a:ahLst/>
              <a:cxnLst/>
              <a:rect l="l" t="t" r="r" b="b"/>
              <a:pathLst>
                <a:path w="196214" h="90170">
                  <a:moveTo>
                    <a:pt x="195922" y="0"/>
                  </a:moveTo>
                  <a:lnTo>
                    <a:pt x="0" y="0"/>
                  </a:lnTo>
                  <a:lnTo>
                    <a:pt x="0" y="26657"/>
                  </a:lnTo>
                  <a:lnTo>
                    <a:pt x="161277" y="26657"/>
                  </a:lnTo>
                  <a:lnTo>
                    <a:pt x="161277" y="90157"/>
                  </a:lnTo>
                  <a:lnTo>
                    <a:pt x="195922" y="90157"/>
                  </a:lnTo>
                  <a:lnTo>
                    <a:pt x="195922" y="26657"/>
                  </a:lnTo>
                  <a:lnTo>
                    <a:pt x="195922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161305" y="4688209"/>
              <a:ext cx="255904" cy="269240"/>
            </a:xfrm>
            <a:custGeom>
              <a:avLst/>
              <a:gdLst/>
              <a:ahLst/>
              <a:cxnLst/>
              <a:rect l="l" t="t" r="r" b="b"/>
              <a:pathLst>
                <a:path w="255904" h="269239">
                  <a:moveTo>
                    <a:pt x="144716" y="97355"/>
                  </a:moveTo>
                  <a:lnTo>
                    <a:pt x="222885" y="97355"/>
                  </a:lnTo>
                  <a:lnTo>
                    <a:pt x="222885" y="0"/>
                  </a:lnTo>
                  <a:lnTo>
                    <a:pt x="32122" y="0"/>
                  </a:lnTo>
                  <a:lnTo>
                    <a:pt x="32122" y="97355"/>
                  </a:lnTo>
                  <a:lnTo>
                    <a:pt x="110181" y="97355"/>
                  </a:lnTo>
                  <a:lnTo>
                    <a:pt x="110181" y="126956"/>
                  </a:lnTo>
                  <a:lnTo>
                    <a:pt x="0" y="126956"/>
                  </a:lnTo>
                  <a:lnTo>
                    <a:pt x="0" y="154803"/>
                  </a:lnTo>
                  <a:lnTo>
                    <a:pt x="255337" y="154803"/>
                  </a:lnTo>
                  <a:lnTo>
                    <a:pt x="255337" y="126956"/>
                  </a:lnTo>
                  <a:lnTo>
                    <a:pt x="144716" y="126956"/>
                  </a:lnTo>
                  <a:lnTo>
                    <a:pt x="144716" y="97355"/>
                  </a:lnTo>
                  <a:close/>
                </a:path>
                <a:path w="255904" h="269239">
                  <a:moveTo>
                    <a:pt x="188899" y="27079"/>
                  </a:moveTo>
                  <a:lnTo>
                    <a:pt x="188899" y="70056"/>
                  </a:lnTo>
                  <a:lnTo>
                    <a:pt x="65780" y="70056"/>
                  </a:lnTo>
                  <a:lnTo>
                    <a:pt x="65780" y="27079"/>
                  </a:lnTo>
                  <a:lnTo>
                    <a:pt x="188899" y="27079"/>
                  </a:lnTo>
                  <a:close/>
                </a:path>
                <a:path w="255904" h="269239">
                  <a:moveTo>
                    <a:pt x="189557" y="205563"/>
                  </a:moveTo>
                  <a:lnTo>
                    <a:pt x="189557" y="268713"/>
                  </a:lnTo>
                  <a:lnTo>
                    <a:pt x="224201" y="268713"/>
                  </a:lnTo>
                  <a:lnTo>
                    <a:pt x="224201" y="178374"/>
                  </a:lnTo>
                  <a:lnTo>
                    <a:pt x="28285" y="178374"/>
                  </a:lnTo>
                  <a:lnTo>
                    <a:pt x="28285" y="205563"/>
                  </a:lnTo>
                  <a:lnTo>
                    <a:pt x="189557" y="205563"/>
                  </a:lnTo>
                  <a:close/>
                </a:path>
              </a:pathLst>
            </a:custGeom>
            <a:ln w="6350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435820" y="4700599"/>
              <a:ext cx="256540" cy="224790"/>
            </a:xfrm>
            <a:custGeom>
              <a:avLst/>
              <a:gdLst/>
              <a:ahLst/>
              <a:cxnLst/>
              <a:rect l="l" t="t" r="r" b="b"/>
              <a:pathLst>
                <a:path w="256539" h="224789">
                  <a:moveTo>
                    <a:pt x="256222" y="196354"/>
                  </a:moveTo>
                  <a:lnTo>
                    <a:pt x="188683" y="196354"/>
                  </a:lnTo>
                  <a:lnTo>
                    <a:pt x="188683" y="138696"/>
                  </a:lnTo>
                  <a:lnTo>
                    <a:pt x="232752" y="138696"/>
                  </a:lnTo>
                  <a:lnTo>
                    <a:pt x="232752" y="110731"/>
                  </a:lnTo>
                  <a:lnTo>
                    <a:pt x="192735" y="110731"/>
                  </a:lnTo>
                  <a:lnTo>
                    <a:pt x="192735" y="27851"/>
                  </a:lnTo>
                  <a:lnTo>
                    <a:pt x="233857" y="27851"/>
                  </a:lnTo>
                  <a:lnTo>
                    <a:pt x="233857" y="0"/>
                  </a:lnTo>
                  <a:lnTo>
                    <a:pt x="158750" y="0"/>
                  </a:lnTo>
                  <a:lnTo>
                    <a:pt x="158750" y="27851"/>
                  </a:lnTo>
                  <a:lnTo>
                    <a:pt x="158750" y="110731"/>
                  </a:lnTo>
                  <a:lnTo>
                    <a:pt x="154038" y="110731"/>
                  </a:lnTo>
                  <a:lnTo>
                    <a:pt x="154038" y="138696"/>
                  </a:lnTo>
                  <a:lnTo>
                    <a:pt x="154038" y="196354"/>
                  </a:lnTo>
                  <a:lnTo>
                    <a:pt x="100761" y="196354"/>
                  </a:lnTo>
                  <a:lnTo>
                    <a:pt x="100761" y="138696"/>
                  </a:lnTo>
                  <a:lnTo>
                    <a:pt x="154038" y="138696"/>
                  </a:lnTo>
                  <a:lnTo>
                    <a:pt x="154038" y="110731"/>
                  </a:lnTo>
                  <a:lnTo>
                    <a:pt x="95821" y="110731"/>
                  </a:lnTo>
                  <a:lnTo>
                    <a:pt x="95821" y="27851"/>
                  </a:lnTo>
                  <a:lnTo>
                    <a:pt x="158750" y="27851"/>
                  </a:lnTo>
                  <a:lnTo>
                    <a:pt x="158750" y="0"/>
                  </a:lnTo>
                  <a:lnTo>
                    <a:pt x="20942" y="0"/>
                  </a:lnTo>
                  <a:lnTo>
                    <a:pt x="20942" y="27851"/>
                  </a:lnTo>
                  <a:lnTo>
                    <a:pt x="61506" y="27851"/>
                  </a:lnTo>
                  <a:lnTo>
                    <a:pt x="61506" y="110731"/>
                  </a:lnTo>
                  <a:lnTo>
                    <a:pt x="21818" y="110731"/>
                  </a:lnTo>
                  <a:lnTo>
                    <a:pt x="21818" y="138696"/>
                  </a:lnTo>
                  <a:lnTo>
                    <a:pt x="66217" y="138696"/>
                  </a:lnTo>
                  <a:lnTo>
                    <a:pt x="66217" y="196354"/>
                  </a:lnTo>
                  <a:lnTo>
                    <a:pt x="0" y="196354"/>
                  </a:lnTo>
                  <a:lnTo>
                    <a:pt x="0" y="224205"/>
                  </a:lnTo>
                  <a:lnTo>
                    <a:pt x="256222" y="224205"/>
                  </a:lnTo>
                  <a:lnTo>
                    <a:pt x="256222" y="19635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435828" y="4700597"/>
              <a:ext cx="256540" cy="224790"/>
            </a:xfrm>
            <a:custGeom>
              <a:avLst/>
              <a:gdLst/>
              <a:ahLst/>
              <a:cxnLst/>
              <a:rect l="l" t="t" r="r" b="b"/>
              <a:pathLst>
                <a:path w="256539" h="224789">
                  <a:moveTo>
                    <a:pt x="188680" y="138686"/>
                  </a:moveTo>
                  <a:lnTo>
                    <a:pt x="232752" y="138686"/>
                  </a:lnTo>
                  <a:lnTo>
                    <a:pt x="232752" y="110730"/>
                  </a:lnTo>
                  <a:lnTo>
                    <a:pt x="192736" y="110730"/>
                  </a:lnTo>
                  <a:lnTo>
                    <a:pt x="192736" y="27847"/>
                  </a:lnTo>
                  <a:lnTo>
                    <a:pt x="233849" y="27847"/>
                  </a:lnTo>
                  <a:lnTo>
                    <a:pt x="233849" y="0"/>
                  </a:lnTo>
                  <a:lnTo>
                    <a:pt x="20939" y="0"/>
                  </a:lnTo>
                  <a:lnTo>
                    <a:pt x="20939" y="27847"/>
                  </a:lnTo>
                  <a:lnTo>
                    <a:pt x="61504" y="27847"/>
                  </a:lnTo>
                  <a:lnTo>
                    <a:pt x="61504" y="110730"/>
                  </a:lnTo>
                  <a:lnTo>
                    <a:pt x="21817" y="110730"/>
                  </a:lnTo>
                  <a:lnTo>
                    <a:pt x="21817" y="138686"/>
                  </a:lnTo>
                  <a:lnTo>
                    <a:pt x="66218" y="138686"/>
                  </a:lnTo>
                  <a:lnTo>
                    <a:pt x="66218" y="196354"/>
                  </a:lnTo>
                  <a:lnTo>
                    <a:pt x="0" y="196354"/>
                  </a:lnTo>
                  <a:lnTo>
                    <a:pt x="0" y="224201"/>
                  </a:lnTo>
                  <a:lnTo>
                    <a:pt x="256214" y="224201"/>
                  </a:lnTo>
                  <a:lnTo>
                    <a:pt x="256214" y="196354"/>
                  </a:lnTo>
                  <a:lnTo>
                    <a:pt x="188680" y="196354"/>
                  </a:lnTo>
                  <a:lnTo>
                    <a:pt x="188680" y="138686"/>
                  </a:lnTo>
                  <a:close/>
                </a:path>
                <a:path w="256539" h="224789">
                  <a:moveTo>
                    <a:pt x="158749" y="27847"/>
                  </a:moveTo>
                  <a:lnTo>
                    <a:pt x="158749" y="110730"/>
                  </a:lnTo>
                  <a:lnTo>
                    <a:pt x="95819" y="110730"/>
                  </a:lnTo>
                  <a:lnTo>
                    <a:pt x="95819" y="27847"/>
                  </a:lnTo>
                  <a:lnTo>
                    <a:pt x="158749" y="27847"/>
                  </a:lnTo>
                  <a:close/>
                </a:path>
                <a:path w="256539" h="224789">
                  <a:moveTo>
                    <a:pt x="154035" y="138686"/>
                  </a:moveTo>
                  <a:lnTo>
                    <a:pt x="154035" y="196354"/>
                  </a:lnTo>
                  <a:lnTo>
                    <a:pt x="100753" y="196354"/>
                  </a:lnTo>
                  <a:lnTo>
                    <a:pt x="100753" y="138686"/>
                  </a:lnTo>
                  <a:lnTo>
                    <a:pt x="154035" y="138686"/>
                  </a:lnTo>
                  <a:close/>
                </a:path>
              </a:pathLst>
            </a:custGeom>
            <a:ln w="6350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7" name="object 5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84600" y="5172611"/>
            <a:ext cx="102869" cy="102869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1540164" y="5101090"/>
            <a:ext cx="405130" cy="224154"/>
            <a:chOff x="1540164" y="5101090"/>
            <a:chExt cx="405130" cy="224154"/>
          </a:xfrm>
        </p:grpSpPr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40164" y="5101090"/>
              <a:ext cx="193569" cy="22216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62074" y="5101090"/>
              <a:ext cx="182781" cy="224003"/>
            </a:xfrm>
            <a:prstGeom prst="rect">
              <a:avLst/>
            </a:prstGeom>
          </p:spPr>
        </p:pic>
      </p:grpSp>
      <p:sp>
        <p:nvSpPr>
          <p:cNvPr id="61" name="object 61"/>
          <p:cNvSpPr/>
          <p:nvPr/>
        </p:nvSpPr>
        <p:spPr>
          <a:xfrm>
            <a:off x="2012429" y="5101094"/>
            <a:ext cx="1336040" cy="229235"/>
          </a:xfrm>
          <a:custGeom>
            <a:avLst/>
            <a:gdLst/>
            <a:ahLst/>
            <a:cxnLst/>
            <a:rect l="l" t="t" r="r" b="b"/>
            <a:pathLst>
              <a:path w="1336039" h="229235">
                <a:moveTo>
                  <a:pt x="138938" y="151028"/>
                </a:moveTo>
                <a:lnTo>
                  <a:pt x="98602" y="111125"/>
                </a:lnTo>
                <a:lnTo>
                  <a:pt x="84378" y="53848"/>
                </a:lnTo>
                <a:lnTo>
                  <a:pt x="84378" y="17983"/>
                </a:lnTo>
                <a:lnTo>
                  <a:pt x="56845" y="17983"/>
                </a:lnTo>
                <a:lnTo>
                  <a:pt x="56845" y="53848"/>
                </a:lnTo>
                <a:lnTo>
                  <a:pt x="52971" y="84709"/>
                </a:lnTo>
                <a:lnTo>
                  <a:pt x="41910" y="113576"/>
                </a:lnTo>
                <a:lnTo>
                  <a:pt x="24104" y="137883"/>
                </a:lnTo>
                <a:lnTo>
                  <a:pt x="0" y="155067"/>
                </a:lnTo>
                <a:lnTo>
                  <a:pt x="17018" y="177342"/>
                </a:lnTo>
                <a:lnTo>
                  <a:pt x="34848" y="165455"/>
                </a:lnTo>
                <a:lnTo>
                  <a:pt x="49834" y="149580"/>
                </a:lnTo>
                <a:lnTo>
                  <a:pt x="61874" y="130429"/>
                </a:lnTo>
                <a:lnTo>
                  <a:pt x="70878" y="108673"/>
                </a:lnTo>
                <a:lnTo>
                  <a:pt x="79489" y="129044"/>
                </a:lnTo>
                <a:lnTo>
                  <a:pt x="90970" y="146989"/>
                </a:lnTo>
                <a:lnTo>
                  <a:pt x="105219" y="161886"/>
                </a:lnTo>
                <a:lnTo>
                  <a:pt x="122186" y="173139"/>
                </a:lnTo>
                <a:lnTo>
                  <a:pt x="138938" y="151028"/>
                </a:lnTo>
                <a:close/>
              </a:path>
              <a:path w="1336039" h="229235">
                <a:moveTo>
                  <a:pt x="214452" y="87884"/>
                </a:moveTo>
                <a:lnTo>
                  <a:pt x="179895" y="87884"/>
                </a:lnTo>
                <a:lnTo>
                  <a:pt x="179895" y="0"/>
                </a:lnTo>
                <a:lnTo>
                  <a:pt x="152260" y="0"/>
                </a:lnTo>
                <a:lnTo>
                  <a:pt x="152260" y="224002"/>
                </a:lnTo>
                <a:lnTo>
                  <a:pt x="179895" y="224002"/>
                </a:lnTo>
                <a:lnTo>
                  <a:pt x="179895" y="111302"/>
                </a:lnTo>
                <a:lnTo>
                  <a:pt x="214452" y="111302"/>
                </a:lnTo>
                <a:lnTo>
                  <a:pt x="214452" y="87884"/>
                </a:lnTo>
                <a:close/>
              </a:path>
              <a:path w="1336039" h="229235">
                <a:moveTo>
                  <a:pt x="356196" y="111658"/>
                </a:moveTo>
                <a:lnTo>
                  <a:pt x="317576" y="86918"/>
                </a:lnTo>
                <a:lnTo>
                  <a:pt x="301459" y="45516"/>
                </a:lnTo>
                <a:lnTo>
                  <a:pt x="301459" y="39116"/>
                </a:lnTo>
                <a:lnTo>
                  <a:pt x="348653" y="39116"/>
                </a:lnTo>
                <a:lnTo>
                  <a:pt x="348653" y="16929"/>
                </a:lnTo>
                <a:lnTo>
                  <a:pt x="225247" y="16929"/>
                </a:lnTo>
                <a:lnTo>
                  <a:pt x="225247" y="39116"/>
                </a:lnTo>
                <a:lnTo>
                  <a:pt x="273481" y="39116"/>
                </a:lnTo>
                <a:lnTo>
                  <a:pt x="273481" y="45516"/>
                </a:lnTo>
                <a:lnTo>
                  <a:pt x="269862" y="67335"/>
                </a:lnTo>
                <a:lnTo>
                  <a:pt x="259245" y="87376"/>
                </a:lnTo>
                <a:lnTo>
                  <a:pt x="241871" y="104101"/>
                </a:lnTo>
                <a:lnTo>
                  <a:pt x="217970" y="115951"/>
                </a:lnTo>
                <a:lnTo>
                  <a:pt x="232270" y="137706"/>
                </a:lnTo>
                <a:lnTo>
                  <a:pt x="250710" y="129222"/>
                </a:lnTo>
                <a:lnTo>
                  <a:pt x="266230" y="117640"/>
                </a:lnTo>
                <a:lnTo>
                  <a:pt x="278688" y="103390"/>
                </a:lnTo>
                <a:lnTo>
                  <a:pt x="287959" y="86918"/>
                </a:lnTo>
                <a:lnTo>
                  <a:pt x="297116" y="102019"/>
                </a:lnTo>
                <a:lnTo>
                  <a:pt x="309257" y="115049"/>
                </a:lnTo>
                <a:lnTo>
                  <a:pt x="324281" y="125628"/>
                </a:lnTo>
                <a:lnTo>
                  <a:pt x="342074" y="133311"/>
                </a:lnTo>
                <a:lnTo>
                  <a:pt x="356196" y="111658"/>
                </a:lnTo>
                <a:close/>
              </a:path>
              <a:path w="1336039" h="229235">
                <a:moveTo>
                  <a:pt x="402945" y="177"/>
                </a:moveTo>
                <a:lnTo>
                  <a:pt x="375310" y="177"/>
                </a:lnTo>
                <a:lnTo>
                  <a:pt x="375310" y="162966"/>
                </a:lnTo>
                <a:lnTo>
                  <a:pt x="402945" y="162966"/>
                </a:lnTo>
                <a:lnTo>
                  <a:pt x="402945" y="177"/>
                </a:lnTo>
                <a:close/>
              </a:path>
              <a:path w="1336039" h="229235">
                <a:moveTo>
                  <a:pt x="409257" y="197434"/>
                </a:moveTo>
                <a:lnTo>
                  <a:pt x="282435" y="197434"/>
                </a:lnTo>
                <a:lnTo>
                  <a:pt x="282435" y="147878"/>
                </a:lnTo>
                <a:lnTo>
                  <a:pt x="254635" y="147878"/>
                </a:lnTo>
                <a:lnTo>
                  <a:pt x="254635" y="219798"/>
                </a:lnTo>
                <a:lnTo>
                  <a:pt x="409257" y="219798"/>
                </a:lnTo>
                <a:lnTo>
                  <a:pt x="409257" y="197434"/>
                </a:lnTo>
                <a:close/>
              </a:path>
              <a:path w="1336039" h="229235">
                <a:moveTo>
                  <a:pt x="509168" y="14033"/>
                </a:moveTo>
                <a:lnTo>
                  <a:pt x="481533" y="14033"/>
                </a:lnTo>
                <a:lnTo>
                  <a:pt x="423646" y="229095"/>
                </a:lnTo>
                <a:lnTo>
                  <a:pt x="451281" y="229095"/>
                </a:lnTo>
                <a:lnTo>
                  <a:pt x="509168" y="14033"/>
                </a:lnTo>
                <a:close/>
              </a:path>
              <a:path w="1336039" h="229235">
                <a:moveTo>
                  <a:pt x="699592" y="0"/>
                </a:moveTo>
                <a:lnTo>
                  <a:pt x="672045" y="0"/>
                </a:lnTo>
                <a:lnTo>
                  <a:pt x="672045" y="30518"/>
                </a:lnTo>
                <a:lnTo>
                  <a:pt x="672045" y="52539"/>
                </a:lnTo>
                <a:lnTo>
                  <a:pt x="672045" y="81038"/>
                </a:lnTo>
                <a:lnTo>
                  <a:pt x="630821" y="81038"/>
                </a:lnTo>
                <a:lnTo>
                  <a:pt x="632053" y="76568"/>
                </a:lnTo>
                <a:lnTo>
                  <a:pt x="632752" y="71831"/>
                </a:lnTo>
                <a:lnTo>
                  <a:pt x="632752" y="61836"/>
                </a:lnTo>
                <a:lnTo>
                  <a:pt x="632053" y="57010"/>
                </a:lnTo>
                <a:lnTo>
                  <a:pt x="630821" y="52539"/>
                </a:lnTo>
                <a:lnTo>
                  <a:pt x="672045" y="52539"/>
                </a:lnTo>
                <a:lnTo>
                  <a:pt x="672045" y="30518"/>
                </a:lnTo>
                <a:lnTo>
                  <a:pt x="618642" y="30518"/>
                </a:lnTo>
                <a:lnTo>
                  <a:pt x="609752" y="22923"/>
                </a:lnTo>
                <a:lnTo>
                  <a:pt x="606450" y="21158"/>
                </a:lnTo>
                <a:lnTo>
                  <a:pt x="606450" y="66840"/>
                </a:lnTo>
                <a:lnTo>
                  <a:pt x="603999" y="79425"/>
                </a:lnTo>
                <a:lnTo>
                  <a:pt x="597230" y="89154"/>
                </a:lnTo>
                <a:lnTo>
                  <a:pt x="586943" y="95402"/>
                </a:lnTo>
                <a:lnTo>
                  <a:pt x="573989" y="97536"/>
                </a:lnTo>
                <a:lnTo>
                  <a:pt x="560755" y="95402"/>
                </a:lnTo>
                <a:lnTo>
                  <a:pt x="550341" y="89154"/>
                </a:lnTo>
                <a:lnTo>
                  <a:pt x="543547" y="79425"/>
                </a:lnTo>
                <a:lnTo>
                  <a:pt x="541108" y="66840"/>
                </a:lnTo>
                <a:lnTo>
                  <a:pt x="543547" y="54076"/>
                </a:lnTo>
                <a:lnTo>
                  <a:pt x="550341" y="44386"/>
                </a:lnTo>
                <a:lnTo>
                  <a:pt x="560755" y="38277"/>
                </a:lnTo>
                <a:lnTo>
                  <a:pt x="573989" y="36220"/>
                </a:lnTo>
                <a:lnTo>
                  <a:pt x="586943" y="38277"/>
                </a:lnTo>
                <a:lnTo>
                  <a:pt x="597230" y="44386"/>
                </a:lnTo>
                <a:lnTo>
                  <a:pt x="603999" y="54076"/>
                </a:lnTo>
                <a:lnTo>
                  <a:pt x="606450" y="66840"/>
                </a:lnTo>
                <a:lnTo>
                  <a:pt x="606450" y="21158"/>
                </a:lnTo>
                <a:lnTo>
                  <a:pt x="599173" y="17259"/>
                </a:lnTo>
                <a:lnTo>
                  <a:pt x="587171" y="13728"/>
                </a:lnTo>
                <a:lnTo>
                  <a:pt x="573989" y="12547"/>
                </a:lnTo>
                <a:lnTo>
                  <a:pt x="550481" y="16522"/>
                </a:lnTo>
                <a:lnTo>
                  <a:pt x="531710" y="27749"/>
                </a:lnTo>
                <a:lnTo>
                  <a:pt x="519290" y="44945"/>
                </a:lnTo>
                <a:lnTo>
                  <a:pt x="514883" y="66840"/>
                </a:lnTo>
                <a:lnTo>
                  <a:pt x="519290" y="88595"/>
                </a:lnTo>
                <a:lnTo>
                  <a:pt x="531710" y="105765"/>
                </a:lnTo>
                <a:lnTo>
                  <a:pt x="550481" y="116992"/>
                </a:lnTo>
                <a:lnTo>
                  <a:pt x="573989" y="120954"/>
                </a:lnTo>
                <a:lnTo>
                  <a:pt x="587057" y="119786"/>
                </a:lnTo>
                <a:lnTo>
                  <a:pt x="598982" y="116306"/>
                </a:lnTo>
                <a:lnTo>
                  <a:pt x="609498" y="110718"/>
                </a:lnTo>
                <a:lnTo>
                  <a:pt x="618375" y="103238"/>
                </a:lnTo>
                <a:lnTo>
                  <a:pt x="672045" y="103238"/>
                </a:lnTo>
                <a:lnTo>
                  <a:pt x="672045" y="131737"/>
                </a:lnTo>
                <a:lnTo>
                  <a:pt x="699592" y="131737"/>
                </a:lnTo>
                <a:lnTo>
                  <a:pt x="699592" y="103238"/>
                </a:lnTo>
                <a:lnTo>
                  <a:pt x="699592" y="97536"/>
                </a:lnTo>
                <a:lnTo>
                  <a:pt x="699592" y="81038"/>
                </a:lnTo>
                <a:lnTo>
                  <a:pt x="699592" y="52539"/>
                </a:lnTo>
                <a:lnTo>
                  <a:pt x="699592" y="36220"/>
                </a:lnTo>
                <a:lnTo>
                  <a:pt x="699592" y="30518"/>
                </a:lnTo>
                <a:lnTo>
                  <a:pt x="699592" y="0"/>
                </a:lnTo>
                <a:close/>
              </a:path>
              <a:path w="1336039" h="229235">
                <a:moveTo>
                  <a:pt x="700201" y="180238"/>
                </a:moveTo>
                <a:lnTo>
                  <a:pt x="694880" y="161747"/>
                </a:lnTo>
                <a:lnTo>
                  <a:pt x="690486" y="157784"/>
                </a:lnTo>
                <a:lnTo>
                  <a:pt x="679627" y="148005"/>
                </a:lnTo>
                <a:lnTo>
                  <a:pt x="673277" y="145757"/>
                </a:lnTo>
                <a:lnTo>
                  <a:pt x="673277" y="180238"/>
                </a:lnTo>
                <a:lnTo>
                  <a:pt x="669988" y="189674"/>
                </a:lnTo>
                <a:lnTo>
                  <a:pt x="660374" y="196570"/>
                </a:lnTo>
                <a:lnTo>
                  <a:pt x="644829" y="200774"/>
                </a:lnTo>
                <a:lnTo>
                  <a:pt x="623722" y="202171"/>
                </a:lnTo>
                <a:lnTo>
                  <a:pt x="602843" y="200774"/>
                </a:lnTo>
                <a:lnTo>
                  <a:pt x="587349" y="196570"/>
                </a:lnTo>
                <a:lnTo>
                  <a:pt x="577748" y="189674"/>
                </a:lnTo>
                <a:lnTo>
                  <a:pt x="574522" y="180238"/>
                </a:lnTo>
                <a:lnTo>
                  <a:pt x="577748" y="170548"/>
                </a:lnTo>
                <a:lnTo>
                  <a:pt x="587349" y="163525"/>
                </a:lnTo>
                <a:lnTo>
                  <a:pt x="602843" y="159232"/>
                </a:lnTo>
                <a:lnTo>
                  <a:pt x="623722" y="157784"/>
                </a:lnTo>
                <a:lnTo>
                  <a:pt x="644829" y="159232"/>
                </a:lnTo>
                <a:lnTo>
                  <a:pt x="660374" y="163525"/>
                </a:lnTo>
                <a:lnTo>
                  <a:pt x="669988" y="170548"/>
                </a:lnTo>
                <a:lnTo>
                  <a:pt x="673277" y="180238"/>
                </a:lnTo>
                <a:lnTo>
                  <a:pt x="673277" y="145757"/>
                </a:lnTo>
                <a:lnTo>
                  <a:pt x="655548" y="139458"/>
                </a:lnTo>
                <a:lnTo>
                  <a:pt x="623722" y="136563"/>
                </a:lnTo>
                <a:lnTo>
                  <a:pt x="591959" y="139458"/>
                </a:lnTo>
                <a:lnTo>
                  <a:pt x="567905" y="148005"/>
                </a:lnTo>
                <a:lnTo>
                  <a:pt x="552691" y="161747"/>
                </a:lnTo>
                <a:lnTo>
                  <a:pt x="547420" y="180238"/>
                </a:lnTo>
                <a:lnTo>
                  <a:pt x="552691" y="198678"/>
                </a:lnTo>
                <a:lnTo>
                  <a:pt x="567905" y="212394"/>
                </a:lnTo>
                <a:lnTo>
                  <a:pt x="591959" y="220929"/>
                </a:lnTo>
                <a:lnTo>
                  <a:pt x="623722" y="223824"/>
                </a:lnTo>
                <a:lnTo>
                  <a:pt x="655548" y="220929"/>
                </a:lnTo>
                <a:lnTo>
                  <a:pt x="679627" y="212394"/>
                </a:lnTo>
                <a:lnTo>
                  <a:pt x="691007" y="202171"/>
                </a:lnTo>
                <a:lnTo>
                  <a:pt x="694880" y="198678"/>
                </a:lnTo>
                <a:lnTo>
                  <a:pt x="700201" y="180238"/>
                </a:lnTo>
                <a:close/>
              </a:path>
              <a:path w="1336039" h="229235">
                <a:moveTo>
                  <a:pt x="855891" y="101473"/>
                </a:moveTo>
                <a:lnTo>
                  <a:pt x="819378" y="77622"/>
                </a:lnTo>
                <a:lnTo>
                  <a:pt x="803186" y="35610"/>
                </a:lnTo>
                <a:lnTo>
                  <a:pt x="803186" y="11836"/>
                </a:lnTo>
                <a:lnTo>
                  <a:pt x="775639" y="11836"/>
                </a:lnTo>
                <a:lnTo>
                  <a:pt x="775639" y="33070"/>
                </a:lnTo>
                <a:lnTo>
                  <a:pt x="772147" y="56476"/>
                </a:lnTo>
                <a:lnTo>
                  <a:pt x="761936" y="77635"/>
                </a:lnTo>
                <a:lnTo>
                  <a:pt x="744982" y="95123"/>
                </a:lnTo>
                <a:lnTo>
                  <a:pt x="721258" y="107530"/>
                </a:lnTo>
                <a:lnTo>
                  <a:pt x="736168" y="129286"/>
                </a:lnTo>
                <a:lnTo>
                  <a:pt x="754113" y="120662"/>
                </a:lnTo>
                <a:lnTo>
                  <a:pt x="769061" y="108915"/>
                </a:lnTo>
                <a:lnTo>
                  <a:pt x="780999" y="94424"/>
                </a:lnTo>
                <a:lnTo>
                  <a:pt x="789851" y="77622"/>
                </a:lnTo>
                <a:lnTo>
                  <a:pt x="798537" y="92329"/>
                </a:lnTo>
                <a:lnTo>
                  <a:pt x="810044" y="105029"/>
                </a:lnTo>
                <a:lnTo>
                  <a:pt x="824293" y="115366"/>
                </a:lnTo>
                <a:lnTo>
                  <a:pt x="841159" y="122961"/>
                </a:lnTo>
                <a:lnTo>
                  <a:pt x="855891" y="101473"/>
                </a:lnTo>
                <a:close/>
              </a:path>
              <a:path w="1336039" h="229235">
                <a:moveTo>
                  <a:pt x="902728" y="181292"/>
                </a:moveTo>
                <a:lnTo>
                  <a:pt x="897521" y="163423"/>
                </a:lnTo>
                <a:lnTo>
                  <a:pt x="894346" y="160591"/>
                </a:lnTo>
                <a:lnTo>
                  <a:pt x="882599" y="150126"/>
                </a:lnTo>
                <a:lnTo>
                  <a:pt x="875626" y="147688"/>
                </a:lnTo>
                <a:lnTo>
                  <a:pt x="875626" y="181292"/>
                </a:lnTo>
                <a:lnTo>
                  <a:pt x="872464" y="190347"/>
                </a:lnTo>
                <a:lnTo>
                  <a:pt x="863193" y="196862"/>
                </a:lnTo>
                <a:lnTo>
                  <a:pt x="848169" y="200799"/>
                </a:lnTo>
                <a:lnTo>
                  <a:pt x="827735" y="202171"/>
                </a:lnTo>
                <a:lnTo>
                  <a:pt x="807186" y="200799"/>
                </a:lnTo>
                <a:lnTo>
                  <a:pt x="791997" y="196862"/>
                </a:lnTo>
                <a:lnTo>
                  <a:pt x="782599" y="190347"/>
                </a:lnTo>
                <a:lnTo>
                  <a:pt x="779411" y="181292"/>
                </a:lnTo>
                <a:lnTo>
                  <a:pt x="782599" y="172504"/>
                </a:lnTo>
                <a:lnTo>
                  <a:pt x="791997" y="166014"/>
                </a:lnTo>
                <a:lnTo>
                  <a:pt x="807186" y="161975"/>
                </a:lnTo>
                <a:lnTo>
                  <a:pt x="827735" y="160591"/>
                </a:lnTo>
                <a:lnTo>
                  <a:pt x="848169" y="161975"/>
                </a:lnTo>
                <a:lnTo>
                  <a:pt x="863193" y="166014"/>
                </a:lnTo>
                <a:lnTo>
                  <a:pt x="872464" y="172504"/>
                </a:lnTo>
                <a:lnTo>
                  <a:pt x="875626" y="181292"/>
                </a:lnTo>
                <a:lnTo>
                  <a:pt x="875626" y="147688"/>
                </a:lnTo>
                <a:lnTo>
                  <a:pt x="858989" y="141833"/>
                </a:lnTo>
                <a:lnTo>
                  <a:pt x="827735" y="139014"/>
                </a:lnTo>
                <a:lnTo>
                  <a:pt x="796112" y="141833"/>
                </a:lnTo>
                <a:lnTo>
                  <a:pt x="772210" y="150126"/>
                </a:lnTo>
                <a:lnTo>
                  <a:pt x="757110" y="163423"/>
                </a:lnTo>
                <a:lnTo>
                  <a:pt x="751878" y="181292"/>
                </a:lnTo>
                <a:lnTo>
                  <a:pt x="757110" y="199390"/>
                </a:lnTo>
                <a:lnTo>
                  <a:pt x="772210" y="212763"/>
                </a:lnTo>
                <a:lnTo>
                  <a:pt x="796112" y="221030"/>
                </a:lnTo>
                <a:lnTo>
                  <a:pt x="827735" y="223824"/>
                </a:lnTo>
                <a:lnTo>
                  <a:pt x="858989" y="221030"/>
                </a:lnTo>
                <a:lnTo>
                  <a:pt x="882599" y="212763"/>
                </a:lnTo>
                <a:lnTo>
                  <a:pt x="894422" y="202171"/>
                </a:lnTo>
                <a:lnTo>
                  <a:pt x="897521" y="199390"/>
                </a:lnTo>
                <a:lnTo>
                  <a:pt x="902728" y="181292"/>
                </a:lnTo>
                <a:close/>
              </a:path>
              <a:path w="1336039" h="229235">
                <a:moveTo>
                  <a:pt x="932027" y="54381"/>
                </a:moveTo>
                <a:lnTo>
                  <a:pt x="900709" y="54381"/>
                </a:lnTo>
                <a:lnTo>
                  <a:pt x="900709" y="0"/>
                </a:lnTo>
                <a:lnTo>
                  <a:pt x="872998" y="0"/>
                </a:lnTo>
                <a:lnTo>
                  <a:pt x="872998" y="134023"/>
                </a:lnTo>
                <a:lnTo>
                  <a:pt x="900709" y="134023"/>
                </a:lnTo>
                <a:lnTo>
                  <a:pt x="900709" y="77355"/>
                </a:lnTo>
                <a:lnTo>
                  <a:pt x="932027" y="77355"/>
                </a:lnTo>
                <a:lnTo>
                  <a:pt x="932027" y="54381"/>
                </a:lnTo>
                <a:close/>
              </a:path>
              <a:path w="1336039" h="229235">
                <a:moveTo>
                  <a:pt x="1083157" y="3860"/>
                </a:moveTo>
                <a:lnTo>
                  <a:pt x="1056932" y="3860"/>
                </a:lnTo>
                <a:lnTo>
                  <a:pt x="1056932" y="84378"/>
                </a:lnTo>
                <a:lnTo>
                  <a:pt x="1035265" y="84378"/>
                </a:lnTo>
                <a:lnTo>
                  <a:pt x="1030122" y="56146"/>
                </a:lnTo>
                <a:lnTo>
                  <a:pt x="1023747" y="42976"/>
                </a:lnTo>
                <a:lnTo>
                  <a:pt x="1019860" y="34937"/>
                </a:lnTo>
                <a:lnTo>
                  <a:pt x="1010183" y="26200"/>
                </a:lnTo>
                <a:lnTo>
                  <a:pt x="1010183" y="96824"/>
                </a:lnTo>
                <a:lnTo>
                  <a:pt x="1008557" y="120065"/>
                </a:lnTo>
                <a:lnTo>
                  <a:pt x="1003871" y="136994"/>
                </a:lnTo>
                <a:lnTo>
                  <a:pt x="996416" y="147307"/>
                </a:lnTo>
                <a:lnTo>
                  <a:pt x="986497" y="150774"/>
                </a:lnTo>
                <a:lnTo>
                  <a:pt x="976833" y="147307"/>
                </a:lnTo>
                <a:lnTo>
                  <a:pt x="969594" y="136994"/>
                </a:lnTo>
                <a:lnTo>
                  <a:pt x="965085" y="120065"/>
                </a:lnTo>
                <a:lnTo>
                  <a:pt x="963612" y="96824"/>
                </a:lnTo>
                <a:lnTo>
                  <a:pt x="965085" y="73672"/>
                </a:lnTo>
                <a:lnTo>
                  <a:pt x="969594" y="56781"/>
                </a:lnTo>
                <a:lnTo>
                  <a:pt x="976833" y="46443"/>
                </a:lnTo>
                <a:lnTo>
                  <a:pt x="986497" y="42976"/>
                </a:lnTo>
                <a:lnTo>
                  <a:pt x="996416" y="46443"/>
                </a:lnTo>
                <a:lnTo>
                  <a:pt x="1003871" y="56781"/>
                </a:lnTo>
                <a:lnTo>
                  <a:pt x="1008557" y="73672"/>
                </a:lnTo>
                <a:lnTo>
                  <a:pt x="1010183" y="96824"/>
                </a:lnTo>
                <a:lnTo>
                  <a:pt x="1010183" y="26200"/>
                </a:lnTo>
                <a:lnTo>
                  <a:pt x="1005116" y="21615"/>
                </a:lnTo>
                <a:lnTo>
                  <a:pt x="986497" y="17018"/>
                </a:lnTo>
                <a:lnTo>
                  <a:pt x="966533" y="22517"/>
                </a:lnTo>
                <a:lnTo>
                  <a:pt x="951242" y="38404"/>
                </a:lnTo>
                <a:lnTo>
                  <a:pt x="941476" y="63550"/>
                </a:lnTo>
                <a:lnTo>
                  <a:pt x="938085" y="96824"/>
                </a:lnTo>
                <a:lnTo>
                  <a:pt x="941476" y="130289"/>
                </a:lnTo>
                <a:lnTo>
                  <a:pt x="951242" y="155587"/>
                </a:lnTo>
                <a:lnTo>
                  <a:pt x="966533" y="171589"/>
                </a:lnTo>
                <a:lnTo>
                  <a:pt x="986497" y="177165"/>
                </a:lnTo>
                <a:lnTo>
                  <a:pt x="1005446" y="172300"/>
                </a:lnTo>
                <a:lnTo>
                  <a:pt x="1020381" y="158318"/>
                </a:lnTo>
                <a:lnTo>
                  <a:pt x="1023848" y="150774"/>
                </a:lnTo>
                <a:lnTo>
                  <a:pt x="1030605" y="136093"/>
                </a:lnTo>
                <a:lnTo>
                  <a:pt x="1035443" y="106565"/>
                </a:lnTo>
                <a:lnTo>
                  <a:pt x="1056932" y="106565"/>
                </a:lnTo>
                <a:lnTo>
                  <a:pt x="1056932" y="213309"/>
                </a:lnTo>
                <a:lnTo>
                  <a:pt x="1083157" y="213309"/>
                </a:lnTo>
                <a:lnTo>
                  <a:pt x="1083157" y="106565"/>
                </a:lnTo>
                <a:lnTo>
                  <a:pt x="1083157" y="84378"/>
                </a:lnTo>
                <a:lnTo>
                  <a:pt x="1083157" y="3860"/>
                </a:lnTo>
                <a:close/>
              </a:path>
              <a:path w="1336039" h="229235">
                <a:moveTo>
                  <a:pt x="1129195" y="0"/>
                </a:moveTo>
                <a:lnTo>
                  <a:pt x="1102715" y="0"/>
                </a:lnTo>
                <a:lnTo>
                  <a:pt x="1102715" y="224002"/>
                </a:lnTo>
                <a:lnTo>
                  <a:pt x="1129195" y="224002"/>
                </a:lnTo>
                <a:lnTo>
                  <a:pt x="1129195" y="0"/>
                </a:lnTo>
                <a:close/>
              </a:path>
              <a:path w="1336039" h="229235">
                <a:moveTo>
                  <a:pt x="1286294" y="152082"/>
                </a:moveTo>
                <a:lnTo>
                  <a:pt x="1262494" y="135928"/>
                </a:lnTo>
                <a:lnTo>
                  <a:pt x="1245031" y="112636"/>
                </a:lnTo>
                <a:lnTo>
                  <a:pt x="1243482" y="108585"/>
                </a:lnTo>
                <a:lnTo>
                  <a:pt x="1234274" y="84518"/>
                </a:lnTo>
                <a:lnTo>
                  <a:pt x="1230604" y="53848"/>
                </a:lnTo>
                <a:lnTo>
                  <a:pt x="1230604" y="17983"/>
                </a:lnTo>
                <a:lnTo>
                  <a:pt x="1202626" y="17983"/>
                </a:lnTo>
                <a:lnTo>
                  <a:pt x="1202626" y="53848"/>
                </a:lnTo>
                <a:lnTo>
                  <a:pt x="1198765" y="85013"/>
                </a:lnTo>
                <a:lnTo>
                  <a:pt x="1187729" y="114134"/>
                </a:lnTo>
                <a:lnTo>
                  <a:pt x="1169885" y="138607"/>
                </a:lnTo>
                <a:lnTo>
                  <a:pt x="1145616" y="155854"/>
                </a:lnTo>
                <a:lnTo>
                  <a:pt x="1162977" y="178219"/>
                </a:lnTo>
                <a:lnTo>
                  <a:pt x="1180884" y="166217"/>
                </a:lnTo>
                <a:lnTo>
                  <a:pt x="1195882" y="150139"/>
                </a:lnTo>
                <a:lnTo>
                  <a:pt x="1207858" y="130695"/>
                </a:lnTo>
                <a:lnTo>
                  <a:pt x="1216748" y="108585"/>
                </a:lnTo>
                <a:lnTo>
                  <a:pt x="1225499" y="129425"/>
                </a:lnTo>
                <a:lnTo>
                  <a:pt x="1237259" y="147662"/>
                </a:lnTo>
                <a:lnTo>
                  <a:pt x="1251953" y="162725"/>
                </a:lnTo>
                <a:lnTo>
                  <a:pt x="1269542" y="174104"/>
                </a:lnTo>
                <a:lnTo>
                  <a:pt x="1286294" y="152082"/>
                </a:lnTo>
                <a:close/>
              </a:path>
              <a:path w="1336039" h="229235">
                <a:moveTo>
                  <a:pt x="1335760" y="0"/>
                </a:moveTo>
                <a:lnTo>
                  <a:pt x="1308392" y="0"/>
                </a:lnTo>
                <a:lnTo>
                  <a:pt x="1308392" y="72453"/>
                </a:lnTo>
                <a:lnTo>
                  <a:pt x="1261478" y="72453"/>
                </a:lnTo>
                <a:lnTo>
                  <a:pt x="1261478" y="94729"/>
                </a:lnTo>
                <a:lnTo>
                  <a:pt x="1308392" y="94729"/>
                </a:lnTo>
                <a:lnTo>
                  <a:pt x="1308392" y="224536"/>
                </a:lnTo>
                <a:lnTo>
                  <a:pt x="1335760" y="224536"/>
                </a:lnTo>
                <a:lnTo>
                  <a:pt x="1335760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428389" y="5101265"/>
            <a:ext cx="189230" cy="219710"/>
          </a:xfrm>
          <a:custGeom>
            <a:avLst/>
            <a:gdLst/>
            <a:ahLst/>
            <a:cxnLst/>
            <a:rect l="l" t="t" r="r" b="b"/>
            <a:pathLst>
              <a:path w="189229" h="219710">
                <a:moveTo>
                  <a:pt x="62096" y="145506"/>
                </a:moveTo>
                <a:lnTo>
                  <a:pt x="34293" y="145506"/>
                </a:lnTo>
                <a:lnTo>
                  <a:pt x="34293" y="219619"/>
                </a:lnTo>
                <a:lnTo>
                  <a:pt x="188921" y="219619"/>
                </a:lnTo>
                <a:lnTo>
                  <a:pt x="188921" y="197253"/>
                </a:lnTo>
                <a:lnTo>
                  <a:pt x="62096" y="197253"/>
                </a:lnTo>
                <a:lnTo>
                  <a:pt x="62096" y="145506"/>
                </a:lnTo>
                <a:close/>
              </a:path>
              <a:path w="189229" h="219710">
                <a:moveTo>
                  <a:pt x="182606" y="0"/>
                </a:moveTo>
                <a:lnTo>
                  <a:pt x="154978" y="0"/>
                </a:lnTo>
                <a:lnTo>
                  <a:pt x="154978" y="161995"/>
                </a:lnTo>
                <a:lnTo>
                  <a:pt x="182606" y="161995"/>
                </a:lnTo>
                <a:lnTo>
                  <a:pt x="182606" y="0"/>
                </a:lnTo>
                <a:close/>
              </a:path>
              <a:path w="189229" h="219710">
                <a:moveTo>
                  <a:pt x="60430" y="14735"/>
                </a:moveTo>
                <a:lnTo>
                  <a:pt x="36582" y="18890"/>
                </a:lnTo>
                <a:lnTo>
                  <a:pt x="17388" y="30478"/>
                </a:lnTo>
                <a:lnTo>
                  <a:pt x="4607" y="48184"/>
                </a:lnTo>
                <a:lnTo>
                  <a:pt x="0" y="70692"/>
                </a:lnTo>
                <a:lnTo>
                  <a:pt x="4607" y="93475"/>
                </a:lnTo>
                <a:lnTo>
                  <a:pt x="17388" y="111267"/>
                </a:lnTo>
                <a:lnTo>
                  <a:pt x="36582" y="122827"/>
                </a:lnTo>
                <a:lnTo>
                  <a:pt x="60430" y="126912"/>
                </a:lnTo>
                <a:lnTo>
                  <a:pt x="84252" y="122827"/>
                </a:lnTo>
                <a:lnTo>
                  <a:pt x="103395" y="111267"/>
                </a:lnTo>
                <a:lnTo>
                  <a:pt x="109404" y="102880"/>
                </a:lnTo>
                <a:lnTo>
                  <a:pt x="60430" y="102880"/>
                </a:lnTo>
                <a:lnTo>
                  <a:pt x="47079" y="100651"/>
                </a:lnTo>
                <a:lnTo>
                  <a:pt x="36442" y="94252"/>
                </a:lnTo>
                <a:lnTo>
                  <a:pt x="29423" y="84120"/>
                </a:lnTo>
                <a:lnTo>
                  <a:pt x="26926" y="70692"/>
                </a:lnTo>
                <a:lnTo>
                  <a:pt x="29423" y="57526"/>
                </a:lnTo>
                <a:lnTo>
                  <a:pt x="36442" y="47460"/>
                </a:lnTo>
                <a:lnTo>
                  <a:pt x="47079" y="41029"/>
                </a:lnTo>
                <a:lnTo>
                  <a:pt x="60430" y="38766"/>
                </a:lnTo>
                <a:lnTo>
                  <a:pt x="109362" y="38766"/>
                </a:lnTo>
                <a:lnTo>
                  <a:pt x="103395" y="30478"/>
                </a:lnTo>
                <a:lnTo>
                  <a:pt x="84252" y="18890"/>
                </a:lnTo>
                <a:lnTo>
                  <a:pt x="60430" y="14735"/>
                </a:lnTo>
                <a:close/>
              </a:path>
              <a:path w="189229" h="219710">
                <a:moveTo>
                  <a:pt x="109362" y="38766"/>
                </a:moveTo>
                <a:lnTo>
                  <a:pt x="60430" y="38766"/>
                </a:lnTo>
                <a:lnTo>
                  <a:pt x="73505" y="41029"/>
                </a:lnTo>
                <a:lnTo>
                  <a:pt x="84056" y="47460"/>
                </a:lnTo>
                <a:lnTo>
                  <a:pt x="91104" y="57526"/>
                </a:lnTo>
                <a:lnTo>
                  <a:pt x="93671" y="70692"/>
                </a:lnTo>
                <a:lnTo>
                  <a:pt x="91104" y="84120"/>
                </a:lnTo>
                <a:lnTo>
                  <a:pt x="84056" y="94252"/>
                </a:lnTo>
                <a:lnTo>
                  <a:pt x="73505" y="100651"/>
                </a:lnTo>
                <a:lnTo>
                  <a:pt x="60430" y="102880"/>
                </a:lnTo>
                <a:lnTo>
                  <a:pt x="109404" y="102880"/>
                </a:lnTo>
                <a:lnTo>
                  <a:pt x="116142" y="93475"/>
                </a:lnTo>
                <a:lnTo>
                  <a:pt x="120772" y="70692"/>
                </a:lnTo>
                <a:lnTo>
                  <a:pt x="116142" y="48184"/>
                </a:lnTo>
                <a:lnTo>
                  <a:pt x="109362" y="3876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662045" y="5107939"/>
            <a:ext cx="153035" cy="69850"/>
          </a:xfrm>
          <a:custGeom>
            <a:avLst/>
            <a:gdLst/>
            <a:ahLst/>
            <a:cxnLst/>
            <a:rect l="l" t="t" r="r" b="b"/>
            <a:pathLst>
              <a:path w="153035" h="69850">
                <a:moveTo>
                  <a:pt x="152438" y="0"/>
                </a:moveTo>
                <a:lnTo>
                  <a:pt x="124891" y="0"/>
                </a:lnTo>
                <a:lnTo>
                  <a:pt x="124891" y="21590"/>
                </a:lnTo>
                <a:lnTo>
                  <a:pt x="124891" y="48260"/>
                </a:lnTo>
                <a:lnTo>
                  <a:pt x="27101" y="48260"/>
                </a:lnTo>
                <a:lnTo>
                  <a:pt x="27101" y="21590"/>
                </a:lnTo>
                <a:lnTo>
                  <a:pt x="124891" y="21590"/>
                </a:lnTo>
                <a:lnTo>
                  <a:pt x="124891" y="0"/>
                </a:lnTo>
                <a:lnTo>
                  <a:pt x="0" y="0"/>
                </a:lnTo>
                <a:lnTo>
                  <a:pt x="0" y="21590"/>
                </a:lnTo>
                <a:lnTo>
                  <a:pt x="0" y="48260"/>
                </a:lnTo>
                <a:lnTo>
                  <a:pt x="0" y="69850"/>
                </a:lnTo>
                <a:lnTo>
                  <a:pt x="152438" y="69850"/>
                </a:lnTo>
                <a:lnTo>
                  <a:pt x="152438" y="48323"/>
                </a:lnTo>
                <a:lnTo>
                  <a:pt x="152438" y="21590"/>
                </a:lnTo>
                <a:lnTo>
                  <a:pt x="152438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636353" y="5104510"/>
            <a:ext cx="416559" cy="219710"/>
          </a:xfrm>
          <a:custGeom>
            <a:avLst/>
            <a:gdLst/>
            <a:ahLst/>
            <a:cxnLst/>
            <a:rect l="l" t="t" r="r" b="b"/>
            <a:pathLst>
              <a:path w="416560" h="219710">
                <a:moveTo>
                  <a:pt x="184975" y="197739"/>
                </a:moveTo>
                <a:lnTo>
                  <a:pt x="51308" y="197739"/>
                </a:lnTo>
                <a:lnTo>
                  <a:pt x="51308" y="181241"/>
                </a:lnTo>
                <a:lnTo>
                  <a:pt x="178828" y="181241"/>
                </a:lnTo>
                <a:lnTo>
                  <a:pt x="178828" y="160909"/>
                </a:lnTo>
                <a:lnTo>
                  <a:pt x="178828" y="146939"/>
                </a:lnTo>
                <a:lnTo>
                  <a:pt x="178828" y="126631"/>
                </a:lnTo>
                <a:lnTo>
                  <a:pt x="24028" y="126631"/>
                </a:lnTo>
                <a:lnTo>
                  <a:pt x="24028" y="146939"/>
                </a:lnTo>
                <a:lnTo>
                  <a:pt x="151638" y="146939"/>
                </a:lnTo>
                <a:lnTo>
                  <a:pt x="151638" y="160909"/>
                </a:lnTo>
                <a:lnTo>
                  <a:pt x="24295" y="160909"/>
                </a:lnTo>
                <a:lnTo>
                  <a:pt x="24295" y="181241"/>
                </a:lnTo>
                <a:lnTo>
                  <a:pt x="24295" y="197739"/>
                </a:lnTo>
                <a:lnTo>
                  <a:pt x="24295" y="219341"/>
                </a:lnTo>
                <a:lnTo>
                  <a:pt x="184975" y="219341"/>
                </a:lnTo>
                <a:lnTo>
                  <a:pt x="184975" y="197739"/>
                </a:lnTo>
                <a:close/>
              </a:path>
              <a:path w="416560" h="219710">
                <a:moveTo>
                  <a:pt x="204266" y="87452"/>
                </a:moveTo>
                <a:lnTo>
                  <a:pt x="0" y="87452"/>
                </a:lnTo>
                <a:lnTo>
                  <a:pt x="0" y="109283"/>
                </a:lnTo>
                <a:lnTo>
                  <a:pt x="87960" y="109283"/>
                </a:lnTo>
                <a:lnTo>
                  <a:pt x="87960" y="126212"/>
                </a:lnTo>
                <a:lnTo>
                  <a:pt x="115684" y="126212"/>
                </a:lnTo>
                <a:lnTo>
                  <a:pt x="115684" y="109283"/>
                </a:lnTo>
                <a:lnTo>
                  <a:pt x="204266" y="109283"/>
                </a:lnTo>
                <a:lnTo>
                  <a:pt x="204266" y="87452"/>
                </a:lnTo>
                <a:close/>
              </a:path>
              <a:path w="416560" h="219710">
                <a:moveTo>
                  <a:pt x="394690" y="38328"/>
                </a:moveTo>
                <a:lnTo>
                  <a:pt x="389255" y="21907"/>
                </a:lnTo>
                <a:lnTo>
                  <a:pt x="387210" y="20358"/>
                </a:lnTo>
                <a:lnTo>
                  <a:pt x="373481" y="9893"/>
                </a:lnTo>
                <a:lnTo>
                  <a:pt x="366356" y="7823"/>
                </a:lnTo>
                <a:lnTo>
                  <a:pt x="366356" y="38328"/>
                </a:lnTo>
                <a:lnTo>
                  <a:pt x="363042" y="46431"/>
                </a:lnTo>
                <a:lnTo>
                  <a:pt x="353136" y="52095"/>
                </a:lnTo>
                <a:lnTo>
                  <a:pt x="336753" y="55435"/>
                </a:lnTo>
                <a:lnTo>
                  <a:pt x="313994" y="56578"/>
                </a:lnTo>
                <a:lnTo>
                  <a:pt x="291426" y="55435"/>
                </a:lnTo>
                <a:lnTo>
                  <a:pt x="275145" y="52095"/>
                </a:lnTo>
                <a:lnTo>
                  <a:pt x="265303" y="46431"/>
                </a:lnTo>
                <a:lnTo>
                  <a:pt x="262077" y="38328"/>
                </a:lnTo>
                <a:lnTo>
                  <a:pt x="265303" y="30683"/>
                </a:lnTo>
                <a:lnTo>
                  <a:pt x="275145" y="25031"/>
                </a:lnTo>
                <a:lnTo>
                  <a:pt x="291426" y="21551"/>
                </a:lnTo>
                <a:lnTo>
                  <a:pt x="313994" y="20358"/>
                </a:lnTo>
                <a:lnTo>
                  <a:pt x="336753" y="21551"/>
                </a:lnTo>
                <a:lnTo>
                  <a:pt x="353136" y="25031"/>
                </a:lnTo>
                <a:lnTo>
                  <a:pt x="363042" y="30683"/>
                </a:lnTo>
                <a:lnTo>
                  <a:pt x="366356" y="38328"/>
                </a:lnTo>
                <a:lnTo>
                  <a:pt x="366356" y="7823"/>
                </a:lnTo>
                <a:lnTo>
                  <a:pt x="348145" y="2514"/>
                </a:lnTo>
                <a:lnTo>
                  <a:pt x="313994" y="0"/>
                </a:lnTo>
                <a:lnTo>
                  <a:pt x="279831" y="2514"/>
                </a:lnTo>
                <a:lnTo>
                  <a:pt x="254431" y="9893"/>
                </a:lnTo>
                <a:lnTo>
                  <a:pt x="238620" y="21907"/>
                </a:lnTo>
                <a:lnTo>
                  <a:pt x="233222" y="38328"/>
                </a:lnTo>
                <a:lnTo>
                  <a:pt x="238620" y="54965"/>
                </a:lnTo>
                <a:lnTo>
                  <a:pt x="254431" y="67094"/>
                </a:lnTo>
                <a:lnTo>
                  <a:pt x="279831" y="74536"/>
                </a:lnTo>
                <a:lnTo>
                  <a:pt x="313994" y="77101"/>
                </a:lnTo>
                <a:lnTo>
                  <a:pt x="348145" y="74536"/>
                </a:lnTo>
                <a:lnTo>
                  <a:pt x="373481" y="67094"/>
                </a:lnTo>
                <a:lnTo>
                  <a:pt x="387159" y="56578"/>
                </a:lnTo>
                <a:lnTo>
                  <a:pt x="389255" y="54965"/>
                </a:lnTo>
                <a:lnTo>
                  <a:pt x="394690" y="38328"/>
                </a:lnTo>
                <a:close/>
              </a:path>
              <a:path w="416560" h="219710">
                <a:moveTo>
                  <a:pt x="396963" y="197700"/>
                </a:moveTo>
                <a:lnTo>
                  <a:pt x="263296" y="197700"/>
                </a:lnTo>
                <a:lnTo>
                  <a:pt x="263296" y="181038"/>
                </a:lnTo>
                <a:lnTo>
                  <a:pt x="390829" y="181038"/>
                </a:lnTo>
                <a:lnTo>
                  <a:pt x="390829" y="126123"/>
                </a:lnTo>
                <a:lnTo>
                  <a:pt x="236029" y="126123"/>
                </a:lnTo>
                <a:lnTo>
                  <a:pt x="236029" y="146646"/>
                </a:lnTo>
                <a:lnTo>
                  <a:pt x="363639" y="146646"/>
                </a:lnTo>
                <a:lnTo>
                  <a:pt x="363639" y="161480"/>
                </a:lnTo>
                <a:lnTo>
                  <a:pt x="236283" y="161480"/>
                </a:lnTo>
                <a:lnTo>
                  <a:pt x="236283" y="218744"/>
                </a:lnTo>
                <a:lnTo>
                  <a:pt x="396963" y="218744"/>
                </a:lnTo>
                <a:lnTo>
                  <a:pt x="396963" y="197700"/>
                </a:lnTo>
                <a:close/>
              </a:path>
              <a:path w="416560" h="219710">
                <a:moveTo>
                  <a:pt x="416267" y="89115"/>
                </a:moveTo>
                <a:lnTo>
                  <a:pt x="211988" y="89115"/>
                </a:lnTo>
                <a:lnTo>
                  <a:pt x="211988" y="111125"/>
                </a:lnTo>
                <a:lnTo>
                  <a:pt x="416267" y="111125"/>
                </a:lnTo>
                <a:lnTo>
                  <a:pt x="416267" y="8911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5" name="object 6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108098" y="5101090"/>
            <a:ext cx="421355" cy="224179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4598415" y="5101090"/>
            <a:ext cx="831850" cy="224154"/>
            <a:chOff x="4598415" y="5101090"/>
            <a:chExt cx="831850" cy="224154"/>
          </a:xfrm>
        </p:grpSpPr>
        <p:pic>
          <p:nvPicPr>
            <p:cNvPr id="67" name="object 6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98415" y="5101090"/>
              <a:ext cx="389518" cy="22400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12151" y="5101090"/>
              <a:ext cx="417496" cy="224003"/>
            </a:xfrm>
            <a:prstGeom prst="rect">
              <a:avLst/>
            </a:prstGeom>
          </p:spPr>
        </p:pic>
      </p:grpSp>
      <p:pic>
        <p:nvPicPr>
          <p:cNvPr id="69" name="object 6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492713" y="5101090"/>
            <a:ext cx="413900" cy="221986"/>
          </a:xfrm>
          <a:prstGeom prst="rect">
            <a:avLst/>
          </a:prstGeom>
        </p:spPr>
      </p:pic>
      <p:grpSp>
        <p:nvGrpSpPr>
          <p:cNvPr id="70" name="object 70"/>
          <p:cNvGrpSpPr/>
          <p:nvPr/>
        </p:nvGrpSpPr>
        <p:grpSpPr>
          <a:xfrm>
            <a:off x="5965752" y="5101265"/>
            <a:ext cx="629285" cy="224790"/>
            <a:chOff x="5965752" y="5101265"/>
            <a:chExt cx="629285" cy="224790"/>
          </a:xfrm>
        </p:grpSpPr>
        <p:pic>
          <p:nvPicPr>
            <p:cNvPr id="71" name="object 7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965752" y="5101265"/>
              <a:ext cx="399779" cy="224354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390188" y="5104510"/>
              <a:ext cx="204270" cy="218741"/>
            </a:xfrm>
            <a:prstGeom prst="rect">
              <a:avLst/>
            </a:prstGeom>
          </p:spPr>
        </p:pic>
      </p:grpSp>
      <p:sp>
        <p:nvSpPr>
          <p:cNvPr id="73" name="object 73"/>
          <p:cNvSpPr/>
          <p:nvPr/>
        </p:nvSpPr>
        <p:spPr>
          <a:xfrm>
            <a:off x="1549565" y="5499277"/>
            <a:ext cx="617220" cy="225425"/>
          </a:xfrm>
          <a:custGeom>
            <a:avLst/>
            <a:gdLst/>
            <a:ahLst/>
            <a:cxnLst/>
            <a:rect l="l" t="t" r="r" b="b"/>
            <a:pathLst>
              <a:path w="617219" h="225425">
                <a:moveTo>
                  <a:pt x="192595" y="99644"/>
                </a:moveTo>
                <a:lnTo>
                  <a:pt x="162191" y="92532"/>
                </a:lnTo>
                <a:lnTo>
                  <a:pt x="138595" y="80543"/>
                </a:lnTo>
                <a:lnTo>
                  <a:pt x="136842" y="78854"/>
                </a:lnTo>
                <a:lnTo>
                  <a:pt x="122859" y="65430"/>
                </a:lnTo>
                <a:lnTo>
                  <a:pt x="116027" y="48945"/>
                </a:lnTo>
                <a:lnTo>
                  <a:pt x="185229" y="48945"/>
                </a:lnTo>
                <a:lnTo>
                  <a:pt x="185229" y="27012"/>
                </a:lnTo>
                <a:lnTo>
                  <a:pt x="115595" y="27012"/>
                </a:lnTo>
                <a:lnTo>
                  <a:pt x="115595" y="622"/>
                </a:lnTo>
                <a:lnTo>
                  <a:pt x="88226" y="622"/>
                </a:lnTo>
                <a:lnTo>
                  <a:pt x="88226" y="27012"/>
                </a:lnTo>
                <a:lnTo>
                  <a:pt x="18935" y="27012"/>
                </a:lnTo>
                <a:lnTo>
                  <a:pt x="18935" y="48945"/>
                </a:lnTo>
                <a:lnTo>
                  <a:pt x="88049" y="48945"/>
                </a:lnTo>
                <a:lnTo>
                  <a:pt x="81140" y="65532"/>
                </a:lnTo>
                <a:lnTo>
                  <a:pt x="65316" y="80632"/>
                </a:lnTo>
                <a:lnTo>
                  <a:pt x="41630" y="92570"/>
                </a:lnTo>
                <a:lnTo>
                  <a:pt x="11137" y="99644"/>
                </a:lnTo>
                <a:lnTo>
                  <a:pt x="21132" y="121386"/>
                </a:lnTo>
                <a:lnTo>
                  <a:pt x="47498" y="115849"/>
                </a:lnTo>
                <a:lnTo>
                  <a:pt x="70167" y="106565"/>
                </a:lnTo>
                <a:lnTo>
                  <a:pt x="88544" y="94056"/>
                </a:lnTo>
                <a:lnTo>
                  <a:pt x="102082" y="78854"/>
                </a:lnTo>
                <a:lnTo>
                  <a:pt x="115633" y="93941"/>
                </a:lnTo>
                <a:lnTo>
                  <a:pt x="133921" y="106464"/>
                </a:lnTo>
                <a:lnTo>
                  <a:pt x="156425" y="115811"/>
                </a:lnTo>
                <a:lnTo>
                  <a:pt x="182600" y="121386"/>
                </a:lnTo>
                <a:lnTo>
                  <a:pt x="192595" y="99644"/>
                </a:lnTo>
                <a:close/>
              </a:path>
              <a:path w="617219" h="225425">
                <a:moveTo>
                  <a:pt x="204266" y="135077"/>
                </a:moveTo>
                <a:lnTo>
                  <a:pt x="0" y="135077"/>
                </a:lnTo>
                <a:lnTo>
                  <a:pt x="0" y="157695"/>
                </a:lnTo>
                <a:lnTo>
                  <a:pt x="88226" y="157695"/>
                </a:lnTo>
                <a:lnTo>
                  <a:pt x="88226" y="224878"/>
                </a:lnTo>
                <a:lnTo>
                  <a:pt x="115595" y="224878"/>
                </a:lnTo>
                <a:lnTo>
                  <a:pt x="115595" y="157695"/>
                </a:lnTo>
                <a:lnTo>
                  <a:pt x="204266" y="157695"/>
                </a:lnTo>
                <a:lnTo>
                  <a:pt x="204266" y="135077"/>
                </a:lnTo>
                <a:close/>
              </a:path>
              <a:path w="617219" h="225425">
                <a:moveTo>
                  <a:pt x="406793" y="69469"/>
                </a:moveTo>
                <a:lnTo>
                  <a:pt x="353898" y="59550"/>
                </a:lnTo>
                <a:lnTo>
                  <a:pt x="330403" y="39382"/>
                </a:lnTo>
                <a:lnTo>
                  <a:pt x="396176" y="39382"/>
                </a:lnTo>
                <a:lnTo>
                  <a:pt x="396176" y="18770"/>
                </a:lnTo>
                <a:lnTo>
                  <a:pt x="327596" y="18770"/>
                </a:lnTo>
                <a:lnTo>
                  <a:pt x="327596" y="0"/>
                </a:lnTo>
                <a:lnTo>
                  <a:pt x="300228" y="0"/>
                </a:lnTo>
                <a:lnTo>
                  <a:pt x="300228" y="18770"/>
                </a:lnTo>
                <a:lnTo>
                  <a:pt x="232079" y="18770"/>
                </a:lnTo>
                <a:lnTo>
                  <a:pt x="232079" y="39382"/>
                </a:lnTo>
                <a:lnTo>
                  <a:pt x="297421" y="39382"/>
                </a:lnTo>
                <a:lnTo>
                  <a:pt x="289344" y="50469"/>
                </a:lnTo>
                <a:lnTo>
                  <a:pt x="273824" y="59550"/>
                </a:lnTo>
                <a:lnTo>
                  <a:pt x="251066" y="66078"/>
                </a:lnTo>
                <a:lnTo>
                  <a:pt x="221297" y="69469"/>
                </a:lnTo>
                <a:lnTo>
                  <a:pt x="229006" y="89992"/>
                </a:lnTo>
                <a:lnTo>
                  <a:pt x="257467" y="86575"/>
                </a:lnTo>
                <a:lnTo>
                  <a:pt x="281457" y="80086"/>
                </a:lnTo>
                <a:lnTo>
                  <a:pt x="300443" y="70662"/>
                </a:lnTo>
                <a:lnTo>
                  <a:pt x="313905" y="58420"/>
                </a:lnTo>
                <a:lnTo>
                  <a:pt x="327418" y="70662"/>
                </a:lnTo>
                <a:lnTo>
                  <a:pt x="346405" y="80086"/>
                </a:lnTo>
                <a:lnTo>
                  <a:pt x="370319" y="86575"/>
                </a:lnTo>
                <a:lnTo>
                  <a:pt x="398640" y="89992"/>
                </a:lnTo>
                <a:lnTo>
                  <a:pt x="406793" y="69469"/>
                </a:lnTo>
                <a:close/>
              </a:path>
              <a:path w="617219" h="225425">
                <a:moveTo>
                  <a:pt x="415912" y="97447"/>
                </a:moveTo>
                <a:lnTo>
                  <a:pt x="212432" y="97447"/>
                </a:lnTo>
                <a:lnTo>
                  <a:pt x="212432" y="117703"/>
                </a:lnTo>
                <a:lnTo>
                  <a:pt x="300316" y="117703"/>
                </a:lnTo>
                <a:lnTo>
                  <a:pt x="300316" y="134112"/>
                </a:lnTo>
                <a:lnTo>
                  <a:pt x="236029" y="134112"/>
                </a:lnTo>
                <a:lnTo>
                  <a:pt x="236029" y="154012"/>
                </a:lnTo>
                <a:lnTo>
                  <a:pt x="363639" y="154012"/>
                </a:lnTo>
                <a:lnTo>
                  <a:pt x="363639" y="167957"/>
                </a:lnTo>
                <a:lnTo>
                  <a:pt x="236283" y="167957"/>
                </a:lnTo>
                <a:lnTo>
                  <a:pt x="236283" y="222694"/>
                </a:lnTo>
                <a:lnTo>
                  <a:pt x="396963" y="222694"/>
                </a:lnTo>
                <a:lnTo>
                  <a:pt x="396963" y="202171"/>
                </a:lnTo>
                <a:lnTo>
                  <a:pt x="263309" y="202171"/>
                </a:lnTo>
                <a:lnTo>
                  <a:pt x="263309" y="186728"/>
                </a:lnTo>
                <a:lnTo>
                  <a:pt x="390829" y="186728"/>
                </a:lnTo>
                <a:lnTo>
                  <a:pt x="390829" y="134112"/>
                </a:lnTo>
                <a:lnTo>
                  <a:pt x="327685" y="134112"/>
                </a:lnTo>
                <a:lnTo>
                  <a:pt x="327685" y="117703"/>
                </a:lnTo>
                <a:lnTo>
                  <a:pt x="415912" y="117703"/>
                </a:lnTo>
                <a:lnTo>
                  <a:pt x="415912" y="97447"/>
                </a:lnTo>
                <a:close/>
              </a:path>
              <a:path w="617219" h="225425">
                <a:moveTo>
                  <a:pt x="527748" y="122351"/>
                </a:moveTo>
                <a:lnTo>
                  <a:pt x="524078" y="101269"/>
                </a:lnTo>
                <a:lnTo>
                  <a:pt x="518985" y="92976"/>
                </a:lnTo>
                <a:lnTo>
                  <a:pt x="513943" y="84721"/>
                </a:lnTo>
                <a:lnTo>
                  <a:pt x="503453" y="77393"/>
                </a:lnTo>
                <a:lnTo>
                  <a:pt x="503453" y="122351"/>
                </a:lnTo>
                <a:lnTo>
                  <a:pt x="501573" y="134556"/>
                </a:lnTo>
                <a:lnTo>
                  <a:pt x="496455" y="143764"/>
                </a:lnTo>
                <a:lnTo>
                  <a:pt x="488683" y="149580"/>
                </a:lnTo>
                <a:lnTo>
                  <a:pt x="478815" y="151561"/>
                </a:lnTo>
                <a:lnTo>
                  <a:pt x="468807" y="149580"/>
                </a:lnTo>
                <a:lnTo>
                  <a:pt x="460997" y="143764"/>
                </a:lnTo>
                <a:lnTo>
                  <a:pt x="455930" y="134556"/>
                </a:lnTo>
                <a:lnTo>
                  <a:pt x="454164" y="122351"/>
                </a:lnTo>
                <a:lnTo>
                  <a:pt x="455930" y="110286"/>
                </a:lnTo>
                <a:lnTo>
                  <a:pt x="460997" y="101015"/>
                </a:lnTo>
                <a:lnTo>
                  <a:pt x="468807" y="95072"/>
                </a:lnTo>
                <a:lnTo>
                  <a:pt x="478815" y="92976"/>
                </a:lnTo>
                <a:lnTo>
                  <a:pt x="488683" y="95072"/>
                </a:lnTo>
                <a:lnTo>
                  <a:pt x="496455" y="101015"/>
                </a:lnTo>
                <a:lnTo>
                  <a:pt x="501573" y="110286"/>
                </a:lnTo>
                <a:lnTo>
                  <a:pt x="503453" y="122351"/>
                </a:lnTo>
                <a:lnTo>
                  <a:pt x="503453" y="77393"/>
                </a:lnTo>
                <a:lnTo>
                  <a:pt x="498475" y="73901"/>
                </a:lnTo>
                <a:lnTo>
                  <a:pt x="478815" y="69989"/>
                </a:lnTo>
                <a:lnTo>
                  <a:pt x="459168" y="73901"/>
                </a:lnTo>
                <a:lnTo>
                  <a:pt x="443649" y="84721"/>
                </a:lnTo>
                <a:lnTo>
                  <a:pt x="433489" y="101269"/>
                </a:lnTo>
                <a:lnTo>
                  <a:pt x="429869" y="122351"/>
                </a:lnTo>
                <a:lnTo>
                  <a:pt x="433489" y="143649"/>
                </a:lnTo>
                <a:lnTo>
                  <a:pt x="443649" y="160324"/>
                </a:lnTo>
                <a:lnTo>
                  <a:pt x="459168" y="171183"/>
                </a:lnTo>
                <a:lnTo>
                  <a:pt x="478815" y="175069"/>
                </a:lnTo>
                <a:lnTo>
                  <a:pt x="498475" y="171183"/>
                </a:lnTo>
                <a:lnTo>
                  <a:pt x="513943" y="160324"/>
                </a:lnTo>
                <a:lnTo>
                  <a:pt x="519264" y="151561"/>
                </a:lnTo>
                <a:lnTo>
                  <a:pt x="524078" y="143649"/>
                </a:lnTo>
                <a:lnTo>
                  <a:pt x="527748" y="122351"/>
                </a:lnTo>
                <a:close/>
              </a:path>
              <a:path w="617219" h="225425">
                <a:moveTo>
                  <a:pt x="533361" y="36144"/>
                </a:moveTo>
                <a:lnTo>
                  <a:pt x="492404" y="36144"/>
                </a:lnTo>
                <a:lnTo>
                  <a:pt x="492404" y="6934"/>
                </a:lnTo>
                <a:lnTo>
                  <a:pt x="465124" y="6934"/>
                </a:lnTo>
                <a:lnTo>
                  <a:pt x="465124" y="36144"/>
                </a:lnTo>
                <a:lnTo>
                  <a:pt x="423557" y="36144"/>
                </a:lnTo>
                <a:lnTo>
                  <a:pt x="423557" y="58331"/>
                </a:lnTo>
                <a:lnTo>
                  <a:pt x="533361" y="58331"/>
                </a:lnTo>
                <a:lnTo>
                  <a:pt x="533361" y="36144"/>
                </a:lnTo>
                <a:close/>
              </a:path>
              <a:path w="617219" h="225425">
                <a:moveTo>
                  <a:pt x="616775" y="533"/>
                </a:moveTo>
                <a:lnTo>
                  <a:pt x="590550" y="533"/>
                </a:lnTo>
                <a:lnTo>
                  <a:pt x="590550" y="92798"/>
                </a:lnTo>
                <a:lnTo>
                  <a:pt x="568540" y="92798"/>
                </a:lnTo>
                <a:lnTo>
                  <a:pt x="568540" y="5270"/>
                </a:lnTo>
                <a:lnTo>
                  <a:pt x="542658" y="5270"/>
                </a:lnTo>
                <a:lnTo>
                  <a:pt x="542658" y="214452"/>
                </a:lnTo>
                <a:lnTo>
                  <a:pt x="568540" y="214452"/>
                </a:lnTo>
                <a:lnTo>
                  <a:pt x="568540" y="115074"/>
                </a:lnTo>
                <a:lnTo>
                  <a:pt x="590550" y="115074"/>
                </a:lnTo>
                <a:lnTo>
                  <a:pt x="590550" y="224536"/>
                </a:lnTo>
                <a:lnTo>
                  <a:pt x="616775" y="224536"/>
                </a:lnTo>
                <a:lnTo>
                  <a:pt x="616775" y="115074"/>
                </a:lnTo>
                <a:lnTo>
                  <a:pt x="616775" y="92798"/>
                </a:lnTo>
                <a:lnTo>
                  <a:pt x="616775" y="53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4" name="object 7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238073" y="5499975"/>
            <a:ext cx="405042" cy="219618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2718479" y="5499800"/>
            <a:ext cx="394335" cy="224154"/>
            <a:chOff x="2718479" y="5499800"/>
            <a:chExt cx="394335" cy="224154"/>
          </a:xfrm>
        </p:grpSpPr>
        <p:pic>
          <p:nvPicPr>
            <p:cNvPr id="76" name="object 7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718479" y="5499800"/>
              <a:ext cx="189359" cy="22137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928636" y="5499800"/>
              <a:ext cx="184097" cy="224004"/>
            </a:xfrm>
            <a:prstGeom prst="rect">
              <a:avLst/>
            </a:prstGeom>
          </p:spPr>
        </p:pic>
      </p:grpSp>
      <p:pic>
        <p:nvPicPr>
          <p:cNvPr id="78" name="object 7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194764" y="5499800"/>
            <a:ext cx="184185" cy="224530"/>
          </a:xfrm>
          <a:prstGeom prst="rect">
            <a:avLst/>
          </a:prstGeom>
        </p:spPr>
      </p:pic>
      <p:sp>
        <p:nvSpPr>
          <p:cNvPr id="79" name="object 79"/>
          <p:cNvSpPr/>
          <p:nvPr/>
        </p:nvSpPr>
        <p:spPr>
          <a:xfrm>
            <a:off x="3427539" y="5508662"/>
            <a:ext cx="155575" cy="98425"/>
          </a:xfrm>
          <a:custGeom>
            <a:avLst/>
            <a:gdLst/>
            <a:ahLst/>
            <a:cxnLst/>
            <a:rect l="l" t="t" r="r" b="b"/>
            <a:pathLst>
              <a:path w="155575" h="98425">
                <a:moveTo>
                  <a:pt x="155155" y="0"/>
                </a:moveTo>
                <a:lnTo>
                  <a:pt x="127533" y="0"/>
                </a:lnTo>
                <a:lnTo>
                  <a:pt x="127533" y="27266"/>
                </a:lnTo>
                <a:lnTo>
                  <a:pt x="27190" y="27266"/>
                </a:lnTo>
                <a:lnTo>
                  <a:pt x="27190" y="596"/>
                </a:lnTo>
                <a:lnTo>
                  <a:pt x="0" y="596"/>
                </a:lnTo>
                <a:lnTo>
                  <a:pt x="0" y="27266"/>
                </a:lnTo>
                <a:lnTo>
                  <a:pt x="0" y="48856"/>
                </a:lnTo>
                <a:lnTo>
                  <a:pt x="0" y="75526"/>
                </a:lnTo>
                <a:lnTo>
                  <a:pt x="0" y="98386"/>
                </a:lnTo>
                <a:lnTo>
                  <a:pt x="155155" y="98386"/>
                </a:lnTo>
                <a:lnTo>
                  <a:pt x="155155" y="75958"/>
                </a:lnTo>
                <a:lnTo>
                  <a:pt x="155155" y="75526"/>
                </a:lnTo>
                <a:lnTo>
                  <a:pt x="155155" y="49288"/>
                </a:lnTo>
                <a:lnTo>
                  <a:pt x="127533" y="49288"/>
                </a:lnTo>
                <a:lnTo>
                  <a:pt x="127533" y="75526"/>
                </a:lnTo>
                <a:lnTo>
                  <a:pt x="27190" y="75526"/>
                </a:lnTo>
                <a:lnTo>
                  <a:pt x="27190" y="48856"/>
                </a:lnTo>
                <a:lnTo>
                  <a:pt x="155155" y="48856"/>
                </a:lnTo>
                <a:lnTo>
                  <a:pt x="155155" y="27546"/>
                </a:lnTo>
                <a:lnTo>
                  <a:pt x="155155" y="27266"/>
                </a:lnTo>
                <a:lnTo>
                  <a:pt x="155155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402723" y="5504179"/>
            <a:ext cx="417195" cy="219710"/>
          </a:xfrm>
          <a:custGeom>
            <a:avLst/>
            <a:gdLst/>
            <a:ahLst/>
            <a:cxnLst/>
            <a:rect l="l" t="t" r="r" b="b"/>
            <a:pathLst>
              <a:path w="417195" h="219710">
                <a:moveTo>
                  <a:pt x="204965" y="126047"/>
                </a:moveTo>
                <a:lnTo>
                  <a:pt x="0" y="126047"/>
                </a:lnTo>
                <a:lnTo>
                  <a:pt x="0" y="147891"/>
                </a:lnTo>
                <a:lnTo>
                  <a:pt x="88226" y="147891"/>
                </a:lnTo>
                <a:lnTo>
                  <a:pt x="88226" y="219633"/>
                </a:lnTo>
                <a:lnTo>
                  <a:pt x="115506" y="219633"/>
                </a:lnTo>
                <a:lnTo>
                  <a:pt x="115506" y="147891"/>
                </a:lnTo>
                <a:lnTo>
                  <a:pt x="204965" y="147891"/>
                </a:lnTo>
                <a:lnTo>
                  <a:pt x="204965" y="126047"/>
                </a:lnTo>
                <a:close/>
              </a:path>
              <a:path w="417195" h="219710">
                <a:moveTo>
                  <a:pt x="395478" y="66040"/>
                </a:moveTo>
                <a:lnTo>
                  <a:pt x="265328" y="66040"/>
                </a:lnTo>
                <a:lnTo>
                  <a:pt x="265328" y="50800"/>
                </a:lnTo>
                <a:lnTo>
                  <a:pt x="391617" y="50800"/>
                </a:lnTo>
                <a:lnTo>
                  <a:pt x="391617" y="33020"/>
                </a:lnTo>
                <a:lnTo>
                  <a:pt x="391617" y="19050"/>
                </a:lnTo>
                <a:lnTo>
                  <a:pt x="391617" y="0"/>
                </a:lnTo>
                <a:lnTo>
                  <a:pt x="237426" y="0"/>
                </a:lnTo>
                <a:lnTo>
                  <a:pt x="237426" y="19050"/>
                </a:lnTo>
                <a:lnTo>
                  <a:pt x="364083" y="19050"/>
                </a:lnTo>
                <a:lnTo>
                  <a:pt x="364083" y="33020"/>
                </a:lnTo>
                <a:lnTo>
                  <a:pt x="237959" y="33020"/>
                </a:lnTo>
                <a:lnTo>
                  <a:pt x="237959" y="50800"/>
                </a:lnTo>
                <a:lnTo>
                  <a:pt x="237959" y="66040"/>
                </a:lnTo>
                <a:lnTo>
                  <a:pt x="237959" y="85090"/>
                </a:lnTo>
                <a:lnTo>
                  <a:pt x="395478" y="85090"/>
                </a:lnTo>
                <a:lnTo>
                  <a:pt x="395478" y="66040"/>
                </a:lnTo>
                <a:close/>
              </a:path>
              <a:path w="417195" h="219710">
                <a:moveTo>
                  <a:pt x="398907" y="198120"/>
                </a:moveTo>
                <a:lnTo>
                  <a:pt x="263563" y="198120"/>
                </a:lnTo>
                <a:lnTo>
                  <a:pt x="263563" y="182880"/>
                </a:lnTo>
                <a:lnTo>
                  <a:pt x="392061" y="182880"/>
                </a:lnTo>
                <a:lnTo>
                  <a:pt x="392061" y="165100"/>
                </a:lnTo>
                <a:lnTo>
                  <a:pt x="392061" y="151130"/>
                </a:lnTo>
                <a:lnTo>
                  <a:pt x="392061" y="130810"/>
                </a:lnTo>
                <a:lnTo>
                  <a:pt x="235851" y="130810"/>
                </a:lnTo>
                <a:lnTo>
                  <a:pt x="235851" y="151130"/>
                </a:lnTo>
                <a:lnTo>
                  <a:pt x="364693" y="151130"/>
                </a:lnTo>
                <a:lnTo>
                  <a:pt x="364693" y="165100"/>
                </a:lnTo>
                <a:lnTo>
                  <a:pt x="236118" y="165100"/>
                </a:lnTo>
                <a:lnTo>
                  <a:pt x="236118" y="182880"/>
                </a:lnTo>
                <a:lnTo>
                  <a:pt x="236118" y="198120"/>
                </a:lnTo>
                <a:lnTo>
                  <a:pt x="236118" y="217170"/>
                </a:lnTo>
                <a:lnTo>
                  <a:pt x="398907" y="217170"/>
                </a:lnTo>
                <a:lnTo>
                  <a:pt x="398907" y="198120"/>
                </a:lnTo>
                <a:close/>
              </a:path>
              <a:path w="417195" h="219710">
                <a:moveTo>
                  <a:pt x="416966" y="97282"/>
                </a:moveTo>
                <a:lnTo>
                  <a:pt x="212001" y="97282"/>
                </a:lnTo>
                <a:lnTo>
                  <a:pt x="212001" y="117983"/>
                </a:lnTo>
                <a:lnTo>
                  <a:pt x="416966" y="117983"/>
                </a:lnTo>
                <a:lnTo>
                  <a:pt x="416966" y="9728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882097" y="5499810"/>
            <a:ext cx="614680" cy="224154"/>
          </a:xfrm>
          <a:custGeom>
            <a:avLst/>
            <a:gdLst/>
            <a:ahLst/>
            <a:cxnLst/>
            <a:rect l="l" t="t" r="r" b="b"/>
            <a:pathLst>
              <a:path w="614679" h="224154">
                <a:moveTo>
                  <a:pt x="64465" y="20434"/>
                </a:moveTo>
                <a:lnTo>
                  <a:pt x="41833" y="20434"/>
                </a:lnTo>
                <a:lnTo>
                  <a:pt x="41833" y="74371"/>
                </a:lnTo>
                <a:lnTo>
                  <a:pt x="41833" y="96215"/>
                </a:lnTo>
                <a:lnTo>
                  <a:pt x="41833" y="148742"/>
                </a:lnTo>
                <a:lnTo>
                  <a:pt x="22885" y="148742"/>
                </a:lnTo>
                <a:lnTo>
                  <a:pt x="22885" y="96215"/>
                </a:lnTo>
                <a:lnTo>
                  <a:pt x="41833" y="96215"/>
                </a:lnTo>
                <a:lnTo>
                  <a:pt x="41833" y="74371"/>
                </a:lnTo>
                <a:lnTo>
                  <a:pt x="22885" y="74371"/>
                </a:lnTo>
                <a:lnTo>
                  <a:pt x="22885" y="20434"/>
                </a:lnTo>
                <a:lnTo>
                  <a:pt x="0" y="20434"/>
                </a:lnTo>
                <a:lnTo>
                  <a:pt x="0" y="171462"/>
                </a:lnTo>
                <a:lnTo>
                  <a:pt x="64465" y="171462"/>
                </a:lnTo>
                <a:lnTo>
                  <a:pt x="64465" y="148742"/>
                </a:lnTo>
                <a:lnTo>
                  <a:pt x="64465" y="96215"/>
                </a:lnTo>
                <a:lnTo>
                  <a:pt x="64465" y="74371"/>
                </a:lnTo>
                <a:lnTo>
                  <a:pt x="64465" y="20434"/>
                </a:lnTo>
                <a:close/>
              </a:path>
              <a:path w="614679" h="224154">
                <a:moveTo>
                  <a:pt x="138747" y="20434"/>
                </a:moveTo>
                <a:lnTo>
                  <a:pt x="116039" y="20434"/>
                </a:lnTo>
                <a:lnTo>
                  <a:pt x="116039" y="74371"/>
                </a:lnTo>
                <a:lnTo>
                  <a:pt x="116039" y="96215"/>
                </a:lnTo>
                <a:lnTo>
                  <a:pt x="116039" y="148742"/>
                </a:lnTo>
                <a:lnTo>
                  <a:pt x="97180" y="148742"/>
                </a:lnTo>
                <a:lnTo>
                  <a:pt x="97180" y="96215"/>
                </a:lnTo>
                <a:lnTo>
                  <a:pt x="116039" y="96215"/>
                </a:lnTo>
                <a:lnTo>
                  <a:pt x="116039" y="74371"/>
                </a:lnTo>
                <a:lnTo>
                  <a:pt x="97180" y="74371"/>
                </a:lnTo>
                <a:lnTo>
                  <a:pt x="97180" y="20434"/>
                </a:lnTo>
                <a:lnTo>
                  <a:pt x="74637" y="20434"/>
                </a:lnTo>
                <a:lnTo>
                  <a:pt x="74637" y="171462"/>
                </a:lnTo>
                <a:lnTo>
                  <a:pt x="138747" y="171462"/>
                </a:lnTo>
                <a:lnTo>
                  <a:pt x="138747" y="148742"/>
                </a:lnTo>
                <a:lnTo>
                  <a:pt x="138747" y="96215"/>
                </a:lnTo>
                <a:lnTo>
                  <a:pt x="138747" y="74371"/>
                </a:lnTo>
                <a:lnTo>
                  <a:pt x="138747" y="20434"/>
                </a:lnTo>
                <a:close/>
              </a:path>
              <a:path w="614679" h="224154">
                <a:moveTo>
                  <a:pt x="206286" y="84366"/>
                </a:moveTo>
                <a:lnTo>
                  <a:pt x="181025" y="84366"/>
                </a:lnTo>
                <a:lnTo>
                  <a:pt x="181025" y="0"/>
                </a:lnTo>
                <a:lnTo>
                  <a:pt x="153746" y="0"/>
                </a:lnTo>
                <a:lnTo>
                  <a:pt x="153746" y="224002"/>
                </a:lnTo>
                <a:lnTo>
                  <a:pt x="181025" y="224002"/>
                </a:lnTo>
                <a:lnTo>
                  <a:pt x="181025" y="107442"/>
                </a:lnTo>
                <a:lnTo>
                  <a:pt x="206286" y="107442"/>
                </a:lnTo>
                <a:lnTo>
                  <a:pt x="206286" y="84366"/>
                </a:lnTo>
                <a:close/>
              </a:path>
              <a:path w="614679" h="224154">
                <a:moveTo>
                  <a:pt x="395224" y="117398"/>
                </a:moveTo>
                <a:lnTo>
                  <a:pt x="261200" y="117398"/>
                </a:lnTo>
                <a:lnTo>
                  <a:pt x="261200" y="88188"/>
                </a:lnTo>
                <a:lnTo>
                  <a:pt x="390042" y="88188"/>
                </a:lnTo>
                <a:lnTo>
                  <a:pt x="390042" y="65328"/>
                </a:lnTo>
                <a:lnTo>
                  <a:pt x="390042" y="38658"/>
                </a:lnTo>
                <a:lnTo>
                  <a:pt x="390042" y="15798"/>
                </a:lnTo>
                <a:lnTo>
                  <a:pt x="233311" y="15798"/>
                </a:lnTo>
                <a:lnTo>
                  <a:pt x="233311" y="38658"/>
                </a:lnTo>
                <a:lnTo>
                  <a:pt x="362762" y="38658"/>
                </a:lnTo>
                <a:lnTo>
                  <a:pt x="362762" y="65328"/>
                </a:lnTo>
                <a:lnTo>
                  <a:pt x="233667" y="65328"/>
                </a:lnTo>
                <a:lnTo>
                  <a:pt x="233667" y="88188"/>
                </a:lnTo>
                <a:lnTo>
                  <a:pt x="233667" y="117398"/>
                </a:lnTo>
                <a:lnTo>
                  <a:pt x="233667" y="138988"/>
                </a:lnTo>
                <a:lnTo>
                  <a:pt x="395224" y="138988"/>
                </a:lnTo>
                <a:lnTo>
                  <a:pt x="395224" y="117398"/>
                </a:lnTo>
                <a:close/>
              </a:path>
              <a:path w="614679" h="224154">
                <a:moveTo>
                  <a:pt x="414337" y="174967"/>
                </a:moveTo>
                <a:lnTo>
                  <a:pt x="209372" y="174967"/>
                </a:lnTo>
                <a:lnTo>
                  <a:pt x="209372" y="197599"/>
                </a:lnTo>
                <a:lnTo>
                  <a:pt x="414337" y="197599"/>
                </a:lnTo>
                <a:lnTo>
                  <a:pt x="414337" y="174967"/>
                </a:lnTo>
                <a:close/>
              </a:path>
              <a:path w="614679" h="224154">
                <a:moveTo>
                  <a:pt x="567220" y="5435"/>
                </a:moveTo>
                <a:lnTo>
                  <a:pt x="541261" y="5435"/>
                </a:lnTo>
                <a:lnTo>
                  <a:pt x="541261" y="88226"/>
                </a:lnTo>
                <a:lnTo>
                  <a:pt x="510120" y="88226"/>
                </a:lnTo>
                <a:lnTo>
                  <a:pt x="514032" y="73748"/>
                </a:lnTo>
                <a:lnTo>
                  <a:pt x="516750" y="58737"/>
                </a:lnTo>
                <a:lnTo>
                  <a:pt x="518337" y="43230"/>
                </a:lnTo>
                <a:lnTo>
                  <a:pt x="518896" y="27266"/>
                </a:lnTo>
                <a:lnTo>
                  <a:pt x="431012" y="27266"/>
                </a:lnTo>
                <a:lnTo>
                  <a:pt x="431012" y="49631"/>
                </a:lnTo>
                <a:lnTo>
                  <a:pt x="491439" y="49631"/>
                </a:lnTo>
                <a:lnTo>
                  <a:pt x="485000" y="81597"/>
                </a:lnTo>
                <a:lnTo>
                  <a:pt x="471385" y="110020"/>
                </a:lnTo>
                <a:lnTo>
                  <a:pt x="449834" y="135166"/>
                </a:lnTo>
                <a:lnTo>
                  <a:pt x="419608" y="157251"/>
                </a:lnTo>
                <a:lnTo>
                  <a:pt x="435305" y="176809"/>
                </a:lnTo>
                <a:lnTo>
                  <a:pt x="457111" y="162255"/>
                </a:lnTo>
                <a:lnTo>
                  <a:pt x="475170" y="146253"/>
                </a:lnTo>
                <a:lnTo>
                  <a:pt x="489750" y="128892"/>
                </a:lnTo>
                <a:lnTo>
                  <a:pt x="501091" y="110248"/>
                </a:lnTo>
                <a:lnTo>
                  <a:pt x="541261" y="110248"/>
                </a:lnTo>
                <a:lnTo>
                  <a:pt x="541261" y="213563"/>
                </a:lnTo>
                <a:lnTo>
                  <a:pt x="567220" y="213563"/>
                </a:lnTo>
                <a:lnTo>
                  <a:pt x="567220" y="110248"/>
                </a:lnTo>
                <a:lnTo>
                  <a:pt x="567220" y="88226"/>
                </a:lnTo>
                <a:lnTo>
                  <a:pt x="567220" y="5435"/>
                </a:lnTo>
                <a:close/>
              </a:path>
              <a:path w="614679" h="224154">
                <a:moveTo>
                  <a:pt x="614667" y="0"/>
                </a:moveTo>
                <a:lnTo>
                  <a:pt x="588619" y="0"/>
                </a:lnTo>
                <a:lnTo>
                  <a:pt x="588619" y="224002"/>
                </a:lnTo>
                <a:lnTo>
                  <a:pt x="614667" y="224002"/>
                </a:lnTo>
                <a:lnTo>
                  <a:pt x="614667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2" name="object 8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567188" y="5499800"/>
            <a:ext cx="407497" cy="221549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284600" y="5970032"/>
            <a:ext cx="102869" cy="102869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1544374" y="5897809"/>
            <a:ext cx="1475740" cy="241300"/>
            <a:chOff x="1544374" y="5897809"/>
            <a:chExt cx="1475740" cy="241300"/>
          </a:xfrm>
        </p:grpSpPr>
        <p:sp>
          <p:nvSpPr>
            <p:cNvPr id="85" name="object 85"/>
            <p:cNvSpPr/>
            <p:nvPr/>
          </p:nvSpPr>
          <p:spPr>
            <a:xfrm>
              <a:off x="1544370" y="5897816"/>
              <a:ext cx="819150" cy="225425"/>
            </a:xfrm>
            <a:custGeom>
              <a:avLst/>
              <a:gdLst/>
              <a:ahLst/>
              <a:cxnLst/>
              <a:rect l="l" t="t" r="r" b="b"/>
              <a:pathLst>
                <a:path w="819150" h="225425">
                  <a:moveTo>
                    <a:pt x="120764" y="71564"/>
                  </a:moveTo>
                  <a:lnTo>
                    <a:pt x="116141" y="49060"/>
                  </a:lnTo>
                  <a:lnTo>
                    <a:pt x="109359" y="39636"/>
                  </a:lnTo>
                  <a:lnTo>
                    <a:pt x="103390" y="31356"/>
                  </a:lnTo>
                  <a:lnTo>
                    <a:pt x="93675" y="25476"/>
                  </a:lnTo>
                  <a:lnTo>
                    <a:pt x="93675" y="71564"/>
                  </a:lnTo>
                  <a:lnTo>
                    <a:pt x="91097" y="85001"/>
                  </a:lnTo>
                  <a:lnTo>
                    <a:pt x="84048" y="95123"/>
                  </a:lnTo>
                  <a:lnTo>
                    <a:pt x="73507" y="101523"/>
                  </a:lnTo>
                  <a:lnTo>
                    <a:pt x="60426" y="103759"/>
                  </a:lnTo>
                  <a:lnTo>
                    <a:pt x="47078" y="101523"/>
                  </a:lnTo>
                  <a:lnTo>
                    <a:pt x="36436" y="95123"/>
                  </a:lnTo>
                  <a:lnTo>
                    <a:pt x="29425" y="85001"/>
                  </a:lnTo>
                  <a:lnTo>
                    <a:pt x="26924" y="71564"/>
                  </a:lnTo>
                  <a:lnTo>
                    <a:pt x="29425" y="58407"/>
                  </a:lnTo>
                  <a:lnTo>
                    <a:pt x="36436" y="48336"/>
                  </a:lnTo>
                  <a:lnTo>
                    <a:pt x="47078" y="41910"/>
                  </a:lnTo>
                  <a:lnTo>
                    <a:pt x="60426" y="39636"/>
                  </a:lnTo>
                  <a:lnTo>
                    <a:pt x="73507" y="41910"/>
                  </a:lnTo>
                  <a:lnTo>
                    <a:pt x="84048" y="48336"/>
                  </a:lnTo>
                  <a:lnTo>
                    <a:pt x="91097" y="58407"/>
                  </a:lnTo>
                  <a:lnTo>
                    <a:pt x="93675" y="71564"/>
                  </a:lnTo>
                  <a:lnTo>
                    <a:pt x="93675" y="25476"/>
                  </a:lnTo>
                  <a:lnTo>
                    <a:pt x="84251" y="19761"/>
                  </a:lnTo>
                  <a:lnTo>
                    <a:pt x="60426" y="15608"/>
                  </a:lnTo>
                  <a:lnTo>
                    <a:pt x="36576" y="19761"/>
                  </a:lnTo>
                  <a:lnTo>
                    <a:pt x="17386" y="31356"/>
                  </a:lnTo>
                  <a:lnTo>
                    <a:pt x="4610" y="49060"/>
                  </a:lnTo>
                  <a:lnTo>
                    <a:pt x="0" y="71564"/>
                  </a:lnTo>
                  <a:lnTo>
                    <a:pt x="4610" y="94348"/>
                  </a:lnTo>
                  <a:lnTo>
                    <a:pt x="17386" y="112141"/>
                  </a:lnTo>
                  <a:lnTo>
                    <a:pt x="36576" y="123698"/>
                  </a:lnTo>
                  <a:lnTo>
                    <a:pt x="60426" y="127787"/>
                  </a:lnTo>
                  <a:lnTo>
                    <a:pt x="84251" y="123698"/>
                  </a:lnTo>
                  <a:lnTo>
                    <a:pt x="103390" y="112141"/>
                  </a:lnTo>
                  <a:lnTo>
                    <a:pt x="109397" y="103759"/>
                  </a:lnTo>
                  <a:lnTo>
                    <a:pt x="116141" y="94348"/>
                  </a:lnTo>
                  <a:lnTo>
                    <a:pt x="120764" y="71564"/>
                  </a:lnTo>
                  <a:close/>
                </a:path>
                <a:path w="819150" h="225425">
                  <a:moveTo>
                    <a:pt x="182600" y="876"/>
                  </a:moveTo>
                  <a:lnTo>
                    <a:pt x="154978" y="876"/>
                  </a:lnTo>
                  <a:lnTo>
                    <a:pt x="154978" y="162877"/>
                  </a:lnTo>
                  <a:lnTo>
                    <a:pt x="182600" y="162877"/>
                  </a:lnTo>
                  <a:lnTo>
                    <a:pt x="182600" y="876"/>
                  </a:lnTo>
                  <a:close/>
                </a:path>
                <a:path w="819150" h="225425">
                  <a:moveTo>
                    <a:pt x="188925" y="198132"/>
                  </a:moveTo>
                  <a:lnTo>
                    <a:pt x="62090" y="198132"/>
                  </a:lnTo>
                  <a:lnTo>
                    <a:pt x="62090" y="146380"/>
                  </a:lnTo>
                  <a:lnTo>
                    <a:pt x="34290" y="146380"/>
                  </a:lnTo>
                  <a:lnTo>
                    <a:pt x="34290" y="220497"/>
                  </a:lnTo>
                  <a:lnTo>
                    <a:pt x="188925" y="220497"/>
                  </a:lnTo>
                  <a:lnTo>
                    <a:pt x="188925" y="198132"/>
                  </a:lnTo>
                  <a:close/>
                </a:path>
                <a:path w="819150" h="225425">
                  <a:moveTo>
                    <a:pt x="340055" y="102184"/>
                  </a:moveTo>
                  <a:lnTo>
                    <a:pt x="303530" y="78320"/>
                  </a:lnTo>
                  <a:lnTo>
                    <a:pt x="287337" y="36309"/>
                  </a:lnTo>
                  <a:lnTo>
                    <a:pt x="287337" y="12547"/>
                  </a:lnTo>
                  <a:lnTo>
                    <a:pt x="259791" y="12547"/>
                  </a:lnTo>
                  <a:lnTo>
                    <a:pt x="259791" y="33769"/>
                  </a:lnTo>
                  <a:lnTo>
                    <a:pt x="256311" y="57175"/>
                  </a:lnTo>
                  <a:lnTo>
                    <a:pt x="246087" y="78333"/>
                  </a:lnTo>
                  <a:lnTo>
                    <a:pt x="229133" y="95821"/>
                  </a:lnTo>
                  <a:lnTo>
                    <a:pt x="205422" y="108229"/>
                  </a:lnTo>
                  <a:lnTo>
                    <a:pt x="220332" y="129984"/>
                  </a:lnTo>
                  <a:lnTo>
                    <a:pt x="238264" y="121361"/>
                  </a:lnTo>
                  <a:lnTo>
                    <a:pt x="253212" y="109613"/>
                  </a:lnTo>
                  <a:lnTo>
                    <a:pt x="265150" y="95123"/>
                  </a:lnTo>
                  <a:lnTo>
                    <a:pt x="274002" y="78320"/>
                  </a:lnTo>
                  <a:lnTo>
                    <a:pt x="282689" y="93027"/>
                  </a:lnTo>
                  <a:lnTo>
                    <a:pt x="294195" y="105727"/>
                  </a:lnTo>
                  <a:lnTo>
                    <a:pt x="308444" y="116065"/>
                  </a:lnTo>
                  <a:lnTo>
                    <a:pt x="325310" y="123672"/>
                  </a:lnTo>
                  <a:lnTo>
                    <a:pt x="340055" y="102184"/>
                  </a:lnTo>
                  <a:close/>
                </a:path>
                <a:path w="819150" h="225425">
                  <a:moveTo>
                    <a:pt x="386880" y="181991"/>
                  </a:moveTo>
                  <a:lnTo>
                    <a:pt x="381685" y="164122"/>
                  </a:lnTo>
                  <a:lnTo>
                    <a:pt x="378498" y="161290"/>
                  </a:lnTo>
                  <a:lnTo>
                    <a:pt x="366750" y="150825"/>
                  </a:lnTo>
                  <a:lnTo>
                    <a:pt x="359778" y="148386"/>
                  </a:lnTo>
                  <a:lnTo>
                    <a:pt x="359778" y="181991"/>
                  </a:lnTo>
                  <a:lnTo>
                    <a:pt x="356616" y="191046"/>
                  </a:lnTo>
                  <a:lnTo>
                    <a:pt x="347345" y="197561"/>
                  </a:lnTo>
                  <a:lnTo>
                    <a:pt x="332333" y="201498"/>
                  </a:lnTo>
                  <a:lnTo>
                    <a:pt x="311899" y="202869"/>
                  </a:lnTo>
                  <a:lnTo>
                    <a:pt x="291338" y="201498"/>
                  </a:lnTo>
                  <a:lnTo>
                    <a:pt x="276148" y="197561"/>
                  </a:lnTo>
                  <a:lnTo>
                    <a:pt x="266750" y="191046"/>
                  </a:lnTo>
                  <a:lnTo>
                    <a:pt x="263563" y="181991"/>
                  </a:lnTo>
                  <a:lnTo>
                    <a:pt x="266750" y="173202"/>
                  </a:lnTo>
                  <a:lnTo>
                    <a:pt x="276148" y="166712"/>
                  </a:lnTo>
                  <a:lnTo>
                    <a:pt x="291338" y="162674"/>
                  </a:lnTo>
                  <a:lnTo>
                    <a:pt x="311899" y="161290"/>
                  </a:lnTo>
                  <a:lnTo>
                    <a:pt x="332333" y="162674"/>
                  </a:lnTo>
                  <a:lnTo>
                    <a:pt x="347345" y="166712"/>
                  </a:lnTo>
                  <a:lnTo>
                    <a:pt x="356616" y="173202"/>
                  </a:lnTo>
                  <a:lnTo>
                    <a:pt x="359778" y="181991"/>
                  </a:lnTo>
                  <a:lnTo>
                    <a:pt x="359778" y="148386"/>
                  </a:lnTo>
                  <a:lnTo>
                    <a:pt x="343154" y="142532"/>
                  </a:lnTo>
                  <a:lnTo>
                    <a:pt x="311899" y="139712"/>
                  </a:lnTo>
                  <a:lnTo>
                    <a:pt x="280263" y="142532"/>
                  </a:lnTo>
                  <a:lnTo>
                    <a:pt x="256362" y="150825"/>
                  </a:lnTo>
                  <a:lnTo>
                    <a:pt x="241261" y="164122"/>
                  </a:lnTo>
                  <a:lnTo>
                    <a:pt x="236029" y="181991"/>
                  </a:lnTo>
                  <a:lnTo>
                    <a:pt x="241261" y="200088"/>
                  </a:lnTo>
                  <a:lnTo>
                    <a:pt x="256362" y="213461"/>
                  </a:lnTo>
                  <a:lnTo>
                    <a:pt x="280263" y="221729"/>
                  </a:lnTo>
                  <a:lnTo>
                    <a:pt x="311899" y="224536"/>
                  </a:lnTo>
                  <a:lnTo>
                    <a:pt x="343154" y="221729"/>
                  </a:lnTo>
                  <a:lnTo>
                    <a:pt x="366750" y="213461"/>
                  </a:lnTo>
                  <a:lnTo>
                    <a:pt x="378574" y="202869"/>
                  </a:lnTo>
                  <a:lnTo>
                    <a:pt x="381685" y="200088"/>
                  </a:lnTo>
                  <a:lnTo>
                    <a:pt x="386880" y="181991"/>
                  </a:lnTo>
                  <a:close/>
                </a:path>
                <a:path w="819150" h="225425">
                  <a:moveTo>
                    <a:pt x="416179" y="55079"/>
                  </a:moveTo>
                  <a:lnTo>
                    <a:pt x="384873" y="55079"/>
                  </a:lnTo>
                  <a:lnTo>
                    <a:pt x="384873" y="698"/>
                  </a:lnTo>
                  <a:lnTo>
                    <a:pt x="357149" y="698"/>
                  </a:lnTo>
                  <a:lnTo>
                    <a:pt x="357149" y="134721"/>
                  </a:lnTo>
                  <a:lnTo>
                    <a:pt x="384873" y="134721"/>
                  </a:lnTo>
                  <a:lnTo>
                    <a:pt x="384873" y="78054"/>
                  </a:lnTo>
                  <a:lnTo>
                    <a:pt x="416179" y="78054"/>
                  </a:lnTo>
                  <a:lnTo>
                    <a:pt x="416179" y="55079"/>
                  </a:lnTo>
                  <a:close/>
                </a:path>
                <a:path w="819150" h="225425">
                  <a:moveTo>
                    <a:pt x="554062" y="108140"/>
                  </a:moveTo>
                  <a:lnTo>
                    <a:pt x="517893" y="87528"/>
                  </a:lnTo>
                  <a:lnTo>
                    <a:pt x="500481" y="49110"/>
                  </a:lnTo>
                  <a:lnTo>
                    <a:pt x="500481" y="47536"/>
                  </a:lnTo>
                  <a:lnTo>
                    <a:pt x="547306" y="47536"/>
                  </a:lnTo>
                  <a:lnTo>
                    <a:pt x="547306" y="25615"/>
                  </a:lnTo>
                  <a:lnTo>
                    <a:pt x="500824" y="25615"/>
                  </a:lnTo>
                  <a:lnTo>
                    <a:pt x="500824" y="0"/>
                  </a:lnTo>
                  <a:lnTo>
                    <a:pt x="473024" y="0"/>
                  </a:lnTo>
                  <a:lnTo>
                    <a:pt x="473024" y="25615"/>
                  </a:lnTo>
                  <a:lnTo>
                    <a:pt x="426097" y="25615"/>
                  </a:lnTo>
                  <a:lnTo>
                    <a:pt x="426097" y="47536"/>
                  </a:lnTo>
                  <a:lnTo>
                    <a:pt x="473024" y="47536"/>
                  </a:lnTo>
                  <a:lnTo>
                    <a:pt x="473024" y="49110"/>
                  </a:lnTo>
                  <a:lnTo>
                    <a:pt x="469544" y="68910"/>
                  </a:lnTo>
                  <a:lnTo>
                    <a:pt x="459219" y="86969"/>
                  </a:lnTo>
                  <a:lnTo>
                    <a:pt x="442277" y="101892"/>
                  </a:lnTo>
                  <a:lnTo>
                    <a:pt x="418909" y="112268"/>
                  </a:lnTo>
                  <a:lnTo>
                    <a:pt x="432333" y="133756"/>
                  </a:lnTo>
                  <a:lnTo>
                    <a:pt x="450557" y="126238"/>
                  </a:lnTo>
                  <a:lnTo>
                    <a:pt x="465848" y="115773"/>
                  </a:lnTo>
                  <a:lnTo>
                    <a:pt x="478053" y="102743"/>
                  </a:lnTo>
                  <a:lnTo>
                    <a:pt x="487057" y="87528"/>
                  </a:lnTo>
                  <a:lnTo>
                    <a:pt x="496163" y="101434"/>
                  </a:lnTo>
                  <a:lnTo>
                    <a:pt x="508292" y="113398"/>
                  </a:lnTo>
                  <a:lnTo>
                    <a:pt x="523328" y="123037"/>
                  </a:lnTo>
                  <a:lnTo>
                    <a:pt x="541172" y="129984"/>
                  </a:lnTo>
                  <a:lnTo>
                    <a:pt x="554062" y="108140"/>
                  </a:lnTo>
                  <a:close/>
                </a:path>
                <a:path w="819150" h="225425">
                  <a:moveTo>
                    <a:pt x="596861" y="147878"/>
                  </a:moveTo>
                  <a:lnTo>
                    <a:pt x="447408" y="147878"/>
                  </a:lnTo>
                  <a:lnTo>
                    <a:pt x="447408" y="170065"/>
                  </a:lnTo>
                  <a:lnTo>
                    <a:pt x="569150" y="170065"/>
                  </a:lnTo>
                  <a:lnTo>
                    <a:pt x="569150" y="225056"/>
                  </a:lnTo>
                  <a:lnTo>
                    <a:pt x="596861" y="225056"/>
                  </a:lnTo>
                  <a:lnTo>
                    <a:pt x="596861" y="147878"/>
                  </a:lnTo>
                  <a:close/>
                </a:path>
                <a:path w="819150" h="225425">
                  <a:moveTo>
                    <a:pt x="628180" y="57442"/>
                  </a:moveTo>
                  <a:lnTo>
                    <a:pt x="596861" y="57442"/>
                  </a:lnTo>
                  <a:lnTo>
                    <a:pt x="596861" y="698"/>
                  </a:lnTo>
                  <a:lnTo>
                    <a:pt x="569150" y="698"/>
                  </a:lnTo>
                  <a:lnTo>
                    <a:pt x="569150" y="137871"/>
                  </a:lnTo>
                  <a:lnTo>
                    <a:pt x="596861" y="137871"/>
                  </a:lnTo>
                  <a:lnTo>
                    <a:pt x="596861" y="80695"/>
                  </a:lnTo>
                  <a:lnTo>
                    <a:pt x="628180" y="80695"/>
                  </a:lnTo>
                  <a:lnTo>
                    <a:pt x="628180" y="57442"/>
                  </a:lnTo>
                  <a:close/>
                </a:path>
                <a:path w="819150" h="225425">
                  <a:moveTo>
                    <a:pt x="766241" y="70345"/>
                  </a:moveTo>
                  <a:lnTo>
                    <a:pt x="761580" y="48437"/>
                  </a:lnTo>
                  <a:lnTo>
                    <a:pt x="755319" y="40081"/>
                  </a:lnTo>
                  <a:lnTo>
                    <a:pt x="748741" y="31305"/>
                  </a:lnTo>
                  <a:lnTo>
                    <a:pt x="739317" y="25908"/>
                  </a:lnTo>
                  <a:lnTo>
                    <a:pt x="739317" y="70345"/>
                  </a:lnTo>
                  <a:lnTo>
                    <a:pt x="736688" y="82981"/>
                  </a:lnTo>
                  <a:lnTo>
                    <a:pt x="729424" y="92506"/>
                  </a:lnTo>
                  <a:lnTo>
                    <a:pt x="718439" y="98513"/>
                  </a:lnTo>
                  <a:lnTo>
                    <a:pt x="704672" y="100596"/>
                  </a:lnTo>
                  <a:lnTo>
                    <a:pt x="691007" y="98513"/>
                  </a:lnTo>
                  <a:lnTo>
                    <a:pt x="680135" y="92506"/>
                  </a:lnTo>
                  <a:lnTo>
                    <a:pt x="672973" y="82981"/>
                  </a:lnTo>
                  <a:lnTo>
                    <a:pt x="670458" y="70345"/>
                  </a:lnTo>
                  <a:lnTo>
                    <a:pt x="672973" y="57772"/>
                  </a:lnTo>
                  <a:lnTo>
                    <a:pt x="680135" y="48234"/>
                  </a:lnTo>
                  <a:lnTo>
                    <a:pt x="691007" y="42189"/>
                  </a:lnTo>
                  <a:lnTo>
                    <a:pt x="704672" y="40081"/>
                  </a:lnTo>
                  <a:lnTo>
                    <a:pt x="718477" y="42189"/>
                  </a:lnTo>
                  <a:lnTo>
                    <a:pt x="729462" y="48234"/>
                  </a:lnTo>
                  <a:lnTo>
                    <a:pt x="736701" y="57772"/>
                  </a:lnTo>
                  <a:lnTo>
                    <a:pt x="739317" y="70345"/>
                  </a:lnTo>
                  <a:lnTo>
                    <a:pt x="739317" y="25908"/>
                  </a:lnTo>
                  <a:lnTo>
                    <a:pt x="729259" y="20129"/>
                  </a:lnTo>
                  <a:lnTo>
                    <a:pt x="704672" y="16141"/>
                  </a:lnTo>
                  <a:lnTo>
                    <a:pt x="680161" y="20129"/>
                  </a:lnTo>
                  <a:lnTo>
                    <a:pt x="660628" y="31305"/>
                  </a:lnTo>
                  <a:lnTo>
                    <a:pt x="647725" y="48437"/>
                  </a:lnTo>
                  <a:lnTo>
                    <a:pt x="643102" y="70345"/>
                  </a:lnTo>
                  <a:lnTo>
                    <a:pt x="647725" y="92278"/>
                  </a:lnTo>
                  <a:lnTo>
                    <a:pt x="660628" y="109410"/>
                  </a:lnTo>
                  <a:lnTo>
                    <a:pt x="680161" y="120561"/>
                  </a:lnTo>
                  <a:lnTo>
                    <a:pt x="704672" y="124548"/>
                  </a:lnTo>
                  <a:lnTo>
                    <a:pt x="729259" y="120561"/>
                  </a:lnTo>
                  <a:lnTo>
                    <a:pt x="748741" y="109410"/>
                  </a:lnTo>
                  <a:lnTo>
                    <a:pt x="755345" y="100596"/>
                  </a:lnTo>
                  <a:lnTo>
                    <a:pt x="761580" y="92278"/>
                  </a:lnTo>
                  <a:lnTo>
                    <a:pt x="766241" y="70345"/>
                  </a:lnTo>
                  <a:close/>
                </a:path>
                <a:path w="819150" h="225425">
                  <a:moveTo>
                    <a:pt x="779919" y="168224"/>
                  </a:moveTo>
                  <a:lnTo>
                    <a:pt x="777811" y="148221"/>
                  </a:lnTo>
                  <a:lnTo>
                    <a:pt x="740410" y="152298"/>
                  </a:lnTo>
                  <a:lnTo>
                    <a:pt x="702386" y="154495"/>
                  </a:lnTo>
                  <a:lnTo>
                    <a:pt x="665873" y="155371"/>
                  </a:lnTo>
                  <a:lnTo>
                    <a:pt x="633006" y="155498"/>
                  </a:lnTo>
                  <a:lnTo>
                    <a:pt x="636346" y="178219"/>
                  </a:lnTo>
                  <a:lnTo>
                    <a:pt x="668451" y="178015"/>
                  </a:lnTo>
                  <a:lnTo>
                    <a:pt x="704189" y="176834"/>
                  </a:lnTo>
                  <a:lnTo>
                    <a:pt x="741895" y="173850"/>
                  </a:lnTo>
                  <a:lnTo>
                    <a:pt x="779919" y="168224"/>
                  </a:lnTo>
                  <a:close/>
                </a:path>
                <a:path w="819150" h="225425">
                  <a:moveTo>
                    <a:pt x="818692" y="698"/>
                  </a:moveTo>
                  <a:lnTo>
                    <a:pt x="791146" y="698"/>
                  </a:lnTo>
                  <a:lnTo>
                    <a:pt x="791146" y="225234"/>
                  </a:lnTo>
                  <a:lnTo>
                    <a:pt x="818692" y="225234"/>
                  </a:lnTo>
                  <a:lnTo>
                    <a:pt x="818692" y="69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404034" y="5915789"/>
              <a:ext cx="386458" cy="222951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812255" y="5915789"/>
              <a:ext cx="207525" cy="222951"/>
            </a:xfrm>
            <a:prstGeom prst="rect">
              <a:avLst/>
            </a:prstGeom>
          </p:spPr>
        </p:pic>
      </p:grpSp>
      <p:grpSp>
        <p:nvGrpSpPr>
          <p:cNvPr id="88" name="object 88"/>
          <p:cNvGrpSpPr/>
          <p:nvPr/>
        </p:nvGrpSpPr>
        <p:grpSpPr>
          <a:xfrm>
            <a:off x="3093999" y="5898511"/>
            <a:ext cx="633730" cy="224790"/>
            <a:chOff x="3093999" y="5898511"/>
            <a:chExt cx="633730" cy="224790"/>
          </a:xfrm>
        </p:grpSpPr>
        <p:pic>
          <p:nvPicPr>
            <p:cNvPr id="89" name="object 8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093999" y="5898511"/>
              <a:ext cx="189096" cy="224179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306700" y="5898511"/>
              <a:ext cx="420742" cy="224004"/>
            </a:xfrm>
            <a:prstGeom prst="rect">
              <a:avLst/>
            </a:prstGeom>
          </p:spPr>
        </p:pic>
      </p:grpSp>
      <p:sp>
        <p:nvSpPr>
          <p:cNvPr id="91" name="object 91"/>
          <p:cNvSpPr/>
          <p:nvPr/>
        </p:nvSpPr>
        <p:spPr>
          <a:xfrm>
            <a:off x="3786238" y="5896762"/>
            <a:ext cx="629285" cy="224154"/>
          </a:xfrm>
          <a:custGeom>
            <a:avLst/>
            <a:gdLst/>
            <a:ahLst/>
            <a:cxnLst/>
            <a:rect l="l" t="t" r="r" b="b"/>
            <a:pathLst>
              <a:path w="629285" h="224154">
                <a:moveTo>
                  <a:pt x="184721" y="1752"/>
                </a:moveTo>
                <a:lnTo>
                  <a:pt x="157175" y="1752"/>
                </a:lnTo>
                <a:lnTo>
                  <a:pt x="157175" y="31394"/>
                </a:lnTo>
                <a:lnTo>
                  <a:pt x="111836" y="31394"/>
                </a:lnTo>
                <a:lnTo>
                  <a:pt x="112890" y="24993"/>
                </a:lnTo>
                <a:lnTo>
                  <a:pt x="113411" y="18326"/>
                </a:lnTo>
                <a:lnTo>
                  <a:pt x="113411" y="11315"/>
                </a:lnTo>
                <a:lnTo>
                  <a:pt x="12192" y="11315"/>
                </a:lnTo>
                <a:lnTo>
                  <a:pt x="12192" y="33591"/>
                </a:lnTo>
                <a:lnTo>
                  <a:pt x="82804" y="33591"/>
                </a:lnTo>
                <a:lnTo>
                  <a:pt x="75641" y="54673"/>
                </a:lnTo>
                <a:lnTo>
                  <a:pt x="59690" y="72707"/>
                </a:lnTo>
                <a:lnTo>
                  <a:pt x="34594" y="87198"/>
                </a:lnTo>
                <a:lnTo>
                  <a:pt x="0" y="97624"/>
                </a:lnTo>
                <a:lnTo>
                  <a:pt x="9474" y="120154"/>
                </a:lnTo>
                <a:lnTo>
                  <a:pt x="43484" y="109715"/>
                </a:lnTo>
                <a:lnTo>
                  <a:pt x="71031" y="95046"/>
                </a:lnTo>
                <a:lnTo>
                  <a:pt x="91897" y="76047"/>
                </a:lnTo>
                <a:lnTo>
                  <a:pt x="105867" y="52628"/>
                </a:lnTo>
                <a:lnTo>
                  <a:pt x="157175" y="52628"/>
                </a:lnTo>
                <a:lnTo>
                  <a:pt x="157175" y="74637"/>
                </a:lnTo>
                <a:lnTo>
                  <a:pt x="103149" y="74637"/>
                </a:lnTo>
                <a:lnTo>
                  <a:pt x="103149" y="95783"/>
                </a:lnTo>
                <a:lnTo>
                  <a:pt x="157175" y="95783"/>
                </a:lnTo>
                <a:lnTo>
                  <a:pt x="157175" y="115163"/>
                </a:lnTo>
                <a:lnTo>
                  <a:pt x="184721" y="115163"/>
                </a:lnTo>
                <a:lnTo>
                  <a:pt x="184721" y="52628"/>
                </a:lnTo>
                <a:lnTo>
                  <a:pt x="184721" y="31394"/>
                </a:lnTo>
                <a:lnTo>
                  <a:pt x="184721" y="1752"/>
                </a:lnTo>
                <a:close/>
              </a:path>
              <a:path w="629285" h="224154">
                <a:moveTo>
                  <a:pt x="190500" y="201549"/>
                </a:moveTo>
                <a:lnTo>
                  <a:pt x="64909" y="201549"/>
                </a:lnTo>
                <a:lnTo>
                  <a:pt x="64909" y="183045"/>
                </a:lnTo>
                <a:lnTo>
                  <a:pt x="184721" y="183045"/>
                </a:lnTo>
                <a:lnTo>
                  <a:pt x="184721" y="123926"/>
                </a:lnTo>
                <a:lnTo>
                  <a:pt x="37020" y="123926"/>
                </a:lnTo>
                <a:lnTo>
                  <a:pt x="37020" y="145770"/>
                </a:lnTo>
                <a:lnTo>
                  <a:pt x="156997" y="145770"/>
                </a:lnTo>
                <a:lnTo>
                  <a:pt x="156997" y="162433"/>
                </a:lnTo>
                <a:lnTo>
                  <a:pt x="37363" y="162433"/>
                </a:lnTo>
                <a:lnTo>
                  <a:pt x="37363" y="223659"/>
                </a:lnTo>
                <a:lnTo>
                  <a:pt x="190500" y="223659"/>
                </a:lnTo>
                <a:lnTo>
                  <a:pt x="190500" y="201549"/>
                </a:lnTo>
                <a:close/>
              </a:path>
              <a:path w="629285" h="224154">
                <a:moveTo>
                  <a:pt x="330403" y="91655"/>
                </a:moveTo>
                <a:lnTo>
                  <a:pt x="326377" y="75476"/>
                </a:lnTo>
                <a:lnTo>
                  <a:pt x="323875" y="72707"/>
                </a:lnTo>
                <a:lnTo>
                  <a:pt x="315163" y="63042"/>
                </a:lnTo>
                <a:lnTo>
                  <a:pt x="304266" y="58000"/>
                </a:lnTo>
                <a:lnTo>
                  <a:pt x="304266" y="91655"/>
                </a:lnTo>
                <a:lnTo>
                  <a:pt x="302120" y="99796"/>
                </a:lnTo>
                <a:lnTo>
                  <a:pt x="296303" y="105829"/>
                </a:lnTo>
                <a:lnTo>
                  <a:pt x="287337" y="109575"/>
                </a:lnTo>
                <a:lnTo>
                  <a:pt x="275767" y="110858"/>
                </a:lnTo>
                <a:lnTo>
                  <a:pt x="264096" y="109575"/>
                </a:lnTo>
                <a:lnTo>
                  <a:pt x="255117" y="105829"/>
                </a:lnTo>
                <a:lnTo>
                  <a:pt x="249389" y="99796"/>
                </a:lnTo>
                <a:lnTo>
                  <a:pt x="247434" y="91655"/>
                </a:lnTo>
                <a:lnTo>
                  <a:pt x="249389" y="83705"/>
                </a:lnTo>
                <a:lnTo>
                  <a:pt x="255117" y="77711"/>
                </a:lnTo>
                <a:lnTo>
                  <a:pt x="264096" y="73939"/>
                </a:lnTo>
                <a:lnTo>
                  <a:pt x="275767" y="72707"/>
                </a:lnTo>
                <a:lnTo>
                  <a:pt x="287337" y="73939"/>
                </a:lnTo>
                <a:lnTo>
                  <a:pt x="296303" y="77711"/>
                </a:lnTo>
                <a:lnTo>
                  <a:pt x="302120" y="83705"/>
                </a:lnTo>
                <a:lnTo>
                  <a:pt x="304266" y="91655"/>
                </a:lnTo>
                <a:lnTo>
                  <a:pt x="304266" y="58000"/>
                </a:lnTo>
                <a:lnTo>
                  <a:pt x="297903" y="55054"/>
                </a:lnTo>
                <a:lnTo>
                  <a:pt x="275767" y="52184"/>
                </a:lnTo>
                <a:lnTo>
                  <a:pt x="253276" y="55054"/>
                </a:lnTo>
                <a:lnTo>
                  <a:pt x="235864" y="63042"/>
                </a:lnTo>
                <a:lnTo>
                  <a:pt x="224624" y="75476"/>
                </a:lnTo>
                <a:lnTo>
                  <a:pt x="220687" y="91655"/>
                </a:lnTo>
                <a:lnTo>
                  <a:pt x="224624" y="107950"/>
                </a:lnTo>
                <a:lnTo>
                  <a:pt x="235864" y="120434"/>
                </a:lnTo>
                <a:lnTo>
                  <a:pt x="253276" y="128397"/>
                </a:lnTo>
                <a:lnTo>
                  <a:pt x="275767" y="131127"/>
                </a:lnTo>
                <a:lnTo>
                  <a:pt x="297903" y="128397"/>
                </a:lnTo>
                <a:lnTo>
                  <a:pt x="315163" y="120434"/>
                </a:lnTo>
                <a:lnTo>
                  <a:pt x="323761" y="110858"/>
                </a:lnTo>
                <a:lnTo>
                  <a:pt x="326377" y="107950"/>
                </a:lnTo>
                <a:lnTo>
                  <a:pt x="330403" y="91655"/>
                </a:lnTo>
                <a:close/>
              </a:path>
              <a:path w="629285" h="224154">
                <a:moveTo>
                  <a:pt x="342163" y="22631"/>
                </a:moveTo>
                <a:lnTo>
                  <a:pt x="289445" y="22631"/>
                </a:lnTo>
                <a:lnTo>
                  <a:pt x="289445" y="0"/>
                </a:lnTo>
                <a:lnTo>
                  <a:pt x="262001" y="0"/>
                </a:lnTo>
                <a:lnTo>
                  <a:pt x="262001" y="22631"/>
                </a:lnTo>
                <a:lnTo>
                  <a:pt x="209105" y="22631"/>
                </a:lnTo>
                <a:lnTo>
                  <a:pt x="209105" y="44551"/>
                </a:lnTo>
                <a:lnTo>
                  <a:pt x="342163" y="44551"/>
                </a:lnTo>
                <a:lnTo>
                  <a:pt x="342163" y="22631"/>
                </a:lnTo>
                <a:close/>
              </a:path>
              <a:path w="629285" h="224154">
                <a:moveTo>
                  <a:pt x="385838" y="141554"/>
                </a:moveTo>
                <a:lnTo>
                  <a:pt x="358127" y="141554"/>
                </a:lnTo>
                <a:lnTo>
                  <a:pt x="358127" y="160947"/>
                </a:lnTo>
                <a:lnTo>
                  <a:pt x="358127" y="182346"/>
                </a:lnTo>
                <a:lnTo>
                  <a:pt x="358127" y="201295"/>
                </a:lnTo>
                <a:lnTo>
                  <a:pt x="268224" y="201295"/>
                </a:lnTo>
                <a:lnTo>
                  <a:pt x="268224" y="182346"/>
                </a:lnTo>
                <a:lnTo>
                  <a:pt x="358127" y="182346"/>
                </a:lnTo>
                <a:lnTo>
                  <a:pt x="358127" y="160947"/>
                </a:lnTo>
                <a:lnTo>
                  <a:pt x="268224" y="160947"/>
                </a:lnTo>
                <a:lnTo>
                  <a:pt x="268224" y="141554"/>
                </a:lnTo>
                <a:lnTo>
                  <a:pt x="240855" y="141554"/>
                </a:lnTo>
                <a:lnTo>
                  <a:pt x="240855" y="223126"/>
                </a:lnTo>
                <a:lnTo>
                  <a:pt x="385838" y="223126"/>
                </a:lnTo>
                <a:lnTo>
                  <a:pt x="385838" y="201295"/>
                </a:lnTo>
                <a:lnTo>
                  <a:pt x="385838" y="182346"/>
                </a:lnTo>
                <a:lnTo>
                  <a:pt x="385838" y="160947"/>
                </a:lnTo>
                <a:lnTo>
                  <a:pt x="385838" y="141554"/>
                </a:lnTo>
                <a:close/>
              </a:path>
              <a:path w="629285" h="224154">
                <a:moveTo>
                  <a:pt x="417156" y="56921"/>
                </a:moveTo>
                <a:lnTo>
                  <a:pt x="385838" y="56921"/>
                </a:lnTo>
                <a:lnTo>
                  <a:pt x="385838" y="1752"/>
                </a:lnTo>
                <a:lnTo>
                  <a:pt x="358127" y="1752"/>
                </a:lnTo>
                <a:lnTo>
                  <a:pt x="358127" y="132613"/>
                </a:lnTo>
                <a:lnTo>
                  <a:pt x="385838" y="132613"/>
                </a:lnTo>
                <a:lnTo>
                  <a:pt x="385838" y="79908"/>
                </a:lnTo>
                <a:lnTo>
                  <a:pt x="417156" y="79908"/>
                </a:lnTo>
                <a:lnTo>
                  <a:pt x="417156" y="56921"/>
                </a:lnTo>
                <a:close/>
              </a:path>
              <a:path w="629285" h="224154">
                <a:moveTo>
                  <a:pt x="542404" y="100952"/>
                </a:moveTo>
                <a:lnTo>
                  <a:pt x="538353" y="83375"/>
                </a:lnTo>
                <a:lnTo>
                  <a:pt x="534974" y="79286"/>
                </a:lnTo>
                <a:lnTo>
                  <a:pt x="527126" y="69837"/>
                </a:lnTo>
                <a:lnTo>
                  <a:pt x="516267" y="64376"/>
                </a:lnTo>
                <a:lnTo>
                  <a:pt x="516267" y="100952"/>
                </a:lnTo>
                <a:lnTo>
                  <a:pt x="514121" y="109931"/>
                </a:lnTo>
                <a:lnTo>
                  <a:pt x="508304" y="116586"/>
                </a:lnTo>
                <a:lnTo>
                  <a:pt x="499338" y="120713"/>
                </a:lnTo>
                <a:lnTo>
                  <a:pt x="487768" y="122085"/>
                </a:lnTo>
                <a:lnTo>
                  <a:pt x="476097" y="120713"/>
                </a:lnTo>
                <a:lnTo>
                  <a:pt x="467118" y="116586"/>
                </a:lnTo>
                <a:lnTo>
                  <a:pt x="461378" y="109931"/>
                </a:lnTo>
                <a:lnTo>
                  <a:pt x="459435" y="100952"/>
                </a:lnTo>
                <a:lnTo>
                  <a:pt x="461378" y="91795"/>
                </a:lnTo>
                <a:lnTo>
                  <a:pt x="467118" y="84988"/>
                </a:lnTo>
                <a:lnTo>
                  <a:pt x="476097" y="80746"/>
                </a:lnTo>
                <a:lnTo>
                  <a:pt x="487768" y="79286"/>
                </a:lnTo>
                <a:lnTo>
                  <a:pt x="499338" y="80746"/>
                </a:lnTo>
                <a:lnTo>
                  <a:pt x="508304" y="84988"/>
                </a:lnTo>
                <a:lnTo>
                  <a:pt x="514121" y="91795"/>
                </a:lnTo>
                <a:lnTo>
                  <a:pt x="516267" y="100952"/>
                </a:lnTo>
                <a:lnTo>
                  <a:pt x="516267" y="64376"/>
                </a:lnTo>
                <a:lnTo>
                  <a:pt x="509866" y="61137"/>
                </a:lnTo>
                <a:lnTo>
                  <a:pt x="487768" y="58064"/>
                </a:lnTo>
                <a:lnTo>
                  <a:pt x="465340" y="61137"/>
                </a:lnTo>
                <a:lnTo>
                  <a:pt x="447929" y="69837"/>
                </a:lnTo>
                <a:lnTo>
                  <a:pt x="436651" y="83375"/>
                </a:lnTo>
                <a:lnTo>
                  <a:pt x="432689" y="100952"/>
                </a:lnTo>
                <a:lnTo>
                  <a:pt x="436651" y="118338"/>
                </a:lnTo>
                <a:lnTo>
                  <a:pt x="447929" y="131699"/>
                </a:lnTo>
                <a:lnTo>
                  <a:pt x="465340" y="140246"/>
                </a:lnTo>
                <a:lnTo>
                  <a:pt x="487768" y="143230"/>
                </a:lnTo>
                <a:lnTo>
                  <a:pt x="509866" y="140246"/>
                </a:lnTo>
                <a:lnTo>
                  <a:pt x="527126" y="131699"/>
                </a:lnTo>
                <a:lnTo>
                  <a:pt x="535203" y="122085"/>
                </a:lnTo>
                <a:lnTo>
                  <a:pt x="538353" y="118338"/>
                </a:lnTo>
                <a:lnTo>
                  <a:pt x="542404" y="100952"/>
                </a:lnTo>
                <a:close/>
              </a:path>
              <a:path w="629285" h="224154">
                <a:moveTo>
                  <a:pt x="554164" y="26746"/>
                </a:moveTo>
                <a:lnTo>
                  <a:pt x="501446" y="26746"/>
                </a:lnTo>
                <a:lnTo>
                  <a:pt x="501446" y="1752"/>
                </a:lnTo>
                <a:lnTo>
                  <a:pt x="474002" y="1752"/>
                </a:lnTo>
                <a:lnTo>
                  <a:pt x="474002" y="26746"/>
                </a:lnTo>
                <a:lnTo>
                  <a:pt x="421106" y="26746"/>
                </a:lnTo>
                <a:lnTo>
                  <a:pt x="421106" y="48679"/>
                </a:lnTo>
                <a:lnTo>
                  <a:pt x="554164" y="48679"/>
                </a:lnTo>
                <a:lnTo>
                  <a:pt x="554164" y="26746"/>
                </a:lnTo>
                <a:close/>
              </a:path>
              <a:path w="629285" h="224154">
                <a:moveTo>
                  <a:pt x="606615" y="199186"/>
                </a:moveTo>
                <a:lnTo>
                  <a:pt x="481622" y="199186"/>
                </a:lnTo>
                <a:lnTo>
                  <a:pt x="481622" y="156298"/>
                </a:lnTo>
                <a:lnTo>
                  <a:pt x="454177" y="156298"/>
                </a:lnTo>
                <a:lnTo>
                  <a:pt x="454177" y="221551"/>
                </a:lnTo>
                <a:lnTo>
                  <a:pt x="606615" y="221551"/>
                </a:lnTo>
                <a:lnTo>
                  <a:pt x="606615" y="199186"/>
                </a:lnTo>
                <a:close/>
              </a:path>
              <a:path w="629285" h="224154">
                <a:moveTo>
                  <a:pt x="629145" y="72364"/>
                </a:moveTo>
                <a:lnTo>
                  <a:pt x="597839" y="72364"/>
                </a:lnTo>
                <a:lnTo>
                  <a:pt x="597839" y="1930"/>
                </a:lnTo>
                <a:lnTo>
                  <a:pt x="570128" y="1930"/>
                </a:lnTo>
                <a:lnTo>
                  <a:pt x="570128" y="169456"/>
                </a:lnTo>
                <a:lnTo>
                  <a:pt x="597839" y="169456"/>
                </a:lnTo>
                <a:lnTo>
                  <a:pt x="597839" y="95072"/>
                </a:lnTo>
                <a:lnTo>
                  <a:pt x="629145" y="95072"/>
                </a:lnTo>
                <a:lnTo>
                  <a:pt x="629145" y="7236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2" name="object 92"/>
          <p:cNvGrpSpPr/>
          <p:nvPr/>
        </p:nvGrpSpPr>
        <p:grpSpPr>
          <a:xfrm>
            <a:off x="4478588" y="5898511"/>
            <a:ext cx="392430" cy="224154"/>
            <a:chOff x="4478588" y="5898511"/>
            <a:chExt cx="392430" cy="224154"/>
          </a:xfrm>
        </p:grpSpPr>
        <p:sp>
          <p:nvSpPr>
            <p:cNvPr id="93" name="object 93"/>
            <p:cNvSpPr/>
            <p:nvPr/>
          </p:nvSpPr>
          <p:spPr>
            <a:xfrm>
              <a:off x="4478579" y="5898514"/>
              <a:ext cx="186690" cy="224154"/>
            </a:xfrm>
            <a:custGeom>
              <a:avLst/>
              <a:gdLst/>
              <a:ahLst/>
              <a:cxnLst/>
              <a:rect l="l" t="t" r="r" b="b"/>
              <a:pathLst>
                <a:path w="186689" h="224154">
                  <a:moveTo>
                    <a:pt x="88061" y="24765"/>
                  </a:moveTo>
                  <a:lnTo>
                    <a:pt x="62191" y="24765"/>
                  </a:lnTo>
                  <a:lnTo>
                    <a:pt x="62191" y="46355"/>
                  </a:lnTo>
                  <a:lnTo>
                    <a:pt x="62191" y="144145"/>
                  </a:lnTo>
                  <a:lnTo>
                    <a:pt x="25882" y="144145"/>
                  </a:lnTo>
                  <a:lnTo>
                    <a:pt x="25882" y="46355"/>
                  </a:lnTo>
                  <a:lnTo>
                    <a:pt x="62191" y="46355"/>
                  </a:lnTo>
                  <a:lnTo>
                    <a:pt x="62191" y="24765"/>
                  </a:lnTo>
                  <a:lnTo>
                    <a:pt x="0" y="24765"/>
                  </a:lnTo>
                  <a:lnTo>
                    <a:pt x="0" y="46355"/>
                  </a:lnTo>
                  <a:lnTo>
                    <a:pt x="0" y="144145"/>
                  </a:lnTo>
                  <a:lnTo>
                    <a:pt x="0" y="167005"/>
                  </a:lnTo>
                  <a:lnTo>
                    <a:pt x="88061" y="167005"/>
                  </a:lnTo>
                  <a:lnTo>
                    <a:pt x="88061" y="144627"/>
                  </a:lnTo>
                  <a:lnTo>
                    <a:pt x="88061" y="144145"/>
                  </a:lnTo>
                  <a:lnTo>
                    <a:pt x="88061" y="46355"/>
                  </a:lnTo>
                  <a:lnTo>
                    <a:pt x="88061" y="45961"/>
                  </a:lnTo>
                  <a:lnTo>
                    <a:pt x="88061" y="24765"/>
                  </a:lnTo>
                  <a:close/>
                </a:path>
                <a:path w="186689" h="224154">
                  <a:moveTo>
                    <a:pt x="186474" y="109194"/>
                  </a:moveTo>
                  <a:lnTo>
                    <a:pt x="159981" y="109194"/>
                  </a:lnTo>
                  <a:lnTo>
                    <a:pt x="159981" y="224002"/>
                  </a:lnTo>
                  <a:lnTo>
                    <a:pt x="186474" y="224002"/>
                  </a:lnTo>
                  <a:lnTo>
                    <a:pt x="186474" y="109194"/>
                  </a:lnTo>
                  <a:close/>
                </a:path>
                <a:path w="186689" h="224154">
                  <a:moveTo>
                    <a:pt x="186474" y="86995"/>
                  </a:moveTo>
                  <a:lnTo>
                    <a:pt x="136118" y="86995"/>
                  </a:lnTo>
                  <a:lnTo>
                    <a:pt x="136118" y="4445"/>
                  </a:lnTo>
                  <a:lnTo>
                    <a:pt x="109982" y="4445"/>
                  </a:lnTo>
                  <a:lnTo>
                    <a:pt x="109982" y="86995"/>
                  </a:lnTo>
                  <a:lnTo>
                    <a:pt x="109982" y="108585"/>
                  </a:lnTo>
                  <a:lnTo>
                    <a:pt x="109982" y="212725"/>
                  </a:lnTo>
                  <a:lnTo>
                    <a:pt x="136118" y="212725"/>
                  </a:lnTo>
                  <a:lnTo>
                    <a:pt x="136118" y="108585"/>
                  </a:lnTo>
                  <a:lnTo>
                    <a:pt x="186474" y="108585"/>
                  </a:lnTo>
                  <a:lnTo>
                    <a:pt x="186474" y="86995"/>
                  </a:lnTo>
                  <a:close/>
                </a:path>
                <a:path w="186689" h="224154">
                  <a:moveTo>
                    <a:pt x="186474" y="0"/>
                  </a:moveTo>
                  <a:lnTo>
                    <a:pt x="159981" y="0"/>
                  </a:lnTo>
                  <a:lnTo>
                    <a:pt x="159981" y="86563"/>
                  </a:lnTo>
                  <a:lnTo>
                    <a:pt x="186474" y="86563"/>
                  </a:lnTo>
                  <a:lnTo>
                    <a:pt x="186474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686377" y="5898599"/>
              <a:ext cx="184623" cy="223741"/>
            </a:xfrm>
            <a:prstGeom prst="rect">
              <a:avLst/>
            </a:prstGeom>
          </p:spPr>
        </p:pic>
      </p:grpSp>
      <p:sp>
        <p:nvSpPr>
          <p:cNvPr id="95" name="object 95"/>
          <p:cNvSpPr/>
          <p:nvPr/>
        </p:nvSpPr>
        <p:spPr>
          <a:xfrm>
            <a:off x="4951272" y="5898514"/>
            <a:ext cx="626110" cy="224154"/>
          </a:xfrm>
          <a:custGeom>
            <a:avLst/>
            <a:gdLst/>
            <a:ahLst/>
            <a:cxnLst/>
            <a:rect l="l" t="t" r="r" b="b"/>
            <a:pathLst>
              <a:path w="626110" h="224154">
                <a:moveTo>
                  <a:pt x="184708" y="0"/>
                </a:moveTo>
                <a:lnTo>
                  <a:pt x="157162" y="0"/>
                </a:lnTo>
                <a:lnTo>
                  <a:pt x="157162" y="29641"/>
                </a:lnTo>
                <a:lnTo>
                  <a:pt x="111823" y="29641"/>
                </a:lnTo>
                <a:lnTo>
                  <a:pt x="112877" y="23241"/>
                </a:lnTo>
                <a:lnTo>
                  <a:pt x="113398" y="16573"/>
                </a:lnTo>
                <a:lnTo>
                  <a:pt x="113398" y="9563"/>
                </a:lnTo>
                <a:lnTo>
                  <a:pt x="12192" y="9563"/>
                </a:lnTo>
                <a:lnTo>
                  <a:pt x="12192" y="31838"/>
                </a:lnTo>
                <a:lnTo>
                  <a:pt x="82791" y="31838"/>
                </a:lnTo>
                <a:lnTo>
                  <a:pt x="75628" y="52920"/>
                </a:lnTo>
                <a:lnTo>
                  <a:pt x="59677" y="70954"/>
                </a:lnTo>
                <a:lnTo>
                  <a:pt x="34594" y="85445"/>
                </a:lnTo>
                <a:lnTo>
                  <a:pt x="0" y="95872"/>
                </a:lnTo>
                <a:lnTo>
                  <a:pt x="9474" y="118402"/>
                </a:lnTo>
                <a:lnTo>
                  <a:pt x="43472" y="107962"/>
                </a:lnTo>
                <a:lnTo>
                  <a:pt x="71018" y="93294"/>
                </a:lnTo>
                <a:lnTo>
                  <a:pt x="91884" y="74295"/>
                </a:lnTo>
                <a:lnTo>
                  <a:pt x="105854" y="50876"/>
                </a:lnTo>
                <a:lnTo>
                  <a:pt x="157162" y="50876"/>
                </a:lnTo>
                <a:lnTo>
                  <a:pt x="157162" y="72885"/>
                </a:lnTo>
                <a:lnTo>
                  <a:pt x="103136" y="72885"/>
                </a:lnTo>
                <a:lnTo>
                  <a:pt x="103136" y="94030"/>
                </a:lnTo>
                <a:lnTo>
                  <a:pt x="157162" y="94030"/>
                </a:lnTo>
                <a:lnTo>
                  <a:pt x="157162" y="113411"/>
                </a:lnTo>
                <a:lnTo>
                  <a:pt x="184708" y="113411"/>
                </a:lnTo>
                <a:lnTo>
                  <a:pt x="184708" y="50876"/>
                </a:lnTo>
                <a:lnTo>
                  <a:pt x="184708" y="29641"/>
                </a:lnTo>
                <a:lnTo>
                  <a:pt x="184708" y="0"/>
                </a:lnTo>
                <a:close/>
              </a:path>
              <a:path w="626110" h="224154">
                <a:moveTo>
                  <a:pt x="190500" y="199796"/>
                </a:moveTo>
                <a:lnTo>
                  <a:pt x="64897" y="199796"/>
                </a:lnTo>
                <a:lnTo>
                  <a:pt x="64897" y="181292"/>
                </a:lnTo>
                <a:lnTo>
                  <a:pt x="184708" y="181292"/>
                </a:lnTo>
                <a:lnTo>
                  <a:pt x="184708" y="122174"/>
                </a:lnTo>
                <a:lnTo>
                  <a:pt x="37007" y="122174"/>
                </a:lnTo>
                <a:lnTo>
                  <a:pt x="37007" y="144018"/>
                </a:lnTo>
                <a:lnTo>
                  <a:pt x="156997" y="144018"/>
                </a:lnTo>
                <a:lnTo>
                  <a:pt x="156997" y="160680"/>
                </a:lnTo>
                <a:lnTo>
                  <a:pt x="37363" y="160680"/>
                </a:lnTo>
                <a:lnTo>
                  <a:pt x="37363" y="221907"/>
                </a:lnTo>
                <a:lnTo>
                  <a:pt x="190500" y="221907"/>
                </a:lnTo>
                <a:lnTo>
                  <a:pt x="190500" y="199796"/>
                </a:lnTo>
                <a:close/>
              </a:path>
              <a:path w="626110" h="224154">
                <a:moveTo>
                  <a:pt x="334264" y="23152"/>
                </a:moveTo>
                <a:lnTo>
                  <a:pt x="218833" y="23152"/>
                </a:lnTo>
                <a:lnTo>
                  <a:pt x="218833" y="45351"/>
                </a:lnTo>
                <a:lnTo>
                  <a:pt x="306806" y="45351"/>
                </a:lnTo>
                <a:lnTo>
                  <a:pt x="306539" y="60909"/>
                </a:lnTo>
                <a:lnTo>
                  <a:pt x="305727" y="78955"/>
                </a:lnTo>
                <a:lnTo>
                  <a:pt x="303936" y="99809"/>
                </a:lnTo>
                <a:lnTo>
                  <a:pt x="300761" y="123761"/>
                </a:lnTo>
                <a:lnTo>
                  <a:pt x="327939" y="125945"/>
                </a:lnTo>
                <a:lnTo>
                  <a:pt x="331495" y="98882"/>
                </a:lnTo>
                <a:lnTo>
                  <a:pt x="333336" y="75526"/>
                </a:lnTo>
                <a:lnTo>
                  <a:pt x="334060" y="55689"/>
                </a:lnTo>
                <a:lnTo>
                  <a:pt x="334187" y="45351"/>
                </a:lnTo>
                <a:lnTo>
                  <a:pt x="334264" y="23152"/>
                </a:lnTo>
                <a:close/>
              </a:path>
              <a:path w="626110" h="224154">
                <a:moveTo>
                  <a:pt x="346887" y="168744"/>
                </a:moveTo>
                <a:lnTo>
                  <a:pt x="345719" y="153492"/>
                </a:lnTo>
                <a:lnTo>
                  <a:pt x="345313" y="148221"/>
                </a:lnTo>
                <a:lnTo>
                  <a:pt x="328866" y="150063"/>
                </a:lnTo>
                <a:lnTo>
                  <a:pt x="311937" y="151511"/>
                </a:lnTo>
                <a:lnTo>
                  <a:pt x="294741" y="152641"/>
                </a:lnTo>
                <a:lnTo>
                  <a:pt x="277507" y="153492"/>
                </a:lnTo>
                <a:lnTo>
                  <a:pt x="277507" y="87363"/>
                </a:lnTo>
                <a:lnTo>
                  <a:pt x="250405" y="87363"/>
                </a:lnTo>
                <a:lnTo>
                  <a:pt x="250405" y="154279"/>
                </a:lnTo>
                <a:lnTo>
                  <a:pt x="206908" y="154800"/>
                </a:lnTo>
                <a:lnTo>
                  <a:pt x="209626" y="177088"/>
                </a:lnTo>
                <a:lnTo>
                  <a:pt x="241249" y="176961"/>
                </a:lnTo>
                <a:lnTo>
                  <a:pt x="275729" y="175882"/>
                </a:lnTo>
                <a:lnTo>
                  <a:pt x="311467" y="173304"/>
                </a:lnTo>
                <a:lnTo>
                  <a:pt x="346887" y="168744"/>
                </a:lnTo>
                <a:close/>
              </a:path>
              <a:path w="626110" h="224154">
                <a:moveTo>
                  <a:pt x="417233" y="91224"/>
                </a:moveTo>
                <a:lnTo>
                  <a:pt x="384784" y="91224"/>
                </a:lnTo>
                <a:lnTo>
                  <a:pt x="384784" y="0"/>
                </a:lnTo>
                <a:lnTo>
                  <a:pt x="356971" y="0"/>
                </a:lnTo>
                <a:lnTo>
                  <a:pt x="356971" y="224002"/>
                </a:lnTo>
                <a:lnTo>
                  <a:pt x="384784" y="224002"/>
                </a:lnTo>
                <a:lnTo>
                  <a:pt x="384784" y="114554"/>
                </a:lnTo>
                <a:lnTo>
                  <a:pt x="417233" y="114554"/>
                </a:lnTo>
                <a:lnTo>
                  <a:pt x="417233" y="91224"/>
                </a:lnTo>
                <a:close/>
              </a:path>
              <a:path w="626110" h="224154">
                <a:moveTo>
                  <a:pt x="604139" y="70485"/>
                </a:moveTo>
                <a:lnTo>
                  <a:pt x="473989" y="70485"/>
                </a:lnTo>
                <a:lnTo>
                  <a:pt x="473989" y="55245"/>
                </a:lnTo>
                <a:lnTo>
                  <a:pt x="600290" y="55245"/>
                </a:lnTo>
                <a:lnTo>
                  <a:pt x="600290" y="37465"/>
                </a:lnTo>
                <a:lnTo>
                  <a:pt x="600290" y="23495"/>
                </a:lnTo>
                <a:lnTo>
                  <a:pt x="600290" y="4445"/>
                </a:lnTo>
                <a:lnTo>
                  <a:pt x="446100" y="4445"/>
                </a:lnTo>
                <a:lnTo>
                  <a:pt x="446100" y="23495"/>
                </a:lnTo>
                <a:lnTo>
                  <a:pt x="572744" y="23495"/>
                </a:lnTo>
                <a:lnTo>
                  <a:pt x="572744" y="37465"/>
                </a:lnTo>
                <a:lnTo>
                  <a:pt x="446620" y="37465"/>
                </a:lnTo>
                <a:lnTo>
                  <a:pt x="446620" y="55245"/>
                </a:lnTo>
                <a:lnTo>
                  <a:pt x="446620" y="70485"/>
                </a:lnTo>
                <a:lnTo>
                  <a:pt x="446620" y="89535"/>
                </a:lnTo>
                <a:lnTo>
                  <a:pt x="604139" y="89535"/>
                </a:lnTo>
                <a:lnTo>
                  <a:pt x="604139" y="70485"/>
                </a:lnTo>
                <a:close/>
              </a:path>
              <a:path w="626110" h="224154">
                <a:moveTo>
                  <a:pt x="607568" y="202565"/>
                </a:moveTo>
                <a:lnTo>
                  <a:pt x="472236" y="202565"/>
                </a:lnTo>
                <a:lnTo>
                  <a:pt x="472236" y="187325"/>
                </a:lnTo>
                <a:lnTo>
                  <a:pt x="600722" y="187325"/>
                </a:lnTo>
                <a:lnTo>
                  <a:pt x="600722" y="169545"/>
                </a:lnTo>
                <a:lnTo>
                  <a:pt x="600722" y="155575"/>
                </a:lnTo>
                <a:lnTo>
                  <a:pt x="600722" y="135255"/>
                </a:lnTo>
                <a:lnTo>
                  <a:pt x="444512" y="135255"/>
                </a:lnTo>
                <a:lnTo>
                  <a:pt x="444512" y="155575"/>
                </a:lnTo>
                <a:lnTo>
                  <a:pt x="573366" y="155575"/>
                </a:lnTo>
                <a:lnTo>
                  <a:pt x="573366" y="169545"/>
                </a:lnTo>
                <a:lnTo>
                  <a:pt x="444779" y="169545"/>
                </a:lnTo>
                <a:lnTo>
                  <a:pt x="444779" y="187325"/>
                </a:lnTo>
                <a:lnTo>
                  <a:pt x="444779" y="202565"/>
                </a:lnTo>
                <a:lnTo>
                  <a:pt x="444779" y="221615"/>
                </a:lnTo>
                <a:lnTo>
                  <a:pt x="607568" y="221615"/>
                </a:lnTo>
                <a:lnTo>
                  <a:pt x="607568" y="202565"/>
                </a:lnTo>
                <a:close/>
              </a:path>
              <a:path w="626110" h="224154">
                <a:moveTo>
                  <a:pt x="625627" y="101650"/>
                </a:moveTo>
                <a:lnTo>
                  <a:pt x="420662" y="101650"/>
                </a:lnTo>
                <a:lnTo>
                  <a:pt x="420662" y="122351"/>
                </a:lnTo>
                <a:lnTo>
                  <a:pt x="625627" y="122351"/>
                </a:lnTo>
                <a:lnTo>
                  <a:pt x="625627" y="10165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635130" y="5898514"/>
            <a:ext cx="612140" cy="224790"/>
          </a:xfrm>
          <a:custGeom>
            <a:avLst/>
            <a:gdLst/>
            <a:ahLst/>
            <a:cxnLst/>
            <a:rect l="l" t="t" r="r" b="b"/>
            <a:pathLst>
              <a:path w="612139" h="224789">
                <a:moveTo>
                  <a:pt x="108585" y="41135"/>
                </a:moveTo>
                <a:lnTo>
                  <a:pt x="105016" y="27203"/>
                </a:lnTo>
                <a:lnTo>
                  <a:pt x="104838" y="27012"/>
                </a:lnTo>
                <a:lnTo>
                  <a:pt x="94957" y="16713"/>
                </a:lnTo>
                <a:lnTo>
                  <a:pt x="83934" y="12026"/>
                </a:lnTo>
                <a:lnTo>
                  <a:pt x="83934" y="41135"/>
                </a:lnTo>
                <a:lnTo>
                  <a:pt x="82143" y="47256"/>
                </a:lnTo>
                <a:lnTo>
                  <a:pt x="77177" y="51638"/>
                </a:lnTo>
                <a:lnTo>
                  <a:pt x="69456" y="54279"/>
                </a:lnTo>
                <a:lnTo>
                  <a:pt x="59372" y="55168"/>
                </a:lnTo>
                <a:lnTo>
                  <a:pt x="49263" y="54279"/>
                </a:lnTo>
                <a:lnTo>
                  <a:pt x="41656" y="51638"/>
                </a:lnTo>
                <a:lnTo>
                  <a:pt x="36880" y="47256"/>
                </a:lnTo>
                <a:lnTo>
                  <a:pt x="35255" y="41135"/>
                </a:lnTo>
                <a:lnTo>
                  <a:pt x="36880" y="35039"/>
                </a:lnTo>
                <a:lnTo>
                  <a:pt x="41656" y="30594"/>
                </a:lnTo>
                <a:lnTo>
                  <a:pt x="49263" y="27889"/>
                </a:lnTo>
                <a:lnTo>
                  <a:pt x="59372" y="27012"/>
                </a:lnTo>
                <a:lnTo>
                  <a:pt x="69456" y="27889"/>
                </a:lnTo>
                <a:lnTo>
                  <a:pt x="77177" y="30594"/>
                </a:lnTo>
                <a:lnTo>
                  <a:pt x="82143" y="35039"/>
                </a:lnTo>
                <a:lnTo>
                  <a:pt x="83934" y="41135"/>
                </a:lnTo>
                <a:lnTo>
                  <a:pt x="83934" y="12026"/>
                </a:lnTo>
                <a:lnTo>
                  <a:pt x="79425" y="10109"/>
                </a:lnTo>
                <a:lnTo>
                  <a:pt x="59372" y="7810"/>
                </a:lnTo>
                <a:lnTo>
                  <a:pt x="39255" y="10109"/>
                </a:lnTo>
                <a:lnTo>
                  <a:pt x="23723" y="16713"/>
                </a:lnTo>
                <a:lnTo>
                  <a:pt x="13716" y="27203"/>
                </a:lnTo>
                <a:lnTo>
                  <a:pt x="10172" y="41135"/>
                </a:lnTo>
                <a:lnTo>
                  <a:pt x="13716" y="54952"/>
                </a:lnTo>
                <a:lnTo>
                  <a:pt x="23723" y="65519"/>
                </a:lnTo>
                <a:lnTo>
                  <a:pt x="39255" y="72263"/>
                </a:lnTo>
                <a:lnTo>
                  <a:pt x="59372" y="74637"/>
                </a:lnTo>
                <a:lnTo>
                  <a:pt x="79425" y="72263"/>
                </a:lnTo>
                <a:lnTo>
                  <a:pt x="94957" y="65519"/>
                </a:lnTo>
                <a:lnTo>
                  <a:pt x="104813" y="55168"/>
                </a:lnTo>
                <a:lnTo>
                  <a:pt x="105016" y="54952"/>
                </a:lnTo>
                <a:lnTo>
                  <a:pt x="108585" y="41135"/>
                </a:lnTo>
                <a:close/>
              </a:path>
              <a:path w="612139" h="224789">
                <a:moveTo>
                  <a:pt x="117792" y="96570"/>
                </a:moveTo>
                <a:lnTo>
                  <a:pt x="115951" y="78155"/>
                </a:lnTo>
                <a:lnTo>
                  <a:pt x="86601" y="81495"/>
                </a:lnTo>
                <a:lnTo>
                  <a:pt x="55473" y="83362"/>
                </a:lnTo>
                <a:lnTo>
                  <a:pt x="25590" y="84188"/>
                </a:lnTo>
                <a:lnTo>
                  <a:pt x="0" y="84378"/>
                </a:lnTo>
                <a:lnTo>
                  <a:pt x="2628" y="105168"/>
                </a:lnTo>
                <a:lnTo>
                  <a:pt x="23355" y="105079"/>
                </a:lnTo>
                <a:lnTo>
                  <a:pt x="34975" y="104863"/>
                </a:lnTo>
                <a:lnTo>
                  <a:pt x="47180" y="104457"/>
                </a:lnTo>
                <a:lnTo>
                  <a:pt x="47180" y="137083"/>
                </a:lnTo>
                <a:lnTo>
                  <a:pt x="73761" y="137083"/>
                </a:lnTo>
                <a:lnTo>
                  <a:pt x="73761" y="104457"/>
                </a:lnTo>
                <a:lnTo>
                  <a:pt x="73761" y="102793"/>
                </a:lnTo>
                <a:lnTo>
                  <a:pt x="85064" y="101727"/>
                </a:lnTo>
                <a:lnTo>
                  <a:pt x="96266" y="100342"/>
                </a:lnTo>
                <a:lnTo>
                  <a:pt x="107226" y="98628"/>
                </a:lnTo>
                <a:lnTo>
                  <a:pt x="117792" y="96570"/>
                </a:lnTo>
                <a:close/>
              </a:path>
              <a:path w="612139" h="224789">
                <a:moveTo>
                  <a:pt x="152349" y="3860"/>
                </a:moveTo>
                <a:lnTo>
                  <a:pt x="126301" y="3860"/>
                </a:lnTo>
                <a:lnTo>
                  <a:pt x="126301" y="109639"/>
                </a:lnTo>
                <a:lnTo>
                  <a:pt x="90601" y="109639"/>
                </a:lnTo>
                <a:lnTo>
                  <a:pt x="90601" y="128498"/>
                </a:lnTo>
                <a:lnTo>
                  <a:pt x="126301" y="128498"/>
                </a:lnTo>
                <a:lnTo>
                  <a:pt x="126301" y="137795"/>
                </a:lnTo>
                <a:lnTo>
                  <a:pt x="152349" y="137795"/>
                </a:lnTo>
                <a:lnTo>
                  <a:pt x="152349" y="3860"/>
                </a:lnTo>
                <a:close/>
              </a:path>
              <a:path w="612139" h="224789">
                <a:moveTo>
                  <a:pt x="194792" y="145592"/>
                </a:moveTo>
                <a:lnTo>
                  <a:pt x="167347" y="145592"/>
                </a:lnTo>
                <a:lnTo>
                  <a:pt x="167347" y="162610"/>
                </a:lnTo>
                <a:lnTo>
                  <a:pt x="167347" y="183832"/>
                </a:lnTo>
                <a:lnTo>
                  <a:pt x="167347" y="199885"/>
                </a:lnTo>
                <a:lnTo>
                  <a:pt x="64897" y="199885"/>
                </a:lnTo>
                <a:lnTo>
                  <a:pt x="64897" y="183832"/>
                </a:lnTo>
                <a:lnTo>
                  <a:pt x="167347" y="183832"/>
                </a:lnTo>
                <a:lnTo>
                  <a:pt x="167347" y="162610"/>
                </a:lnTo>
                <a:lnTo>
                  <a:pt x="64897" y="162610"/>
                </a:lnTo>
                <a:lnTo>
                  <a:pt x="64897" y="145592"/>
                </a:lnTo>
                <a:lnTo>
                  <a:pt x="37617" y="145592"/>
                </a:lnTo>
                <a:lnTo>
                  <a:pt x="37617" y="221373"/>
                </a:lnTo>
                <a:lnTo>
                  <a:pt x="194792" y="221373"/>
                </a:lnTo>
                <a:lnTo>
                  <a:pt x="194792" y="199885"/>
                </a:lnTo>
                <a:lnTo>
                  <a:pt x="194792" y="183832"/>
                </a:lnTo>
                <a:lnTo>
                  <a:pt x="194792" y="162610"/>
                </a:lnTo>
                <a:lnTo>
                  <a:pt x="194792" y="145592"/>
                </a:lnTo>
                <a:close/>
              </a:path>
              <a:path w="612139" h="224789">
                <a:moveTo>
                  <a:pt x="194792" y="0"/>
                </a:moveTo>
                <a:lnTo>
                  <a:pt x="168313" y="0"/>
                </a:lnTo>
                <a:lnTo>
                  <a:pt x="168313" y="138226"/>
                </a:lnTo>
                <a:lnTo>
                  <a:pt x="194792" y="138226"/>
                </a:lnTo>
                <a:lnTo>
                  <a:pt x="194792" y="0"/>
                </a:lnTo>
                <a:close/>
              </a:path>
              <a:path w="612139" h="224789">
                <a:moveTo>
                  <a:pt x="348030" y="151028"/>
                </a:moveTo>
                <a:lnTo>
                  <a:pt x="307695" y="111125"/>
                </a:lnTo>
                <a:lnTo>
                  <a:pt x="293471" y="53860"/>
                </a:lnTo>
                <a:lnTo>
                  <a:pt x="293471" y="17983"/>
                </a:lnTo>
                <a:lnTo>
                  <a:pt x="265938" y="17983"/>
                </a:lnTo>
                <a:lnTo>
                  <a:pt x="265938" y="53860"/>
                </a:lnTo>
                <a:lnTo>
                  <a:pt x="262064" y="84709"/>
                </a:lnTo>
                <a:lnTo>
                  <a:pt x="251002" y="113576"/>
                </a:lnTo>
                <a:lnTo>
                  <a:pt x="233197" y="137883"/>
                </a:lnTo>
                <a:lnTo>
                  <a:pt x="209105" y="155067"/>
                </a:lnTo>
                <a:lnTo>
                  <a:pt x="226123" y="177342"/>
                </a:lnTo>
                <a:lnTo>
                  <a:pt x="243941" y="165455"/>
                </a:lnTo>
                <a:lnTo>
                  <a:pt x="258927" y="149593"/>
                </a:lnTo>
                <a:lnTo>
                  <a:pt x="270979" y="130429"/>
                </a:lnTo>
                <a:lnTo>
                  <a:pt x="279971" y="108673"/>
                </a:lnTo>
                <a:lnTo>
                  <a:pt x="288594" y="129044"/>
                </a:lnTo>
                <a:lnTo>
                  <a:pt x="300062" y="146989"/>
                </a:lnTo>
                <a:lnTo>
                  <a:pt x="314325" y="161886"/>
                </a:lnTo>
                <a:lnTo>
                  <a:pt x="331279" y="173139"/>
                </a:lnTo>
                <a:lnTo>
                  <a:pt x="348030" y="151028"/>
                </a:lnTo>
                <a:close/>
              </a:path>
              <a:path w="612139" h="224789">
                <a:moveTo>
                  <a:pt x="423545" y="87884"/>
                </a:moveTo>
                <a:lnTo>
                  <a:pt x="388988" y="87884"/>
                </a:lnTo>
                <a:lnTo>
                  <a:pt x="388988" y="0"/>
                </a:lnTo>
                <a:lnTo>
                  <a:pt x="361365" y="0"/>
                </a:lnTo>
                <a:lnTo>
                  <a:pt x="361365" y="224002"/>
                </a:lnTo>
                <a:lnTo>
                  <a:pt x="388988" y="224002"/>
                </a:lnTo>
                <a:lnTo>
                  <a:pt x="388988" y="111302"/>
                </a:lnTo>
                <a:lnTo>
                  <a:pt x="423545" y="111302"/>
                </a:lnTo>
                <a:lnTo>
                  <a:pt x="423545" y="87884"/>
                </a:lnTo>
                <a:close/>
              </a:path>
              <a:path w="612139" h="224789">
                <a:moveTo>
                  <a:pt x="549503" y="95427"/>
                </a:moveTo>
                <a:lnTo>
                  <a:pt x="545109" y="62636"/>
                </a:lnTo>
                <a:lnTo>
                  <a:pt x="534619" y="41135"/>
                </a:lnTo>
                <a:lnTo>
                  <a:pt x="532942" y="37706"/>
                </a:lnTo>
                <a:lnTo>
                  <a:pt x="522846" y="29044"/>
                </a:lnTo>
                <a:lnTo>
                  <a:pt x="522846" y="95427"/>
                </a:lnTo>
                <a:lnTo>
                  <a:pt x="520534" y="118478"/>
                </a:lnTo>
                <a:lnTo>
                  <a:pt x="514045" y="135585"/>
                </a:lnTo>
                <a:lnTo>
                  <a:pt x="504050" y="146227"/>
                </a:lnTo>
                <a:lnTo>
                  <a:pt x="491172" y="149898"/>
                </a:lnTo>
                <a:lnTo>
                  <a:pt x="478104" y="146227"/>
                </a:lnTo>
                <a:lnTo>
                  <a:pt x="468007" y="135585"/>
                </a:lnTo>
                <a:lnTo>
                  <a:pt x="461479" y="118478"/>
                </a:lnTo>
                <a:lnTo>
                  <a:pt x="459168" y="95427"/>
                </a:lnTo>
                <a:lnTo>
                  <a:pt x="461479" y="72517"/>
                </a:lnTo>
                <a:lnTo>
                  <a:pt x="468007" y="55460"/>
                </a:lnTo>
                <a:lnTo>
                  <a:pt x="478104" y="44805"/>
                </a:lnTo>
                <a:lnTo>
                  <a:pt x="491172" y="41135"/>
                </a:lnTo>
                <a:lnTo>
                  <a:pt x="504050" y="44805"/>
                </a:lnTo>
                <a:lnTo>
                  <a:pt x="514045" y="55460"/>
                </a:lnTo>
                <a:lnTo>
                  <a:pt x="520534" y="72517"/>
                </a:lnTo>
                <a:lnTo>
                  <a:pt x="522846" y="95427"/>
                </a:lnTo>
                <a:lnTo>
                  <a:pt x="522846" y="29044"/>
                </a:lnTo>
                <a:lnTo>
                  <a:pt x="514464" y="21831"/>
                </a:lnTo>
                <a:lnTo>
                  <a:pt x="491172" y="16230"/>
                </a:lnTo>
                <a:lnTo>
                  <a:pt x="467652" y="21831"/>
                </a:lnTo>
                <a:lnTo>
                  <a:pt x="449084" y="37706"/>
                </a:lnTo>
                <a:lnTo>
                  <a:pt x="436918" y="62636"/>
                </a:lnTo>
                <a:lnTo>
                  <a:pt x="432587" y="95427"/>
                </a:lnTo>
                <a:lnTo>
                  <a:pt x="436918" y="128409"/>
                </a:lnTo>
                <a:lnTo>
                  <a:pt x="449084" y="153441"/>
                </a:lnTo>
                <a:lnTo>
                  <a:pt x="467652" y="169291"/>
                </a:lnTo>
                <a:lnTo>
                  <a:pt x="491172" y="174802"/>
                </a:lnTo>
                <a:lnTo>
                  <a:pt x="514464" y="169291"/>
                </a:lnTo>
                <a:lnTo>
                  <a:pt x="532942" y="153441"/>
                </a:lnTo>
                <a:lnTo>
                  <a:pt x="534657" y="149898"/>
                </a:lnTo>
                <a:lnTo>
                  <a:pt x="545109" y="128409"/>
                </a:lnTo>
                <a:lnTo>
                  <a:pt x="549503" y="95427"/>
                </a:lnTo>
                <a:close/>
              </a:path>
              <a:path w="612139" h="224789">
                <a:moveTo>
                  <a:pt x="611949" y="0"/>
                </a:moveTo>
                <a:lnTo>
                  <a:pt x="584149" y="0"/>
                </a:lnTo>
                <a:lnTo>
                  <a:pt x="584149" y="224536"/>
                </a:lnTo>
                <a:lnTo>
                  <a:pt x="611949" y="224536"/>
                </a:lnTo>
                <a:lnTo>
                  <a:pt x="611949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272530" y="5914389"/>
            <a:ext cx="417195" cy="182880"/>
          </a:xfrm>
          <a:custGeom>
            <a:avLst/>
            <a:gdLst/>
            <a:ahLst/>
            <a:cxnLst/>
            <a:rect l="l" t="t" r="r" b="b"/>
            <a:pathLst>
              <a:path w="417195" h="182879">
                <a:moveTo>
                  <a:pt x="182257" y="101600"/>
                </a:moveTo>
                <a:lnTo>
                  <a:pt x="52971" y="101600"/>
                </a:lnTo>
                <a:lnTo>
                  <a:pt x="52971" y="72390"/>
                </a:lnTo>
                <a:lnTo>
                  <a:pt x="175145" y="72390"/>
                </a:lnTo>
                <a:lnTo>
                  <a:pt x="175145" y="50800"/>
                </a:lnTo>
                <a:lnTo>
                  <a:pt x="52971" y="50800"/>
                </a:lnTo>
                <a:lnTo>
                  <a:pt x="52971" y="24130"/>
                </a:lnTo>
                <a:lnTo>
                  <a:pt x="180238" y="24130"/>
                </a:lnTo>
                <a:lnTo>
                  <a:pt x="180238" y="1270"/>
                </a:lnTo>
                <a:lnTo>
                  <a:pt x="24993" y="1270"/>
                </a:lnTo>
                <a:lnTo>
                  <a:pt x="24993" y="24130"/>
                </a:lnTo>
                <a:lnTo>
                  <a:pt x="24993" y="50800"/>
                </a:lnTo>
                <a:lnTo>
                  <a:pt x="24993" y="72390"/>
                </a:lnTo>
                <a:lnTo>
                  <a:pt x="24993" y="101600"/>
                </a:lnTo>
                <a:lnTo>
                  <a:pt x="24993" y="123190"/>
                </a:lnTo>
                <a:lnTo>
                  <a:pt x="182257" y="123190"/>
                </a:lnTo>
                <a:lnTo>
                  <a:pt x="182257" y="101600"/>
                </a:lnTo>
                <a:close/>
              </a:path>
              <a:path w="417195" h="182879">
                <a:moveTo>
                  <a:pt x="204965" y="158483"/>
                </a:moveTo>
                <a:lnTo>
                  <a:pt x="0" y="158483"/>
                </a:lnTo>
                <a:lnTo>
                  <a:pt x="0" y="181025"/>
                </a:lnTo>
                <a:lnTo>
                  <a:pt x="204965" y="181025"/>
                </a:lnTo>
                <a:lnTo>
                  <a:pt x="204965" y="158483"/>
                </a:lnTo>
                <a:close/>
              </a:path>
              <a:path w="417195" h="182879">
                <a:moveTo>
                  <a:pt x="416966" y="160020"/>
                </a:moveTo>
                <a:lnTo>
                  <a:pt x="327685" y="160020"/>
                </a:lnTo>
                <a:lnTo>
                  <a:pt x="327685" y="123190"/>
                </a:lnTo>
                <a:lnTo>
                  <a:pt x="397852" y="123190"/>
                </a:lnTo>
                <a:lnTo>
                  <a:pt x="397852" y="100330"/>
                </a:lnTo>
                <a:lnTo>
                  <a:pt x="263829" y="100330"/>
                </a:lnTo>
                <a:lnTo>
                  <a:pt x="263829" y="71120"/>
                </a:lnTo>
                <a:lnTo>
                  <a:pt x="392671" y="71120"/>
                </a:lnTo>
                <a:lnTo>
                  <a:pt x="392671" y="49530"/>
                </a:lnTo>
                <a:lnTo>
                  <a:pt x="392671" y="21590"/>
                </a:lnTo>
                <a:lnTo>
                  <a:pt x="392671" y="0"/>
                </a:lnTo>
                <a:lnTo>
                  <a:pt x="235940" y="0"/>
                </a:lnTo>
                <a:lnTo>
                  <a:pt x="235940" y="21590"/>
                </a:lnTo>
                <a:lnTo>
                  <a:pt x="365391" y="21590"/>
                </a:lnTo>
                <a:lnTo>
                  <a:pt x="365391" y="49530"/>
                </a:lnTo>
                <a:lnTo>
                  <a:pt x="236296" y="49530"/>
                </a:lnTo>
                <a:lnTo>
                  <a:pt x="236296" y="71120"/>
                </a:lnTo>
                <a:lnTo>
                  <a:pt x="236296" y="100330"/>
                </a:lnTo>
                <a:lnTo>
                  <a:pt x="236296" y="123190"/>
                </a:lnTo>
                <a:lnTo>
                  <a:pt x="300316" y="123190"/>
                </a:lnTo>
                <a:lnTo>
                  <a:pt x="300316" y="160020"/>
                </a:lnTo>
                <a:lnTo>
                  <a:pt x="212001" y="160020"/>
                </a:lnTo>
                <a:lnTo>
                  <a:pt x="212001" y="182880"/>
                </a:lnTo>
                <a:lnTo>
                  <a:pt x="416966" y="182880"/>
                </a:lnTo>
                <a:lnTo>
                  <a:pt x="416966" y="16002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8" name="object 98"/>
          <p:cNvGrpSpPr/>
          <p:nvPr/>
        </p:nvGrpSpPr>
        <p:grpSpPr>
          <a:xfrm>
            <a:off x="1547199" y="6297221"/>
            <a:ext cx="1541145" cy="224790"/>
            <a:chOff x="1547199" y="6297221"/>
            <a:chExt cx="1541145" cy="224790"/>
          </a:xfrm>
        </p:grpSpPr>
        <p:pic>
          <p:nvPicPr>
            <p:cNvPr id="99" name="object 9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47199" y="6297221"/>
              <a:ext cx="188921" cy="224530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1759369" y="6297231"/>
              <a:ext cx="1329055" cy="224154"/>
            </a:xfrm>
            <a:custGeom>
              <a:avLst/>
              <a:gdLst/>
              <a:ahLst/>
              <a:cxnLst/>
              <a:rect l="l" t="t" r="r" b="b"/>
              <a:pathLst>
                <a:path w="1329055" h="224154">
                  <a:moveTo>
                    <a:pt x="116560" y="13157"/>
                  </a:moveTo>
                  <a:lnTo>
                    <a:pt x="11137" y="13157"/>
                  </a:lnTo>
                  <a:lnTo>
                    <a:pt x="11137" y="35255"/>
                  </a:lnTo>
                  <a:lnTo>
                    <a:pt x="86829" y="35255"/>
                  </a:lnTo>
                  <a:lnTo>
                    <a:pt x="78701" y="58572"/>
                  </a:lnTo>
                  <a:lnTo>
                    <a:pt x="61341" y="78994"/>
                  </a:lnTo>
                  <a:lnTo>
                    <a:pt x="35013" y="95796"/>
                  </a:lnTo>
                  <a:lnTo>
                    <a:pt x="0" y="108318"/>
                  </a:lnTo>
                  <a:lnTo>
                    <a:pt x="11404" y="129451"/>
                  </a:lnTo>
                  <a:lnTo>
                    <a:pt x="56007" y="112331"/>
                  </a:lnTo>
                  <a:lnTo>
                    <a:pt x="88976" y="86931"/>
                  </a:lnTo>
                  <a:lnTo>
                    <a:pt x="109448" y="53708"/>
                  </a:lnTo>
                  <a:lnTo>
                    <a:pt x="116560" y="13157"/>
                  </a:lnTo>
                  <a:close/>
                </a:path>
                <a:path w="1329055" h="224154">
                  <a:moveTo>
                    <a:pt x="179095" y="139979"/>
                  </a:moveTo>
                  <a:lnTo>
                    <a:pt x="29641" y="139979"/>
                  </a:lnTo>
                  <a:lnTo>
                    <a:pt x="29641" y="162166"/>
                  </a:lnTo>
                  <a:lnTo>
                    <a:pt x="151384" y="162166"/>
                  </a:lnTo>
                  <a:lnTo>
                    <a:pt x="151384" y="224002"/>
                  </a:lnTo>
                  <a:lnTo>
                    <a:pt x="179095" y="224002"/>
                  </a:lnTo>
                  <a:lnTo>
                    <a:pt x="179095" y="139979"/>
                  </a:lnTo>
                  <a:close/>
                </a:path>
                <a:path w="1329055" h="224154">
                  <a:moveTo>
                    <a:pt x="210413" y="53848"/>
                  </a:moveTo>
                  <a:lnTo>
                    <a:pt x="179095" y="53848"/>
                  </a:lnTo>
                  <a:lnTo>
                    <a:pt x="179095" y="0"/>
                  </a:lnTo>
                  <a:lnTo>
                    <a:pt x="151384" y="0"/>
                  </a:lnTo>
                  <a:lnTo>
                    <a:pt x="151384" y="130594"/>
                  </a:lnTo>
                  <a:lnTo>
                    <a:pt x="179095" y="130594"/>
                  </a:lnTo>
                  <a:lnTo>
                    <a:pt x="179095" y="76911"/>
                  </a:lnTo>
                  <a:lnTo>
                    <a:pt x="210413" y="76911"/>
                  </a:lnTo>
                  <a:lnTo>
                    <a:pt x="210413" y="53848"/>
                  </a:lnTo>
                  <a:close/>
                </a:path>
                <a:path w="1329055" h="224154">
                  <a:moveTo>
                    <a:pt x="349351" y="25781"/>
                  </a:moveTo>
                  <a:lnTo>
                    <a:pt x="296545" y="25781"/>
                  </a:lnTo>
                  <a:lnTo>
                    <a:pt x="296545" y="876"/>
                  </a:lnTo>
                  <a:lnTo>
                    <a:pt x="268833" y="876"/>
                  </a:lnTo>
                  <a:lnTo>
                    <a:pt x="268833" y="25781"/>
                  </a:lnTo>
                  <a:lnTo>
                    <a:pt x="215684" y="25781"/>
                  </a:lnTo>
                  <a:lnTo>
                    <a:pt x="215684" y="47625"/>
                  </a:lnTo>
                  <a:lnTo>
                    <a:pt x="349351" y="47625"/>
                  </a:lnTo>
                  <a:lnTo>
                    <a:pt x="349351" y="25781"/>
                  </a:lnTo>
                  <a:close/>
                </a:path>
                <a:path w="1329055" h="224154">
                  <a:moveTo>
                    <a:pt x="353644" y="175590"/>
                  </a:moveTo>
                  <a:lnTo>
                    <a:pt x="352259" y="160324"/>
                  </a:lnTo>
                  <a:lnTo>
                    <a:pt x="351802" y="155321"/>
                  </a:lnTo>
                  <a:lnTo>
                    <a:pt x="338366" y="157010"/>
                  </a:lnTo>
                  <a:lnTo>
                    <a:pt x="324599" y="158381"/>
                  </a:lnTo>
                  <a:lnTo>
                    <a:pt x="310616" y="159486"/>
                  </a:lnTo>
                  <a:lnTo>
                    <a:pt x="296545" y="160324"/>
                  </a:lnTo>
                  <a:lnTo>
                    <a:pt x="296545" y="140411"/>
                  </a:lnTo>
                  <a:lnTo>
                    <a:pt x="313194" y="135305"/>
                  </a:lnTo>
                  <a:lnTo>
                    <a:pt x="326059" y="126492"/>
                  </a:lnTo>
                  <a:lnTo>
                    <a:pt x="330339" y="120332"/>
                  </a:lnTo>
                  <a:lnTo>
                    <a:pt x="334391" y="114477"/>
                  </a:lnTo>
                  <a:lnTo>
                    <a:pt x="337413" y="99809"/>
                  </a:lnTo>
                  <a:lnTo>
                    <a:pt x="333298" y="82626"/>
                  </a:lnTo>
                  <a:lnTo>
                    <a:pt x="330161" y="78930"/>
                  </a:lnTo>
                  <a:lnTo>
                    <a:pt x="322008" y="69367"/>
                  </a:lnTo>
                  <a:lnTo>
                    <a:pt x="310934" y="63868"/>
                  </a:lnTo>
                  <a:lnTo>
                    <a:pt x="310934" y="99809"/>
                  </a:lnTo>
                  <a:lnTo>
                    <a:pt x="308902" y="108508"/>
                  </a:lnTo>
                  <a:lnTo>
                    <a:pt x="303174" y="114973"/>
                  </a:lnTo>
                  <a:lnTo>
                    <a:pt x="294322" y="118986"/>
                  </a:lnTo>
                  <a:lnTo>
                    <a:pt x="282867" y="120332"/>
                  </a:lnTo>
                  <a:lnTo>
                    <a:pt x="271259" y="118986"/>
                  </a:lnTo>
                  <a:lnTo>
                    <a:pt x="262331" y="114973"/>
                  </a:lnTo>
                  <a:lnTo>
                    <a:pt x="256603" y="108508"/>
                  </a:lnTo>
                  <a:lnTo>
                    <a:pt x="254622" y="99809"/>
                  </a:lnTo>
                  <a:lnTo>
                    <a:pt x="256603" y="91071"/>
                  </a:lnTo>
                  <a:lnTo>
                    <a:pt x="262331" y="84505"/>
                  </a:lnTo>
                  <a:lnTo>
                    <a:pt x="271259" y="80365"/>
                  </a:lnTo>
                  <a:lnTo>
                    <a:pt x="282867" y="78930"/>
                  </a:lnTo>
                  <a:lnTo>
                    <a:pt x="294322" y="80365"/>
                  </a:lnTo>
                  <a:lnTo>
                    <a:pt x="303174" y="84505"/>
                  </a:lnTo>
                  <a:lnTo>
                    <a:pt x="308902" y="91071"/>
                  </a:lnTo>
                  <a:lnTo>
                    <a:pt x="310934" y="99809"/>
                  </a:lnTo>
                  <a:lnTo>
                    <a:pt x="310934" y="63868"/>
                  </a:lnTo>
                  <a:lnTo>
                    <a:pt x="304800" y="60820"/>
                  </a:lnTo>
                  <a:lnTo>
                    <a:pt x="282867" y="57797"/>
                  </a:lnTo>
                  <a:lnTo>
                    <a:pt x="260743" y="60820"/>
                  </a:lnTo>
                  <a:lnTo>
                    <a:pt x="243535" y="69367"/>
                  </a:lnTo>
                  <a:lnTo>
                    <a:pt x="232410" y="82626"/>
                  </a:lnTo>
                  <a:lnTo>
                    <a:pt x="228485" y="99809"/>
                  </a:lnTo>
                  <a:lnTo>
                    <a:pt x="231317" y="114490"/>
                  </a:lnTo>
                  <a:lnTo>
                    <a:pt x="239445" y="126453"/>
                  </a:lnTo>
                  <a:lnTo>
                    <a:pt x="252196" y="135229"/>
                  </a:lnTo>
                  <a:lnTo>
                    <a:pt x="268833" y="140322"/>
                  </a:lnTo>
                  <a:lnTo>
                    <a:pt x="268833" y="161378"/>
                  </a:lnTo>
                  <a:lnTo>
                    <a:pt x="253568" y="161696"/>
                  </a:lnTo>
                  <a:lnTo>
                    <a:pt x="211467" y="161988"/>
                  </a:lnTo>
                  <a:lnTo>
                    <a:pt x="215417" y="184708"/>
                  </a:lnTo>
                  <a:lnTo>
                    <a:pt x="246341" y="184505"/>
                  </a:lnTo>
                  <a:lnTo>
                    <a:pt x="280784" y="183400"/>
                  </a:lnTo>
                  <a:lnTo>
                    <a:pt x="317093" y="180670"/>
                  </a:lnTo>
                  <a:lnTo>
                    <a:pt x="353644" y="175590"/>
                  </a:lnTo>
                  <a:close/>
                </a:path>
                <a:path w="1329055" h="224154">
                  <a:moveTo>
                    <a:pt x="422935" y="92532"/>
                  </a:moveTo>
                  <a:lnTo>
                    <a:pt x="391528" y="92532"/>
                  </a:lnTo>
                  <a:lnTo>
                    <a:pt x="391528" y="0"/>
                  </a:lnTo>
                  <a:lnTo>
                    <a:pt x="363816" y="0"/>
                  </a:lnTo>
                  <a:lnTo>
                    <a:pt x="363816" y="224002"/>
                  </a:lnTo>
                  <a:lnTo>
                    <a:pt x="391528" y="224002"/>
                  </a:lnTo>
                  <a:lnTo>
                    <a:pt x="391528" y="115417"/>
                  </a:lnTo>
                  <a:lnTo>
                    <a:pt x="422935" y="115417"/>
                  </a:lnTo>
                  <a:lnTo>
                    <a:pt x="422935" y="92532"/>
                  </a:lnTo>
                  <a:close/>
                </a:path>
                <a:path w="1329055" h="224154">
                  <a:moveTo>
                    <a:pt x="472579" y="123405"/>
                  </a:moveTo>
                  <a:lnTo>
                    <a:pt x="471004" y="116027"/>
                  </a:lnTo>
                  <a:lnTo>
                    <a:pt x="466826" y="109969"/>
                  </a:lnTo>
                  <a:lnTo>
                    <a:pt x="460730" y="105879"/>
                  </a:lnTo>
                  <a:lnTo>
                    <a:pt x="453377" y="104368"/>
                  </a:lnTo>
                  <a:lnTo>
                    <a:pt x="445871" y="105879"/>
                  </a:lnTo>
                  <a:lnTo>
                    <a:pt x="439724" y="109969"/>
                  </a:lnTo>
                  <a:lnTo>
                    <a:pt x="435610" y="116027"/>
                  </a:lnTo>
                  <a:lnTo>
                    <a:pt x="434174" y="123405"/>
                  </a:lnTo>
                  <a:lnTo>
                    <a:pt x="435610" y="130873"/>
                  </a:lnTo>
                  <a:lnTo>
                    <a:pt x="439724" y="136982"/>
                  </a:lnTo>
                  <a:lnTo>
                    <a:pt x="445871" y="141097"/>
                  </a:lnTo>
                  <a:lnTo>
                    <a:pt x="453377" y="142608"/>
                  </a:lnTo>
                  <a:lnTo>
                    <a:pt x="460730" y="141097"/>
                  </a:lnTo>
                  <a:lnTo>
                    <a:pt x="466826" y="136982"/>
                  </a:lnTo>
                  <a:lnTo>
                    <a:pt x="471004" y="130873"/>
                  </a:lnTo>
                  <a:lnTo>
                    <a:pt x="472579" y="123405"/>
                  </a:lnTo>
                  <a:close/>
                </a:path>
                <a:path w="1329055" h="224154">
                  <a:moveTo>
                    <a:pt x="602665" y="155409"/>
                  </a:moveTo>
                  <a:lnTo>
                    <a:pt x="568401" y="116560"/>
                  </a:lnTo>
                  <a:lnTo>
                    <a:pt x="557060" y="61214"/>
                  </a:lnTo>
                  <a:lnTo>
                    <a:pt x="557060" y="46304"/>
                  </a:lnTo>
                  <a:lnTo>
                    <a:pt x="593280" y="46304"/>
                  </a:lnTo>
                  <a:lnTo>
                    <a:pt x="593280" y="24028"/>
                  </a:lnTo>
                  <a:lnTo>
                    <a:pt x="491540" y="24028"/>
                  </a:lnTo>
                  <a:lnTo>
                    <a:pt x="491540" y="46304"/>
                  </a:lnTo>
                  <a:lnTo>
                    <a:pt x="530479" y="46304"/>
                  </a:lnTo>
                  <a:lnTo>
                    <a:pt x="530479" y="61214"/>
                  </a:lnTo>
                  <a:lnTo>
                    <a:pt x="527761" y="90411"/>
                  </a:lnTo>
                  <a:lnTo>
                    <a:pt x="519328" y="118059"/>
                  </a:lnTo>
                  <a:lnTo>
                    <a:pt x="504837" y="142113"/>
                  </a:lnTo>
                  <a:lnTo>
                    <a:pt x="483908" y="160502"/>
                  </a:lnTo>
                  <a:lnTo>
                    <a:pt x="500748" y="180848"/>
                  </a:lnTo>
                  <a:lnTo>
                    <a:pt x="515327" y="169176"/>
                  </a:lnTo>
                  <a:lnTo>
                    <a:pt x="527380" y="154165"/>
                  </a:lnTo>
                  <a:lnTo>
                    <a:pt x="536956" y="136423"/>
                  </a:lnTo>
                  <a:lnTo>
                    <a:pt x="544080" y="116560"/>
                  </a:lnTo>
                  <a:lnTo>
                    <a:pt x="551027" y="134835"/>
                  </a:lnTo>
                  <a:lnTo>
                    <a:pt x="560362" y="151079"/>
                  </a:lnTo>
                  <a:lnTo>
                    <a:pt x="572135" y="164846"/>
                  </a:lnTo>
                  <a:lnTo>
                    <a:pt x="586435" y="175679"/>
                  </a:lnTo>
                  <a:lnTo>
                    <a:pt x="602665" y="155409"/>
                  </a:lnTo>
                  <a:close/>
                </a:path>
                <a:path w="1329055" h="224154">
                  <a:moveTo>
                    <a:pt x="635114" y="4203"/>
                  </a:moveTo>
                  <a:lnTo>
                    <a:pt x="609244" y="4203"/>
                  </a:lnTo>
                  <a:lnTo>
                    <a:pt x="609244" y="78143"/>
                  </a:lnTo>
                  <a:lnTo>
                    <a:pt x="576973" y="78143"/>
                  </a:lnTo>
                  <a:lnTo>
                    <a:pt x="576973" y="100418"/>
                  </a:lnTo>
                  <a:lnTo>
                    <a:pt x="609244" y="100418"/>
                  </a:lnTo>
                  <a:lnTo>
                    <a:pt x="609244" y="213207"/>
                  </a:lnTo>
                  <a:lnTo>
                    <a:pt x="635114" y="213207"/>
                  </a:lnTo>
                  <a:lnTo>
                    <a:pt x="635114" y="4203"/>
                  </a:lnTo>
                  <a:close/>
                </a:path>
                <a:path w="1329055" h="224154">
                  <a:moveTo>
                    <a:pt x="680720" y="0"/>
                  </a:moveTo>
                  <a:lnTo>
                    <a:pt x="654583" y="0"/>
                  </a:lnTo>
                  <a:lnTo>
                    <a:pt x="654583" y="224002"/>
                  </a:lnTo>
                  <a:lnTo>
                    <a:pt x="680720" y="224002"/>
                  </a:lnTo>
                  <a:lnTo>
                    <a:pt x="680720" y="0"/>
                  </a:lnTo>
                  <a:close/>
                </a:path>
                <a:path w="1329055" h="224154">
                  <a:moveTo>
                    <a:pt x="879043" y="10515"/>
                  </a:moveTo>
                  <a:lnTo>
                    <a:pt x="723620" y="10515"/>
                  </a:lnTo>
                  <a:lnTo>
                    <a:pt x="723620" y="32359"/>
                  </a:lnTo>
                  <a:lnTo>
                    <a:pt x="851496" y="32359"/>
                  </a:lnTo>
                  <a:lnTo>
                    <a:pt x="851306" y="44589"/>
                  </a:lnTo>
                  <a:lnTo>
                    <a:pt x="850557" y="57200"/>
                  </a:lnTo>
                  <a:lnTo>
                    <a:pt x="848791" y="70840"/>
                  </a:lnTo>
                  <a:lnTo>
                    <a:pt x="845540" y="86118"/>
                  </a:lnTo>
                  <a:lnTo>
                    <a:pt x="872731" y="88849"/>
                  </a:lnTo>
                  <a:lnTo>
                    <a:pt x="876376" y="72288"/>
                  </a:lnTo>
                  <a:lnTo>
                    <a:pt x="878255" y="57010"/>
                  </a:lnTo>
                  <a:lnTo>
                    <a:pt x="878941" y="42710"/>
                  </a:lnTo>
                  <a:lnTo>
                    <a:pt x="879043" y="10515"/>
                  </a:lnTo>
                  <a:close/>
                </a:path>
                <a:path w="1329055" h="224154">
                  <a:moveTo>
                    <a:pt x="880440" y="182168"/>
                  </a:moveTo>
                  <a:lnTo>
                    <a:pt x="874788" y="164401"/>
                  </a:lnTo>
                  <a:lnTo>
                    <a:pt x="870496" y="160845"/>
                  </a:lnTo>
                  <a:lnTo>
                    <a:pt x="858850" y="151231"/>
                  </a:lnTo>
                  <a:lnTo>
                    <a:pt x="852995" y="149313"/>
                  </a:lnTo>
                  <a:lnTo>
                    <a:pt x="852995" y="182168"/>
                  </a:lnTo>
                  <a:lnTo>
                    <a:pt x="849376" y="190944"/>
                  </a:lnTo>
                  <a:lnTo>
                    <a:pt x="839063" y="197345"/>
                  </a:lnTo>
                  <a:lnTo>
                    <a:pt x="822680" y="201269"/>
                  </a:lnTo>
                  <a:lnTo>
                    <a:pt x="800811" y="202603"/>
                  </a:lnTo>
                  <a:lnTo>
                    <a:pt x="779043" y="201269"/>
                  </a:lnTo>
                  <a:lnTo>
                    <a:pt x="762736" y="197345"/>
                  </a:lnTo>
                  <a:lnTo>
                    <a:pt x="752525" y="190944"/>
                  </a:lnTo>
                  <a:lnTo>
                    <a:pt x="749058" y="182168"/>
                  </a:lnTo>
                  <a:lnTo>
                    <a:pt x="752525" y="173113"/>
                  </a:lnTo>
                  <a:lnTo>
                    <a:pt x="762736" y="166446"/>
                  </a:lnTo>
                  <a:lnTo>
                    <a:pt x="779043" y="162306"/>
                  </a:lnTo>
                  <a:lnTo>
                    <a:pt x="800811" y="160845"/>
                  </a:lnTo>
                  <a:lnTo>
                    <a:pt x="822680" y="162306"/>
                  </a:lnTo>
                  <a:lnTo>
                    <a:pt x="839063" y="166446"/>
                  </a:lnTo>
                  <a:lnTo>
                    <a:pt x="849376" y="173113"/>
                  </a:lnTo>
                  <a:lnTo>
                    <a:pt x="852995" y="182168"/>
                  </a:lnTo>
                  <a:lnTo>
                    <a:pt x="852995" y="149313"/>
                  </a:lnTo>
                  <a:lnTo>
                    <a:pt x="833793" y="143014"/>
                  </a:lnTo>
                  <a:lnTo>
                    <a:pt x="800811" y="140157"/>
                  </a:lnTo>
                  <a:lnTo>
                    <a:pt x="768032" y="143014"/>
                  </a:lnTo>
                  <a:lnTo>
                    <a:pt x="743038" y="151231"/>
                  </a:lnTo>
                  <a:lnTo>
                    <a:pt x="727113" y="164401"/>
                  </a:lnTo>
                  <a:lnTo>
                    <a:pt x="721525" y="182168"/>
                  </a:lnTo>
                  <a:lnTo>
                    <a:pt x="727113" y="199707"/>
                  </a:lnTo>
                  <a:lnTo>
                    <a:pt x="743038" y="212826"/>
                  </a:lnTo>
                  <a:lnTo>
                    <a:pt x="768032" y="221030"/>
                  </a:lnTo>
                  <a:lnTo>
                    <a:pt x="800811" y="223824"/>
                  </a:lnTo>
                  <a:lnTo>
                    <a:pt x="833793" y="221030"/>
                  </a:lnTo>
                  <a:lnTo>
                    <a:pt x="858850" y="212826"/>
                  </a:lnTo>
                  <a:lnTo>
                    <a:pt x="871270" y="202603"/>
                  </a:lnTo>
                  <a:lnTo>
                    <a:pt x="874788" y="199707"/>
                  </a:lnTo>
                  <a:lnTo>
                    <a:pt x="880440" y="182168"/>
                  </a:lnTo>
                  <a:close/>
                </a:path>
                <a:path w="1329055" h="224154">
                  <a:moveTo>
                    <a:pt x="903770" y="101473"/>
                  </a:moveTo>
                  <a:lnTo>
                    <a:pt x="806424" y="101473"/>
                  </a:lnTo>
                  <a:lnTo>
                    <a:pt x="806424" y="60871"/>
                  </a:lnTo>
                  <a:lnTo>
                    <a:pt x="779145" y="60871"/>
                  </a:lnTo>
                  <a:lnTo>
                    <a:pt x="779145" y="101473"/>
                  </a:lnTo>
                  <a:lnTo>
                    <a:pt x="700290" y="101473"/>
                  </a:lnTo>
                  <a:lnTo>
                    <a:pt x="700290" y="123837"/>
                  </a:lnTo>
                  <a:lnTo>
                    <a:pt x="903770" y="123837"/>
                  </a:lnTo>
                  <a:lnTo>
                    <a:pt x="903770" y="101473"/>
                  </a:lnTo>
                  <a:close/>
                </a:path>
                <a:path w="1329055" h="224154">
                  <a:moveTo>
                    <a:pt x="1033945" y="123837"/>
                  </a:moveTo>
                  <a:lnTo>
                    <a:pt x="1029601" y="102527"/>
                  </a:lnTo>
                  <a:lnTo>
                    <a:pt x="1023327" y="93662"/>
                  </a:lnTo>
                  <a:lnTo>
                    <a:pt x="1017778" y="85826"/>
                  </a:lnTo>
                  <a:lnTo>
                    <a:pt x="1007541" y="79578"/>
                  </a:lnTo>
                  <a:lnTo>
                    <a:pt x="1007541" y="123837"/>
                  </a:lnTo>
                  <a:lnTo>
                    <a:pt x="1005217" y="136309"/>
                  </a:lnTo>
                  <a:lnTo>
                    <a:pt x="998956" y="145770"/>
                  </a:lnTo>
                  <a:lnTo>
                    <a:pt x="989495" y="151739"/>
                  </a:lnTo>
                  <a:lnTo>
                    <a:pt x="977544" y="153746"/>
                  </a:lnTo>
                  <a:lnTo>
                    <a:pt x="965403" y="151739"/>
                  </a:lnTo>
                  <a:lnTo>
                    <a:pt x="955814" y="145770"/>
                  </a:lnTo>
                  <a:lnTo>
                    <a:pt x="949553" y="136309"/>
                  </a:lnTo>
                  <a:lnTo>
                    <a:pt x="947381" y="123837"/>
                  </a:lnTo>
                  <a:lnTo>
                    <a:pt x="949553" y="111467"/>
                  </a:lnTo>
                  <a:lnTo>
                    <a:pt x="955814" y="101942"/>
                  </a:lnTo>
                  <a:lnTo>
                    <a:pt x="965403" y="95834"/>
                  </a:lnTo>
                  <a:lnTo>
                    <a:pt x="977544" y="93662"/>
                  </a:lnTo>
                  <a:lnTo>
                    <a:pt x="989495" y="95834"/>
                  </a:lnTo>
                  <a:lnTo>
                    <a:pt x="998956" y="101942"/>
                  </a:lnTo>
                  <a:lnTo>
                    <a:pt x="1005217" y="111467"/>
                  </a:lnTo>
                  <a:lnTo>
                    <a:pt x="1007541" y="123837"/>
                  </a:lnTo>
                  <a:lnTo>
                    <a:pt x="1007541" y="79578"/>
                  </a:lnTo>
                  <a:lnTo>
                    <a:pt x="999947" y="74930"/>
                  </a:lnTo>
                  <a:lnTo>
                    <a:pt x="977544" y="71043"/>
                  </a:lnTo>
                  <a:lnTo>
                    <a:pt x="954887" y="74930"/>
                  </a:lnTo>
                  <a:lnTo>
                    <a:pt x="936929" y="85826"/>
                  </a:lnTo>
                  <a:lnTo>
                    <a:pt x="925144" y="102527"/>
                  </a:lnTo>
                  <a:lnTo>
                    <a:pt x="920978" y="123837"/>
                  </a:lnTo>
                  <a:lnTo>
                    <a:pt x="925144" y="145135"/>
                  </a:lnTo>
                  <a:lnTo>
                    <a:pt x="936929" y="161810"/>
                  </a:lnTo>
                  <a:lnTo>
                    <a:pt x="954887" y="172669"/>
                  </a:lnTo>
                  <a:lnTo>
                    <a:pt x="977544" y="176555"/>
                  </a:lnTo>
                  <a:lnTo>
                    <a:pt x="999947" y="172669"/>
                  </a:lnTo>
                  <a:lnTo>
                    <a:pt x="1017778" y="161810"/>
                  </a:lnTo>
                  <a:lnTo>
                    <a:pt x="1023493" y="153746"/>
                  </a:lnTo>
                  <a:lnTo>
                    <a:pt x="1029601" y="145135"/>
                  </a:lnTo>
                  <a:lnTo>
                    <a:pt x="1033945" y="123837"/>
                  </a:lnTo>
                  <a:close/>
                </a:path>
                <a:path w="1329055" h="224154">
                  <a:moveTo>
                    <a:pt x="1042885" y="34290"/>
                  </a:moveTo>
                  <a:lnTo>
                    <a:pt x="991146" y="34290"/>
                  </a:lnTo>
                  <a:lnTo>
                    <a:pt x="991146" y="3149"/>
                  </a:lnTo>
                  <a:lnTo>
                    <a:pt x="963599" y="3149"/>
                  </a:lnTo>
                  <a:lnTo>
                    <a:pt x="963599" y="34290"/>
                  </a:lnTo>
                  <a:lnTo>
                    <a:pt x="910628" y="34290"/>
                  </a:lnTo>
                  <a:lnTo>
                    <a:pt x="910628" y="56565"/>
                  </a:lnTo>
                  <a:lnTo>
                    <a:pt x="1042885" y="56565"/>
                  </a:lnTo>
                  <a:lnTo>
                    <a:pt x="1042885" y="34290"/>
                  </a:lnTo>
                  <a:close/>
                </a:path>
                <a:path w="1329055" h="224154">
                  <a:moveTo>
                    <a:pt x="1122006" y="89281"/>
                  </a:moveTo>
                  <a:lnTo>
                    <a:pt x="1087450" y="89281"/>
                  </a:lnTo>
                  <a:lnTo>
                    <a:pt x="1087450" y="0"/>
                  </a:lnTo>
                  <a:lnTo>
                    <a:pt x="1060170" y="0"/>
                  </a:lnTo>
                  <a:lnTo>
                    <a:pt x="1060170" y="224002"/>
                  </a:lnTo>
                  <a:lnTo>
                    <a:pt x="1087450" y="224002"/>
                  </a:lnTo>
                  <a:lnTo>
                    <a:pt x="1087450" y="112001"/>
                  </a:lnTo>
                  <a:lnTo>
                    <a:pt x="1122006" y="112001"/>
                  </a:lnTo>
                  <a:lnTo>
                    <a:pt x="1122006" y="89281"/>
                  </a:lnTo>
                  <a:close/>
                </a:path>
                <a:path w="1329055" h="224154">
                  <a:moveTo>
                    <a:pt x="1305496" y="62928"/>
                  </a:moveTo>
                  <a:lnTo>
                    <a:pt x="1177531" y="62928"/>
                  </a:lnTo>
                  <a:lnTo>
                    <a:pt x="1177531" y="8318"/>
                  </a:lnTo>
                  <a:lnTo>
                    <a:pt x="1150073" y="8318"/>
                  </a:lnTo>
                  <a:lnTo>
                    <a:pt x="1150073" y="62928"/>
                  </a:lnTo>
                  <a:lnTo>
                    <a:pt x="1150073" y="85788"/>
                  </a:lnTo>
                  <a:lnTo>
                    <a:pt x="1305496" y="85788"/>
                  </a:lnTo>
                  <a:lnTo>
                    <a:pt x="1305496" y="62928"/>
                  </a:lnTo>
                  <a:close/>
                </a:path>
                <a:path w="1329055" h="224154">
                  <a:moveTo>
                    <a:pt x="1306893" y="196278"/>
                  </a:moveTo>
                  <a:lnTo>
                    <a:pt x="1175778" y="196278"/>
                  </a:lnTo>
                  <a:lnTo>
                    <a:pt x="1175778" y="153098"/>
                  </a:lnTo>
                  <a:lnTo>
                    <a:pt x="1148232" y="153098"/>
                  </a:lnTo>
                  <a:lnTo>
                    <a:pt x="1148232" y="196278"/>
                  </a:lnTo>
                  <a:lnTo>
                    <a:pt x="1148232" y="219138"/>
                  </a:lnTo>
                  <a:lnTo>
                    <a:pt x="1306893" y="219138"/>
                  </a:lnTo>
                  <a:lnTo>
                    <a:pt x="1306893" y="196278"/>
                  </a:lnTo>
                  <a:close/>
                </a:path>
                <a:path w="1329055" h="224154">
                  <a:moveTo>
                    <a:pt x="1328559" y="111302"/>
                  </a:moveTo>
                  <a:lnTo>
                    <a:pt x="1123594" y="111302"/>
                  </a:lnTo>
                  <a:lnTo>
                    <a:pt x="1123594" y="133045"/>
                  </a:lnTo>
                  <a:lnTo>
                    <a:pt x="1328559" y="133045"/>
                  </a:lnTo>
                  <a:lnTo>
                    <a:pt x="1328559" y="11130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1" name="object 101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146799" y="6295467"/>
            <a:ext cx="420654" cy="225582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621592" y="6297221"/>
            <a:ext cx="190149" cy="224530"/>
          </a:xfrm>
          <a:prstGeom prst="rect">
            <a:avLst/>
          </a:prstGeom>
        </p:spPr>
      </p:pic>
      <p:grpSp>
        <p:nvGrpSpPr>
          <p:cNvPr id="103" name="object 103"/>
          <p:cNvGrpSpPr/>
          <p:nvPr/>
        </p:nvGrpSpPr>
        <p:grpSpPr>
          <a:xfrm>
            <a:off x="3847536" y="6297221"/>
            <a:ext cx="405765" cy="224790"/>
            <a:chOff x="3847536" y="6297221"/>
            <a:chExt cx="405765" cy="224790"/>
          </a:xfrm>
        </p:grpSpPr>
        <p:sp>
          <p:nvSpPr>
            <p:cNvPr id="104" name="object 104"/>
            <p:cNvSpPr/>
            <p:nvPr/>
          </p:nvSpPr>
          <p:spPr>
            <a:xfrm>
              <a:off x="3847528" y="6297231"/>
              <a:ext cx="175260" cy="224790"/>
            </a:xfrm>
            <a:custGeom>
              <a:avLst/>
              <a:gdLst/>
              <a:ahLst/>
              <a:cxnLst/>
              <a:rect l="l" t="t" r="r" b="b"/>
              <a:pathLst>
                <a:path w="175260" h="224790">
                  <a:moveTo>
                    <a:pt x="109194" y="74358"/>
                  </a:moveTo>
                  <a:lnTo>
                    <a:pt x="27635" y="74358"/>
                  </a:lnTo>
                  <a:lnTo>
                    <a:pt x="27635" y="18478"/>
                  </a:lnTo>
                  <a:lnTo>
                    <a:pt x="0" y="18478"/>
                  </a:lnTo>
                  <a:lnTo>
                    <a:pt x="0" y="74358"/>
                  </a:lnTo>
                  <a:lnTo>
                    <a:pt x="0" y="95948"/>
                  </a:lnTo>
                  <a:lnTo>
                    <a:pt x="0" y="149288"/>
                  </a:lnTo>
                  <a:lnTo>
                    <a:pt x="0" y="172148"/>
                  </a:lnTo>
                  <a:lnTo>
                    <a:pt x="109194" y="172148"/>
                  </a:lnTo>
                  <a:lnTo>
                    <a:pt x="109194" y="149288"/>
                  </a:lnTo>
                  <a:lnTo>
                    <a:pt x="27635" y="149288"/>
                  </a:lnTo>
                  <a:lnTo>
                    <a:pt x="27635" y="95948"/>
                  </a:lnTo>
                  <a:lnTo>
                    <a:pt x="81915" y="95948"/>
                  </a:lnTo>
                  <a:lnTo>
                    <a:pt x="81915" y="148920"/>
                  </a:lnTo>
                  <a:lnTo>
                    <a:pt x="109194" y="148920"/>
                  </a:lnTo>
                  <a:lnTo>
                    <a:pt x="109194" y="95948"/>
                  </a:lnTo>
                  <a:lnTo>
                    <a:pt x="109194" y="74358"/>
                  </a:lnTo>
                  <a:close/>
                </a:path>
                <a:path w="175260" h="224790">
                  <a:moveTo>
                    <a:pt x="109194" y="18237"/>
                  </a:moveTo>
                  <a:lnTo>
                    <a:pt x="81915" y="18237"/>
                  </a:lnTo>
                  <a:lnTo>
                    <a:pt x="81915" y="74282"/>
                  </a:lnTo>
                  <a:lnTo>
                    <a:pt x="109194" y="74282"/>
                  </a:lnTo>
                  <a:lnTo>
                    <a:pt x="109194" y="18237"/>
                  </a:lnTo>
                  <a:close/>
                </a:path>
                <a:path w="175260" h="224790">
                  <a:moveTo>
                    <a:pt x="174802" y="0"/>
                  </a:moveTo>
                  <a:lnTo>
                    <a:pt x="147002" y="0"/>
                  </a:lnTo>
                  <a:lnTo>
                    <a:pt x="147002" y="224523"/>
                  </a:lnTo>
                  <a:lnTo>
                    <a:pt x="174802" y="224523"/>
                  </a:lnTo>
                  <a:lnTo>
                    <a:pt x="174802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047783" y="6311342"/>
              <a:ext cx="204971" cy="181466"/>
            </a:xfrm>
            <a:prstGeom prst="rect">
              <a:avLst/>
            </a:prstGeom>
          </p:spPr>
        </p:pic>
      </p:grpSp>
      <p:pic>
        <p:nvPicPr>
          <p:cNvPr id="106" name="object 106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312263" y="6296958"/>
            <a:ext cx="416268" cy="224618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8027826" y="4609395"/>
            <a:ext cx="1065634" cy="2125902"/>
          </a:xfrm>
          <a:prstGeom prst="rect">
            <a:avLst/>
          </a:prstGeom>
        </p:spPr>
      </p:pic>
      <p:grpSp>
        <p:nvGrpSpPr>
          <p:cNvPr id="108" name="object 108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109" name="object 10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689343" y="758964"/>
              <a:ext cx="755650" cy="465455"/>
            </a:xfrm>
            <a:custGeom>
              <a:avLst/>
              <a:gdLst/>
              <a:ahLst/>
              <a:cxnLst/>
              <a:rect l="l" t="t" r="r" b="b"/>
              <a:pathLst>
                <a:path w="75565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55650" h="465455">
                  <a:moveTo>
                    <a:pt x="755065" y="378675"/>
                  </a:moveTo>
                  <a:lnTo>
                    <a:pt x="559142" y="378675"/>
                  </a:lnTo>
                  <a:lnTo>
                    <a:pt x="559142" y="375602"/>
                  </a:lnTo>
                  <a:lnTo>
                    <a:pt x="628929" y="309613"/>
                  </a:lnTo>
                  <a:lnTo>
                    <a:pt x="687438" y="253809"/>
                  </a:lnTo>
                  <a:lnTo>
                    <a:pt x="724179" y="208876"/>
                  </a:lnTo>
                  <a:lnTo>
                    <a:pt x="743254" y="170078"/>
                  </a:lnTo>
                  <a:lnTo>
                    <a:pt x="748804" y="132664"/>
                  </a:lnTo>
                  <a:lnTo>
                    <a:pt x="741133" y="88976"/>
                  </a:lnTo>
                  <a:lnTo>
                    <a:pt x="719416" y="52336"/>
                  </a:lnTo>
                  <a:lnTo>
                    <a:pt x="685165" y="24282"/>
                  </a:lnTo>
                  <a:lnTo>
                    <a:pt x="639876" y="6324"/>
                  </a:lnTo>
                  <a:lnTo>
                    <a:pt x="585089" y="0"/>
                  </a:lnTo>
                  <a:lnTo>
                    <a:pt x="531253" y="6540"/>
                  </a:lnTo>
                  <a:lnTo>
                    <a:pt x="486321" y="25387"/>
                  </a:lnTo>
                  <a:lnTo>
                    <a:pt x="452081" y="55372"/>
                  </a:lnTo>
                  <a:lnTo>
                    <a:pt x="430288" y="95313"/>
                  </a:lnTo>
                  <a:lnTo>
                    <a:pt x="422719" y="144056"/>
                  </a:lnTo>
                  <a:lnTo>
                    <a:pt x="513067" y="144056"/>
                  </a:lnTo>
                  <a:lnTo>
                    <a:pt x="518058" y="114947"/>
                  </a:lnTo>
                  <a:lnTo>
                    <a:pt x="532472" y="93002"/>
                  </a:lnTo>
                  <a:lnTo>
                    <a:pt x="555028" y="79159"/>
                  </a:lnTo>
                  <a:lnTo>
                    <a:pt x="584415" y="74333"/>
                  </a:lnTo>
                  <a:lnTo>
                    <a:pt x="613295" y="78790"/>
                  </a:lnTo>
                  <a:lnTo>
                    <a:pt x="636282" y="91567"/>
                  </a:lnTo>
                  <a:lnTo>
                    <a:pt x="651497" y="111798"/>
                  </a:lnTo>
                  <a:lnTo>
                    <a:pt x="657110" y="138582"/>
                  </a:lnTo>
                  <a:lnTo>
                    <a:pt x="652716" y="163868"/>
                  </a:lnTo>
                  <a:lnTo>
                    <a:pt x="640080" y="187452"/>
                  </a:lnTo>
                  <a:lnTo>
                    <a:pt x="619518" y="211810"/>
                  </a:lnTo>
                  <a:lnTo>
                    <a:pt x="591350" y="239445"/>
                  </a:lnTo>
                  <a:lnTo>
                    <a:pt x="426745" y="387883"/>
                  </a:lnTo>
                  <a:lnTo>
                    <a:pt x="426961" y="455206"/>
                  </a:lnTo>
                  <a:lnTo>
                    <a:pt x="755065" y="455206"/>
                  </a:lnTo>
                  <a:lnTo>
                    <a:pt x="755065" y="37867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507718" y="1115928"/>
              <a:ext cx="106235" cy="103713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1894916" y="737780"/>
              <a:ext cx="3392170" cy="507365"/>
            </a:xfrm>
            <a:custGeom>
              <a:avLst/>
              <a:gdLst/>
              <a:ahLst/>
              <a:cxnLst/>
              <a:rect l="l" t="t" r="r" b="b"/>
              <a:pathLst>
                <a:path w="3392170" h="507365">
                  <a:moveTo>
                    <a:pt x="322465" y="349288"/>
                  </a:moveTo>
                  <a:lnTo>
                    <a:pt x="277837" y="323011"/>
                  </a:lnTo>
                  <a:lnTo>
                    <a:pt x="241782" y="286740"/>
                  </a:lnTo>
                  <a:lnTo>
                    <a:pt x="215087" y="243217"/>
                  </a:lnTo>
                  <a:lnTo>
                    <a:pt x="198501" y="195199"/>
                  </a:lnTo>
                  <a:lnTo>
                    <a:pt x="192811" y="145440"/>
                  </a:lnTo>
                  <a:lnTo>
                    <a:pt x="192811" y="103009"/>
                  </a:lnTo>
                  <a:lnTo>
                    <a:pt x="302920" y="103009"/>
                  </a:lnTo>
                  <a:lnTo>
                    <a:pt x="302920" y="52095"/>
                  </a:lnTo>
                  <a:lnTo>
                    <a:pt x="18554" y="52095"/>
                  </a:lnTo>
                  <a:lnTo>
                    <a:pt x="18554" y="103009"/>
                  </a:lnTo>
                  <a:lnTo>
                    <a:pt x="129654" y="103009"/>
                  </a:lnTo>
                  <a:lnTo>
                    <a:pt x="129654" y="145440"/>
                  </a:lnTo>
                  <a:lnTo>
                    <a:pt x="125450" y="188810"/>
                  </a:lnTo>
                  <a:lnTo>
                    <a:pt x="113588" y="231686"/>
                  </a:lnTo>
                  <a:lnTo>
                    <a:pt x="94576" y="272249"/>
                  </a:lnTo>
                  <a:lnTo>
                    <a:pt x="68961" y="308686"/>
                  </a:lnTo>
                  <a:lnTo>
                    <a:pt x="37261" y="339178"/>
                  </a:lnTo>
                  <a:lnTo>
                    <a:pt x="0" y="361924"/>
                  </a:lnTo>
                  <a:lnTo>
                    <a:pt x="35725" y="410857"/>
                  </a:lnTo>
                  <a:lnTo>
                    <a:pt x="77216" y="384479"/>
                  </a:lnTo>
                  <a:lnTo>
                    <a:pt x="112509" y="348576"/>
                  </a:lnTo>
                  <a:lnTo>
                    <a:pt x="141046" y="304927"/>
                  </a:lnTo>
                  <a:lnTo>
                    <a:pt x="162217" y="255358"/>
                  </a:lnTo>
                  <a:lnTo>
                    <a:pt x="183349" y="301104"/>
                  </a:lnTo>
                  <a:lnTo>
                    <a:pt x="211772" y="341147"/>
                  </a:lnTo>
                  <a:lnTo>
                    <a:pt x="247053" y="374015"/>
                  </a:lnTo>
                  <a:lnTo>
                    <a:pt x="288721" y="398233"/>
                  </a:lnTo>
                  <a:lnTo>
                    <a:pt x="322465" y="349288"/>
                  </a:lnTo>
                  <a:close/>
                </a:path>
                <a:path w="3392170" h="507365">
                  <a:moveTo>
                    <a:pt x="422122" y="2362"/>
                  </a:moveTo>
                  <a:lnTo>
                    <a:pt x="359562" y="2362"/>
                  </a:lnTo>
                  <a:lnTo>
                    <a:pt x="359562" y="506374"/>
                  </a:lnTo>
                  <a:lnTo>
                    <a:pt x="422122" y="506374"/>
                  </a:lnTo>
                  <a:lnTo>
                    <a:pt x="422122" y="2362"/>
                  </a:lnTo>
                  <a:close/>
                </a:path>
                <a:path w="3392170" h="507365">
                  <a:moveTo>
                    <a:pt x="783856" y="258508"/>
                  </a:moveTo>
                  <a:lnTo>
                    <a:pt x="779754" y="228117"/>
                  </a:lnTo>
                  <a:lnTo>
                    <a:pt x="776947" y="207403"/>
                  </a:lnTo>
                  <a:lnTo>
                    <a:pt x="722452" y="217131"/>
                  </a:lnTo>
                  <a:lnTo>
                    <a:pt x="669645" y="223380"/>
                  </a:lnTo>
                  <a:lnTo>
                    <a:pt x="618553" y="226822"/>
                  </a:lnTo>
                  <a:lnTo>
                    <a:pt x="569150" y="228117"/>
                  </a:lnTo>
                  <a:lnTo>
                    <a:pt x="569150" y="37096"/>
                  </a:lnTo>
                  <a:lnTo>
                    <a:pt x="506793" y="37096"/>
                  </a:lnTo>
                  <a:lnTo>
                    <a:pt x="506793" y="280022"/>
                  </a:lnTo>
                  <a:lnTo>
                    <a:pt x="548830" y="280022"/>
                  </a:lnTo>
                  <a:lnTo>
                    <a:pt x="593623" y="279412"/>
                  </a:lnTo>
                  <a:lnTo>
                    <a:pt x="639457" y="277342"/>
                  </a:lnTo>
                  <a:lnTo>
                    <a:pt x="686409" y="273418"/>
                  </a:lnTo>
                  <a:lnTo>
                    <a:pt x="734529" y="267271"/>
                  </a:lnTo>
                  <a:lnTo>
                    <a:pt x="783856" y="258508"/>
                  </a:lnTo>
                  <a:close/>
                </a:path>
                <a:path w="3392170" h="507365">
                  <a:moveTo>
                    <a:pt x="899896" y="446582"/>
                  </a:moveTo>
                  <a:lnTo>
                    <a:pt x="623023" y="446582"/>
                  </a:lnTo>
                  <a:lnTo>
                    <a:pt x="623023" y="331139"/>
                  </a:lnTo>
                  <a:lnTo>
                    <a:pt x="560666" y="331139"/>
                  </a:lnTo>
                  <a:lnTo>
                    <a:pt x="560666" y="496900"/>
                  </a:lnTo>
                  <a:lnTo>
                    <a:pt x="899896" y="496900"/>
                  </a:lnTo>
                  <a:lnTo>
                    <a:pt x="899896" y="446582"/>
                  </a:lnTo>
                  <a:close/>
                </a:path>
                <a:path w="3392170" h="507365">
                  <a:moveTo>
                    <a:pt x="953579" y="147015"/>
                  </a:moveTo>
                  <a:lnTo>
                    <a:pt x="883119" y="147015"/>
                  </a:lnTo>
                  <a:lnTo>
                    <a:pt x="883119" y="2755"/>
                  </a:lnTo>
                  <a:lnTo>
                    <a:pt x="820762" y="2755"/>
                  </a:lnTo>
                  <a:lnTo>
                    <a:pt x="820762" y="365467"/>
                  </a:lnTo>
                  <a:lnTo>
                    <a:pt x="883119" y="365467"/>
                  </a:lnTo>
                  <a:lnTo>
                    <a:pt x="883119" y="199313"/>
                  </a:lnTo>
                  <a:lnTo>
                    <a:pt x="953579" y="199313"/>
                  </a:lnTo>
                  <a:lnTo>
                    <a:pt x="953579" y="147015"/>
                  </a:lnTo>
                  <a:close/>
                </a:path>
                <a:path w="3392170" h="507365">
                  <a:moveTo>
                    <a:pt x="1241120" y="211543"/>
                  </a:moveTo>
                  <a:lnTo>
                    <a:pt x="1232039" y="173837"/>
                  </a:lnTo>
                  <a:lnTo>
                    <a:pt x="1225384" y="166154"/>
                  </a:lnTo>
                  <a:lnTo>
                    <a:pt x="1206804" y="144716"/>
                  </a:lnTo>
                  <a:lnTo>
                    <a:pt x="1182306" y="132867"/>
                  </a:lnTo>
                  <a:lnTo>
                    <a:pt x="1182306" y="211543"/>
                  </a:lnTo>
                  <a:lnTo>
                    <a:pt x="1177480" y="230466"/>
                  </a:lnTo>
                  <a:lnTo>
                    <a:pt x="1164374" y="244373"/>
                  </a:lnTo>
                  <a:lnTo>
                    <a:pt x="1144206" y="252920"/>
                  </a:lnTo>
                  <a:lnTo>
                    <a:pt x="1118171" y="255752"/>
                  </a:lnTo>
                  <a:lnTo>
                    <a:pt x="1091920" y="252920"/>
                  </a:lnTo>
                  <a:lnTo>
                    <a:pt x="1071727" y="244373"/>
                  </a:lnTo>
                  <a:lnTo>
                    <a:pt x="1058811" y="230466"/>
                  </a:lnTo>
                  <a:lnTo>
                    <a:pt x="1054430" y="211543"/>
                  </a:lnTo>
                  <a:lnTo>
                    <a:pt x="1058811" y="192405"/>
                  </a:lnTo>
                  <a:lnTo>
                    <a:pt x="1071727" y="178193"/>
                  </a:lnTo>
                  <a:lnTo>
                    <a:pt x="1091920" y="169303"/>
                  </a:lnTo>
                  <a:lnTo>
                    <a:pt x="1118171" y="166154"/>
                  </a:lnTo>
                  <a:lnTo>
                    <a:pt x="1144206" y="169303"/>
                  </a:lnTo>
                  <a:lnTo>
                    <a:pt x="1164374" y="178193"/>
                  </a:lnTo>
                  <a:lnTo>
                    <a:pt x="1177480" y="192405"/>
                  </a:lnTo>
                  <a:lnTo>
                    <a:pt x="1182306" y="211543"/>
                  </a:lnTo>
                  <a:lnTo>
                    <a:pt x="1182306" y="132867"/>
                  </a:lnTo>
                  <a:lnTo>
                    <a:pt x="1167993" y="125933"/>
                  </a:lnTo>
                  <a:lnTo>
                    <a:pt x="1118171" y="119189"/>
                  </a:lnTo>
                  <a:lnTo>
                    <a:pt x="1067892" y="125933"/>
                  </a:lnTo>
                  <a:lnTo>
                    <a:pt x="1028674" y="144716"/>
                  </a:lnTo>
                  <a:lnTo>
                    <a:pt x="1003223" y="173837"/>
                  </a:lnTo>
                  <a:lnTo>
                    <a:pt x="994244" y="211543"/>
                  </a:lnTo>
                  <a:lnTo>
                    <a:pt x="1003223" y="249250"/>
                  </a:lnTo>
                  <a:lnTo>
                    <a:pt x="1028674" y="278345"/>
                  </a:lnTo>
                  <a:lnTo>
                    <a:pt x="1067892" y="297078"/>
                  </a:lnTo>
                  <a:lnTo>
                    <a:pt x="1118171" y="303707"/>
                  </a:lnTo>
                  <a:lnTo>
                    <a:pt x="1167993" y="297078"/>
                  </a:lnTo>
                  <a:lnTo>
                    <a:pt x="1206804" y="278345"/>
                  </a:lnTo>
                  <a:lnTo>
                    <a:pt x="1226400" y="255752"/>
                  </a:lnTo>
                  <a:lnTo>
                    <a:pt x="1232039" y="249250"/>
                  </a:lnTo>
                  <a:lnTo>
                    <a:pt x="1241120" y="211543"/>
                  </a:lnTo>
                  <a:close/>
                </a:path>
                <a:path w="3392170" h="507365">
                  <a:moveTo>
                    <a:pt x="1267561" y="50520"/>
                  </a:moveTo>
                  <a:lnTo>
                    <a:pt x="1148956" y="50520"/>
                  </a:lnTo>
                  <a:lnTo>
                    <a:pt x="1148956" y="0"/>
                  </a:lnTo>
                  <a:lnTo>
                    <a:pt x="1087196" y="0"/>
                  </a:lnTo>
                  <a:lnTo>
                    <a:pt x="1087196" y="50520"/>
                  </a:lnTo>
                  <a:lnTo>
                    <a:pt x="968197" y="50520"/>
                  </a:lnTo>
                  <a:lnTo>
                    <a:pt x="968197" y="99656"/>
                  </a:lnTo>
                  <a:lnTo>
                    <a:pt x="1267561" y="99656"/>
                  </a:lnTo>
                  <a:lnTo>
                    <a:pt x="1267561" y="50520"/>
                  </a:lnTo>
                  <a:close/>
                </a:path>
                <a:path w="3392170" h="507365">
                  <a:moveTo>
                    <a:pt x="1365834" y="341591"/>
                  </a:moveTo>
                  <a:lnTo>
                    <a:pt x="1029563" y="341591"/>
                  </a:lnTo>
                  <a:lnTo>
                    <a:pt x="1029563" y="391515"/>
                  </a:lnTo>
                  <a:lnTo>
                    <a:pt x="1303477" y="391515"/>
                  </a:lnTo>
                  <a:lnTo>
                    <a:pt x="1303477" y="506374"/>
                  </a:lnTo>
                  <a:lnTo>
                    <a:pt x="1365834" y="506374"/>
                  </a:lnTo>
                  <a:lnTo>
                    <a:pt x="1365834" y="341591"/>
                  </a:lnTo>
                  <a:close/>
                </a:path>
                <a:path w="3392170" h="507365">
                  <a:moveTo>
                    <a:pt x="1436281" y="136359"/>
                  </a:moveTo>
                  <a:lnTo>
                    <a:pt x="1365834" y="136359"/>
                  </a:lnTo>
                  <a:lnTo>
                    <a:pt x="1365834" y="2362"/>
                  </a:lnTo>
                  <a:lnTo>
                    <a:pt x="1303477" y="2362"/>
                  </a:lnTo>
                  <a:lnTo>
                    <a:pt x="1303477" y="318109"/>
                  </a:lnTo>
                  <a:lnTo>
                    <a:pt x="1365834" y="318109"/>
                  </a:lnTo>
                  <a:lnTo>
                    <a:pt x="1365834" y="187071"/>
                  </a:lnTo>
                  <a:lnTo>
                    <a:pt x="1436281" y="187071"/>
                  </a:lnTo>
                  <a:lnTo>
                    <a:pt x="1436281" y="136359"/>
                  </a:lnTo>
                  <a:close/>
                </a:path>
                <a:path w="3392170" h="507365">
                  <a:moveTo>
                    <a:pt x="1721269" y="55841"/>
                  </a:moveTo>
                  <a:lnTo>
                    <a:pt x="1479524" y="55841"/>
                  </a:lnTo>
                  <a:lnTo>
                    <a:pt x="1479524" y="104978"/>
                  </a:lnTo>
                  <a:lnTo>
                    <a:pt x="1658112" y="104978"/>
                  </a:lnTo>
                  <a:lnTo>
                    <a:pt x="1650250" y="152400"/>
                  </a:lnTo>
                  <a:lnTo>
                    <a:pt x="1635887" y="196303"/>
                  </a:lnTo>
                  <a:lnTo>
                    <a:pt x="1614652" y="236816"/>
                  </a:lnTo>
                  <a:lnTo>
                    <a:pt x="1586204" y="274078"/>
                  </a:lnTo>
                  <a:lnTo>
                    <a:pt x="1550162" y="308216"/>
                  </a:lnTo>
                  <a:lnTo>
                    <a:pt x="1506169" y="339356"/>
                  </a:lnTo>
                  <a:lnTo>
                    <a:pt x="1453870" y="367639"/>
                  </a:lnTo>
                  <a:lnTo>
                    <a:pt x="1486433" y="417372"/>
                  </a:lnTo>
                  <a:lnTo>
                    <a:pt x="1535861" y="390918"/>
                  </a:lnTo>
                  <a:lnTo>
                    <a:pt x="1578571" y="361988"/>
                  </a:lnTo>
                  <a:lnTo>
                    <a:pt x="1614919" y="330682"/>
                  </a:lnTo>
                  <a:lnTo>
                    <a:pt x="1645246" y="297129"/>
                  </a:lnTo>
                  <a:lnTo>
                    <a:pt x="1669935" y="261467"/>
                  </a:lnTo>
                  <a:lnTo>
                    <a:pt x="1689328" y="223824"/>
                  </a:lnTo>
                  <a:lnTo>
                    <a:pt x="1703793" y="184315"/>
                  </a:lnTo>
                  <a:lnTo>
                    <a:pt x="1713699" y="143052"/>
                  </a:lnTo>
                  <a:lnTo>
                    <a:pt x="1719402" y="100190"/>
                  </a:lnTo>
                  <a:lnTo>
                    <a:pt x="1721269" y="55841"/>
                  </a:lnTo>
                  <a:close/>
                </a:path>
                <a:path w="3392170" h="507365">
                  <a:moveTo>
                    <a:pt x="1871637" y="2362"/>
                  </a:moveTo>
                  <a:lnTo>
                    <a:pt x="1809076" y="2362"/>
                  </a:lnTo>
                  <a:lnTo>
                    <a:pt x="1809076" y="506374"/>
                  </a:lnTo>
                  <a:lnTo>
                    <a:pt x="1871637" y="506374"/>
                  </a:lnTo>
                  <a:lnTo>
                    <a:pt x="1871637" y="2362"/>
                  </a:lnTo>
                  <a:close/>
                </a:path>
                <a:path w="3392170" h="507365">
                  <a:moveTo>
                    <a:pt x="2461107" y="344258"/>
                  </a:moveTo>
                  <a:lnTo>
                    <a:pt x="2108454" y="344258"/>
                  </a:lnTo>
                  <a:lnTo>
                    <a:pt x="2108454" y="392518"/>
                  </a:lnTo>
                  <a:lnTo>
                    <a:pt x="2398750" y="392518"/>
                  </a:lnTo>
                  <a:lnTo>
                    <a:pt x="2398750" y="506818"/>
                  </a:lnTo>
                  <a:lnTo>
                    <a:pt x="2461107" y="506818"/>
                  </a:lnTo>
                  <a:lnTo>
                    <a:pt x="2461107" y="392518"/>
                  </a:lnTo>
                  <a:lnTo>
                    <a:pt x="2461107" y="344258"/>
                  </a:lnTo>
                  <a:close/>
                </a:path>
                <a:path w="3392170" h="507365">
                  <a:moveTo>
                    <a:pt x="2517152" y="251206"/>
                  </a:moveTo>
                  <a:lnTo>
                    <a:pt x="2318029" y="251206"/>
                  </a:lnTo>
                  <a:lnTo>
                    <a:pt x="2318029" y="198208"/>
                  </a:lnTo>
                  <a:lnTo>
                    <a:pt x="2458732" y="198208"/>
                  </a:lnTo>
                  <a:lnTo>
                    <a:pt x="2458732" y="148793"/>
                  </a:lnTo>
                  <a:lnTo>
                    <a:pt x="2458732" y="71437"/>
                  </a:lnTo>
                  <a:lnTo>
                    <a:pt x="2397556" y="71437"/>
                  </a:lnTo>
                  <a:lnTo>
                    <a:pt x="2397556" y="148678"/>
                  </a:lnTo>
                  <a:lnTo>
                    <a:pt x="2175941" y="148678"/>
                  </a:lnTo>
                  <a:lnTo>
                    <a:pt x="2175941" y="71208"/>
                  </a:lnTo>
                  <a:lnTo>
                    <a:pt x="2458732" y="71208"/>
                  </a:lnTo>
                  <a:lnTo>
                    <a:pt x="2458732" y="22948"/>
                  </a:lnTo>
                  <a:lnTo>
                    <a:pt x="2115362" y="22948"/>
                  </a:lnTo>
                  <a:lnTo>
                    <a:pt x="2115362" y="71208"/>
                  </a:lnTo>
                  <a:lnTo>
                    <a:pt x="2115362" y="148678"/>
                  </a:lnTo>
                  <a:lnTo>
                    <a:pt x="2115362" y="198208"/>
                  </a:lnTo>
                  <a:lnTo>
                    <a:pt x="2255875" y="198208"/>
                  </a:lnTo>
                  <a:lnTo>
                    <a:pt x="2255875" y="251206"/>
                  </a:lnTo>
                  <a:lnTo>
                    <a:pt x="2057539" y="251206"/>
                  </a:lnTo>
                  <a:lnTo>
                    <a:pt x="2057539" y="301332"/>
                  </a:lnTo>
                  <a:lnTo>
                    <a:pt x="2517152" y="301332"/>
                  </a:lnTo>
                  <a:lnTo>
                    <a:pt x="2517152" y="251206"/>
                  </a:lnTo>
                  <a:close/>
                </a:path>
                <a:path w="3392170" h="507365">
                  <a:moveTo>
                    <a:pt x="3001441" y="398424"/>
                  </a:moveTo>
                  <a:lnTo>
                    <a:pt x="2879877" y="398424"/>
                  </a:lnTo>
                  <a:lnTo>
                    <a:pt x="2879877" y="294627"/>
                  </a:lnTo>
                  <a:lnTo>
                    <a:pt x="2959214" y="294627"/>
                  </a:lnTo>
                  <a:lnTo>
                    <a:pt x="2959214" y="244297"/>
                  </a:lnTo>
                  <a:lnTo>
                    <a:pt x="2887180" y="244297"/>
                  </a:lnTo>
                  <a:lnTo>
                    <a:pt x="2887180" y="95110"/>
                  </a:lnTo>
                  <a:lnTo>
                    <a:pt x="2961182" y="95110"/>
                  </a:lnTo>
                  <a:lnTo>
                    <a:pt x="2961182" y="44983"/>
                  </a:lnTo>
                  <a:lnTo>
                    <a:pt x="2826004" y="44983"/>
                  </a:lnTo>
                  <a:lnTo>
                    <a:pt x="2826004" y="95110"/>
                  </a:lnTo>
                  <a:lnTo>
                    <a:pt x="2826004" y="244297"/>
                  </a:lnTo>
                  <a:lnTo>
                    <a:pt x="2817520" y="244297"/>
                  </a:lnTo>
                  <a:lnTo>
                    <a:pt x="2817520" y="294627"/>
                  </a:lnTo>
                  <a:lnTo>
                    <a:pt x="2817520" y="398424"/>
                  </a:lnTo>
                  <a:lnTo>
                    <a:pt x="2721610" y="398424"/>
                  </a:lnTo>
                  <a:lnTo>
                    <a:pt x="2721610" y="294627"/>
                  </a:lnTo>
                  <a:lnTo>
                    <a:pt x="2817520" y="294627"/>
                  </a:lnTo>
                  <a:lnTo>
                    <a:pt x="2817520" y="244297"/>
                  </a:lnTo>
                  <a:lnTo>
                    <a:pt x="2712732" y="244297"/>
                  </a:lnTo>
                  <a:lnTo>
                    <a:pt x="2712732" y="95110"/>
                  </a:lnTo>
                  <a:lnTo>
                    <a:pt x="2826004" y="95110"/>
                  </a:lnTo>
                  <a:lnTo>
                    <a:pt x="2826004" y="44983"/>
                  </a:lnTo>
                  <a:lnTo>
                    <a:pt x="2577947" y="44983"/>
                  </a:lnTo>
                  <a:lnTo>
                    <a:pt x="2577947" y="95110"/>
                  </a:lnTo>
                  <a:lnTo>
                    <a:pt x="2650960" y="95110"/>
                  </a:lnTo>
                  <a:lnTo>
                    <a:pt x="2650960" y="244297"/>
                  </a:lnTo>
                  <a:lnTo>
                    <a:pt x="2579522" y="244297"/>
                  </a:lnTo>
                  <a:lnTo>
                    <a:pt x="2579522" y="294627"/>
                  </a:lnTo>
                  <a:lnTo>
                    <a:pt x="2659443" y="294627"/>
                  </a:lnTo>
                  <a:lnTo>
                    <a:pt x="2659443" y="398424"/>
                  </a:lnTo>
                  <a:lnTo>
                    <a:pt x="2540254" y="398424"/>
                  </a:lnTo>
                  <a:lnTo>
                    <a:pt x="2540254" y="448551"/>
                  </a:lnTo>
                  <a:lnTo>
                    <a:pt x="3001441" y="448551"/>
                  </a:lnTo>
                  <a:lnTo>
                    <a:pt x="3001441" y="398424"/>
                  </a:lnTo>
                  <a:close/>
                </a:path>
                <a:path w="3392170" h="507365">
                  <a:moveTo>
                    <a:pt x="3392055" y="139776"/>
                  </a:moveTo>
                  <a:lnTo>
                    <a:pt x="3361118" y="139776"/>
                  </a:lnTo>
                  <a:lnTo>
                    <a:pt x="3361118" y="362902"/>
                  </a:lnTo>
                  <a:lnTo>
                    <a:pt x="3392055" y="362902"/>
                  </a:lnTo>
                  <a:lnTo>
                    <a:pt x="3392055" y="1397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500497" y="899262"/>
              <a:ext cx="471893" cy="18229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040429" y="896844"/>
              <a:ext cx="279780" cy="184711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340326" y="942452"/>
              <a:ext cx="191245" cy="136472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551258" y="911930"/>
              <a:ext cx="487707" cy="169625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059082" y="942277"/>
              <a:ext cx="79592" cy="136647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203158" y="896844"/>
              <a:ext cx="138813" cy="184623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362518" y="944206"/>
              <a:ext cx="120592" cy="136471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508642" y="942452"/>
              <a:ext cx="191245" cy="136472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724989" y="942452"/>
              <a:ext cx="327828" cy="139015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077661" y="942277"/>
              <a:ext cx="217120" cy="187167"/>
            </a:xfrm>
            <a:prstGeom prst="rect">
              <a:avLst/>
            </a:prstGeom>
          </p:spPr>
        </p:pic>
      </p:grpSp>
      <p:grpSp>
        <p:nvGrpSpPr>
          <p:cNvPr id="123" name="object 123"/>
          <p:cNvGrpSpPr/>
          <p:nvPr/>
        </p:nvGrpSpPr>
        <p:grpSpPr>
          <a:xfrm>
            <a:off x="9941293" y="4035815"/>
            <a:ext cx="3905885" cy="1131570"/>
            <a:chOff x="9941293" y="4035815"/>
            <a:chExt cx="3905885" cy="1131570"/>
          </a:xfrm>
        </p:grpSpPr>
        <p:pic>
          <p:nvPicPr>
            <p:cNvPr id="124" name="object 12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852899" y="4278393"/>
              <a:ext cx="68501" cy="616278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134805" y="4081827"/>
              <a:ext cx="3468690" cy="357900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9941293" y="4047575"/>
              <a:ext cx="1131394" cy="461633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258945" y="4190088"/>
              <a:ext cx="486308" cy="162705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1138498" y="4047575"/>
              <a:ext cx="1131394" cy="461633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1437532" y="4180044"/>
              <a:ext cx="147641" cy="182190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11620525" y="4180052"/>
              <a:ext cx="146050" cy="182245"/>
            </a:xfrm>
            <a:custGeom>
              <a:avLst/>
              <a:gdLst/>
              <a:ahLst/>
              <a:cxnLst/>
              <a:rect l="l" t="t" r="r" b="b"/>
              <a:pathLst>
                <a:path w="146050" h="182245">
                  <a:moveTo>
                    <a:pt x="87972" y="3340"/>
                  </a:moveTo>
                  <a:lnTo>
                    <a:pt x="0" y="3340"/>
                  </a:lnTo>
                  <a:lnTo>
                    <a:pt x="0" y="22390"/>
                  </a:lnTo>
                  <a:lnTo>
                    <a:pt x="0" y="150647"/>
                  </a:lnTo>
                  <a:lnTo>
                    <a:pt x="0" y="169697"/>
                  </a:lnTo>
                  <a:lnTo>
                    <a:pt x="87972" y="169697"/>
                  </a:lnTo>
                  <a:lnTo>
                    <a:pt x="87972" y="151053"/>
                  </a:lnTo>
                  <a:lnTo>
                    <a:pt x="87972" y="150647"/>
                  </a:lnTo>
                  <a:lnTo>
                    <a:pt x="87972" y="22491"/>
                  </a:lnTo>
                  <a:lnTo>
                    <a:pt x="66281" y="22491"/>
                  </a:lnTo>
                  <a:lnTo>
                    <a:pt x="66281" y="150647"/>
                  </a:lnTo>
                  <a:lnTo>
                    <a:pt x="21691" y="150647"/>
                  </a:lnTo>
                  <a:lnTo>
                    <a:pt x="21691" y="22390"/>
                  </a:lnTo>
                  <a:lnTo>
                    <a:pt x="87972" y="22390"/>
                  </a:lnTo>
                  <a:lnTo>
                    <a:pt x="87972" y="3340"/>
                  </a:lnTo>
                  <a:close/>
                </a:path>
                <a:path w="146050" h="182245">
                  <a:moveTo>
                    <a:pt x="145427" y="0"/>
                  </a:moveTo>
                  <a:lnTo>
                    <a:pt x="123532" y="0"/>
                  </a:lnTo>
                  <a:lnTo>
                    <a:pt x="123532" y="182194"/>
                  </a:lnTo>
                  <a:lnTo>
                    <a:pt x="145427" y="182194"/>
                  </a:lnTo>
                  <a:lnTo>
                    <a:pt x="145427" y="0"/>
                  </a:lnTo>
                  <a:close/>
                </a:path>
              </a:pathLst>
            </a:custGeom>
            <a:solidFill>
              <a:srgbClr val="323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1797091" y="4180044"/>
              <a:ext cx="149649" cy="182190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335703" y="4035815"/>
              <a:ext cx="1131394" cy="461633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718325" y="4178328"/>
              <a:ext cx="355341" cy="162705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347464" y="4705512"/>
              <a:ext cx="1131394" cy="461633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522854" y="4837981"/>
              <a:ext cx="342887" cy="187412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928543" y="4848024"/>
              <a:ext cx="365584" cy="162705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3569252" y="4095786"/>
              <a:ext cx="277345" cy="653955"/>
            </a:xfrm>
            <a:prstGeom prst="rect">
              <a:avLst/>
            </a:prstGeom>
          </p:spPr>
        </p:pic>
      </p:grpSp>
      <p:pic>
        <p:nvPicPr>
          <p:cNvPr id="138" name="object 138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4249196" y="4047575"/>
            <a:ext cx="1301792" cy="68501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4256280" y="4698815"/>
            <a:ext cx="1301792" cy="68501"/>
          </a:xfrm>
          <a:prstGeom prst="rect">
            <a:avLst/>
          </a:prstGeom>
        </p:spPr>
      </p:pic>
      <p:sp>
        <p:nvSpPr>
          <p:cNvPr id="140" name="object 140"/>
          <p:cNvSpPr/>
          <p:nvPr/>
        </p:nvSpPr>
        <p:spPr>
          <a:xfrm>
            <a:off x="15452201" y="5421559"/>
            <a:ext cx="167640" cy="140335"/>
          </a:xfrm>
          <a:custGeom>
            <a:avLst/>
            <a:gdLst/>
            <a:ahLst/>
            <a:cxnLst/>
            <a:rect l="l" t="t" r="r" b="b"/>
            <a:pathLst>
              <a:path w="167640" h="140335">
                <a:moveTo>
                  <a:pt x="0" y="0"/>
                </a:moveTo>
                <a:lnTo>
                  <a:pt x="167072" y="0"/>
                </a:lnTo>
                <a:lnTo>
                  <a:pt x="83536" y="139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5452201" y="6481881"/>
            <a:ext cx="167640" cy="140335"/>
          </a:xfrm>
          <a:custGeom>
            <a:avLst/>
            <a:gdLst/>
            <a:ahLst/>
            <a:cxnLst/>
            <a:rect l="l" t="t" r="r" b="b"/>
            <a:pathLst>
              <a:path w="167640" h="140334">
                <a:moveTo>
                  <a:pt x="0" y="0"/>
                </a:moveTo>
                <a:lnTo>
                  <a:pt x="167072" y="0"/>
                </a:lnTo>
                <a:lnTo>
                  <a:pt x="83536" y="139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15446206" y="7304989"/>
            <a:ext cx="167640" cy="140335"/>
          </a:xfrm>
          <a:custGeom>
            <a:avLst/>
            <a:gdLst/>
            <a:ahLst/>
            <a:cxnLst/>
            <a:rect l="l" t="t" r="r" b="b"/>
            <a:pathLst>
              <a:path w="167640" h="140334">
                <a:moveTo>
                  <a:pt x="0" y="0"/>
                </a:moveTo>
                <a:lnTo>
                  <a:pt x="167072" y="0"/>
                </a:lnTo>
                <a:lnTo>
                  <a:pt x="83536" y="139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3" name="object 143"/>
          <p:cNvGrpSpPr/>
          <p:nvPr/>
        </p:nvGrpSpPr>
        <p:grpSpPr>
          <a:xfrm>
            <a:off x="13812718" y="3921731"/>
            <a:ext cx="1352550" cy="356235"/>
            <a:chOff x="13812718" y="3921731"/>
            <a:chExt cx="1352550" cy="356235"/>
          </a:xfrm>
        </p:grpSpPr>
        <p:pic>
          <p:nvPicPr>
            <p:cNvPr id="144" name="object 14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3812718" y="3921731"/>
              <a:ext cx="1352530" cy="356156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3960495" y="4004348"/>
              <a:ext cx="310474" cy="169696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329182" y="4004348"/>
              <a:ext cx="309564" cy="164967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4697754" y="3998528"/>
              <a:ext cx="311201" cy="173516"/>
            </a:xfrm>
            <a:prstGeom prst="rect">
              <a:avLst/>
            </a:prstGeom>
          </p:spPr>
        </p:pic>
      </p:grpSp>
      <p:grpSp>
        <p:nvGrpSpPr>
          <p:cNvPr id="148" name="object 148"/>
          <p:cNvGrpSpPr/>
          <p:nvPr/>
        </p:nvGrpSpPr>
        <p:grpSpPr>
          <a:xfrm>
            <a:off x="13812718" y="4522946"/>
            <a:ext cx="1538605" cy="356235"/>
            <a:chOff x="13812718" y="4522946"/>
            <a:chExt cx="1538605" cy="356235"/>
          </a:xfrm>
        </p:grpSpPr>
        <p:pic>
          <p:nvPicPr>
            <p:cNvPr id="149" name="object 149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812718" y="4522946"/>
              <a:ext cx="1538073" cy="356156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3959960" y="4642940"/>
              <a:ext cx="306290" cy="168787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4288986" y="4634210"/>
              <a:ext cx="192068" cy="184610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4504699" y="4634210"/>
              <a:ext cx="362492" cy="184610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4925672" y="4637120"/>
              <a:ext cx="311200" cy="173516"/>
            </a:xfrm>
            <a:prstGeom prst="rect">
              <a:avLst/>
            </a:prstGeom>
          </p:spPr>
        </p:pic>
      </p:grpSp>
      <p:grpSp>
        <p:nvGrpSpPr>
          <p:cNvPr id="154" name="object 154"/>
          <p:cNvGrpSpPr/>
          <p:nvPr/>
        </p:nvGrpSpPr>
        <p:grpSpPr>
          <a:xfrm>
            <a:off x="13468567" y="6313061"/>
            <a:ext cx="646430" cy="590550"/>
            <a:chOff x="13468567" y="6313061"/>
            <a:chExt cx="646430" cy="590550"/>
          </a:xfrm>
        </p:grpSpPr>
        <p:sp>
          <p:nvSpPr>
            <p:cNvPr id="155" name="object 155"/>
            <p:cNvSpPr/>
            <p:nvPr/>
          </p:nvSpPr>
          <p:spPr>
            <a:xfrm>
              <a:off x="13475000" y="6603057"/>
              <a:ext cx="160655" cy="154940"/>
            </a:xfrm>
            <a:custGeom>
              <a:avLst/>
              <a:gdLst/>
              <a:ahLst/>
              <a:cxnLst/>
              <a:rect l="l" t="t" r="r" b="b"/>
              <a:pathLst>
                <a:path w="160655" h="154940">
                  <a:moveTo>
                    <a:pt x="52051" y="0"/>
                  </a:moveTo>
                  <a:lnTo>
                    <a:pt x="160616" y="126991"/>
                  </a:lnTo>
                  <a:lnTo>
                    <a:pt x="0" y="154400"/>
                  </a:lnTo>
                  <a:lnTo>
                    <a:pt x="520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3468567" y="6313061"/>
              <a:ext cx="512946" cy="452531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3592839" y="6451008"/>
              <a:ext cx="512946" cy="452531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13953826" y="6459421"/>
              <a:ext cx="160655" cy="154940"/>
            </a:xfrm>
            <a:custGeom>
              <a:avLst/>
              <a:gdLst/>
              <a:ahLst/>
              <a:cxnLst/>
              <a:rect l="l" t="t" r="r" b="b"/>
              <a:pathLst>
                <a:path w="160655" h="154940">
                  <a:moveTo>
                    <a:pt x="108564" y="154400"/>
                  </a:moveTo>
                  <a:lnTo>
                    <a:pt x="0" y="27409"/>
                  </a:lnTo>
                  <a:lnTo>
                    <a:pt x="160616" y="0"/>
                  </a:lnTo>
                  <a:lnTo>
                    <a:pt x="108564" y="154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9" name="object 159"/>
          <p:cNvGrpSpPr/>
          <p:nvPr/>
        </p:nvGrpSpPr>
        <p:grpSpPr>
          <a:xfrm>
            <a:off x="14135120" y="4057496"/>
            <a:ext cx="2832100" cy="4182745"/>
            <a:chOff x="14135120" y="4057496"/>
            <a:chExt cx="2832100" cy="4182745"/>
          </a:xfrm>
        </p:grpSpPr>
        <p:pic>
          <p:nvPicPr>
            <p:cNvPr id="160" name="object 160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5350791" y="4057496"/>
              <a:ext cx="357900" cy="4117099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4135120" y="5566340"/>
              <a:ext cx="2831739" cy="795347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4588148" y="7444884"/>
              <a:ext cx="1985882" cy="795347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4169283" y="6605930"/>
              <a:ext cx="2797576" cy="582657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5192475" y="5695498"/>
              <a:ext cx="287087" cy="188981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5550894" y="5680312"/>
              <a:ext cx="179580" cy="218630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5764462" y="5680312"/>
              <a:ext cx="209470" cy="223692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4396037" y="5957999"/>
              <a:ext cx="254065" cy="244663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4680475" y="5972220"/>
              <a:ext cx="196935" cy="222246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4899828" y="5969569"/>
              <a:ext cx="209952" cy="218630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5178942" y="5969569"/>
              <a:ext cx="174518" cy="218630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5388413" y="5972220"/>
              <a:ext cx="194042" cy="206336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15605354" y="5972809"/>
              <a:ext cx="383540" cy="206375"/>
            </a:xfrm>
            <a:custGeom>
              <a:avLst/>
              <a:gdLst/>
              <a:ahLst/>
              <a:cxnLst/>
              <a:rect l="l" t="t" r="r" b="b"/>
              <a:pathLst>
                <a:path w="383540" h="206375">
                  <a:moveTo>
                    <a:pt x="185356" y="119380"/>
                  </a:moveTo>
                  <a:lnTo>
                    <a:pt x="37604" y="119380"/>
                  </a:lnTo>
                  <a:lnTo>
                    <a:pt x="37604" y="82550"/>
                  </a:lnTo>
                  <a:lnTo>
                    <a:pt x="180301" y="82550"/>
                  </a:lnTo>
                  <a:lnTo>
                    <a:pt x="180301" y="59690"/>
                  </a:lnTo>
                  <a:lnTo>
                    <a:pt x="37604" y="59690"/>
                  </a:lnTo>
                  <a:lnTo>
                    <a:pt x="37604" y="24130"/>
                  </a:lnTo>
                  <a:lnTo>
                    <a:pt x="182714" y="24130"/>
                  </a:lnTo>
                  <a:lnTo>
                    <a:pt x="182714" y="0"/>
                  </a:lnTo>
                  <a:lnTo>
                    <a:pt x="11328" y="0"/>
                  </a:lnTo>
                  <a:lnTo>
                    <a:pt x="11328" y="24130"/>
                  </a:lnTo>
                  <a:lnTo>
                    <a:pt x="11328" y="59690"/>
                  </a:lnTo>
                  <a:lnTo>
                    <a:pt x="11328" y="82550"/>
                  </a:lnTo>
                  <a:lnTo>
                    <a:pt x="11328" y="119380"/>
                  </a:lnTo>
                  <a:lnTo>
                    <a:pt x="11328" y="142240"/>
                  </a:lnTo>
                  <a:lnTo>
                    <a:pt x="185356" y="142240"/>
                  </a:lnTo>
                  <a:lnTo>
                    <a:pt x="185356" y="119380"/>
                  </a:lnTo>
                  <a:close/>
                </a:path>
                <a:path w="383540" h="206375">
                  <a:moveTo>
                    <a:pt x="194043" y="183095"/>
                  </a:moveTo>
                  <a:lnTo>
                    <a:pt x="0" y="183095"/>
                  </a:lnTo>
                  <a:lnTo>
                    <a:pt x="0" y="205752"/>
                  </a:lnTo>
                  <a:lnTo>
                    <a:pt x="194043" y="205752"/>
                  </a:lnTo>
                  <a:lnTo>
                    <a:pt x="194043" y="183095"/>
                  </a:lnTo>
                  <a:close/>
                </a:path>
                <a:path w="383540" h="206375">
                  <a:moveTo>
                    <a:pt x="383222" y="101600"/>
                  </a:moveTo>
                  <a:lnTo>
                    <a:pt x="336943" y="101600"/>
                  </a:lnTo>
                  <a:lnTo>
                    <a:pt x="336943" y="52070"/>
                  </a:lnTo>
                  <a:lnTo>
                    <a:pt x="312356" y="52070"/>
                  </a:lnTo>
                  <a:lnTo>
                    <a:pt x="312356" y="101600"/>
                  </a:lnTo>
                  <a:lnTo>
                    <a:pt x="266077" y="101600"/>
                  </a:lnTo>
                  <a:lnTo>
                    <a:pt x="266077" y="124460"/>
                  </a:lnTo>
                  <a:lnTo>
                    <a:pt x="312356" y="124460"/>
                  </a:lnTo>
                  <a:lnTo>
                    <a:pt x="312356" y="172720"/>
                  </a:lnTo>
                  <a:lnTo>
                    <a:pt x="336943" y="172720"/>
                  </a:lnTo>
                  <a:lnTo>
                    <a:pt x="336943" y="124460"/>
                  </a:lnTo>
                  <a:lnTo>
                    <a:pt x="383222" y="124460"/>
                  </a:lnTo>
                  <a:lnTo>
                    <a:pt x="383222" y="101600"/>
                  </a:lnTo>
                  <a:close/>
                </a:path>
              </a:pathLst>
            </a:custGeom>
            <a:solidFill>
              <a:srgbClr val="323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6065249" y="5969569"/>
              <a:ext cx="177169" cy="218630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16284842" y="5969571"/>
              <a:ext cx="174625" cy="219075"/>
            </a:xfrm>
            <a:custGeom>
              <a:avLst/>
              <a:gdLst/>
              <a:ahLst/>
              <a:cxnLst/>
              <a:rect l="l" t="t" r="r" b="b"/>
              <a:pathLst>
                <a:path w="174625" h="219075">
                  <a:moveTo>
                    <a:pt x="105575" y="3238"/>
                  </a:moveTo>
                  <a:lnTo>
                    <a:pt x="79540" y="3238"/>
                  </a:lnTo>
                  <a:lnTo>
                    <a:pt x="79540" y="27368"/>
                  </a:lnTo>
                  <a:lnTo>
                    <a:pt x="79540" y="181038"/>
                  </a:lnTo>
                  <a:lnTo>
                    <a:pt x="26035" y="181038"/>
                  </a:lnTo>
                  <a:lnTo>
                    <a:pt x="26035" y="27368"/>
                  </a:lnTo>
                  <a:lnTo>
                    <a:pt x="79540" y="27368"/>
                  </a:lnTo>
                  <a:lnTo>
                    <a:pt x="79540" y="3238"/>
                  </a:lnTo>
                  <a:lnTo>
                    <a:pt x="0" y="3238"/>
                  </a:lnTo>
                  <a:lnTo>
                    <a:pt x="0" y="27368"/>
                  </a:lnTo>
                  <a:lnTo>
                    <a:pt x="0" y="181038"/>
                  </a:lnTo>
                  <a:lnTo>
                    <a:pt x="0" y="203898"/>
                  </a:lnTo>
                  <a:lnTo>
                    <a:pt x="105575" y="203898"/>
                  </a:lnTo>
                  <a:lnTo>
                    <a:pt x="105575" y="181267"/>
                  </a:lnTo>
                  <a:lnTo>
                    <a:pt x="105575" y="181038"/>
                  </a:lnTo>
                  <a:lnTo>
                    <a:pt x="105575" y="27368"/>
                  </a:lnTo>
                  <a:lnTo>
                    <a:pt x="105575" y="27000"/>
                  </a:lnTo>
                  <a:lnTo>
                    <a:pt x="105575" y="3238"/>
                  </a:lnTo>
                  <a:close/>
                </a:path>
                <a:path w="174625" h="219075">
                  <a:moveTo>
                    <a:pt x="174510" y="0"/>
                  </a:moveTo>
                  <a:lnTo>
                    <a:pt x="148234" y="0"/>
                  </a:lnTo>
                  <a:lnTo>
                    <a:pt x="148234" y="218630"/>
                  </a:lnTo>
                  <a:lnTo>
                    <a:pt x="174510" y="218630"/>
                  </a:lnTo>
                  <a:lnTo>
                    <a:pt x="174510" y="0"/>
                  </a:lnTo>
                  <a:close/>
                </a:path>
              </a:pathLst>
            </a:custGeom>
            <a:solidFill>
              <a:srgbClr val="323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175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6496724" y="5969569"/>
              <a:ext cx="179580" cy="218630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16697517" y="5957999"/>
              <a:ext cx="60325" cy="245110"/>
            </a:xfrm>
            <a:custGeom>
              <a:avLst/>
              <a:gdLst/>
              <a:ahLst/>
              <a:cxnLst/>
              <a:rect l="l" t="t" r="r" b="b"/>
              <a:pathLst>
                <a:path w="60325" h="245110">
                  <a:moveTo>
                    <a:pt x="0" y="0"/>
                  </a:moveTo>
                  <a:lnTo>
                    <a:pt x="0" y="23140"/>
                  </a:lnTo>
                  <a:lnTo>
                    <a:pt x="14895" y="26451"/>
                  </a:lnTo>
                  <a:lnTo>
                    <a:pt x="25339" y="40224"/>
                  </a:lnTo>
                  <a:lnTo>
                    <a:pt x="31489" y="70224"/>
                  </a:lnTo>
                  <a:lnTo>
                    <a:pt x="33504" y="122211"/>
                  </a:lnTo>
                  <a:lnTo>
                    <a:pt x="31489" y="174300"/>
                  </a:lnTo>
                  <a:lnTo>
                    <a:pt x="25339" y="204287"/>
                  </a:lnTo>
                  <a:lnTo>
                    <a:pt x="14895" y="218005"/>
                  </a:lnTo>
                  <a:lnTo>
                    <a:pt x="0" y="221281"/>
                  </a:lnTo>
                  <a:lnTo>
                    <a:pt x="0" y="244663"/>
                  </a:lnTo>
                  <a:lnTo>
                    <a:pt x="26499" y="240004"/>
                  </a:lnTo>
                  <a:lnTo>
                    <a:pt x="45316" y="222035"/>
                  </a:lnTo>
                  <a:lnTo>
                    <a:pt x="56540" y="184766"/>
                  </a:lnTo>
                  <a:lnTo>
                    <a:pt x="60261" y="122211"/>
                  </a:lnTo>
                  <a:lnTo>
                    <a:pt x="56540" y="59794"/>
                  </a:lnTo>
                  <a:lnTo>
                    <a:pt x="45316" y="22598"/>
                  </a:lnTo>
                  <a:lnTo>
                    <a:pt x="26499" y="4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4401204" y="6769490"/>
              <a:ext cx="196935" cy="228513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4620557" y="6777204"/>
              <a:ext cx="184401" cy="218630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4841357" y="6777204"/>
              <a:ext cx="177169" cy="218630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5055890" y="6777204"/>
              <a:ext cx="179580" cy="218630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5332095" y="6777204"/>
              <a:ext cx="179340" cy="218630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5598661" y="6781061"/>
              <a:ext cx="194043" cy="205131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5816327" y="6770937"/>
              <a:ext cx="181268" cy="224897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6094075" y="6777204"/>
              <a:ext cx="182472" cy="220799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16368345" y="6777215"/>
              <a:ext cx="174625" cy="219075"/>
            </a:xfrm>
            <a:custGeom>
              <a:avLst/>
              <a:gdLst/>
              <a:ahLst/>
              <a:cxnLst/>
              <a:rect l="l" t="t" r="r" b="b"/>
              <a:pathLst>
                <a:path w="174625" h="219075">
                  <a:moveTo>
                    <a:pt x="105587" y="3848"/>
                  </a:moveTo>
                  <a:lnTo>
                    <a:pt x="79552" y="3848"/>
                  </a:lnTo>
                  <a:lnTo>
                    <a:pt x="79552" y="80784"/>
                  </a:lnTo>
                  <a:lnTo>
                    <a:pt x="26035" y="80784"/>
                  </a:lnTo>
                  <a:lnTo>
                    <a:pt x="26035" y="3314"/>
                  </a:lnTo>
                  <a:lnTo>
                    <a:pt x="0" y="3314"/>
                  </a:lnTo>
                  <a:lnTo>
                    <a:pt x="0" y="80784"/>
                  </a:lnTo>
                  <a:lnTo>
                    <a:pt x="0" y="103644"/>
                  </a:lnTo>
                  <a:lnTo>
                    <a:pt x="0" y="181127"/>
                  </a:lnTo>
                  <a:lnTo>
                    <a:pt x="0" y="203974"/>
                  </a:lnTo>
                  <a:lnTo>
                    <a:pt x="105587" y="203974"/>
                  </a:lnTo>
                  <a:lnTo>
                    <a:pt x="105587" y="181267"/>
                  </a:lnTo>
                  <a:lnTo>
                    <a:pt x="105587" y="181127"/>
                  </a:lnTo>
                  <a:lnTo>
                    <a:pt x="105587" y="103886"/>
                  </a:lnTo>
                  <a:lnTo>
                    <a:pt x="79552" y="103886"/>
                  </a:lnTo>
                  <a:lnTo>
                    <a:pt x="79552" y="181127"/>
                  </a:lnTo>
                  <a:lnTo>
                    <a:pt x="26035" y="181127"/>
                  </a:lnTo>
                  <a:lnTo>
                    <a:pt x="26035" y="103644"/>
                  </a:lnTo>
                  <a:lnTo>
                    <a:pt x="105587" y="103644"/>
                  </a:lnTo>
                  <a:lnTo>
                    <a:pt x="105587" y="81229"/>
                  </a:lnTo>
                  <a:lnTo>
                    <a:pt x="105587" y="80784"/>
                  </a:lnTo>
                  <a:lnTo>
                    <a:pt x="105587" y="3848"/>
                  </a:lnTo>
                  <a:close/>
                </a:path>
                <a:path w="174625" h="219075">
                  <a:moveTo>
                    <a:pt x="174523" y="0"/>
                  </a:moveTo>
                  <a:lnTo>
                    <a:pt x="148247" y="0"/>
                  </a:lnTo>
                  <a:lnTo>
                    <a:pt x="148247" y="218630"/>
                  </a:lnTo>
                  <a:lnTo>
                    <a:pt x="174523" y="218630"/>
                  </a:lnTo>
                  <a:lnTo>
                    <a:pt x="174523" y="0"/>
                  </a:lnTo>
                  <a:close/>
                </a:path>
              </a:pathLst>
            </a:custGeom>
            <a:solidFill>
              <a:srgbClr val="323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6" name="object 186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6577823" y="6781061"/>
              <a:ext cx="194043" cy="205131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4897058" y="7584866"/>
              <a:ext cx="177169" cy="218630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15116645" y="7584871"/>
              <a:ext cx="174625" cy="219075"/>
            </a:xfrm>
            <a:custGeom>
              <a:avLst/>
              <a:gdLst/>
              <a:ahLst/>
              <a:cxnLst/>
              <a:rect l="l" t="t" r="r" b="b"/>
              <a:pathLst>
                <a:path w="174625" h="219075">
                  <a:moveTo>
                    <a:pt x="105575" y="3378"/>
                  </a:moveTo>
                  <a:lnTo>
                    <a:pt x="79552" y="3378"/>
                  </a:lnTo>
                  <a:lnTo>
                    <a:pt x="79552" y="27508"/>
                  </a:lnTo>
                  <a:lnTo>
                    <a:pt x="79552" y="181178"/>
                  </a:lnTo>
                  <a:lnTo>
                    <a:pt x="26035" y="181178"/>
                  </a:lnTo>
                  <a:lnTo>
                    <a:pt x="26035" y="27508"/>
                  </a:lnTo>
                  <a:lnTo>
                    <a:pt x="79552" y="27508"/>
                  </a:lnTo>
                  <a:lnTo>
                    <a:pt x="79552" y="3378"/>
                  </a:lnTo>
                  <a:lnTo>
                    <a:pt x="0" y="3378"/>
                  </a:lnTo>
                  <a:lnTo>
                    <a:pt x="0" y="27508"/>
                  </a:lnTo>
                  <a:lnTo>
                    <a:pt x="0" y="181178"/>
                  </a:lnTo>
                  <a:lnTo>
                    <a:pt x="0" y="204038"/>
                  </a:lnTo>
                  <a:lnTo>
                    <a:pt x="105575" y="204038"/>
                  </a:lnTo>
                  <a:lnTo>
                    <a:pt x="105575" y="181267"/>
                  </a:lnTo>
                  <a:lnTo>
                    <a:pt x="105575" y="27508"/>
                  </a:lnTo>
                  <a:lnTo>
                    <a:pt x="105575" y="27000"/>
                  </a:lnTo>
                  <a:lnTo>
                    <a:pt x="105575" y="3378"/>
                  </a:lnTo>
                  <a:close/>
                </a:path>
                <a:path w="174625" h="219075">
                  <a:moveTo>
                    <a:pt x="174523" y="0"/>
                  </a:moveTo>
                  <a:lnTo>
                    <a:pt x="148247" y="0"/>
                  </a:lnTo>
                  <a:lnTo>
                    <a:pt x="148247" y="218630"/>
                  </a:lnTo>
                  <a:lnTo>
                    <a:pt x="174523" y="218630"/>
                  </a:lnTo>
                  <a:lnTo>
                    <a:pt x="174523" y="0"/>
                  </a:lnTo>
                  <a:close/>
                </a:path>
              </a:pathLst>
            </a:custGeom>
            <a:solidFill>
              <a:srgbClr val="323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5328533" y="7584866"/>
              <a:ext cx="179580" cy="218630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5543789" y="7584866"/>
              <a:ext cx="210194" cy="218630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5811077" y="7578599"/>
              <a:ext cx="409299" cy="227066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4809467" y="7874123"/>
              <a:ext cx="188498" cy="219594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5028579" y="7877980"/>
              <a:ext cx="194043" cy="205131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5246487" y="7874123"/>
              <a:ext cx="401344" cy="218630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5683024" y="7874123"/>
              <a:ext cx="181749" cy="218630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5952000" y="7877980"/>
              <a:ext cx="194042" cy="205131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6166773" y="7874123"/>
              <a:ext cx="184160" cy="218630"/>
            </a:xfrm>
            <a:prstGeom prst="rect">
              <a:avLst/>
            </a:prstGeom>
          </p:spPr>
        </p:pic>
      </p:grpSp>
      <p:grpSp>
        <p:nvGrpSpPr>
          <p:cNvPr id="198" name="object 198"/>
          <p:cNvGrpSpPr/>
          <p:nvPr/>
        </p:nvGrpSpPr>
        <p:grpSpPr>
          <a:xfrm>
            <a:off x="10921411" y="6734552"/>
            <a:ext cx="2522220" cy="495300"/>
            <a:chOff x="10921411" y="6734552"/>
            <a:chExt cx="2522220" cy="495300"/>
          </a:xfrm>
        </p:grpSpPr>
        <p:pic>
          <p:nvPicPr>
            <p:cNvPr id="199" name="object 199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1059648" y="6814889"/>
              <a:ext cx="2247882" cy="357900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2278146" y="6754324"/>
              <a:ext cx="1165417" cy="475515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12379783" y="6888479"/>
              <a:ext cx="164465" cy="182880"/>
            </a:xfrm>
            <a:custGeom>
              <a:avLst/>
              <a:gdLst/>
              <a:ahLst/>
              <a:cxnLst/>
              <a:rect l="l" t="t" r="r" b="b"/>
              <a:pathLst>
                <a:path w="164465" h="182879">
                  <a:moveTo>
                    <a:pt x="152450" y="132080"/>
                  </a:moveTo>
                  <a:lnTo>
                    <a:pt x="10858" y="132080"/>
                  </a:lnTo>
                  <a:lnTo>
                    <a:pt x="10858" y="149860"/>
                  </a:lnTo>
                  <a:lnTo>
                    <a:pt x="130530" y="149860"/>
                  </a:lnTo>
                  <a:lnTo>
                    <a:pt x="130530" y="182880"/>
                  </a:lnTo>
                  <a:lnTo>
                    <a:pt x="152450" y="182880"/>
                  </a:lnTo>
                  <a:lnTo>
                    <a:pt x="152450" y="149860"/>
                  </a:lnTo>
                  <a:lnTo>
                    <a:pt x="152450" y="132080"/>
                  </a:lnTo>
                  <a:close/>
                </a:path>
                <a:path w="164465" h="182879">
                  <a:moveTo>
                    <a:pt x="153466" y="63500"/>
                  </a:moveTo>
                  <a:lnTo>
                    <a:pt x="33794" y="63500"/>
                  </a:lnTo>
                  <a:lnTo>
                    <a:pt x="33794" y="49530"/>
                  </a:lnTo>
                  <a:lnTo>
                    <a:pt x="150037" y="49530"/>
                  </a:lnTo>
                  <a:lnTo>
                    <a:pt x="150037" y="31750"/>
                  </a:lnTo>
                  <a:lnTo>
                    <a:pt x="33794" y="31750"/>
                  </a:lnTo>
                  <a:lnTo>
                    <a:pt x="33794" y="17780"/>
                  </a:lnTo>
                  <a:lnTo>
                    <a:pt x="152450" y="17780"/>
                  </a:lnTo>
                  <a:lnTo>
                    <a:pt x="152450" y="0"/>
                  </a:lnTo>
                  <a:lnTo>
                    <a:pt x="12065" y="0"/>
                  </a:lnTo>
                  <a:lnTo>
                    <a:pt x="12065" y="17780"/>
                  </a:lnTo>
                  <a:lnTo>
                    <a:pt x="12065" y="31750"/>
                  </a:lnTo>
                  <a:lnTo>
                    <a:pt x="12065" y="49530"/>
                  </a:lnTo>
                  <a:lnTo>
                    <a:pt x="12065" y="63500"/>
                  </a:lnTo>
                  <a:lnTo>
                    <a:pt x="12065" y="81280"/>
                  </a:lnTo>
                  <a:lnTo>
                    <a:pt x="153466" y="81280"/>
                  </a:lnTo>
                  <a:lnTo>
                    <a:pt x="153466" y="63500"/>
                  </a:lnTo>
                  <a:close/>
                </a:path>
                <a:path w="164465" h="182879">
                  <a:moveTo>
                    <a:pt x="164325" y="96913"/>
                  </a:moveTo>
                  <a:lnTo>
                    <a:pt x="0" y="96913"/>
                  </a:lnTo>
                  <a:lnTo>
                    <a:pt x="0" y="115417"/>
                  </a:lnTo>
                  <a:lnTo>
                    <a:pt x="164325" y="115417"/>
                  </a:lnTo>
                  <a:lnTo>
                    <a:pt x="164325" y="96913"/>
                  </a:lnTo>
                  <a:close/>
                </a:path>
              </a:pathLst>
            </a:custGeom>
            <a:solidFill>
              <a:srgbClr val="323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202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2563618" y="6885635"/>
              <a:ext cx="154866" cy="186643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2743624" y="6875981"/>
              <a:ext cx="212387" cy="204141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2982158" y="6887847"/>
              <a:ext cx="161905" cy="172162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3163170" y="6875981"/>
              <a:ext cx="219828" cy="204141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0921411" y="6734552"/>
              <a:ext cx="1165417" cy="475515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1326456" y="6890017"/>
              <a:ext cx="355788" cy="162910"/>
            </a:xfrm>
            <a:prstGeom prst="rect">
              <a:avLst/>
            </a:prstGeom>
          </p:spPr>
        </p:pic>
      </p:grpSp>
      <p:grpSp>
        <p:nvGrpSpPr>
          <p:cNvPr id="208" name="object 208"/>
          <p:cNvGrpSpPr/>
          <p:nvPr/>
        </p:nvGrpSpPr>
        <p:grpSpPr>
          <a:xfrm>
            <a:off x="13440351" y="5598265"/>
            <a:ext cx="586105" cy="167640"/>
            <a:chOff x="13440351" y="5598265"/>
            <a:chExt cx="586105" cy="167640"/>
          </a:xfrm>
        </p:grpSpPr>
        <p:pic>
          <p:nvPicPr>
            <p:cNvPr id="209" name="object 209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3440351" y="5653370"/>
              <a:ext cx="493671" cy="73517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13886353" y="5598265"/>
              <a:ext cx="140335" cy="167640"/>
            </a:xfrm>
            <a:custGeom>
              <a:avLst/>
              <a:gdLst/>
              <a:ahLst/>
              <a:cxnLst/>
              <a:rect l="l" t="t" r="r" b="b"/>
              <a:pathLst>
                <a:path w="140334" h="167639">
                  <a:moveTo>
                    <a:pt x="0" y="167072"/>
                  </a:moveTo>
                  <a:lnTo>
                    <a:pt x="0" y="0"/>
                  </a:lnTo>
                  <a:lnTo>
                    <a:pt x="139895" y="83536"/>
                  </a:lnTo>
                  <a:lnTo>
                    <a:pt x="0" y="1670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1" name="object 211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10142711" y="5716235"/>
            <a:ext cx="283214" cy="619722"/>
          </a:xfrm>
          <a:prstGeom prst="rect">
            <a:avLst/>
          </a:prstGeom>
        </p:spPr>
      </p:pic>
      <p:pic>
        <p:nvPicPr>
          <p:cNvPr id="212" name="object 212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10824703" y="6111395"/>
            <a:ext cx="2146514" cy="357900"/>
          </a:xfrm>
          <a:prstGeom prst="rect">
            <a:avLst/>
          </a:prstGeom>
        </p:spPr>
      </p:pic>
      <p:grpSp>
        <p:nvGrpSpPr>
          <p:cNvPr id="213" name="object 213"/>
          <p:cNvGrpSpPr/>
          <p:nvPr/>
        </p:nvGrpSpPr>
        <p:grpSpPr>
          <a:xfrm>
            <a:off x="10176962" y="5464154"/>
            <a:ext cx="3186430" cy="461645"/>
            <a:chOff x="10176962" y="5464154"/>
            <a:chExt cx="3186430" cy="461645"/>
          </a:xfrm>
        </p:grpSpPr>
        <p:pic>
          <p:nvPicPr>
            <p:cNvPr id="214" name="object 214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0176962" y="5527782"/>
              <a:ext cx="3185847" cy="357900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0273965" y="5464154"/>
              <a:ext cx="1809199" cy="461633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0473192" y="5580875"/>
              <a:ext cx="150854" cy="185203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0650160" y="5583085"/>
              <a:ext cx="161700" cy="171945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10830941" y="5584189"/>
              <a:ext cx="161925" cy="171450"/>
            </a:xfrm>
            <a:custGeom>
              <a:avLst/>
              <a:gdLst/>
              <a:ahLst/>
              <a:cxnLst/>
              <a:rect l="l" t="t" r="r" b="b"/>
              <a:pathLst>
                <a:path w="161925" h="171450">
                  <a:moveTo>
                    <a:pt x="154470" y="99060"/>
                  </a:moveTo>
                  <a:lnTo>
                    <a:pt x="31330" y="99060"/>
                  </a:lnTo>
                  <a:lnTo>
                    <a:pt x="31330" y="68580"/>
                  </a:lnTo>
                  <a:lnTo>
                    <a:pt x="150253" y="68580"/>
                  </a:lnTo>
                  <a:lnTo>
                    <a:pt x="150253" y="49530"/>
                  </a:lnTo>
                  <a:lnTo>
                    <a:pt x="31330" y="49530"/>
                  </a:lnTo>
                  <a:lnTo>
                    <a:pt x="31330" y="19050"/>
                  </a:lnTo>
                  <a:lnTo>
                    <a:pt x="152260" y="19050"/>
                  </a:lnTo>
                  <a:lnTo>
                    <a:pt x="152260" y="0"/>
                  </a:lnTo>
                  <a:lnTo>
                    <a:pt x="9436" y="0"/>
                  </a:lnTo>
                  <a:lnTo>
                    <a:pt x="9436" y="19050"/>
                  </a:lnTo>
                  <a:lnTo>
                    <a:pt x="9436" y="49530"/>
                  </a:lnTo>
                  <a:lnTo>
                    <a:pt x="9436" y="68580"/>
                  </a:lnTo>
                  <a:lnTo>
                    <a:pt x="9436" y="99060"/>
                  </a:lnTo>
                  <a:lnTo>
                    <a:pt x="9436" y="118110"/>
                  </a:lnTo>
                  <a:lnTo>
                    <a:pt x="154470" y="118110"/>
                  </a:lnTo>
                  <a:lnTo>
                    <a:pt x="154470" y="99060"/>
                  </a:lnTo>
                  <a:close/>
                </a:path>
                <a:path w="161925" h="171450">
                  <a:moveTo>
                    <a:pt x="161696" y="151968"/>
                  </a:moveTo>
                  <a:lnTo>
                    <a:pt x="0" y="151968"/>
                  </a:lnTo>
                  <a:lnTo>
                    <a:pt x="0" y="170853"/>
                  </a:lnTo>
                  <a:lnTo>
                    <a:pt x="161696" y="170853"/>
                  </a:lnTo>
                  <a:lnTo>
                    <a:pt x="161696" y="151968"/>
                  </a:lnTo>
                  <a:close/>
                </a:path>
              </a:pathLst>
            </a:custGeom>
            <a:solidFill>
              <a:srgbClr val="3239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" name="object 21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1012329" y="5571233"/>
              <a:ext cx="457785" cy="203884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11537099" y="5579670"/>
              <a:ext cx="149648" cy="185202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1720294" y="5580875"/>
              <a:ext cx="147238" cy="185203"/>
            </a:xfrm>
            <a:prstGeom prst="rect">
              <a:avLst/>
            </a:prstGeom>
          </p:spPr>
        </p:pic>
      </p:grpSp>
      <p:pic>
        <p:nvPicPr>
          <p:cNvPr id="222" name="object 222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11521425" y="6055154"/>
            <a:ext cx="1349298" cy="461633"/>
          </a:xfrm>
          <a:prstGeom prst="rect">
            <a:avLst/>
          </a:prstGeom>
        </p:spPr>
      </p:pic>
      <p:pic>
        <p:nvPicPr>
          <p:cNvPr id="223" name="object 223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2935053" y="5693797"/>
            <a:ext cx="68501" cy="616278"/>
          </a:xfrm>
          <a:prstGeom prst="rect">
            <a:avLst/>
          </a:prstGeom>
        </p:spPr>
      </p:pic>
      <p:pic>
        <p:nvPicPr>
          <p:cNvPr id="224" name="object 224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10273965" y="6055154"/>
            <a:ext cx="1184707" cy="461633"/>
          </a:xfrm>
          <a:prstGeom prst="rect">
            <a:avLst/>
          </a:prstGeom>
        </p:spPr>
      </p:pic>
      <p:grpSp>
        <p:nvGrpSpPr>
          <p:cNvPr id="225" name="object 225"/>
          <p:cNvGrpSpPr/>
          <p:nvPr/>
        </p:nvGrpSpPr>
        <p:grpSpPr>
          <a:xfrm>
            <a:off x="11647985" y="6175862"/>
            <a:ext cx="358140" cy="186690"/>
            <a:chOff x="11647985" y="6175862"/>
            <a:chExt cx="358140" cy="186690"/>
          </a:xfrm>
        </p:grpSpPr>
        <p:pic>
          <p:nvPicPr>
            <p:cNvPr id="226" name="object 226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1647985" y="6175862"/>
              <a:ext cx="157884" cy="185203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1827965" y="6175862"/>
              <a:ext cx="177771" cy="186408"/>
            </a:xfrm>
            <a:prstGeom prst="rect">
              <a:avLst/>
            </a:prstGeom>
          </p:spPr>
        </p:pic>
      </p:grpSp>
      <p:pic>
        <p:nvPicPr>
          <p:cNvPr id="228" name="object 228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12059097" y="6177067"/>
            <a:ext cx="343690" cy="186207"/>
          </a:xfrm>
          <a:prstGeom prst="rect">
            <a:avLst/>
          </a:prstGeom>
        </p:spPr>
      </p:pic>
      <p:grpSp>
        <p:nvGrpSpPr>
          <p:cNvPr id="229" name="object 229"/>
          <p:cNvGrpSpPr/>
          <p:nvPr/>
        </p:nvGrpSpPr>
        <p:grpSpPr>
          <a:xfrm>
            <a:off x="12465187" y="6175862"/>
            <a:ext cx="337820" cy="185420"/>
            <a:chOff x="12465187" y="6175862"/>
            <a:chExt cx="337820" cy="185420"/>
          </a:xfrm>
        </p:grpSpPr>
        <p:pic>
          <p:nvPicPr>
            <p:cNvPr id="230" name="object 230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2465187" y="6175862"/>
              <a:ext cx="157081" cy="182993"/>
            </a:xfrm>
            <a:prstGeom prst="rect">
              <a:avLst/>
            </a:prstGeom>
          </p:spPr>
        </p:pic>
        <p:pic>
          <p:nvPicPr>
            <p:cNvPr id="231" name="object 231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2651595" y="6175862"/>
              <a:ext cx="150854" cy="185203"/>
            </a:xfrm>
            <a:prstGeom prst="rect">
              <a:avLst/>
            </a:prstGeom>
          </p:spPr>
        </p:pic>
      </p:grpSp>
      <p:pic>
        <p:nvPicPr>
          <p:cNvPr id="232" name="object 232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0484152" y="6201172"/>
            <a:ext cx="343690" cy="186207"/>
          </a:xfrm>
          <a:prstGeom prst="rect">
            <a:avLst/>
          </a:prstGeom>
        </p:spPr>
      </p:pic>
      <p:pic>
        <p:nvPicPr>
          <p:cNvPr id="233" name="object 233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10890643" y="6210011"/>
            <a:ext cx="365585" cy="162705"/>
          </a:xfrm>
          <a:prstGeom prst="rect">
            <a:avLst/>
          </a:prstGeom>
        </p:spPr>
      </p:pic>
      <p:grpSp>
        <p:nvGrpSpPr>
          <p:cNvPr id="234" name="object 234"/>
          <p:cNvGrpSpPr/>
          <p:nvPr/>
        </p:nvGrpSpPr>
        <p:grpSpPr>
          <a:xfrm>
            <a:off x="12437858" y="5464154"/>
            <a:ext cx="1131570" cy="461645"/>
            <a:chOff x="12437858" y="5464154"/>
            <a:chExt cx="1131570" cy="461645"/>
          </a:xfrm>
        </p:grpSpPr>
        <p:pic>
          <p:nvPicPr>
            <p:cNvPr id="235" name="object 235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2437858" y="5464154"/>
              <a:ext cx="1131394" cy="461633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2736891" y="5596623"/>
              <a:ext cx="147639" cy="182190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2912453" y="5596422"/>
              <a:ext cx="357751" cy="187613"/>
            </a:xfrm>
            <a:prstGeom prst="rect">
              <a:avLst/>
            </a:prstGeom>
          </p:spPr>
        </p:pic>
      </p:grpSp>
      <p:pic>
        <p:nvPicPr>
          <p:cNvPr id="238" name="object 238"/>
          <p:cNvPicPr/>
          <p:nvPr/>
        </p:nvPicPr>
        <p:blipFill>
          <a:blip r:embed="rId134" cstate="print"/>
          <a:stretch>
            <a:fillRect/>
          </a:stretch>
        </p:blipFill>
        <p:spPr>
          <a:xfrm>
            <a:off x="17599662" y="9537479"/>
            <a:ext cx="127499" cy="1939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9343" y="758964"/>
              <a:ext cx="755650" cy="465455"/>
            </a:xfrm>
            <a:custGeom>
              <a:avLst/>
              <a:gdLst/>
              <a:ahLst/>
              <a:cxnLst/>
              <a:rect l="l" t="t" r="r" b="b"/>
              <a:pathLst>
                <a:path w="75565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55650" h="465455">
                  <a:moveTo>
                    <a:pt x="755065" y="378675"/>
                  </a:moveTo>
                  <a:lnTo>
                    <a:pt x="559142" y="378675"/>
                  </a:lnTo>
                  <a:lnTo>
                    <a:pt x="559142" y="375602"/>
                  </a:lnTo>
                  <a:lnTo>
                    <a:pt x="628929" y="309613"/>
                  </a:lnTo>
                  <a:lnTo>
                    <a:pt x="687438" y="253809"/>
                  </a:lnTo>
                  <a:lnTo>
                    <a:pt x="724179" y="208876"/>
                  </a:lnTo>
                  <a:lnTo>
                    <a:pt x="743254" y="170078"/>
                  </a:lnTo>
                  <a:lnTo>
                    <a:pt x="748804" y="132664"/>
                  </a:lnTo>
                  <a:lnTo>
                    <a:pt x="741133" y="88976"/>
                  </a:lnTo>
                  <a:lnTo>
                    <a:pt x="719416" y="52336"/>
                  </a:lnTo>
                  <a:lnTo>
                    <a:pt x="685165" y="24282"/>
                  </a:lnTo>
                  <a:lnTo>
                    <a:pt x="639876" y="6324"/>
                  </a:lnTo>
                  <a:lnTo>
                    <a:pt x="585089" y="0"/>
                  </a:lnTo>
                  <a:lnTo>
                    <a:pt x="531253" y="6540"/>
                  </a:lnTo>
                  <a:lnTo>
                    <a:pt x="486321" y="25387"/>
                  </a:lnTo>
                  <a:lnTo>
                    <a:pt x="452081" y="55372"/>
                  </a:lnTo>
                  <a:lnTo>
                    <a:pt x="430288" y="95313"/>
                  </a:lnTo>
                  <a:lnTo>
                    <a:pt x="422719" y="144056"/>
                  </a:lnTo>
                  <a:lnTo>
                    <a:pt x="513067" y="144056"/>
                  </a:lnTo>
                  <a:lnTo>
                    <a:pt x="518058" y="114947"/>
                  </a:lnTo>
                  <a:lnTo>
                    <a:pt x="532472" y="93002"/>
                  </a:lnTo>
                  <a:lnTo>
                    <a:pt x="555028" y="79159"/>
                  </a:lnTo>
                  <a:lnTo>
                    <a:pt x="584415" y="74333"/>
                  </a:lnTo>
                  <a:lnTo>
                    <a:pt x="613295" y="78790"/>
                  </a:lnTo>
                  <a:lnTo>
                    <a:pt x="636282" y="91567"/>
                  </a:lnTo>
                  <a:lnTo>
                    <a:pt x="651497" y="111798"/>
                  </a:lnTo>
                  <a:lnTo>
                    <a:pt x="657110" y="138582"/>
                  </a:lnTo>
                  <a:lnTo>
                    <a:pt x="652716" y="163868"/>
                  </a:lnTo>
                  <a:lnTo>
                    <a:pt x="640080" y="187452"/>
                  </a:lnTo>
                  <a:lnTo>
                    <a:pt x="619518" y="211810"/>
                  </a:lnTo>
                  <a:lnTo>
                    <a:pt x="591350" y="239445"/>
                  </a:lnTo>
                  <a:lnTo>
                    <a:pt x="426745" y="387883"/>
                  </a:lnTo>
                  <a:lnTo>
                    <a:pt x="426961" y="455206"/>
                  </a:lnTo>
                  <a:lnTo>
                    <a:pt x="755065" y="455206"/>
                  </a:lnTo>
                  <a:lnTo>
                    <a:pt x="755065" y="37867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7718" y="1115928"/>
              <a:ext cx="106235" cy="1037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94916" y="737780"/>
              <a:ext cx="3392170" cy="506730"/>
            </a:xfrm>
            <a:custGeom>
              <a:avLst/>
              <a:gdLst/>
              <a:ahLst/>
              <a:cxnLst/>
              <a:rect l="l" t="t" r="r" b="b"/>
              <a:pathLst>
                <a:path w="3392170" h="506730">
                  <a:moveTo>
                    <a:pt x="322465" y="349288"/>
                  </a:moveTo>
                  <a:lnTo>
                    <a:pt x="277837" y="323011"/>
                  </a:lnTo>
                  <a:lnTo>
                    <a:pt x="241782" y="286740"/>
                  </a:lnTo>
                  <a:lnTo>
                    <a:pt x="215087" y="243217"/>
                  </a:lnTo>
                  <a:lnTo>
                    <a:pt x="198501" y="195199"/>
                  </a:lnTo>
                  <a:lnTo>
                    <a:pt x="192811" y="145440"/>
                  </a:lnTo>
                  <a:lnTo>
                    <a:pt x="192811" y="103009"/>
                  </a:lnTo>
                  <a:lnTo>
                    <a:pt x="302920" y="103009"/>
                  </a:lnTo>
                  <a:lnTo>
                    <a:pt x="302920" y="52095"/>
                  </a:lnTo>
                  <a:lnTo>
                    <a:pt x="18554" y="52095"/>
                  </a:lnTo>
                  <a:lnTo>
                    <a:pt x="18554" y="103009"/>
                  </a:lnTo>
                  <a:lnTo>
                    <a:pt x="129654" y="103009"/>
                  </a:lnTo>
                  <a:lnTo>
                    <a:pt x="129654" y="145440"/>
                  </a:lnTo>
                  <a:lnTo>
                    <a:pt x="125450" y="188810"/>
                  </a:lnTo>
                  <a:lnTo>
                    <a:pt x="113588" y="231686"/>
                  </a:lnTo>
                  <a:lnTo>
                    <a:pt x="94576" y="272249"/>
                  </a:lnTo>
                  <a:lnTo>
                    <a:pt x="68961" y="308686"/>
                  </a:lnTo>
                  <a:lnTo>
                    <a:pt x="37261" y="339178"/>
                  </a:lnTo>
                  <a:lnTo>
                    <a:pt x="0" y="361924"/>
                  </a:lnTo>
                  <a:lnTo>
                    <a:pt x="35725" y="410857"/>
                  </a:lnTo>
                  <a:lnTo>
                    <a:pt x="77216" y="384479"/>
                  </a:lnTo>
                  <a:lnTo>
                    <a:pt x="112509" y="348576"/>
                  </a:lnTo>
                  <a:lnTo>
                    <a:pt x="141046" y="304927"/>
                  </a:lnTo>
                  <a:lnTo>
                    <a:pt x="162217" y="255358"/>
                  </a:lnTo>
                  <a:lnTo>
                    <a:pt x="183349" y="301104"/>
                  </a:lnTo>
                  <a:lnTo>
                    <a:pt x="211772" y="341147"/>
                  </a:lnTo>
                  <a:lnTo>
                    <a:pt x="247053" y="374015"/>
                  </a:lnTo>
                  <a:lnTo>
                    <a:pt x="288721" y="398233"/>
                  </a:lnTo>
                  <a:lnTo>
                    <a:pt x="322465" y="349288"/>
                  </a:lnTo>
                  <a:close/>
                </a:path>
                <a:path w="3392170" h="506730">
                  <a:moveTo>
                    <a:pt x="422122" y="2362"/>
                  </a:moveTo>
                  <a:lnTo>
                    <a:pt x="359562" y="2362"/>
                  </a:lnTo>
                  <a:lnTo>
                    <a:pt x="359562" y="506374"/>
                  </a:lnTo>
                  <a:lnTo>
                    <a:pt x="422122" y="506374"/>
                  </a:lnTo>
                  <a:lnTo>
                    <a:pt x="422122" y="2362"/>
                  </a:lnTo>
                  <a:close/>
                </a:path>
                <a:path w="3392170" h="506730">
                  <a:moveTo>
                    <a:pt x="783856" y="258508"/>
                  </a:moveTo>
                  <a:lnTo>
                    <a:pt x="779754" y="228117"/>
                  </a:lnTo>
                  <a:lnTo>
                    <a:pt x="776947" y="207403"/>
                  </a:lnTo>
                  <a:lnTo>
                    <a:pt x="722452" y="217131"/>
                  </a:lnTo>
                  <a:lnTo>
                    <a:pt x="669645" y="223380"/>
                  </a:lnTo>
                  <a:lnTo>
                    <a:pt x="618553" y="226822"/>
                  </a:lnTo>
                  <a:lnTo>
                    <a:pt x="569150" y="228117"/>
                  </a:lnTo>
                  <a:lnTo>
                    <a:pt x="569150" y="37096"/>
                  </a:lnTo>
                  <a:lnTo>
                    <a:pt x="506793" y="37096"/>
                  </a:lnTo>
                  <a:lnTo>
                    <a:pt x="506793" y="280022"/>
                  </a:lnTo>
                  <a:lnTo>
                    <a:pt x="548830" y="280022"/>
                  </a:lnTo>
                  <a:lnTo>
                    <a:pt x="593623" y="279412"/>
                  </a:lnTo>
                  <a:lnTo>
                    <a:pt x="639457" y="277342"/>
                  </a:lnTo>
                  <a:lnTo>
                    <a:pt x="686409" y="273418"/>
                  </a:lnTo>
                  <a:lnTo>
                    <a:pt x="734529" y="267271"/>
                  </a:lnTo>
                  <a:lnTo>
                    <a:pt x="783856" y="258508"/>
                  </a:lnTo>
                  <a:close/>
                </a:path>
                <a:path w="3392170" h="506730">
                  <a:moveTo>
                    <a:pt x="899896" y="446582"/>
                  </a:moveTo>
                  <a:lnTo>
                    <a:pt x="623023" y="446582"/>
                  </a:lnTo>
                  <a:lnTo>
                    <a:pt x="623023" y="331139"/>
                  </a:lnTo>
                  <a:lnTo>
                    <a:pt x="560666" y="331139"/>
                  </a:lnTo>
                  <a:lnTo>
                    <a:pt x="560666" y="496900"/>
                  </a:lnTo>
                  <a:lnTo>
                    <a:pt x="899896" y="496900"/>
                  </a:lnTo>
                  <a:lnTo>
                    <a:pt x="899896" y="446582"/>
                  </a:lnTo>
                  <a:close/>
                </a:path>
                <a:path w="3392170" h="506730">
                  <a:moveTo>
                    <a:pt x="953579" y="147015"/>
                  </a:moveTo>
                  <a:lnTo>
                    <a:pt x="883119" y="147015"/>
                  </a:lnTo>
                  <a:lnTo>
                    <a:pt x="883119" y="2755"/>
                  </a:lnTo>
                  <a:lnTo>
                    <a:pt x="820762" y="2755"/>
                  </a:lnTo>
                  <a:lnTo>
                    <a:pt x="820762" y="365467"/>
                  </a:lnTo>
                  <a:lnTo>
                    <a:pt x="883119" y="365467"/>
                  </a:lnTo>
                  <a:lnTo>
                    <a:pt x="883119" y="199313"/>
                  </a:lnTo>
                  <a:lnTo>
                    <a:pt x="953579" y="199313"/>
                  </a:lnTo>
                  <a:lnTo>
                    <a:pt x="953579" y="147015"/>
                  </a:lnTo>
                  <a:close/>
                </a:path>
                <a:path w="3392170" h="506730">
                  <a:moveTo>
                    <a:pt x="1241120" y="211543"/>
                  </a:moveTo>
                  <a:lnTo>
                    <a:pt x="1232039" y="173837"/>
                  </a:lnTo>
                  <a:lnTo>
                    <a:pt x="1225384" y="166154"/>
                  </a:lnTo>
                  <a:lnTo>
                    <a:pt x="1206804" y="144716"/>
                  </a:lnTo>
                  <a:lnTo>
                    <a:pt x="1182306" y="132867"/>
                  </a:lnTo>
                  <a:lnTo>
                    <a:pt x="1182306" y="211543"/>
                  </a:lnTo>
                  <a:lnTo>
                    <a:pt x="1177480" y="230466"/>
                  </a:lnTo>
                  <a:lnTo>
                    <a:pt x="1164374" y="244373"/>
                  </a:lnTo>
                  <a:lnTo>
                    <a:pt x="1144206" y="252920"/>
                  </a:lnTo>
                  <a:lnTo>
                    <a:pt x="1118171" y="255752"/>
                  </a:lnTo>
                  <a:lnTo>
                    <a:pt x="1091920" y="252920"/>
                  </a:lnTo>
                  <a:lnTo>
                    <a:pt x="1071727" y="244373"/>
                  </a:lnTo>
                  <a:lnTo>
                    <a:pt x="1058811" y="230466"/>
                  </a:lnTo>
                  <a:lnTo>
                    <a:pt x="1054430" y="211543"/>
                  </a:lnTo>
                  <a:lnTo>
                    <a:pt x="1058811" y="192405"/>
                  </a:lnTo>
                  <a:lnTo>
                    <a:pt x="1071727" y="178193"/>
                  </a:lnTo>
                  <a:lnTo>
                    <a:pt x="1091920" y="169303"/>
                  </a:lnTo>
                  <a:lnTo>
                    <a:pt x="1118171" y="166154"/>
                  </a:lnTo>
                  <a:lnTo>
                    <a:pt x="1144206" y="169303"/>
                  </a:lnTo>
                  <a:lnTo>
                    <a:pt x="1164374" y="178193"/>
                  </a:lnTo>
                  <a:lnTo>
                    <a:pt x="1177480" y="192405"/>
                  </a:lnTo>
                  <a:lnTo>
                    <a:pt x="1182306" y="211543"/>
                  </a:lnTo>
                  <a:lnTo>
                    <a:pt x="1182306" y="132867"/>
                  </a:lnTo>
                  <a:lnTo>
                    <a:pt x="1167993" y="125933"/>
                  </a:lnTo>
                  <a:lnTo>
                    <a:pt x="1118171" y="119189"/>
                  </a:lnTo>
                  <a:lnTo>
                    <a:pt x="1067892" y="125933"/>
                  </a:lnTo>
                  <a:lnTo>
                    <a:pt x="1028674" y="144716"/>
                  </a:lnTo>
                  <a:lnTo>
                    <a:pt x="1003223" y="173837"/>
                  </a:lnTo>
                  <a:lnTo>
                    <a:pt x="994244" y="211543"/>
                  </a:lnTo>
                  <a:lnTo>
                    <a:pt x="1003223" y="249250"/>
                  </a:lnTo>
                  <a:lnTo>
                    <a:pt x="1028674" y="278345"/>
                  </a:lnTo>
                  <a:lnTo>
                    <a:pt x="1067892" y="297078"/>
                  </a:lnTo>
                  <a:lnTo>
                    <a:pt x="1118171" y="303707"/>
                  </a:lnTo>
                  <a:lnTo>
                    <a:pt x="1167993" y="297078"/>
                  </a:lnTo>
                  <a:lnTo>
                    <a:pt x="1206804" y="278345"/>
                  </a:lnTo>
                  <a:lnTo>
                    <a:pt x="1226400" y="255752"/>
                  </a:lnTo>
                  <a:lnTo>
                    <a:pt x="1232039" y="249250"/>
                  </a:lnTo>
                  <a:lnTo>
                    <a:pt x="1241120" y="211543"/>
                  </a:lnTo>
                  <a:close/>
                </a:path>
                <a:path w="3392170" h="506730">
                  <a:moveTo>
                    <a:pt x="1267561" y="50520"/>
                  </a:moveTo>
                  <a:lnTo>
                    <a:pt x="1148956" y="50520"/>
                  </a:lnTo>
                  <a:lnTo>
                    <a:pt x="1148956" y="0"/>
                  </a:lnTo>
                  <a:lnTo>
                    <a:pt x="1087196" y="0"/>
                  </a:lnTo>
                  <a:lnTo>
                    <a:pt x="1087196" y="50520"/>
                  </a:lnTo>
                  <a:lnTo>
                    <a:pt x="968197" y="50520"/>
                  </a:lnTo>
                  <a:lnTo>
                    <a:pt x="968197" y="99656"/>
                  </a:lnTo>
                  <a:lnTo>
                    <a:pt x="1267561" y="99656"/>
                  </a:lnTo>
                  <a:lnTo>
                    <a:pt x="1267561" y="50520"/>
                  </a:lnTo>
                  <a:close/>
                </a:path>
                <a:path w="3392170" h="506730">
                  <a:moveTo>
                    <a:pt x="1365834" y="341591"/>
                  </a:moveTo>
                  <a:lnTo>
                    <a:pt x="1029563" y="341591"/>
                  </a:lnTo>
                  <a:lnTo>
                    <a:pt x="1029563" y="391515"/>
                  </a:lnTo>
                  <a:lnTo>
                    <a:pt x="1303477" y="391515"/>
                  </a:lnTo>
                  <a:lnTo>
                    <a:pt x="1303477" y="506374"/>
                  </a:lnTo>
                  <a:lnTo>
                    <a:pt x="1365834" y="506374"/>
                  </a:lnTo>
                  <a:lnTo>
                    <a:pt x="1365834" y="341591"/>
                  </a:lnTo>
                  <a:close/>
                </a:path>
                <a:path w="3392170" h="506730">
                  <a:moveTo>
                    <a:pt x="1436281" y="136359"/>
                  </a:moveTo>
                  <a:lnTo>
                    <a:pt x="1365834" y="136359"/>
                  </a:lnTo>
                  <a:lnTo>
                    <a:pt x="1365834" y="2362"/>
                  </a:lnTo>
                  <a:lnTo>
                    <a:pt x="1303477" y="2362"/>
                  </a:lnTo>
                  <a:lnTo>
                    <a:pt x="1303477" y="318109"/>
                  </a:lnTo>
                  <a:lnTo>
                    <a:pt x="1365834" y="318109"/>
                  </a:lnTo>
                  <a:lnTo>
                    <a:pt x="1365834" y="187071"/>
                  </a:lnTo>
                  <a:lnTo>
                    <a:pt x="1436281" y="187071"/>
                  </a:lnTo>
                  <a:lnTo>
                    <a:pt x="1436281" y="136359"/>
                  </a:lnTo>
                  <a:close/>
                </a:path>
                <a:path w="3392170" h="506730">
                  <a:moveTo>
                    <a:pt x="1721269" y="55841"/>
                  </a:moveTo>
                  <a:lnTo>
                    <a:pt x="1479524" y="55841"/>
                  </a:lnTo>
                  <a:lnTo>
                    <a:pt x="1479524" y="104978"/>
                  </a:lnTo>
                  <a:lnTo>
                    <a:pt x="1658112" y="104978"/>
                  </a:lnTo>
                  <a:lnTo>
                    <a:pt x="1650250" y="152400"/>
                  </a:lnTo>
                  <a:lnTo>
                    <a:pt x="1635887" y="196303"/>
                  </a:lnTo>
                  <a:lnTo>
                    <a:pt x="1614652" y="236816"/>
                  </a:lnTo>
                  <a:lnTo>
                    <a:pt x="1586204" y="274078"/>
                  </a:lnTo>
                  <a:lnTo>
                    <a:pt x="1550162" y="308216"/>
                  </a:lnTo>
                  <a:lnTo>
                    <a:pt x="1506169" y="339356"/>
                  </a:lnTo>
                  <a:lnTo>
                    <a:pt x="1453870" y="367639"/>
                  </a:lnTo>
                  <a:lnTo>
                    <a:pt x="1486433" y="417372"/>
                  </a:lnTo>
                  <a:lnTo>
                    <a:pt x="1535861" y="390918"/>
                  </a:lnTo>
                  <a:lnTo>
                    <a:pt x="1578571" y="361988"/>
                  </a:lnTo>
                  <a:lnTo>
                    <a:pt x="1614919" y="330682"/>
                  </a:lnTo>
                  <a:lnTo>
                    <a:pt x="1645246" y="297129"/>
                  </a:lnTo>
                  <a:lnTo>
                    <a:pt x="1669935" y="261467"/>
                  </a:lnTo>
                  <a:lnTo>
                    <a:pt x="1689328" y="223824"/>
                  </a:lnTo>
                  <a:lnTo>
                    <a:pt x="1703793" y="184315"/>
                  </a:lnTo>
                  <a:lnTo>
                    <a:pt x="1713699" y="143052"/>
                  </a:lnTo>
                  <a:lnTo>
                    <a:pt x="1719402" y="100190"/>
                  </a:lnTo>
                  <a:lnTo>
                    <a:pt x="1721269" y="55841"/>
                  </a:lnTo>
                  <a:close/>
                </a:path>
                <a:path w="3392170" h="506730">
                  <a:moveTo>
                    <a:pt x="1871637" y="2362"/>
                  </a:moveTo>
                  <a:lnTo>
                    <a:pt x="1809076" y="2362"/>
                  </a:lnTo>
                  <a:lnTo>
                    <a:pt x="1809076" y="506374"/>
                  </a:lnTo>
                  <a:lnTo>
                    <a:pt x="1871637" y="506374"/>
                  </a:lnTo>
                  <a:lnTo>
                    <a:pt x="1871637" y="2362"/>
                  </a:lnTo>
                  <a:close/>
                </a:path>
                <a:path w="3392170" h="506730">
                  <a:moveTo>
                    <a:pt x="2480043" y="2362"/>
                  </a:moveTo>
                  <a:lnTo>
                    <a:pt x="2418080" y="2362"/>
                  </a:lnTo>
                  <a:lnTo>
                    <a:pt x="2418080" y="69062"/>
                  </a:lnTo>
                  <a:lnTo>
                    <a:pt x="2316061" y="69062"/>
                  </a:lnTo>
                  <a:lnTo>
                    <a:pt x="2317610" y="58140"/>
                  </a:lnTo>
                  <a:lnTo>
                    <a:pt x="2318728" y="46990"/>
                  </a:lnTo>
                  <a:lnTo>
                    <a:pt x="2319388" y="35572"/>
                  </a:lnTo>
                  <a:lnTo>
                    <a:pt x="2319617" y="23876"/>
                  </a:lnTo>
                  <a:lnTo>
                    <a:pt x="2091880" y="23876"/>
                  </a:lnTo>
                  <a:lnTo>
                    <a:pt x="2091880" y="74002"/>
                  </a:lnTo>
                  <a:lnTo>
                    <a:pt x="2250744" y="74002"/>
                  </a:lnTo>
                  <a:lnTo>
                    <a:pt x="2239391" y="112458"/>
                  </a:lnTo>
                  <a:lnTo>
                    <a:pt x="2215515" y="146672"/>
                  </a:lnTo>
                  <a:lnTo>
                    <a:pt x="2178672" y="176072"/>
                  </a:lnTo>
                  <a:lnTo>
                    <a:pt x="2128456" y="200063"/>
                  </a:lnTo>
                  <a:lnTo>
                    <a:pt x="2064448" y="218059"/>
                  </a:lnTo>
                  <a:lnTo>
                    <a:pt x="2085759" y="268770"/>
                  </a:lnTo>
                  <a:lnTo>
                    <a:pt x="2138362" y="254165"/>
                  </a:lnTo>
                  <a:lnTo>
                    <a:pt x="2184565" y="235343"/>
                  </a:lnTo>
                  <a:lnTo>
                    <a:pt x="2224240" y="212255"/>
                  </a:lnTo>
                  <a:lnTo>
                    <a:pt x="2257247" y="184848"/>
                  </a:lnTo>
                  <a:lnTo>
                    <a:pt x="2283422" y="153060"/>
                  </a:lnTo>
                  <a:lnTo>
                    <a:pt x="2302637" y="116827"/>
                  </a:lnTo>
                  <a:lnTo>
                    <a:pt x="2418080" y="116827"/>
                  </a:lnTo>
                  <a:lnTo>
                    <a:pt x="2418080" y="166357"/>
                  </a:lnTo>
                  <a:lnTo>
                    <a:pt x="2296528" y="166357"/>
                  </a:lnTo>
                  <a:lnTo>
                    <a:pt x="2296528" y="213918"/>
                  </a:lnTo>
                  <a:lnTo>
                    <a:pt x="2418080" y="213918"/>
                  </a:lnTo>
                  <a:lnTo>
                    <a:pt x="2418080" y="257530"/>
                  </a:lnTo>
                  <a:lnTo>
                    <a:pt x="2480043" y="257530"/>
                  </a:lnTo>
                  <a:lnTo>
                    <a:pt x="2480043" y="116827"/>
                  </a:lnTo>
                  <a:lnTo>
                    <a:pt x="2480043" y="69062"/>
                  </a:lnTo>
                  <a:lnTo>
                    <a:pt x="2480043" y="2362"/>
                  </a:lnTo>
                  <a:close/>
                </a:path>
                <a:path w="3392170" h="506730">
                  <a:moveTo>
                    <a:pt x="2493073" y="451904"/>
                  </a:moveTo>
                  <a:lnTo>
                    <a:pt x="2210485" y="451904"/>
                  </a:lnTo>
                  <a:lnTo>
                    <a:pt x="2210485" y="410273"/>
                  </a:lnTo>
                  <a:lnTo>
                    <a:pt x="2480043" y="410273"/>
                  </a:lnTo>
                  <a:lnTo>
                    <a:pt x="2480043" y="277253"/>
                  </a:lnTo>
                  <a:lnTo>
                    <a:pt x="2147722" y="277253"/>
                  </a:lnTo>
                  <a:lnTo>
                    <a:pt x="2147722" y="326402"/>
                  </a:lnTo>
                  <a:lnTo>
                    <a:pt x="2417686" y="326402"/>
                  </a:lnTo>
                  <a:lnTo>
                    <a:pt x="2417686" y="363893"/>
                  </a:lnTo>
                  <a:lnTo>
                    <a:pt x="2148522" y="363893"/>
                  </a:lnTo>
                  <a:lnTo>
                    <a:pt x="2148522" y="501637"/>
                  </a:lnTo>
                  <a:lnTo>
                    <a:pt x="2493073" y="501637"/>
                  </a:lnTo>
                  <a:lnTo>
                    <a:pt x="2493073" y="451904"/>
                  </a:lnTo>
                  <a:close/>
                </a:path>
                <a:path w="3392170" h="506730">
                  <a:moveTo>
                    <a:pt x="2822257" y="54457"/>
                  </a:moveTo>
                  <a:lnTo>
                    <a:pt x="2562555" y="54457"/>
                  </a:lnTo>
                  <a:lnTo>
                    <a:pt x="2562555" y="104394"/>
                  </a:lnTo>
                  <a:lnTo>
                    <a:pt x="2760484" y="104394"/>
                  </a:lnTo>
                  <a:lnTo>
                    <a:pt x="2759887" y="139395"/>
                  </a:lnTo>
                  <a:lnTo>
                    <a:pt x="2758046" y="180022"/>
                  </a:lnTo>
                  <a:lnTo>
                    <a:pt x="2754020" y="226936"/>
                  </a:lnTo>
                  <a:lnTo>
                    <a:pt x="2746870" y="280809"/>
                  </a:lnTo>
                  <a:lnTo>
                    <a:pt x="2808046" y="285750"/>
                  </a:lnTo>
                  <a:lnTo>
                    <a:pt x="2816034" y="224828"/>
                  </a:lnTo>
                  <a:lnTo>
                    <a:pt x="2820187" y="172300"/>
                  </a:lnTo>
                  <a:lnTo>
                    <a:pt x="2821813" y="127647"/>
                  </a:lnTo>
                  <a:lnTo>
                    <a:pt x="2822257" y="90373"/>
                  </a:lnTo>
                  <a:lnTo>
                    <a:pt x="2822257" y="54457"/>
                  </a:lnTo>
                  <a:close/>
                </a:path>
                <a:path w="3392170" h="506730">
                  <a:moveTo>
                    <a:pt x="2850667" y="382054"/>
                  </a:moveTo>
                  <a:lnTo>
                    <a:pt x="2848025" y="347713"/>
                  </a:lnTo>
                  <a:lnTo>
                    <a:pt x="2847124" y="335864"/>
                  </a:lnTo>
                  <a:lnTo>
                    <a:pt x="2810129" y="339991"/>
                  </a:lnTo>
                  <a:lnTo>
                    <a:pt x="2772029" y="343268"/>
                  </a:lnTo>
                  <a:lnTo>
                    <a:pt x="2733344" y="345808"/>
                  </a:lnTo>
                  <a:lnTo>
                    <a:pt x="2694571" y="347713"/>
                  </a:lnTo>
                  <a:lnTo>
                    <a:pt x="2694571" y="198920"/>
                  </a:lnTo>
                  <a:lnTo>
                    <a:pt x="2633599" y="198920"/>
                  </a:lnTo>
                  <a:lnTo>
                    <a:pt x="2633599" y="349491"/>
                  </a:lnTo>
                  <a:lnTo>
                    <a:pt x="2535720" y="350672"/>
                  </a:lnTo>
                  <a:lnTo>
                    <a:pt x="2541828" y="400799"/>
                  </a:lnTo>
                  <a:lnTo>
                    <a:pt x="2588374" y="400799"/>
                  </a:lnTo>
                  <a:lnTo>
                    <a:pt x="2638298" y="400011"/>
                  </a:lnTo>
                  <a:lnTo>
                    <a:pt x="2690558" y="398081"/>
                  </a:lnTo>
                  <a:lnTo>
                    <a:pt x="2744076" y="394665"/>
                  </a:lnTo>
                  <a:lnTo>
                    <a:pt x="2797797" y="389432"/>
                  </a:lnTo>
                  <a:lnTo>
                    <a:pt x="2850667" y="382054"/>
                  </a:lnTo>
                  <a:close/>
                </a:path>
                <a:path w="3392170" h="506730">
                  <a:moveTo>
                    <a:pt x="3008934" y="207594"/>
                  </a:moveTo>
                  <a:lnTo>
                    <a:pt x="2935922" y="207594"/>
                  </a:lnTo>
                  <a:lnTo>
                    <a:pt x="2935922" y="2362"/>
                  </a:lnTo>
                  <a:lnTo>
                    <a:pt x="2873362" y="2362"/>
                  </a:lnTo>
                  <a:lnTo>
                    <a:pt x="2873362" y="506374"/>
                  </a:lnTo>
                  <a:lnTo>
                    <a:pt x="2935922" y="506374"/>
                  </a:lnTo>
                  <a:lnTo>
                    <a:pt x="2935922" y="260096"/>
                  </a:lnTo>
                  <a:lnTo>
                    <a:pt x="3008934" y="260096"/>
                  </a:lnTo>
                  <a:lnTo>
                    <a:pt x="3008934" y="207594"/>
                  </a:lnTo>
                  <a:close/>
                </a:path>
                <a:path w="3392170" h="506730">
                  <a:moveTo>
                    <a:pt x="3392055" y="139776"/>
                  </a:moveTo>
                  <a:lnTo>
                    <a:pt x="3361118" y="139776"/>
                  </a:lnTo>
                  <a:lnTo>
                    <a:pt x="3361118" y="362902"/>
                  </a:lnTo>
                  <a:lnTo>
                    <a:pt x="3392055" y="362902"/>
                  </a:lnTo>
                  <a:lnTo>
                    <a:pt x="3392055" y="1397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0497" y="899262"/>
              <a:ext cx="471893" cy="1822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40429" y="896844"/>
              <a:ext cx="279780" cy="18471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0326" y="942452"/>
              <a:ext cx="191245" cy="1364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51258" y="911930"/>
              <a:ext cx="487707" cy="1696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59082" y="942277"/>
              <a:ext cx="79592" cy="1366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03158" y="896844"/>
              <a:ext cx="138813" cy="1846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2518" y="944206"/>
              <a:ext cx="120592" cy="13647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08642" y="942452"/>
              <a:ext cx="191245" cy="1364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24989" y="942452"/>
              <a:ext cx="327828" cy="1390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77661" y="942277"/>
              <a:ext cx="217120" cy="187167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60994" y="2979617"/>
            <a:ext cx="10966010" cy="5882096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7514273" y="2255227"/>
            <a:ext cx="1140460" cy="395605"/>
          </a:xfrm>
          <a:custGeom>
            <a:avLst/>
            <a:gdLst/>
            <a:ahLst/>
            <a:cxnLst/>
            <a:rect l="l" t="t" r="r" b="b"/>
            <a:pathLst>
              <a:path w="1140459" h="395605">
                <a:moveTo>
                  <a:pt x="246341" y="151790"/>
                </a:moveTo>
                <a:lnTo>
                  <a:pt x="204393" y="133108"/>
                </a:lnTo>
                <a:lnTo>
                  <a:pt x="175285" y="106514"/>
                </a:lnTo>
                <a:lnTo>
                  <a:pt x="153022" y="39128"/>
                </a:lnTo>
                <a:lnTo>
                  <a:pt x="153022" y="8902"/>
                </a:lnTo>
                <a:lnTo>
                  <a:pt x="95618" y="8902"/>
                </a:lnTo>
                <a:lnTo>
                  <a:pt x="95618" y="39128"/>
                </a:lnTo>
                <a:lnTo>
                  <a:pt x="89903" y="75628"/>
                </a:lnTo>
                <a:lnTo>
                  <a:pt x="72504" y="109524"/>
                </a:lnTo>
                <a:lnTo>
                  <a:pt x="42760" y="137922"/>
                </a:lnTo>
                <a:lnTo>
                  <a:pt x="0" y="157937"/>
                </a:lnTo>
                <a:lnTo>
                  <a:pt x="27470" y="201218"/>
                </a:lnTo>
                <a:lnTo>
                  <a:pt x="59969" y="187794"/>
                </a:lnTo>
                <a:lnTo>
                  <a:pt x="87007" y="168998"/>
                </a:lnTo>
                <a:lnTo>
                  <a:pt x="108610" y="145643"/>
                </a:lnTo>
                <a:lnTo>
                  <a:pt x="124790" y="118491"/>
                </a:lnTo>
                <a:lnTo>
                  <a:pt x="140677" y="143332"/>
                </a:lnTo>
                <a:lnTo>
                  <a:pt x="161683" y="164706"/>
                </a:lnTo>
                <a:lnTo>
                  <a:pt x="187833" y="181965"/>
                </a:lnTo>
                <a:lnTo>
                  <a:pt x="219176" y="194462"/>
                </a:lnTo>
                <a:lnTo>
                  <a:pt x="246341" y="151790"/>
                </a:lnTo>
                <a:close/>
              </a:path>
              <a:path w="1140459" h="395605">
                <a:moveTo>
                  <a:pt x="331838" y="0"/>
                </a:moveTo>
                <a:lnTo>
                  <a:pt x="276885" y="0"/>
                </a:lnTo>
                <a:lnTo>
                  <a:pt x="276885" y="200139"/>
                </a:lnTo>
                <a:lnTo>
                  <a:pt x="331838" y="200139"/>
                </a:lnTo>
                <a:lnTo>
                  <a:pt x="331838" y="0"/>
                </a:lnTo>
                <a:close/>
              </a:path>
              <a:path w="1140459" h="395605">
                <a:moveTo>
                  <a:pt x="343192" y="349021"/>
                </a:moveTo>
                <a:lnTo>
                  <a:pt x="122326" y="349021"/>
                </a:lnTo>
                <a:lnTo>
                  <a:pt x="122326" y="324319"/>
                </a:lnTo>
                <a:lnTo>
                  <a:pt x="332447" y="324319"/>
                </a:lnTo>
                <a:lnTo>
                  <a:pt x="332447" y="217487"/>
                </a:lnTo>
                <a:lnTo>
                  <a:pt x="67386" y="217487"/>
                </a:lnTo>
                <a:lnTo>
                  <a:pt x="67386" y="260311"/>
                </a:lnTo>
                <a:lnTo>
                  <a:pt x="277202" y="260311"/>
                </a:lnTo>
                <a:lnTo>
                  <a:pt x="277202" y="283489"/>
                </a:lnTo>
                <a:lnTo>
                  <a:pt x="68300" y="283489"/>
                </a:lnTo>
                <a:lnTo>
                  <a:pt x="68300" y="392620"/>
                </a:lnTo>
                <a:lnTo>
                  <a:pt x="343192" y="392620"/>
                </a:lnTo>
                <a:lnTo>
                  <a:pt x="343192" y="349021"/>
                </a:lnTo>
                <a:close/>
              </a:path>
              <a:path w="1140459" h="395605">
                <a:moveTo>
                  <a:pt x="703275" y="325234"/>
                </a:moveTo>
                <a:lnTo>
                  <a:pt x="694461" y="297611"/>
                </a:lnTo>
                <a:lnTo>
                  <a:pt x="693762" y="295440"/>
                </a:lnTo>
                <a:lnTo>
                  <a:pt x="666673" y="273570"/>
                </a:lnTo>
                <a:lnTo>
                  <a:pt x="647712" y="267652"/>
                </a:lnTo>
                <a:lnTo>
                  <a:pt x="647712" y="325234"/>
                </a:lnTo>
                <a:lnTo>
                  <a:pt x="642442" y="337947"/>
                </a:lnTo>
                <a:lnTo>
                  <a:pt x="626922" y="346900"/>
                </a:lnTo>
                <a:lnTo>
                  <a:pt x="601268" y="352196"/>
                </a:lnTo>
                <a:lnTo>
                  <a:pt x="565607" y="353936"/>
                </a:lnTo>
                <a:lnTo>
                  <a:pt x="529526" y="352196"/>
                </a:lnTo>
                <a:lnTo>
                  <a:pt x="503923" y="346900"/>
                </a:lnTo>
                <a:lnTo>
                  <a:pt x="488696" y="337947"/>
                </a:lnTo>
                <a:lnTo>
                  <a:pt x="483793" y="325234"/>
                </a:lnTo>
                <a:lnTo>
                  <a:pt x="488696" y="313016"/>
                </a:lnTo>
                <a:lnTo>
                  <a:pt x="503923" y="304393"/>
                </a:lnTo>
                <a:lnTo>
                  <a:pt x="529526" y="299288"/>
                </a:lnTo>
                <a:lnTo>
                  <a:pt x="565607" y="297611"/>
                </a:lnTo>
                <a:lnTo>
                  <a:pt x="601268" y="299288"/>
                </a:lnTo>
                <a:lnTo>
                  <a:pt x="626922" y="304393"/>
                </a:lnTo>
                <a:lnTo>
                  <a:pt x="642442" y="313016"/>
                </a:lnTo>
                <a:lnTo>
                  <a:pt x="647712" y="325234"/>
                </a:lnTo>
                <a:lnTo>
                  <a:pt x="647712" y="267652"/>
                </a:lnTo>
                <a:lnTo>
                  <a:pt x="623455" y="260070"/>
                </a:lnTo>
                <a:lnTo>
                  <a:pt x="565607" y="255397"/>
                </a:lnTo>
                <a:lnTo>
                  <a:pt x="507542" y="260070"/>
                </a:lnTo>
                <a:lnTo>
                  <a:pt x="464045" y="273570"/>
                </a:lnTo>
                <a:lnTo>
                  <a:pt x="436765" y="295440"/>
                </a:lnTo>
                <a:lnTo>
                  <a:pt x="427304" y="325234"/>
                </a:lnTo>
                <a:lnTo>
                  <a:pt x="436765" y="355231"/>
                </a:lnTo>
                <a:lnTo>
                  <a:pt x="464045" y="377215"/>
                </a:lnTo>
                <a:lnTo>
                  <a:pt x="507542" y="390702"/>
                </a:lnTo>
                <a:lnTo>
                  <a:pt x="565607" y="395224"/>
                </a:lnTo>
                <a:lnTo>
                  <a:pt x="623455" y="390702"/>
                </a:lnTo>
                <a:lnTo>
                  <a:pt x="666673" y="377215"/>
                </a:lnTo>
                <a:lnTo>
                  <a:pt x="693762" y="355231"/>
                </a:lnTo>
                <a:lnTo>
                  <a:pt x="694182" y="353936"/>
                </a:lnTo>
                <a:lnTo>
                  <a:pt x="703275" y="325234"/>
                </a:lnTo>
                <a:close/>
              </a:path>
              <a:path w="1140459" h="395605">
                <a:moveTo>
                  <a:pt x="730910" y="120942"/>
                </a:moveTo>
                <a:lnTo>
                  <a:pt x="681583" y="112445"/>
                </a:lnTo>
                <a:lnTo>
                  <a:pt x="644613" y="98450"/>
                </a:lnTo>
                <a:lnTo>
                  <a:pt x="634390" y="91160"/>
                </a:lnTo>
                <a:lnTo>
                  <a:pt x="619658" y="80670"/>
                </a:lnTo>
                <a:lnTo>
                  <a:pt x="606425" y="60769"/>
                </a:lnTo>
                <a:lnTo>
                  <a:pt x="714019" y="60769"/>
                </a:lnTo>
                <a:lnTo>
                  <a:pt x="714019" y="17030"/>
                </a:lnTo>
                <a:lnTo>
                  <a:pt x="418871" y="17030"/>
                </a:lnTo>
                <a:lnTo>
                  <a:pt x="418871" y="60769"/>
                </a:lnTo>
                <a:lnTo>
                  <a:pt x="525691" y="60769"/>
                </a:lnTo>
                <a:lnTo>
                  <a:pt x="512356" y="80733"/>
                </a:lnTo>
                <a:lnTo>
                  <a:pt x="487400" y="98513"/>
                </a:lnTo>
                <a:lnTo>
                  <a:pt x="450583" y="112471"/>
                </a:lnTo>
                <a:lnTo>
                  <a:pt x="401675" y="120942"/>
                </a:lnTo>
                <a:lnTo>
                  <a:pt x="421017" y="164071"/>
                </a:lnTo>
                <a:lnTo>
                  <a:pt x="472097" y="154990"/>
                </a:lnTo>
                <a:lnTo>
                  <a:pt x="513473" y="139192"/>
                </a:lnTo>
                <a:lnTo>
                  <a:pt x="544804" y="117602"/>
                </a:lnTo>
                <a:lnTo>
                  <a:pt x="565759" y="91160"/>
                </a:lnTo>
                <a:lnTo>
                  <a:pt x="586892" y="117602"/>
                </a:lnTo>
                <a:lnTo>
                  <a:pt x="618477" y="139192"/>
                </a:lnTo>
                <a:lnTo>
                  <a:pt x="660082" y="154990"/>
                </a:lnTo>
                <a:lnTo>
                  <a:pt x="711263" y="164071"/>
                </a:lnTo>
                <a:lnTo>
                  <a:pt x="730910" y="120942"/>
                </a:lnTo>
                <a:close/>
              </a:path>
              <a:path w="1140459" h="395605">
                <a:moveTo>
                  <a:pt x="746556" y="189242"/>
                </a:moveTo>
                <a:lnTo>
                  <a:pt x="593229" y="189242"/>
                </a:lnTo>
                <a:lnTo>
                  <a:pt x="593229" y="141668"/>
                </a:lnTo>
                <a:lnTo>
                  <a:pt x="538276" y="141668"/>
                </a:lnTo>
                <a:lnTo>
                  <a:pt x="538276" y="189242"/>
                </a:lnTo>
                <a:lnTo>
                  <a:pt x="386168" y="189242"/>
                </a:lnTo>
                <a:lnTo>
                  <a:pt x="386168" y="233603"/>
                </a:lnTo>
                <a:lnTo>
                  <a:pt x="746556" y="233603"/>
                </a:lnTo>
                <a:lnTo>
                  <a:pt x="746556" y="189242"/>
                </a:lnTo>
                <a:close/>
              </a:path>
              <a:path w="1140459" h="395605">
                <a:moveTo>
                  <a:pt x="1013015" y="267525"/>
                </a:moveTo>
                <a:lnTo>
                  <a:pt x="970470" y="238417"/>
                </a:lnTo>
                <a:lnTo>
                  <a:pt x="943305" y="203060"/>
                </a:lnTo>
                <a:lnTo>
                  <a:pt x="940206" y="199034"/>
                </a:lnTo>
                <a:lnTo>
                  <a:pt x="922172" y="153949"/>
                </a:lnTo>
                <a:lnTo>
                  <a:pt x="916317" y="107746"/>
                </a:lnTo>
                <a:lnTo>
                  <a:pt x="916317" y="83489"/>
                </a:lnTo>
                <a:lnTo>
                  <a:pt x="995832" y="83489"/>
                </a:lnTo>
                <a:lnTo>
                  <a:pt x="995832" y="38214"/>
                </a:lnTo>
                <a:lnTo>
                  <a:pt x="776947" y="38214"/>
                </a:lnTo>
                <a:lnTo>
                  <a:pt x="776947" y="83489"/>
                </a:lnTo>
                <a:lnTo>
                  <a:pt x="860602" y="83489"/>
                </a:lnTo>
                <a:lnTo>
                  <a:pt x="860602" y="107746"/>
                </a:lnTo>
                <a:lnTo>
                  <a:pt x="854214" y="157505"/>
                </a:lnTo>
                <a:lnTo>
                  <a:pt x="835533" y="205549"/>
                </a:lnTo>
                <a:lnTo>
                  <a:pt x="804545" y="247091"/>
                </a:lnTo>
                <a:lnTo>
                  <a:pt x="761301" y="277342"/>
                </a:lnTo>
                <a:lnTo>
                  <a:pt x="793534" y="321094"/>
                </a:lnTo>
                <a:lnTo>
                  <a:pt x="825157" y="300939"/>
                </a:lnTo>
                <a:lnTo>
                  <a:pt x="851776" y="273646"/>
                </a:lnTo>
                <a:lnTo>
                  <a:pt x="873213" y="240563"/>
                </a:lnTo>
                <a:lnTo>
                  <a:pt x="889304" y="203060"/>
                </a:lnTo>
                <a:lnTo>
                  <a:pt x="905002" y="237083"/>
                </a:lnTo>
                <a:lnTo>
                  <a:pt x="925779" y="267195"/>
                </a:lnTo>
                <a:lnTo>
                  <a:pt x="951534" y="292227"/>
                </a:lnTo>
                <a:lnTo>
                  <a:pt x="982167" y="310959"/>
                </a:lnTo>
                <a:lnTo>
                  <a:pt x="1013015" y="267525"/>
                </a:lnTo>
                <a:close/>
              </a:path>
              <a:path w="1140459" h="395605">
                <a:moveTo>
                  <a:pt x="1140409" y="151028"/>
                </a:moveTo>
                <a:lnTo>
                  <a:pt x="1082090" y="151028"/>
                </a:lnTo>
                <a:lnTo>
                  <a:pt x="1082090" y="0"/>
                </a:lnTo>
                <a:lnTo>
                  <a:pt x="1026680" y="0"/>
                </a:lnTo>
                <a:lnTo>
                  <a:pt x="1026680" y="395376"/>
                </a:lnTo>
                <a:lnTo>
                  <a:pt x="1082090" y="395376"/>
                </a:lnTo>
                <a:lnTo>
                  <a:pt x="1082090" y="197231"/>
                </a:lnTo>
                <a:lnTo>
                  <a:pt x="1140409" y="197231"/>
                </a:lnTo>
                <a:lnTo>
                  <a:pt x="1140409" y="15102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63038" y="2255227"/>
            <a:ext cx="754380" cy="395605"/>
          </a:xfrm>
          <a:custGeom>
            <a:avLst/>
            <a:gdLst/>
            <a:ahLst/>
            <a:cxnLst/>
            <a:rect l="l" t="t" r="r" b="b"/>
            <a:pathLst>
              <a:path w="754379" h="395605">
                <a:moveTo>
                  <a:pt x="211353" y="271056"/>
                </a:moveTo>
                <a:lnTo>
                  <a:pt x="174777" y="240588"/>
                </a:lnTo>
                <a:lnTo>
                  <a:pt x="150596" y="200799"/>
                </a:lnTo>
                <a:lnTo>
                  <a:pt x="137261" y="154838"/>
                </a:lnTo>
                <a:lnTo>
                  <a:pt x="133235" y="105905"/>
                </a:lnTo>
                <a:lnTo>
                  <a:pt x="133235" y="84874"/>
                </a:lnTo>
                <a:lnTo>
                  <a:pt x="193090" y="84874"/>
                </a:lnTo>
                <a:lnTo>
                  <a:pt x="193090" y="40513"/>
                </a:lnTo>
                <a:lnTo>
                  <a:pt x="15049" y="40513"/>
                </a:lnTo>
                <a:lnTo>
                  <a:pt x="15049" y="84874"/>
                </a:lnTo>
                <a:lnTo>
                  <a:pt x="79819" y="84874"/>
                </a:lnTo>
                <a:lnTo>
                  <a:pt x="79819" y="105905"/>
                </a:lnTo>
                <a:lnTo>
                  <a:pt x="75526" y="156413"/>
                </a:lnTo>
                <a:lnTo>
                  <a:pt x="61722" y="204673"/>
                </a:lnTo>
                <a:lnTo>
                  <a:pt x="37020" y="247065"/>
                </a:lnTo>
                <a:lnTo>
                  <a:pt x="0" y="279958"/>
                </a:lnTo>
                <a:lnTo>
                  <a:pt x="33464" y="320789"/>
                </a:lnTo>
                <a:lnTo>
                  <a:pt x="58254" y="301015"/>
                </a:lnTo>
                <a:lnTo>
                  <a:pt x="78651" y="275907"/>
                </a:lnTo>
                <a:lnTo>
                  <a:pt x="94869" y="246341"/>
                </a:lnTo>
                <a:lnTo>
                  <a:pt x="107137" y="213194"/>
                </a:lnTo>
                <a:lnTo>
                  <a:pt x="119011" y="243611"/>
                </a:lnTo>
                <a:lnTo>
                  <a:pt x="134759" y="270637"/>
                </a:lnTo>
                <a:lnTo>
                  <a:pt x="154660" y="293573"/>
                </a:lnTo>
                <a:lnTo>
                  <a:pt x="178968" y="311721"/>
                </a:lnTo>
                <a:lnTo>
                  <a:pt x="211353" y="271056"/>
                </a:lnTo>
                <a:close/>
              </a:path>
              <a:path w="754379" h="395605">
                <a:moveTo>
                  <a:pt x="268909" y="6591"/>
                </a:moveTo>
                <a:lnTo>
                  <a:pt x="217030" y="6591"/>
                </a:lnTo>
                <a:lnTo>
                  <a:pt x="217030" y="135674"/>
                </a:lnTo>
                <a:lnTo>
                  <a:pt x="164998" y="135674"/>
                </a:lnTo>
                <a:lnTo>
                  <a:pt x="164998" y="180187"/>
                </a:lnTo>
                <a:lnTo>
                  <a:pt x="217030" y="180187"/>
                </a:lnTo>
                <a:lnTo>
                  <a:pt x="217030" y="376961"/>
                </a:lnTo>
                <a:lnTo>
                  <a:pt x="268909" y="376961"/>
                </a:lnTo>
                <a:lnTo>
                  <a:pt x="268909" y="6591"/>
                </a:lnTo>
                <a:close/>
              </a:path>
              <a:path w="754379" h="395605">
                <a:moveTo>
                  <a:pt x="349643" y="0"/>
                </a:moveTo>
                <a:lnTo>
                  <a:pt x="297307" y="0"/>
                </a:lnTo>
                <a:lnTo>
                  <a:pt x="297307" y="395376"/>
                </a:lnTo>
                <a:lnTo>
                  <a:pt x="349643" y="395376"/>
                </a:lnTo>
                <a:lnTo>
                  <a:pt x="349643" y="0"/>
                </a:lnTo>
                <a:close/>
              </a:path>
              <a:path w="754379" h="395605">
                <a:moveTo>
                  <a:pt x="753935" y="304355"/>
                </a:moveTo>
                <a:lnTo>
                  <a:pt x="599833" y="304355"/>
                </a:lnTo>
                <a:lnTo>
                  <a:pt x="599833" y="231432"/>
                </a:lnTo>
                <a:lnTo>
                  <a:pt x="713879" y="231432"/>
                </a:lnTo>
                <a:lnTo>
                  <a:pt x="713879" y="186982"/>
                </a:lnTo>
                <a:lnTo>
                  <a:pt x="486410" y="186982"/>
                </a:lnTo>
                <a:lnTo>
                  <a:pt x="486410" y="131102"/>
                </a:lnTo>
                <a:lnTo>
                  <a:pt x="658622" y="131102"/>
                </a:lnTo>
                <a:lnTo>
                  <a:pt x="658622" y="186944"/>
                </a:lnTo>
                <a:lnTo>
                  <a:pt x="713879" y="186944"/>
                </a:lnTo>
                <a:lnTo>
                  <a:pt x="713879" y="25323"/>
                </a:lnTo>
                <a:lnTo>
                  <a:pt x="658622" y="25323"/>
                </a:lnTo>
                <a:lnTo>
                  <a:pt x="658622" y="86652"/>
                </a:lnTo>
                <a:lnTo>
                  <a:pt x="486410" y="86652"/>
                </a:lnTo>
                <a:lnTo>
                  <a:pt x="486410" y="25692"/>
                </a:lnTo>
                <a:lnTo>
                  <a:pt x="430847" y="25692"/>
                </a:lnTo>
                <a:lnTo>
                  <a:pt x="430847" y="86652"/>
                </a:lnTo>
                <a:lnTo>
                  <a:pt x="430847" y="131102"/>
                </a:lnTo>
                <a:lnTo>
                  <a:pt x="430847" y="186982"/>
                </a:lnTo>
                <a:lnTo>
                  <a:pt x="430847" y="231432"/>
                </a:lnTo>
                <a:lnTo>
                  <a:pt x="545033" y="231432"/>
                </a:lnTo>
                <a:lnTo>
                  <a:pt x="545033" y="304355"/>
                </a:lnTo>
                <a:lnTo>
                  <a:pt x="392620" y="304355"/>
                </a:lnTo>
                <a:lnTo>
                  <a:pt x="392620" y="349326"/>
                </a:lnTo>
                <a:lnTo>
                  <a:pt x="753935" y="349326"/>
                </a:lnTo>
                <a:lnTo>
                  <a:pt x="753935" y="30435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637980" y="2255216"/>
            <a:ext cx="349885" cy="395605"/>
          </a:xfrm>
          <a:custGeom>
            <a:avLst/>
            <a:gdLst/>
            <a:ahLst/>
            <a:cxnLst/>
            <a:rect l="l" t="t" r="r" b="b"/>
            <a:pathLst>
              <a:path w="349884" h="395605">
                <a:moveTo>
                  <a:pt x="349491" y="0"/>
                </a:moveTo>
                <a:lnTo>
                  <a:pt x="296537" y="0"/>
                </a:lnTo>
                <a:lnTo>
                  <a:pt x="296537" y="395384"/>
                </a:lnTo>
                <a:lnTo>
                  <a:pt x="349491" y="395384"/>
                </a:lnTo>
                <a:lnTo>
                  <a:pt x="349491" y="0"/>
                </a:lnTo>
                <a:close/>
              </a:path>
              <a:path w="349884" h="395605">
                <a:moveTo>
                  <a:pt x="269677" y="7827"/>
                </a:moveTo>
                <a:lnTo>
                  <a:pt x="217492" y="7827"/>
                </a:lnTo>
                <a:lnTo>
                  <a:pt x="217492" y="143970"/>
                </a:lnTo>
                <a:lnTo>
                  <a:pt x="179120" y="143970"/>
                </a:lnTo>
                <a:lnTo>
                  <a:pt x="179120" y="193547"/>
                </a:lnTo>
                <a:lnTo>
                  <a:pt x="217492" y="193547"/>
                </a:lnTo>
                <a:lnTo>
                  <a:pt x="217492" y="376504"/>
                </a:lnTo>
                <a:lnTo>
                  <a:pt x="269677" y="376504"/>
                </a:lnTo>
                <a:lnTo>
                  <a:pt x="269677" y="7827"/>
                </a:lnTo>
                <a:close/>
              </a:path>
              <a:path w="349884" h="395605">
                <a:moveTo>
                  <a:pt x="82115" y="89482"/>
                </a:moveTo>
                <a:lnTo>
                  <a:pt x="32692" y="89482"/>
                </a:lnTo>
                <a:lnTo>
                  <a:pt x="32692" y="259393"/>
                </a:lnTo>
                <a:lnTo>
                  <a:pt x="0" y="259546"/>
                </a:lnTo>
                <a:lnTo>
                  <a:pt x="5986" y="304826"/>
                </a:lnTo>
                <a:lnTo>
                  <a:pt x="48212" y="304401"/>
                </a:lnTo>
                <a:lnTo>
                  <a:pt x="97445" y="302466"/>
                </a:lnTo>
                <a:lnTo>
                  <a:pt x="149068" y="298027"/>
                </a:lnTo>
                <a:lnTo>
                  <a:pt x="198459" y="290091"/>
                </a:lnTo>
                <a:lnTo>
                  <a:pt x="195530" y="258472"/>
                </a:lnTo>
                <a:lnTo>
                  <a:pt x="82115" y="258472"/>
                </a:lnTo>
                <a:lnTo>
                  <a:pt x="82115" y="89482"/>
                </a:lnTo>
                <a:close/>
              </a:path>
              <a:path w="349884" h="395605">
                <a:moveTo>
                  <a:pt x="163157" y="89482"/>
                </a:moveTo>
                <a:lnTo>
                  <a:pt x="112506" y="89482"/>
                </a:lnTo>
                <a:lnTo>
                  <a:pt x="112506" y="257398"/>
                </a:lnTo>
                <a:lnTo>
                  <a:pt x="82115" y="258472"/>
                </a:lnTo>
                <a:lnTo>
                  <a:pt x="195530" y="258472"/>
                </a:lnTo>
                <a:lnTo>
                  <a:pt x="195117" y="254021"/>
                </a:lnTo>
                <a:lnTo>
                  <a:pt x="163157" y="254021"/>
                </a:lnTo>
                <a:lnTo>
                  <a:pt x="163157" y="89482"/>
                </a:lnTo>
                <a:close/>
              </a:path>
              <a:path w="349884" h="395605">
                <a:moveTo>
                  <a:pt x="194776" y="250338"/>
                </a:moveTo>
                <a:lnTo>
                  <a:pt x="187180" y="251345"/>
                </a:lnTo>
                <a:lnTo>
                  <a:pt x="179369" y="252295"/>
                </a:lnTo>
                <a:lnTo>
                  <a:pt x="163157" y="254021"/>
                </a:lnTo>
                <a:lnTo>
                  <a:pt x="195117" y="254021"/>
                </a:lnTo>
                <a:lnTo>
                  <a:pt x="194776" y="250338"/>
                </a:lnTo>
                <a:close/>
              </a:path>
              <a:path w="349884" h="395605">
                <a:moveTo>
                  <a:pt x="188175" y="45125"/>
                </a:moveTo>
                <a:lnTo>
                  <a:pt x="7367" y="45125"/>
                </a:lnTo>
                <a:lnTo>
                  <a:pt x="7367" y="89482"/>
                </a:lnTo>
                <a:lnTo>
                  <a:pt x="188175" y="89482"/>
                </a:lnTo>
                <a:lnTo>
                  <a:pt x="188175" y="4512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038122" y="2255216"/>
            <a:ext cx="319405" cy="396875"/>
          </a:xfrm>
          <a:custGeom>
            <a:avLst/>
            <a:gdLst/>
            <a:ahLst/>
            <a:cxnLst/>
            <a:rect l="l" t="t" r="r" b="b"/>
            <a:pathLst>
              <a:path w="319404" h="396875">
                <a:moveTo>
                  <a:pt x="319101" y="0"/>
                </a:moveTo>
                <a:lnTo>
                  <a:pt x="263078" y="0"/>
                </a:lnTo>
                <a:lnTo>
                  <a:pt x="263078" y="396304"/>
                </a:lnTo>
                <a:lnTo>
                  <a:pt x="319101" y="396304"/>
                </a:lnTo>
                <a:lnTo>
                  <a:pt x="319101" y="0"/>
                </a:lnTo>
                <a:close/>
              </a:path>
              <a:path w="319404" h="396875">
                <a:moveTo>
                  <a:pt x="104525" y="27934"/>
                </a:moveTo>
                <a:lnTo>
                  <a:pt x="62658" y="37815"/>
                </a:lnTo>
                <a:lnTo>
                  <a:pt x="29527" y="65999"/>
                </a:lnTo>
                <a:lnTo>
                  <a:pt x="7763" y="110299"/>
                </a:lnTo>
                <a:lnTo>
                  <a:pt x="0" y="168529"/>
                </a:lnTo>
                <a:lnTo>
                  <a:pt x="7763" y="227242"/>
                </a:lnTo>
                <a:lnTo>
                  <a:pt x="29527" y="271711"/>
                </a:lnTo>
                <a:lnTo>
                  <a:pt x="62658" y="299890"/>
                </a:lnTo>
                <a:lnTo>
                  <a:pt x="104525" y="309737"/>
                </a:lnTo>
                <a:lnTo>
                  <a:pt x="145952" y="299890"/>
                </a:lnTo>
                <a:lnTo>
                  <a:pt x="178889" y="271711"/>
                </a:lnTo>
                <a:lnTo>
                  <a:pt x="184845" y="259546"/>
                </a:lnTo>
                <a:lnTo>
                  <a:pt x="104525" y="259546"/>
                </a:lnTo>
                <a:lnTo>
                  <a:pt x="83569" y="253635"/>
                </a:lnTo>
                <a:lnTo>
                  <a:pt x="67419" y="236197"/>
                </a:lnTo>
                <a:lnTo>
                  <a:pt x="57083" y="207680"/>
                </a:lnTo>
                <a:lnTo>
                  <a:pt x="53567" y="168529"/>
                </a:lnTo>
                <a:lnTo>
                  <a:pt x="57083" y="129708"/>
                </a:lnTo>
                <a:lnTo>
                  <a:pt x="67419" y="101320"/>
                </a:lnTo>
                <a:lnTo>
                  <a:pt x="83569" y="83897"/>
                </a:lnTo>
                <a:lnTo>
                  <a:pt x="104525" y="77971"/>
                </a:lnTo>
                <a:lnTo>
                  <a:pt x="184773" y="77971"/>
                </a:lnTo>
                <a:lnTo>
                  <a:pt x="178889" y="65999"/>
                </a:lnTo>
                <a:lnTo>
                  <a:pt x="145952" y="37815"/>
                </a:lnTo>
                <a:lnTo>
                  <a:pt x="104525" y="27934"/>
                </a:lnTo>
                <a:close/>
              </a:path>
              <a:path w="319404" h="396875">
                <a:moveTo>
                  <a:pt x="184773" y="77971"/>
                </a:moveTo>
                <a:lnTo>
                  <a:pt x="104525" y="77971"/>
                </a:lnTo>
                <a:lnTo>
                  <a:pt x="125107" y="83897"/>
                </a:lnTo>
                <a:lnTo>
                  <a:pt x="141055" y="101320"/>
                </a:lnTo>
                <a:lnTo>
                  <a:pt x="151363" y="129708"/>
                </a:lnTo>
                <a:lnTo>
                  <a:pt x="155023" y="168529"/>
                </a:lnTo>
                <a:lnTo>
                  <a:pt x="151363" y="207680"/>
                </a:lnTo>
                <a:lnTo>
                  <a:pt x="141055" y="236197"/>
                </a:lnTo>
                <a:lnTo>
                  <a:pt x="125107" y="253635"/>
                </a:lnTo>
                <a:lnTo>
                  <a:pt x="104525" y="259546"/>
                </a:lnTo>
                <a:lnTo>
                  <a:pt x="184845" y="259546"/>
                </a:lnTo>
                <a:lnTo>
                  <a:pt x="200661" y="227242"/>
                </a:lnTo>
                <a:lnTo>
                  <a:pt x="208589" y="168529"/>
                </a:lnTo>
                <a:lnTo>
                  <a:pt x="200661" y="110299"/>
                </a:lnTo>
                <a:lnTo>
                  <a:pt x="184773" y="77971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408027" y="2255216"/>
            <a:ext cx="334010" cy="395605"/>
          </a:xfrm>
          <a:custGeom>
            <a:avLst/>
            <a:gdLst/>
            <a:ahLst/>
            <a:cxnLst/>
            <a:rect l="l" t="t" r="r" b="b"/>
            <a:pathLst>
              <a:path w="334009" h="395605">
                <a:moveTo>
                  <a:pt x="333528" y="0"/>
                </a:moveTo>
                <a:lnTo>
                  <a:pt x="277505" y="0"/>
                </a:lnTo>
                <a:lnTo>
                  <a:pt x="277505" y="395384"/>
                </a:lnTo>
                <a:lnTo>
                  <a:pt x="333528" y="395384"/>
                </a:lnTo>
                <a:lnTo>
                  <a:pt x="333528" y="0"/>
                </a:lnTo>
                <a:close/>
              </a:path>
              <a:path w="334009" h="395605">
                <a:moveTo>
                  <a:pt x="155790" y="83497"/>
                </a:moveTo>
                <a:lnTo>
                  <a:pt x="99460" y="83497"/>
                </a:lnTo>
                <a:lnTo>
                  <a:pt x="99460" y="107748"/>
                </a:lnTo>
                <a:lnTo>
                  <a:pt x="93049" y="158422"/>
                </a:lnTo>
                <a:lnTo>
                  <a:pt x="74192" y="206708"/>
                </a:lnTo>
                <a:lnTo>
                  <a:pt x="43103" y="247915"/>
                </a:lnTo>
                <a:lnTo>
                  <a:pt x="0" y="277351"/>
                </a:lnTo>
                <a:lnTo>
                  <a:pt x="31465" y="320788"/>
                </a:lnTo>
                <a:lnTo>
                  <a:pt x="63827" y="300878"/>
                </a:lnTo>
                <a:lnTo>
                  <a:pt x="90864" y="273974"/>
                </a:lnTo>
                <a:lnTo>
                  <a:pt x="112491" y="241315"/>
                </a:lnTo>
                <a:lnTo>
                  <a:pt x="128622" y="204138"/>
                </a:lnTo>
                <a:lnTo>
                  <a:pt x="182805" y="204138"/>
                </a:lnTo>
                <a:lnTo>
                  <a:pt x="180559" y="201337"/>
                </a:lnTo>
                <a:lnTo>
                  <a:pt x="161980" y="155852"/>
                </a:lnTo>
                <a:lnTo>
                  <a:pt x="155790" y="107748"/>
                </a:lnTo>
                <a:lnTo>
                  <a:pt x="155790" y="83497"/>
                </a:lnTo>
                <a:close/>
              </a:path>
              <a:path w="334009" h="395605">
                <a:moveTo>
                  <a:pt x="182805" y="204138"/>
                </a:moveTo>
                <a:lnTo>
                  <a:pt x="128622" y="204138"/>
                </a:lnTo>
                <a:lnTo>
                  <a:pt x="144657" y="238270"/>
                </a:lnTo>
                <a:lnTo>
                  <a:pt x="166073" y="268142"/>
                </a:lnTo>
                <a:lnTo>
                  <a:pt x="192900" y="292719"/>
                </a:lnTo>
                <a:lnTo>
                  <a:pt x="225166" y="310965"/>
                </a:lnTo>
                <a:lnTo>
                  <a:pt x="254942" y="267528"/>
                </a:lnTo>
                <a:lnTo>
                  <a:pt x="211541" y="239972"/>
                </a:lnTo>
                <a:lnTo>
                  <a:pt x="182805" y="204138"/>
                </a:lnTo>
                <a:close/>
              </a:path>
              <a:path w="334009" h="395605">
                <a:moveTo>
                  <a:pt x="238520" y="38218"/>
                </a:moveTo>
                <a:lnTo>
                  <a:pt x="15502" y="38218"/>
                </a:lnTo>
                <a:lnTo>
                  <a:pt x="15502" y="83497"/>
                </a:lnTo>
                <a:lnTo>
                  <a:pt x="238520" y="83497"/>
                </a:lnTo>
                <a:lnTo>
                  <a:pt x="238520" y="3821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13921" y="9061995"/>
            <a:ext cx="344805" cy="269875"/>
          </a:xfrm>
          <a:custGeom>
            <a:avLst/>
            <a:gdLst/>
            <a:ahLst/>
            <a:cxnLst/>
            <a:rect l="l" t="t" r="r" b="b"/>
            <a:pathLst>
              <a:path w="344804" h="269875">
                <a:moveTo>
                  <a:pt x="258254" y="269430"/>
                </a:moveTo>
                <a:lnTo>
                  <a:pt x="236778" y="207340"/>
                </a:lnTo>
                <a:lnTo>
                  <a:pt x="221640" y="163525"/>
                </a:lnTo>
                <a:lnTo>
                  <a:pt x="186118" y="60782"/>
                </a:lnTo>
                <a:lnTo>
                  <a:pt x="165100" y="0"/>
                </a:lnTo>
                <a:lnTo>
                  <a:pt x="163652" y="0"/>
                </a:lnTo>
                <a:lnTo>
                  <a:pt x="163652" y="163525"/>
                </a:lnTo>
                <a:lnTo>
                  <a:pt x="94462" y="163525"/>
                </a:lnTo>
                <a:lnTo>
                  <a:pt x="128003" y="60782"/>
                </a:lnTo>
                <a:lnTo>
                  <a:pt x="130111" y="60782"/>
                </a:lnTo>
                <a:lnTo>
                  <a:pt x="163652" y="163525"/>
                </a:lnTo>
                <a:lnTo>
                  <a:pt x="163652" y="0"/>
                </a:lnTo>
                <a:lnTo>
                  <a:pt x="93141" y="0"/>
                </a:lnTo>
                <a:lnTo>
                  <a:pt x="0" y="269430"/>
                </a:lnTo>
                <a:lnTo>
                  <a:pt x="59982" y="269430"/>
                </a:lnTo>
                <a:lnTo>
                  <a:pt x="80251" y="207340"/>
                </a:lnTo>
                <a:lnTo>
                  <a:pt x="178003" y="207340"/>
                </a:lnTo>
                <a:lnTo>
                  <a:pt x="198259" y="269430"/>
                </a:lnTo>
                <a:lnTo>
                  <a:pt x="258254" y="269430"/>
                </a:lnTo>
                <a:close/>
              </a:path>
              <a:path w="344804" h="269875">
                <a:moveTo>
                  <a:pt x="344551" y="0"/>
                </a:moveTo>
                <a:lnTo>
                  <a:pt x="288645" y="0"/>
                </a:lnTo>
                <a:lnTo>
                  <a:pt x="288645" y="269430"/>
                </a:lnTo>
                <a:lnTo>
                  <a:pt x="344551" y="269430"/>
                </a:lnTo>
                <a:lnTo>
                  <a:pt x="344551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18594" y="9037332"/>
            <a:ext cx="229870" cy="139700"/>
          </a:xfrm>
          <a:custGeom>
            <a:avLst/>
            <a:gdLst/>
            <a:ahLst/>
            <a:cxnLst/>
            <a:rect l="l" t="t" r="r" b="b"/>
            <a:pathLst>
              <a:path w="229870" h="139700">
                <a:moveTo>
                  <a:pt x="229704" y="457"/>
                </a:moveTo>
                <a:lnTo>
                  <a:pt x="182740" y="457"/>
                </a:lnTo>
                <a:lnTo>
                  <a:pt x="182740" y="35547"/>
                </a:lnTo>
                <a:lnTo>
                  <a:pt x="46697" y="35547"/>
                </a:lnTo>
                <a:lnTo>
                  <a:pt x="46697" y="0"/>
                </a:lnTo>
                <a:lnTo>
                  <a:pt x="0" y="0"/>
                </a:lnTo>
                <a:lnTo>
                  <a:pt x="0" y="35547"/>
                </a:lnTo>
                <a:lnTo>
                  <a:pt x="0" y="71107"/>
                </a:lnTo>
                <a:lnTo>
                  <a:pt x="0" y="102857"/>
                </a:lnTo>
                <a:lnTo>
                  <a:pt x="0" y="139687"/>
                </a:lnTo>
                <a:lnTo>
                  <a:pt x="229704" y="139687"/>
                </a:lnTo>
                <a:lnTo>
                  <a:pt x="229704" y="102857"/>
                </a:lnTo>
                <a:lnTo>
                  <a:pt x="46697" y="102857"/>
                </a:lnTo>
                <a:lnTo>
                  <a:pt x="46697" y="71107"/>
                </a:lnTo>
                <a:lnTo>
                  <a:pt x="182740" y="71107"/>
                </a:lnTo>
                <a:lnTo>
                  <a:pt x="182740" y="102285"/>
                </a:lnTo>
                <a:lnTo>
                  <a:pt x="229704" y="102285"/>
                </a:lnTo>
                <a:lnTo>
                  <a:pt x="229704" y="71107"/>
                </a:lnTo>
                <a:lnTo>
                  <a:pt x="229704" y="35839"/>
                </a:lnTo>
                <a:lnTo>
                  <a:pt x="229704" y="35547"/>
                </a:lnTo>
                <a:lnTo>
                  <a:pt x="229704" y="457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578729" y="9026867"/>
            <a:ext cx="615315" cy="339090"/>
          </a:xfrm>
          <a:custGeom>
            <a:avLst/>
            <a:gdLst/>
            <a:ahLst/>
            <a:cxnLst/>
            <a:rect l="l" t="t" r="r" b="b"/>
            <a:pathLst>
              <a:path w="615314" h="339090">
                <a:moveTo>
                  <a:pt x="275615" y="294932"/>
                </a:moveTo>
                <a:lnTo>
                  <a:pt x="83413" y="294932"/>
                </a:lnTo>
                <a:lnTo>
                  <a:pt x="83413" y="239052"/>
                </a:lnTo>
                <a:lnTo>
                  <a:pt x="36309" y="239052"/>
                </a:lnTo>
                <a:lnTo>
                  <a:pt x="36309" y="294932"/>
                </a:lnTo>
                <a:lnTo>
                  <a:pt x="36309" y="333032"/>
                </a:lnTo>
                <a:lnTo>
                  <a:pt x="275615" y="333032"/>
                </a:lnTo>
                <a:lnTo>
                  <a:pt x="275615" y="294932"/>
                </a:lnTo>
                <a:close/>
              </a:path>
              <a:path w="615314" h="339090">
                <a:moveTo>
                  <a:pt x="309689" y="173786"/>
                </a:moveTo>
                <a:lnTo>
                  <a:pt x="0" y="173786"/>
                </a:lnTo>
                <a:lnTo>
                  <a:pt x="0" y="211150"/>
                </a:lnTo>
                <a:lnTo>
                  <a:pt x="135382" y="211150"/>
                </a:lnTo>
                <a:lnTo>
                  <a:pt x="135382" y="265747"/>
                </a:lnTo>
                <a:lnTo>
                  <a:pt x="182346" y="265747"/>
                </a:lnTo>
                <a:lnTo>
                  <a:pt x="182346" y="211150"/>
                </a:lnTo>
                <a:lnTo>
                  <a:pt x="309689" y="211150"/>
                </a:lnTo>
                <a:lnTo>
                  <a:pt x="309689" y="173786"/>
                </a:lnTo>
                <a:close/>
              </a:path>
              <a:path w="615314" h="339090">
                <a:moveTo>
                  <a:pt x="533615" y="153136"/>
                </a:moveTo>
                <a:lnTo>
                  <a:pt x="498906" y="136271"/>
                </a:lnTo>
                <a:lnTo>
                  <a:pt x="460959" y="84086"/>
                </a:lnTo>
                <a:lnTo>
                  <a:pt x="456514" y="53022"/>
                </a:lnTo>
                <a:lnTo>
                  <a:pt x="456514" y="17627"/>
                </a:lnTo>
                <a:lnTo>
                  <a:pt x="408495" y="17627"/>
                </a:lnTo>
                <a:lnTo>
                  <a:pt x="408495" y="50126"/>
                </a:lnTo>
                <a:lnTo>
                  <a:pt x="403771" y="84086"/>
                </a:lnTo>
                <a:lnTo>
                  <a:pt x="389216" y="114998"/>
                </a:lnTo>
                <a:lnTo>
                  <a:pt x="364020" y="140614"/>
                </a:lnTo>
                <a:lnTo>
                  <a:pt x="327317" y="158661"/>
                </a:lnTo>
                <a:lnTo>
                  <a:pt x="352983" y="196811"/>
                </a:lnTo>
                <a:lnTo>
                  <a:pt x="379552" y="184277"/>
                </a:lnTo>
                <a:lnTo>
                  <a:pt x="401688" y="167525"/>
                </a:lnTo>
                <a:lnTo>
                  <a:pt x="419430" y="147104"/>
                </a:lnTo>
                <a:lnTo>
                  <a:pt x="432841" y="123532"/>
                </a:lnTo>
                <a:lnTo>
                  <a:pt x="445528" y="145237"/>
                </a:lnTo>
                <a:lnTo>
                  <a:pt x="462318" y="164007"/>
                </a:lnTo>
                <a:lnTo>
                  <a:pt x="483285" y="179349"/>
                </a:lnTo>
                <a:lnTo>
                  <a:pt x="508482" y="190766"/>
                </a:lnTo>
                <a:lnTo>
                  <a:pt x="533615" y="153136"/>
                </a:lnTo>
                <a:close/>
              </a:path>
              <a:path w="615314" h="339090">
                <a:moveTo>
                  <a:pt x="615175" y="217068"/>
                </a:moveTo>
                <a:lnTo>
                  <a:pt x="382447" y="217068"/>
                </a:lnTo>
                <a:lnTo>
                  <a:pt x="382447" y="254571"/>
                </a:lnTo>
                <a:lnTo>
                  <a:pt x="567817" y="254571"/>
                </a:lnTo>
                <a:lnTo>
                  <a:pt x="567817" y="338899"/>
                </a:lnTo>
                <a:lnTo>
                  <a:pt x="615175" y="338899"/>
                </a:lnTo>
                <a:lnTo>
                  <a:pt x="615175" y="217068"/>
                </a:lnTo>
                <a:close/>
              </a:path>
              <a:path w="615314" h="339090">
                <a:moveTo>
                  <a:pt x="615175" y="0"/>
                </a:moveTo>
                <a:lnTo>
                  <a:pt x="567817" y="0"/>
                </a:lnTo>
                <a:lnTo>
                  <a:pt x="567817" y="63284"/>
                </a:lnTo>
                <a:lnTo>
                  <a:pt x="504278" y="63284"/>
                </a:lnTo>
                <a:lnTo>
                  <a:pt x="504278" y="102095"/>
                </a:lnTo>
                <a:lnTo>
                  <a:pt x="567817" y="102095"/>
                </a:lnTo>
                <a:lnTo>
                  <a:pt x="567817" y="201815"/>
                </a:lnTo>
                <a:lnTo>
                  <a:pt x="615175" y="201815"/>
                </a:lnTo>
                <a:lnTo>
                  <a:pt x="615175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30023" y="9026867"/>
            <a:ext cx="730250" cy="339090"/>
          </a:xfrm>
          <a:custGeom>
            <a:avLst/>
            <a:gdLst/>
            <a:ahLst/>
            <a:cxnLst/>
            <a:rect l="l" t="t" r="r" b="b"/>
            <a:pathLst>
              <a:path w="730250" h="339090">
                <a:moveTo>
                  <a:pt x="281279" y="0"/>
                </a:moveTo>
                <a:lnTo>
                  <a:pt x="233908" y="0"/>
                </a:lnTo>
                <a:lnTo>
                  <a:pt x="233908" y="42760"/>
                </a:lnTo>
                <a:lnTo>
                  <a:pt x="169976" y="42760"/>
                </a:lnTo>
                <a:lnTo>
                  <a:pt x="170853" y="35674"/>
                </a:lnTo>
                <a:lnTo>
                  <a:pt x="171526" y="28435"/>
                </a:lnTo>
                <a:lnTo>
                  <a:pt x="171932" y="21018"/>
                </a:lnTo>
                <a:lnTo>
                  <a:pt x="172085" y="13423"/>
                </a:lnTo>
                <a:lnTo>
                  <a:pt x="19075" y="13423"/>
                </a:lnTo>
                <a:lnTo>
                  <a:pt x="19075" y="51435"/>
                </a:lnTo>
                <a:lnTo>
                  <a:pt x="119583" y="51435"/>
                </a:lnTo>
                <a:lnTo>
                  <a:pt x="109207" y="80213"/>
                </a:lnTo>
                <a:lnTo>
                  <a:pt x="86575" y="105054"/>
                </a:lnTo>
                <a:lnTo>
                  <a:pt x="50558" y="125145"/>
                </a:lnTo>
                <a:lnTo>
                  <a:pt x="0" y="139712"/>
                </a:lnTo>
                <a:lnTo>
                  <a:pt x="16052" y="178269"/>
                </a:lnTo>
                <a:lnTo>
                  <a:pt x="67195" y="163042"/>
                </a:lnTo>
                <a:lnTo>
                  <a:pt x="108305" y="141503"/>
                </a:lnTo>
                <a:lnTo>
                  <a:pt x="139306" y="113487"/>
                </a:lnTo>
                <a:lnTo>
                  <a:pt x="160108" y="78803"/>
                </a:lnTo>
                <a:lnTo>
                  <a:pt x="233908" y="78803"/>
                </a:lnTo>
                <a:lnTo>
                  <a:pt x="233908" y="108407"/>
                </a:lnTo>
                <a:lnTo>
                  <a:pt x="156552" y="108407"/>
                </a:lnTo>
                <a:lnTo>
                  <a:pt x="156552" y="144449"/>
                </a:lnTo>
                <a:lnTo>
                  <a:pt x="233908" y="144449"/>
                </a:lnTo>
                <a:lnTo>
                  <a:pt x="233908" y="170764"/>
                </a:lnTo>
                <a:lnTo>
                  <a:pt x="281279" y="170764"/>
                </a:lnTo>
                <a:lnTo>
                  <a:pt x="281279" y="78803"/>
                </a:lnTo>
                <a:lnTo>
                  <a:pt x="281279" y="42760"/>
                </a:lnTo>
                <a:lnTo>
                  <a:pt x="281279" y="0"/>
                </a:lnTo>
                <a:close/>
              </a:path>
              <a:path w="730250" h="339090">
                <a:moveTo>
                  <a:pt x="288772" y="297853"/>
                </a:moveTo>
                <a:lnTo>
                  <a:pt x="104063" y="297853"/>
                </a:lnTo>
                <a:lnTo>
                  <a:pt x="104063" y="275615"/>
                </a:lnTo>
                <a:lnTo>
                  <a:pt x="281279" y="275615"/>
                </a:lnTo>
                <a:lnTo>
                  <a:pt x="281279" y="182867"/>
                </a:lnTo>
                <a:lnTo>
                  <a:pt x="56045" y="182867"/>
                </a:lnTo>
                <a:lnTo>
                  <a:pt x="56045" y="220103"/>
                </a:lnTo>
                <a:lnTo>
                  <a:pt x="233654" y="220103"/>
                </a:lnTo>
                <a:lnTo>
                  <a:pt x="233654" y="240487"/>
                </a:lnTo>
                <a:lnTo>
                  <a:pt x="56565" y="240487"/>
                </a:lnTo>
                <a:lnTo>
                  <a:pt x="56565" y="335483"/>
                </a:lnTo>
                <a:lnTo>
                  <a:pt x="288772" y="335483"/>
                </a:lnTo>
                <a:lnTo>
                  <a:pt x="288772" y="297853"/>
                </a:lnTo>
                <a:close/>
              </a:path>
              <a:path w="730250" h="339090">
                <a:moveTo>
                  <a:pt x="515581" y="33947"/>
                </a:moveTo>
                <a:lnTo>
                  <a:pt x="340080" y="33947"/>
                </a:lnTo>
                <a:lnTo>
                  <a:pt x="340080" y="71831"/>
                </a:lnTo>
                <a:lnTo>
                  <a:pt x="468350" y="71831"/>
                </a:lnTo>
                <a:lnTo>
                  <a:pt x="468033" y="95618"/>
                </a:lnTo>
                <a:lnTo>
                  <a:pt x="466877" y="122389"/>
                </a:lnTo>
                <a:lnTo>
                  <a:pt x="464286" y="152755"/>
                </a:lnTo>
                <a:lnTo>
                  <a:pt x="459676" y="187337"/>
                </a:lnTo>
                <a:lnTo>
                  <a:pt x="506374" y="191020"/>
                </a:lnTo>
                <a:lnTo>
                  <a:pt x="511632" y="151460"/>
                </a:lnTo>
                <a:lnTo>
                  <a:pt x="514337" y="116928"/>
                </a:lnTo>
                <a:lnTo>
                  <a:pt x="515366" y="86982"/>
                </a:lnTo>
                <a:lnTo>
                  <a:pt x="515493" y="71831"/>
                </a:lnTo>
                <a:lnTo>
                  <a:pt x="515581" y="33947"/>
                </a:lnTo>
                <a:close/>
              </a:path>
              <a:path w="730250" h="339090">
                <a:moveTo>
                  <a:pt x="532295" y="256933"/>
                </a:moveTo>
                <a:lnTo>
                  <a:pt x="530136" y="229577"/>
                </a:lnTo>
                <a:lnTo>
                  <a:pt x="529526" y="221805"/>
                </a:lnTo>
                <a:lnTo>
                  <a:pt x="505701" y="224485"/>
                </a:lnTo>
                <a:lnTo>
                  <a:pt x="481177" y="226631"/>
                </a:lnTo>
                <a:lnTo>
                  <a:pt x="456272" y="228307"/>
                </a:lnTo>
                <a:lnTo>
                  <a:pt x="431253" y="229577"/>
                </a:lnTo>
                <a:lnTo>
                  <a:pt x="431253" y="131038"/>
                </a:lnTo>
                <a:lnTo>
                  <a:pt x="384556" y="131038"/>
                </a:lnTo>
                <a:lnTo>
                  <a:pt x="384556" y="231025"/>
                </a:lnTo>
                <a:lnTo>
                  <a:pt x="322326" y="231813"/>
                </a:lnTo>
                <a:lnTo>
                  <a:pt x="326796" y="269697"/>
                </a:lnTo>
                <a:lnTo>
                  <a:pt x="374167" y="269481"/>
                </a:lnTo>
                <a:lnTo>
                  <a:pt x="425742" y="267855"/>
                </a:lnTo>
                <a:lnTo>
                  <a:pt x="479221" y="263969"/>
                </a:lnTo>
                <a:lnTo>
                  <a:pt x="532295" y="256933"/>
                </a:lnTo>
                <a:close/>
              </a:path>
              <a:path w="730250" h="339090">
                <a:moveTo>
                  <a:pt x="639521" y="136169"/>
                </a:moveTo>
                <a:lnTo>
                  <a:pt x="593344" y="136169"/>
                </a:lnTo>
                <a:lnTo>
                  <a:pt x="593344" y="0"/>
                </a:lnTo>
                <a:lnTo>
                  <a:pt x="545452" y="0"/>
                </a:lnTo>
                <a:lnTo>
                  <a:pt x="545452" y="338899"/>
                </a:lnTo>
                <a:lnTo>
                  <a:pt x="593344" y="338899"/>
                </a:lnTo>
                <a:lnTo>
                  <a:pt x="593344" y="175895"/>
                </a:lnTo>
                <a:lnTo>
                  <a:pt x="639521" y="175895"/>
                </a:lnTo>
                <a:lnTo>
                  <a:pt x="639521" y="136169"/>
                </a:lnTo>
                <a:close/>
              </a:path>
              <a:path w="730250" h="339090">
                <a:moveTo>
                  <a:pt x="729640" y="241808"/>
                </a:moveTo>
                <a:lnTo>
                  <a:pt x="727036" y="229819"/>
                </a:lnTo>
                <a:lnTo>
                  <a:pt x="720217" y="219989"/>
                </a:lnTo>
                <a:lnTo>
                  <a:pt x="710298" y="213334"/>
                </a:lnTo>
                <a:lnTo>
                  <a:pt x="698449" y="210896"/>
                </a:lnTo>
                <a:lnTo>
                  <a:pt x="686257" y="213334"/>
                </a:lnTo>
                <a:lnTo>
                  <a:pt x="676236" y="219989"/>
                </a:lnTo>
                <a:lnTo>
                  <a:pt x="669505" y="229819"/>
                </a:lnTo>
                <a:lnTo>
                  <a:pt x="667143" y="241808"/>
                </a:lnTo>
                <a:lnTo>
                  <a:pt x="669505" y="254025"/>
                </a:lnTo>
                <a:lnTo>
                  <a:pt x="676236" y="263982"/>
                </a:lnTo>
                <a:lnTo>
                  <a:pt x="686257" y="270675"/>
                </a:lnTo>
                <a:lnTo>
                  <a:pt x="698449" y="273113"/>
                </a:lnTo>
                <a:lnTo>
                  <a:pt x="710298" y="270675"/>
                </a:lnTo>
                <a:lnTo>
                  <a:pt x="720217" y="263982"/>
                </a:lnTo>
                <a:lnTo>
                  <a:pt x="727036" y="254025"/>
                </a:lnTo>
                <a:lnTo>
                  <a:pt x="729640" y="241808"/>
                </a:lnTo>
                <a:close/>
              </a:path>
              <a:path w="730250" h="339090">
                <a:moveTo>
                  <a:pt x="729640" y="109461"/>
                </a:moveTo>
                <a:lnTo>
                  <a:pt x="727036" y="97472"/>
                </a:lnTo>
                <a:lnTo>
                  <a:pt x="720217" y="87630"/>
                </a:lnTo>
                <a:lnTo>
                  <a:pt x="710298" y="80987"/>
                </a:lnTo>
                <a:lnTo>
                  <a:pt x="698449" y="78536"/>
                </a:lnTo>
                <a:lnTo>
                  <a:pt x="686257" y="80987"/>
                </a:lnTo>
                <a:lnTo>
                  <a:pt x="676236" y="87630"/>
                </a:lnTo>
                <a:lnTo>
                  <a:pt x="669505" y="97472"/>
                </a:lnTo>
                <a:lnTo>
                  <a:pt x="667143" y="109461"/>
                </a:lnTo>
                <a:lnTo>
                  <a:pt x="669505" y="121678"/>
                </a:lnTo>
                <a:lnTo>
                  <a:pt x="676236" y="131622"/>
                </a:lnTo>
                <a:lnTo>
                  <a:pt x="686257" y="138315"/>
                </a:lnTo>
                <a:lnTo>
                  <a:pt x="698449" y="140766"/>
                </a:lnTo>
                <a:lnTo>
                  <a:pt x="710298" y="138315"/>
                </a:lnTo>
                <a:lnTo>
                  <a:pt x="720217" y="131622"/>
                </a:lnTo>
                <a:lnTo>
                  <a:pt x="727036" y="121678"/>
                </a:lnTo>
                <a:lnTo>
                  <a:pt x="729640" y="109461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193508" y="9027388"/>
            <a:ext cx="626110" cy="338455"/>
          </a:xfrm>
          <a:custGeom>
            <a:avLst/>
            <a:gdLst/>
            <a:ahLst/>
            <a:cxnLst/>
            <a:rect l="l" t="t" r="r" b="b"/>
            <a:pathLst>
              <a:path w="626109" h="338454">
                <a:moveTo>
                  <a:pt x="145364" y="188658"/>
                </a:moveTo>
                <a:lnTo>
                  <a:pt x="141655" y="158534"/>
                </a:lnTo>
                <a:lnTo>
                  <a:pt x="140766" y="151295"/>
                </a:lnTo>
                <a:lnTo>
                  <a:pt x="117805" y="154673"/>
                </a:lnTo>
                <a:lnTo>
                  <a:pt x="95173" y="156845"/>
                </a:lnTo>
                <a:lnTo>
                  <a:pt x="71577" y="158051"/>
                </a:lnTo>
                <a:lnTo>
                  <a:pt x="45643" y="158534"/>
                </a:lnTo>
                <a:lnTo>
                  <a:pt x="45643" y="126174"/>
                </a:lnTo>
                <a:lnTo>
                  <a:pt x="116560" y="126174"/>
                </a:lnTo>
                <a:lnTo>
                  <a:pt x="116560" y="90119"/>
                </a:lnTo>
                <a:lnTo>
                  <a:pt x="45643" y="90119"/>
                </a:lnTo>
                <a:lnTo>
                  <a:pt x="45643" y="59867"/>
                </a:lnTo>
                <a:lnTo>
                  <a:pt x="129057" y="59867"/>
                </a:lnTo>
                <a:lnTo>
                  <a:pt x="129057" y="22237"/>
                </a:lnTo>
                <a:lnTo>
                  <a:pt x="0" y="22237"/>
                </a:lnTo>
                <a:lnTo>
                  <a:pt x="0" y="195897"/>
                </a:lnTo>
                <a:lnTo>
                  <a:pt x="23012" y="195897"/>
                </a:lnTo>
                <a:lnTo>
                  <a:pt x="58267" y="195656"/>
                </a:lnTo>
                <a:lnTo>
                  <a:pt x="88836" y="194652"/>
                </a:lnTo>
                <a:lnTo>
                  <a:pt x="117081" y="192455"/>
                </a:lnTo>
                <a:lnTo>
                  <a:pt x="145364" y="188658"/>
                </a:lnTo>
                <a:close/>
              </a:path>
              <a:path w="626109" h="338454">
                <a:moveTo>
                  <a:pt x="210235" y="6451"/>
                </a:moveTo>
                <a:lnTo>
                  <a:pt x="165239" y="6451"/>
                </a:lnTo>
                <a:lnTo>
                  <a:pt x="165239" y="85788"/>
                </a:lnTo>
                <a:lnTo>
                  <a:pt x="131025" y="85788"/>
                </a:lnTo>
                <a:lnTo>
                  <a:pt x="131025" y="123799"/>
                </a:lnTo>
                <a:lnTo>
                  <a:pt x="165239" y="123799"/>
                </a:lnTo>
                <a:lnTo>
                  <a:pt x="165239" y="208534"/>
                </a:lnTo>
                <a:lnTo>
                  <a:pt x="210235" y="208534"/>
                </a:lnTo>
                <a:lnTo>
                  <a:pt x="210235" y="6451"/>
                </a:lnTo>
                <a:close/>
              </a:path>
              <a:path w="626109" h="338454">
                <a:moveTo>
                  <a:pt x="277583" y="224053"/>
                </a:moveTo>
                <a:lnTo>
                  <a:pt x="42494" y="224053"/>
                </a:lnTo>
                <a:lnTo>
                  <a:pt x="42494" y="262077"/>
                </a:lnTo>
                <a:lnTo>
                  <a:pt x="230352" y="262077"/>
                </a:lnTo>
                <a:lnTo>
                  <a:pt x="230352" y="338378"/>
                </a:lnTo>
                <a:lnTo>
                  <a:pt x="277583" y="338378"/>
                </a:lnTo>
                <a:lnTo>
                  <a:pt x="277583" y="224053"/>
                </a:lnTo>
                <a:close/>
              </a:path>
              <a:path w="626109" h="338454">
                <a:moveTo>
                  <a:pt x="277583" y="0"/>
                </a:moveTo>
                <a:lnTo>
                  <a:pt x="232600" y="0"/>
                </a:lnTo>
                <a:lnTo>
                  <a:pt x="232600" y="210896"/>
                </a:lnTo>
                <a:lnTo>
                  <a:pt x="277583" y="210896"/>
                </a:lnTo>
                <a:lnTo>
                  <a:pt x="277583" y="0"/>
                </a:lnTo>
                <a:close/>
              </a:path>
              <a:path w="626109" h="338454">
                <a:moveTo>
                  <a:pt x="614781" y="159981"/>
                </a:moveTo>
                <a:lnTo>
                  <a:pt x="563575" y="143395"/>
                </a:lnTo>
                <a:lnTo>
                  <a:pt x="525716" y="115862"/>
                </a:lnTo>
                <a:lnTo>
                  <a:pt x="502259" y="81445"/>
                </a:lnTo>
                <a:lnTo>
                  <a:pt x="494271" y="44208"/>
                </a:lnTo>
                <a:lnTo>
                  <a:pt x="494271" y="19875"/>
                </a:lnTo>
                <a:lnTo>
                  <a:pt x="443623" y="19875"/>
                </a:lnTo>
                <a:lnTo>
                  <a:pt x="443623" y="44208"/>
                </a:lnTo>
                <a:lnTo>
                  <a:pt x="435381" y="81165"/>
                </a:lnTo>
                <a:lnTo>
                  <a:pt x="411873" y="115519"/>
                </a:lnTo>
                <a:lnTo>
                  <a:pt x="374319" y="143154"/>
                </a:lnTo>
                <a:lnTo>
                  <a:pt x="323900" y="159981"/>
                </a:lnTo>
                <a:lnTo>
                  <a:pt x="344284" y="199453"/>
                </a:lnTo>
                <a:lnTo>
                  <a:pt x="385419" y="186715"/>
                </a:lnTo>
                <a:lnTo>
                  <a:pt x="420382" y="166992"/>
                </a:lnTo>
                <a:lnTo>
                  <a:pt x="448500" y="141401"/>
                </a:lnTo>
                <a:lnTo>
                  <a:pt x="469138" y="111036"/>
                </a:lnTo>
                <a:lnTo>
                  <a:pt x="489534" y="141528"/>
                </a:lnTo>
                <a:lnTo>
                  <a:pt x="517537" y="167132"/>
                </a:lnTo>
                <a:lnTo>
                  <a:pt x="552526" y="186804"/>
                </a:lnTo>
                <a:lnTo>
                  <a:pt x="593864" y="199453"/>
                </a:lnTo>
                <a:lnTo>
                  <a:pt x="614781" y="159981"/>
                </a:lnTo>
                <a:close/>
              </a:path>
              <a:path w="626109" h="338454">
                <a:moveTo>
                  <a:pt x="625830" y="257733"/>
                </a:moveTo>
                <a:lnTo>
                  <a:pt x="316141" y="257733"/>
                </a:lnTo>
                <a:lnTo>
                  <a:pt x="316141" y="296811"/>
                </a:lnTo>
                <a:lnTo>
                  <a:pt x="625830" y="296811"/>
                </a:lnTo>
                <a:lnTo>
                  <a:pt x="625830" y="25773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875651" y="9052559"/>
            <a:ext cx="240029" cy="186690"/>
          </a:xfrm>
          <a:custGeom>
            <a:avLst/>
            <a:gdLst/>
            <a:ahLst/>
            <a:cxnLst/>
            <a:rect l="l" t="t" r="r" b="b"/>
            <a:pathLst>
              <a:path w="240029" h="186690">
                <a:moveTo>
                  <a:pt x="239433" y="149860"/>
                </a:moveTo>
                <a:lnTo>
                  <a:pt x="48145" y="149860"/>
                </a:lnTo>
                <a:lnTo>
                  <a:pt x="48145" y="110490"/>
                </a:lnTo>
                <a:lnTo>
                  <a:pt x="228777" y="110490"/>
                </a:lnTo>
                <a:lnTo>
                  <a:pt x="228777" y="73660"/>
                </a:lnTo>
                <a:lnTo>
                  <a:pt x="48145" y="73660"/>
                </a:lnTo>
                <a:lnTo>
                  <a:pt x="48145" y="38100"/>
                </a:lnTo>
                <a:lnTo>
                  <a:pt x="236804" y="38100"/>
                </a:lnTo>
                <a:lnTo>
                  <a:pt x="236804" y="0"/>
                </a:lnTo>
                <a:lnTo>
                  <a:pt x="0" y="0"/>
                </a:lnTo>
                <a:lnTo>
                  <a:pt x="0" y="38100"/>
                </a:lnTo>
                <a:lnTo>
                  <a:pt x="0" y="73660"/>
                </a:lnTo>
                <a:lnTo>
                  <a:pt x="0" y="110490"/>
                </a:lnTo>
                <a:lnTo>
                  <a:pt x="0" y="149860"/>
                </a:lnTo>
                <a:lnTo>
                  <a:pt x="0" y="186690"/>
                </a:lnTo>
                <a:lnTo>
                  <a:pt x="239433" y="186690"/>
                </a:lnTo>
                <a:lnTo>
                  <a:pt x="239433" y="14986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39079" y="9287614"/>
            <a:ext cx="309880" cy="38735"/>
          </a:xfrm>
          <a:custGeom>
            <a:avLst/>
            <a:gdLst/>
            <a:ahLst/>
            <a:cxnLst/>
            <a:rect l="l" t="t" r="r" b="b"/>
            <a:pathLst>
              <a:path w="309879" h="38734">
                <a:moveTo>
                  <a:pt x="309693" y="0"/>
                </a:moveTo>
                <a:lnTo>
                  <a:pt x="0" y="0"/>
                </a:lnTo>
                <a:lnTo>
                  <a:pt x="0" y="38678"/>
                </a:lnTo>
                <a:lnTo>
                  <a:pt x="309693" y="38678"/>
                </a:lnTo>
                <a:lnTo>
                  <a:pt x="309693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256003" y="9026867"/>
            <a:ext cx="969010" cy="339090"/>
          </a:xfrm>
          <a:custGeom>
            <a:avLst/>
            <a:gdLst/>
            <a:ahLst/>
            <a:cxnLst/>
            <a:rect l="l" t="t" r="r" b="b"/>
            <a:pathLst>
              <a:path w="969009" h="339090">
                <a:moveTo>
                  <a:pt x="277456" y="88011"/>
                </a:moveTo>
                <a:lnTo>
                  <a:pt x="268389" y="56349"/>
                </a:lnTo>
                <a:lnTo>
                  <a:pt x="260997" y="49339"/>
                </a:lnTo>
                <a:lnTo>
                  <a:pt x="242976" y="32219"/>
                </a:lnTo>
                <a:lnTo>
                  <a:pt x="228384" y="26479"/>
                </a:lnTo>
                <a:lnTo>
                  <a:pt x="228384" y="88011"/>
                </a:lnTo>
                <a:lnTo>
                  <a:pt x="223189" y="103835"/>
                </a:lnTo>
                <a:lnTo>
                  <a:pt x="208318" y="115443"/>
                </a:lnTo>
                <a:lnTo>
                  <a:pt x="184873" y="122605"/>
                </a:lnTo>
                <a:lnTo>
                  <a:pt x="153924" y="125107"/>
                </a:lnTo>
                <a:lnTo>
                  <a:pt x="123177" y="122605"/>
                </a:lnTo>
                <a:lnTo>
                  <a:pt x="99834" y="115443"/>
                </a:lnTo>
                <a:lnTo>
                  <a:pt x="85039" y="103835"/>
                </a:lnTo>
                <a:lnTo>
                  <a:pt x="79984" y="88011"/>
                </a:lnTo>
                <a:lnTo>
                  <a:pt x="85039" y="71437"/>
                </a:lnTo>
                <a:lnTo>
                  <a:pt x="99834" y="59347"/>
                </a:lnTo>
                <a:lnTo>
                  <a:pt x="123177" y="51917"/>
                </a:lnTo>
                <a:lnTo>
                  <a:pt x="153924" y="49339"/>
                </a:lnTo>
                <a:lnTo>
                  <a:pt x="184873" y="51917"/>
                </a:lnTo>
                <a:lnTo>
                  <a:pt x="208318" y="59347"/>
                </a:lnTo>
                <a:lnTo>
                  <a:pt x="223189" y="71437"/>
                </a:lnTo>
                <a:lnTo>
                  <a:pt x="228384" y="88011"/>
                </a:lnTo>
                <a:lnTo>
                  <a:pt x="228384" y="26479"/>
                </a:lnTo>
                <a:lnTo>
                  <a:pt x="203911" y="16840"/>
                </a:lnTo>
                <a:lnTo>
                  <a:pt x="153924" y="11442"/>
                </a:lnTo>
                <a:lnTo>
                  <a:pt x="104063" y="16840"/>
                </a:lnTo>
                <a:lnTo>
                  <a:pt x="65201" y="32219"/>
                </a:lnTo>
                <a:lnTo>
                  <a:pt x="39979" y="56349"/>
                </a:lnTo>
                <a:lnTo>
                  <a:pt x="31038" y="88011"/>
                </a:lnTo>
                <a:lnTo>
                  <a:pt x="39979" y="118922"/>
                </a:lnTo>
                <a:lnTo>
                  <a:pt x="65201" y="142417"/>
                </a:lnTo>
                <a:lnTo>
                  <a:pt x="104063" y="157314"/>
                </a:lnTo>
                <a:lnTo>
                  <a:pt x="153924" y="162471"/>
                </a:lnTo>
                <a:lnTo>
                  <a:pt x="203911" y="157314"/>
                </a:lnTo>
                <a:lnTo>
                  <a:pt x="242976" y="142417"/>
                </a:lnTo>
                <a:lnTo>
                  <a:pt x="261696" y="125107"/>
                </a:lnTo>
                <a:lnTo>
                  <a:pt x="268389" y="118922"/>
                </a:lnTo>
                <a:lnTo>
                  <a:pt x="277456" y="88011"/>
                </a:lnTo>
                <a:close/>
              </a:path>
              <a:path w="969009" h="339090">
                <a:moveTo>
                  <a:pt x="309689" y="188658"/>
                </a:moveTo>
                <a:lnTo>
                  <a:pt x="0" y="188658"/>
                </a:lnTo>
                <a:lnTo>
                  <a:pt x="0" y="226809"/>
                </a:lnTo>
                <a:lnTo>
                  <a:pt x="70904" y="226809"/>
                </a:lnTo>
                <a:lnTo>
                  <a:pt x="70904" y="338899"/>
                </a:lnTo>
                <a:lnTo>
                  <a:pt x="119583" y="338899"/>
                </a:lnTo>
                <a:lnTo>
                  <a:pt x="119583" y="226809"/>
                </a:lnTo>
                <a:lnTo>
                  <a:pt x="189052" y="226809"/>
                </a:lnTo>
                <a:lnTo>
                  <a:pt x="189052" y="338899"/>
                </a:lnTo>
                <a:lnTo>
                  <a:pt x="237197" y="338899"/>
                </a:lnTo>
                <a:lnTo>
                  <a:pt x="237197" y="226809"/>
                </a:lnTo>
                <a:lnTo>
                  <a:pt x="309689" y="226809"/>
                </a:lnTo>
                <a:lnTo>
                  <a:pt x="309689" y="188658"/>
                </a:lnTo>
                <a:close/>
              </a:path>
              <a:path w="969009" h="339090">
                <a:moveTo>
                  <a:pt x="534390" y="224967"/>
                </a:moveTo>
                <a:lnTo>
                  <a:pt x="498932" y="199250"/>
                </a:lnTo>
                <a:lnTo>
                  <a:pt x="478764" y="170637"/>
                </a:lnTo>
                <a:lnTo>
                  <a:pt x="473925" y="163779"/>
                </a:lnTo>
                <a:lnTo>
                  <a:pt x="459155" y="121869"/>
                </a:lnTo>
                <a:lnTo>
                  <a:pt x="454406" y="76835"/>
                </a:lnTo>
                <a:lnTo>
                  <a:pt x="454406" y="26174"/>
                </a:lnTo>
                <a:lnTo>
                  <a:pt x="406908" y="26174"/>
                </a:lnTo>
                <a:lnTo>
                  <a:pt x="406908" y="76835"/>
                </a:lnTo>
                <a:lnTo>
                  <a:pt x="401713" y="123710"/>
                </a:lnTo>
                <a:lnTo>
                  <a:pt x="386092" y="167513"/>
                </a:lnTo>
                <a:lnTo>
                  <a:pt x="359778" y="204444"/>
                </a:lnTo>
                <a:lnTo>
                  <a:pt x="322453" y="230759"/>
                </a:lnTo>
                <a:lnTo>
                  <a:pt x="351523" y="269303"/>
                </a:lnTo>
                <a:lnTo>
                  <a:pt x="378053" y="252006"/>
                </a:lnTo>
                <a:lnTo>
                  <a:pt x="400075" y="229247"/>
                </a:lnTo>
                <a:lnTo>
                  <a:pt x="417652" y="201853"/>
                </a:lnTo>
                <a:lnTo>
                  <a:pt x="430860" y="170637"/>
                </a:lnTo>
                <a:lnTo>
                  <a:pt x="443407" y="199707"/>
                </a:lnTo>
                <a:lnTo>
                  <a:pt x="459994" y="225259"/>
                </a:lnTo>
                <a:lnTo>
                  <a:pt x="480733" y="246519"/>
                </a:lnTo>
                <a:lnTo>
                  <a:pt x="505714" y="262724"/>
                </a:lnTo>
                <a:lnTo>
                  <a:pt x="534390" y="224967"/>
                </a:lnTo>
                <a:close/>
              </a:path>
              <a:path w="969009" h="339090">
                <a:moveTo>
                  <a:pt x="646874" y="130644"/>
                </a:moveTo>
                <a:lnTo>
                  <a:pt x="596887" y="130644"/>
                </a:lnTo>
                <a:lnTo>
                  <a:pt x="596887" y="0"/>
                </a:lnTo>
                <a:lnTo>
                  <a:pt x="549389" y="0"/>
                </a:lnTo>
                <a:lnTo>
                  <a:pt x="549389" y="338899"/>
                </a:lnTo>
                <a:lnTo>
                  <a:pt x="596887" y="338899"/>
                </a:lnTo>
                <a:lnTo>
                  <a:pt x="596887" y="170764"/>
                </a:lnTo>
                <a:lnTo>
                  <a:pt x="646874" y="170764"/>
                </a:lnTo>
                <a:lnTo>
                  <a:pt x="646874" y="130644"/>
                </a:lnTo>
                <a:close/>
              </a:path>
              <a:path w="969009" h="339090">
                <a:moveTo>
                  <a:pt x="968933" y="261912"/>
                </a:moveTo>
                <a:lnTo>
                  <a:pt x="836853" y="261912"/>
                </a:lnTo>
                <a:lnTo>
                  <a:pt x="836853" y="189522"/>
                </a:lnTo>
                <a:lnTo>
                  <a:pt x="935126" y="189522"/>
                </a:lnTo>
                <a:lnTo>
                  <a:pt x="935126" y="151422"/>
                </a:lnTo>
                <a:lnTo>
                  <a:pt x="743178" y="151422"/>
                </a:lnTo>
                <a:lnTo>
                  <a:pt x="743178" y="61252"/>
                </a:lnTo>
                <a:lnTo>
                  <a:pt x="932764" y="61252"/>
                </a:lnTo>
                <a:lnTo>
                  <a:pt x="932764" y="24434"/>
                </a:lnTo>
                <a:lnTo>
                  <a:pt x="695693" y="24434"/>
                </a:lnTo>
                <a:lnTo>
                  <a:pt x="695693" y="61252"/>
                </a:lnTo>
                <a:lnTo>
                  <a:pt x="695693" y="151422"/>
                </a:lnTo>
                <a:lnTo>
                  <a:pt x="695693" y="189522"/>
                </a:lnTo>
                <a:lnTo>
                  <a:pt x="789889" y="189522"/>
                </a:lnTo>
                <a:lnTo>
                  <a:pt x="789889" y="261912"/>
                </a:lnTo>
                <a:lnTo>
                  <a:pt x="659244" y="261912"/>
                </a:lnTo>
                <a:lnTo>
                  <a:pt x="659244" y="300012"/>
                </a:lnTo>
                <a:lnTo>
                  <a:pt x="968933" y="300012"/>
                </a:lnTo>
                <a:lnTo>
                  <a:pt x="968933" y="26191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344279" y="9058312"/>
            <a:ext cx="451484" cy="279400"/>
          </a:xfrm>
          <a:custGeom>
            <a:avLst/>
            <a:gdLst/>
            <a:ahLst/>
            <a:cxnLst/>
            <a:rect l="l" t="t" r="r" b="b"/>
            <a:pathLst>
              <a:path w="451484" h="279400">
                <a:moveTo>
                  <a:pt x="200101" y="183388"/>
                </a:moveTo>
                <a:lnTo>
                  <a:pt x="193675" y="147726"/>
                </a:lnTo>
                <a:lnTo>
                  <a:pt x="175679" y="119672"/>
                </a:lnTo>
                <a:lnTo>
                  <a:pt x="148386" y="101307"/>
                </a:lnTo>
                <a:lnTo>
                  <a:pt x="114058" y="94716"/>
                </a:lnTo>
                <a:lnTo>
                  <a:pt x="97028" y="96431"/>
                </a:lnTo>
                <a:lnTo>
                  <a:pt x="81889" y="101180"/>
                </a:lnTo>
                <a:lnTo>
                  <a:pt x="69329" y="108432"/>
                </a:lnTo>
                <a:lnTo>
                  <a:pt x="59994" y="117614"/>
                </a:lnTo>
                <a:lnTo>
                  <a:pt x="57886" y="117614"/>
                </a:lnTo>
                <a:lnTo>
                  <a:pt x="65252" y="49593"/>
                </a:lnTo>
                <a:lnTo>
                  <a:pt x="184975" y="49593"/>
                </a:lnTo>
                <a:lnTo>
                  <a:pt x="184975" y="3683"/>
                </a:lnTo>
                <a:lnTo>
                  <a:pt x="19202" y="3683"/>
                </a:lnTo>
                <a:lnTo>
                  <a:pt x="4470" y="158788"/>
                </a:lnTo>
                <a:lnTo>
                  <a:pt x="55384" y="158788"/>
                </a:lnTo>
                <a:lnTo>
                  <a:pt x="62407" y="148945"/>
                </a:lnTo>
                <a:lnTo>
                  <a:pt x="71793" y="141922"/>
                </a:lnTo>
                <a:lnTo>
                  <a:pt x="83502" y="137706"/>
                </a:lnTo>
                <a:lnTo>
                  <a:pt x="97485" y="136296"/>
                </a:lnTo>
                <a:lnTo>
                  <a:pt x="117081" y="139941"/>
                </a:lnTo>
                <a:lnTo>
                  <a:pt x="132461" y="149961"/>
                </a:lnTo>
                <a:lnTo>
                  <a:pt x="142494" y="165290"/>
                </a:lnTo>
                <a:lnTo>
                  <a:pt x="146037" y="184835"/>
                </a:lnTo>
                <a:lnTo>
                  <a:pt x="142570" y="204203"/>
                </a:lnTo>
                <a:lnTo>
                  <a:pt x="132727" y="219341"/>
                </a:lnTo>
                <a:lnTo>
                  <a:pt x="117627" y="229209"/>
                </a:lnTo>
                <a:lnTo>
                  <a:pt x="98412" y="232727"/>
                </a:lnTo>
                <a:lnTo>
                  <a:pt x="81775" y="230136"/>
                </a:lnTo>
                <a:lnTo>
                  <a:pt x="68033" y="222872"/>
                </a:lnTo>
                <a:lnTo>
                  <a:pt x="58458" y="211696"/>
                </a:lnTo>
                <a:lnTo>
                  <a:pt x="54330" y="197332"/>
                </a:lnTo>
                <a:lnTo>
                  <a:pt x="0" y="197332"/>
                </a:lnTo>
                <a:lnTo>
                  <a:pt x="7924" y="229285"/>
                </a:lnTo>
                <a:lnTo>
                  <a:pt x="28536" y="254431"/>
                </a:lnTo>
                <a:lnTo>
                  <a:pt x="59474" y="270891"/>
                </a:lnTo>
                <a:lnTo>
                  <a:pt x="98412" y="276796"/>
                </a:lnTo>
                <a:lnTo>
                  <a:pt x="139839" y="269862"/>
                </a:lnTo>
                <a:lnTo>
                  <a:pt x="171996" y="250520"/>
                </a:lnTo>
                <a:lnTo>
                  <a:pt x="192773" y="220967"/>
                </a:lnTo>
                <a:lnTo>
                  <a:pt x="200101" y="183388"/>
                </a:lnTo>
                <a:close/>
              </a:path>
              <a:path w="451484" h="279400">
                <a:moveTo>
                  <a:pt x="450989" y="138658"/>
                </a:moveTo>
                <a:lnTo>
                  <a:pt x="443598" y="79870"/>
                </a:lnTo>
                <a:lnTo>
                  <a:pt x="426961" y="46037"/>
                </a:lnTo>
                <a:lnTo>
                  <a:pt x="422173" y="36322"/>
                </a:lnTo>
                <a:lnTo>
                  <a:pt x="394017" y="13970"/>
                </a:lnTo>
                <a:lnTo>
                  <a:pt x="394017" y="138658"/>
                </a:lnTo>
                <a:lnTo>
                  <a:pt x="390410" y="179603"/>
                </a:lnTo>
                <a:lnTo>
                  <a:pt x="380123" y="208876"/>
                </a:lnTo>
                <a:lnTo>
                  <a:pt x="363994" y="226466"/>
                </a:lnTo>
                <a:lnTo>
                  <a:pt x="342849" y="232333"/>
                </a:lnTo>
                <a:lnTo>
                  <a:pt x="321678" y="226466"/>
                </a:lnTo>
                <a:lnTo>
                  <a:pt x="305511" y="208876"/>
                </a:lnTo>
                <a:lnTo>
                  <a:pt x="295224" y="179603"/>
                </a:lnTo>
                <a:lnTo>
                  <a:pt x="291668" y="138658"/>
                </a:lnTo>
                <a:lnTo>
                  <a:pt x="295351" y="98221"/>
                </a:lnTo>
                <a:lnTo>
                  <a:pt x="305663" y="69265"/>
                </a:lnTo>
                <a:lnTo>
                  <a:pt x="321767" y="51854"/>
                </a:lnTo>
                <a:lnTo>
                  <a:pt x="342849" y="46037"/>
                </a:lnTo>
                <a:lnTo>
                  <a:pt x="363918" y="51854"/>
                </a:lnTo>
                <a:lnTo>
                  <a:pt x="380034" y="69265"/>
                </a:lnTo>
                <a:lnTo>
                  <a:pt x="390334" y="98221"/>
                </a:lnTo>
                <a:lnTo>
                  <a:pt x="394017" y="138658"/>
                </a:lnTo>
                <a:lnTo>
                  <a:pt x="394017" y="13970"/>
                </a:lnTo>
                <a:lnTo>
                  <a:pt x="388124" y="9283"/>
                </a:lnTo>
                <a:lnTo>
                  <a:pt x="342849" y="0"/>
                </a:lnTo>
                <a:lnTo>
                  <a:pt x="297611" y="9245"/>
                </a:lnTo>
                <a:lnTo>
                  <a:pt x="263613" y="36220"/>
                </a:lnTo>
                <a:lnTo>
                  <a:pt x="242201" y="79756"/>
                </a:lnTo>
                <a:lnTo>
                  <a:pt x="234708" y="138658"/>
                </a:lnTo>
                <a:lnTo>
                  <a:pt x="241998" y="197904"/>
                </a:lnTo>
                <a:lnTo>
                  <a:pt x="263372" y="241935"/>
                </a:lnTo>
                <a:lnTo>
                  <a:pt x="297434" y="269392"/>
                </a:lnTo>
                <a:lnTo>
                  <a:pt x="342849" y="278904"/>
                </a:lnTo>
                <a:lnTo>
                  <a:pt x="388162" y="269481"/>
                </a:lnTo>
                <a:lnTo>
                  <a:pt x="422173" y="242087"/>
                </a:lnTo>
                <a:lnTo>
                  <a:pt x="426910" y="232333"/>
                </a:lnTo>
                <a:lnTo>
                  <a:pt x="443560" y="198043"/>
                </a:lnTo>
                <a:lnTo>
                  <a:pt x="450989" y="13865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842636" y="9052778"/>
            <a:ext cx="256540" cy="288290"/>
          </a:xfrm>
          <a:custGeom>
            <a:avLst/>
            <a:gdLst/>
            <a:ahLst/>
            <a:cxnLst/>
            <a:rect l="l" t="t" r="r" b="b"/>
            <a:pathLst>
              <a:path w="256540" h="288290">
                <a:moveTo>
                  <a:pt x="197208" y="154189"/>
                </a:moveTo>
                <a:lnTo>
                  <a:pt x="172071" y="159007"/>
                </a:lnTo>
                <a:lnTo>
                  <a:pt x="153580" y="172015"/>
                </a:lnTo>
                <a:lnTo>
                  <a:pt x="142170" y="191042"/>
                </a:lnTo>
                <a:lnTo>
                  <a:pt x="138270" y="213917"/>
                </a:lnTo>
                <a:lnTo>
                  <a:pt x="138270" y="228126"/>
                </a:lnTo>
                <a:lnTo>
                  <a:pt x="142096" y="251001"/>
                </a:lnTo>
                <a:lnTo>
                  <a:pt x="153383" y="270028"/>
                </a:lnTo>
                <a:lnTo>
                  <a:pt x="171848" y="283036"/>
                </a:lnTo>
                <a:lnTo>
                  <a:pt x="197208" y="287855"/>
                </a:lnTo>
                <a:lnTo>
                  <a:pt x="222479" y="283036"/>
                </a:lnTo>
                <a:lnTo>
                  <a:pt x="241002" y="270028"/>
                </a:lnTo>
                <a:lnTo>
                  <a:pt x="250496" y="254175"/>
                </a:lnTo>
                <a:lnTo>
                  <a:pt x="197208" y="254175"/>
                </a:lnTo>
                <a:lnTo>
                  <a:pt x="187128" y="251881"/>
                </a:lnTo>
                <a:lnTo>
                  <a:pt x="180599" y="245887"/>
                </a:lnTo>
                <a:lnTo>
                  <a:pt x="177080" y="237524"/>
                </a:lnTo>
                <a:lnTo>
                  <a:pt x="176027" y="228126"/>
                </a:lnTo>
                <a:lnTo>
                  <a:pt x="176027" y="213917"/>
                </a:lnTo>
                <a:lnTo>
                  <a:pt x="177098" y="204346"/>
                </a:lnTo>
                <a:lnTo>
                  <a:pt x="180648" y="195861"/>
                </a:lnTo>
                <a:lnTo>
                  <a:pt x="187183" y="189792"/>
                </a:lnTo>
                <a:lnTo>
                  <a:pt x="197208" y="187474"/>
                </a:lnTo>
                <a:lnTo>
                  <a:pt x="250453" y="187474"/>
                </a:lnTo>
                <a:lnTo>
                  <a:pt x="241199" y="171867"/>
                </a:lnTo>
                <a:lnTo>
                  <a:pt x="222700" y="158952"/>
                </a:lnTo>
                <a:lnTo>
                  <a:pt x="197208" y="154189"/>
                </a:lnTo>
                <a:close/>
              </a:path>
              <a:path w="256540" h="288290">
                <a:moveTo>
                  <a:pt x="236677" y="9209"/>
                </a:moveTo>
                <a:lnTo>
                  <a:pt x="202471" y="9209"/>
                </a:lnTo>
                <a:lnTo>
                  <a:pt x="17233" y="278645"/>
                </a:lnTo>
                <a:lnTo>
                  <a:pt x="51439" y="278645"/>
                </a:lnTo>
                <a:lnTo>
                  <a:pt x="236677" y="9209"/>
                </a:lnTo>
                <a:close/>
              </a:path>
              <a:path w="256540" h="288290">
                <a:moveTo>
                  <a:pt x="250453" y="187474"/>
                </a:moveTo>
                <a:lnTo>
                  <a:pt x="197208" y="187474"/>
                </a:lnTo>
                <a:lnTo>
                  <a:pt x="207491" y="189792"/>
                </a:lnTo>
                <a:lnTo>
                  <a:pt x="213950" y="195861"/>
                </a:lnTo>
                <a:lnTo>
                  <a:pt x="217300" y="204346"/>
                </a:lnTo>
                <a:lnTo>
                  <a:pt x="218258" y="213917"/>
                </a:lnTo>
                <a:lnTo>
                  <a:pt x="218258" y="228126"/>
                </a:lnTo>
                <a:lnTo>
                  <a:pt x="217226" y="237635"/>
                </a:lnTo>
                <a:lnTo>
                  <a:pt x="213753" y="245985"/>
                </a:lnTo>
                <a:lnTo>
                  <a:pt x="207269" y="251918"/>
                </a:lnTo>
                <a:lnTo>
                  <a:pt x="197208" y="254175"/>
                </a:lnTo>
                <a:lnTo>
                  <a:pt x="250496" y="254175"/>
                </a:lnTo>
                <a:lnTo>
                  <a:pt x="252396" y="251001"/>
                </a:lnTo>
                <a:lnTo>
                  <a:pt x="256279" y="228126"/>
                </a:lnTo>
                <a:lnTo>
                  <a:pt x="256279" y="213917"/>
                </a:lnTo>
                <a:lnTo>
                  <a:pt x="252470" y="190876"/>
                </a:lnTo>
                <a:lnTo>
                  <a:pt x="250453" y="187474"/>
                </a:lnTo>
                <a:close/>
              </a:path>
              <a:path w="256540" h="288290">
                <a:moveTo>
                  <a:pt x="59070" y="0"/>
                </a:moveTo>
                <a:lnTo>
                  <a:pt x="34078" y="4762"/>
                </a:lnTo>
                <a:lnTo>
                  <a:pt x="15523" y="17678"/>
                </a:lnTo>
                <a:lnTo>
                  <a:pt x="3975" y="36686"/>
                </a:lnTo>
                <a:lnTo>
                  <a:pt x="0" y="59728"/>
                </a:lnTo>
                <a:lnTo>
                  <a:pt x="0" y="73937"/>
                </a:lnTo>
                <a:lnTo>
                  <a:pt x="3827" y="96750"/>
                </a:lnTo>
                <a:lnTo>
                  <a:pt x="15129" y="115641"/>
                </a:lnTo>
                <a:lnTo>
                  <a:pt x="33634" y="128514"/>
                </a:lnTo>
                <a:lnTo>
                  <a:pt x="59070" y="133271"/>
                </a:lnTo>
                <a:lnTo>
                  <a:pt x="84396" y="128569"/>
                </a:lnTo>
                <a:lnTo>
                  <a:pt x="102913" y="115789"/>
                </a:lnTo>
                <a:lnTo>
                  <a:pt x="112429" y="99986"/>
                </a:lnTo>
                <a:lnTo>
                  <a:pt x="59070" y="99986"/>
                </a:lnTo>
                <a:lnTo>
                  <a:pt x="49197" y="97729"/>
                </a:lnTo>
                <a:lnTo>
                  <a:pt x="42740" y="91796"/>
                </a:lnTo>
                <a:lnTo>
                  <a:pt x="39219" y="83446"/>
                </a:lnTo>
                <a:lnTo>
                  <a:pt x="38152" y="73937"/>
                </a:lnTo>
                <a:lnTo>
                  <a:pt x="38152" y="59728"/>
                </a:lnTo>
                <a:lnTo>
                  <a:pt x="39200" y="50268"/>
                </a:lnTo>
                <a:lnTo>
                  <a:pt x="42691" y="41770"/>
                </a:lnTo>
                <a:lnTo>
                  <a:pt x="49141" y="35640"/>
                </a:lnTo>
                <a:lnTo>
                  <a:pt x="59070" y="33284"/>
                </a:lnTo>
                <a:lnTo>
                  <a:pt x="112339" y="33284"/>
                </a:lnTo>
                <a:lnTo>
                  <a:pt x="103110" y="17678"/>
                </a:lnTo>
                <a:lnTo>
                  <a:pt x="84618" y="4762"/>
                </a:lnTo>
                <a:lnTo>
                  <a:pt x="59070" y="0"/>
                </a:lnTo>
                <a:close/>
              </a:path>
              <a:path w="256540" h="288290">
                <a:moveTo>
                  <a:pt x="112339" y="33284"/>
                </a:moveTo>
                <a:lnTo>
                  <a:pt x="59070" y="33284"/>
                </a:lnTo>
                <a:lnTo>
                  <a:pt x="69388" y="35603"/>
                </a:lnTo>
                <a:lnTo>
                  <a:pt x="75795" y="41671"/>
                </a:lnTo>
                <a:lnTo>
                  <a:pt x="79070" y="50157"/>
                </a:lnTo>
                <a:lnTo>
                  <a:pt x="79989" y="59728"/>
                </a:lnTo>
                <a:lnTo>
                  <a:pt x="79989" y="73937"/>
                </a:lnTo>
                <a:lnTo>
                  <a:pt x="78996" y="83446"/>
                </a:lnTo>
                <a:lnTo>
                  <a:pt x="75598" y="91796"/>
                </a:lnTo>
                <a:lnTo>
                  <a:pt x="69165" y="97729"/>
                </a:lnTo>
                <a:lnTo>
                  <a:pt x="59070" y="99986"/>
                </a:lnTo>
                <a:lnTo>
                  <a:pt x="112429" y="99986"/>
                </a:lnTo>
                <a:lnTo>
                  <a:pt x="114276" y="96917"/>
                </a:lnTo>
                <a:lnTo>
                  <a:pt x="118141" y="73937"/>
                </a:lnTo>
                <a:lnTo>
                  <a:pt x="118141" y="59728"/>
                </a:lnTo>
                <a:lnTo>
                  <a:pt x="114351" y="36686"/>
                </a:lnTo>
                <a:lnTo>
                  <a:pt x="112339" y="3328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247579" y="9131300"/>
            <a:ext cx="186055" cy="185420"/>
          </a:xfrm>
          <a:custGeom>
            <a:avLst/>
            <a:gdLst/>
            <a:ahLst/>
            <a:cxnLst/>
            <a:rect l="l" t="t" r="r" b="b"/>
            <a:pathLst>
              <a:path w="186054" h="185420">
                <a:moveTo>
                  <a:pt x="185889" y="69850"/>
                </a:moveTo>
                <a:lnTo>
                  <a:pt x="116166" y="69850"/>
                </a:lnTo>
                <a:lnTo>
                  <a:pt x="116166" y="0"/>
                </a:lnTo>
                <a:lnTo>
                  <a:pt x="69596" y="0"/>
                </a:lnTo>
                <a:lnTo>
                  <a:pt x="69596" y="69850"/>
                </a:lnTo>
                <a:lnTo>
                  <a:pt x="0" y="69850"/>
                </a:lnTo>
                <a:lnTo>
                  <a:pt x="0" y="115570"/>
                </a:lnTo>
                <a:lnTo>
                  <a:pt x="69596" y="115570"/>
                </a:lnTo>
                <a:lnTo>
                  <a:pt x="69596" y="185420"/>
                </a:lnTo>
                <a:lnTo>
                  <a:pt x="116166" y="185420"/>
                </a:lnTo>
                <a:lnTo>
                  <a:pt x="116166" y="115570"/>
                </a:lnTo>
                <a:lnTo>
                  <a:pt x="185889" y="115570"/>
                </a:lnTo>
                <a:lnTo>
                  <a:pt x="185889" y="6985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558081" y="9026867"/>
            <a:ext cx="648970" cy="339090"/>
          </a:xfrm>
          <a:custGeom>
            <a:avLst/>
            <a:gdLst/>
            <a:ahLst/>
            <a:cxnLst/>
            <a:rect l="l" t="t" r="r" b="b"/>
            <a:pathLst>
              <a:path w="648970" h="339090">
                <a:moveTo>
                  <a:pt x="176682" y="151422"/>
                </a:moveTo>
                <a:lnTo>
                  <a:pt x="147828" y="134683"/>
                </a:lnTo>
                <a:lnTo>
                  <a:pt x="143522" y="129844"/>
                </a:lnTo>
                <a:lnTo>
                  <a:pt x="128104" y="112585"/>
                </a:lnTo>
                <a:lnTo>
                  <a:pt x="116814" y="86779"/>
                </a:lnTo>
                <a:lnTo>
                  <a:pt x="113271" y="58940"/>
                </a:lnTo>
                <a:lnTo>
                  <a:pt x="113271" y="19862"/>
                </a:lnTo>
                <a:lnTo>
                  <a:pt x="67094" y="19862"/>
                </a:lnTo>
                <a:lnTo>
                  <a:pt x="67094" y="58940"/>
                </a:lnTo>
                <a:lnTo>
                  <a:pt x="63284" y="87985"/>
                </a:lnTo>
                <a:lnTo>
                  <a:pt x="51460" y="116116"/>
                </a:lnTo>
                <a:lnTo>
                  <a:pt x="30670" y="140919"/>
                </a:lnTo>
                <a:lnTo>
                  <a:pt x="0" y="159981"/>
                </a:lnTo>
                <a:lnTo>
                  <a:pt x="25387" y="196545"/>
                </a:lnTo>
                <a:lnTo>
                  <a:pt x="47091" y="184683"/>
                </a:lnTo>
                <a:lnTo>
                  <a:pt x="65125" y="169214"/>
                </a:lnTo>
                <a:lnTo>
                  <a:pt x="79603" y="150749"/>
                </a:lnTo>
                <a:lnTo>
                  <a:pt x="90639" y="129844"/>
                </a:lnTo>
                <a:lnTo>
                  <a:pt x="101193" y="148094"/>
                </a:lnTo>
                <a:lnTo>
                  <a:pt x="114757" y="164071"/>
                </a:lnTo>
                <a:lnTo>
                  <a:pt x="131419" y="177419"/>
                </a:lnTo>
                <a:lnTo>
                  <a:pt x="151295" y="187731"/>
                </a:lnTo>
                <a:lnTo>
                  <a:pt x="176682" y="151422"/>
                </a:lnTo>
                <a:close/>
              </a:path>
              <a:path w="648970" h="339090">
                <a:moveTo>
                  <a:pt x="295884" y="220497"/>
                </a:moveTo>
                <a:lnTo>
                  <a:pt x="61836" y="220497"/>
                </a:lnTo>
                <a:lnTo>
                  <a:pt x="61836" y="258521"/>
                </a:lnTo>
                <a:lnTo>
                  <a:pt x="248653" y="258521"/>
                </a:lnTo>
                <a:lnTo>
                  <a:pt x="248653" y="338899"/>
                </a:lnTo>
                <a:lnTo>
                  <a:pt x="295884" y="338899"/>
                </a:lnTo>
                <a:lnTo>
                  <a:pt x="295884" y="220497"/>
                </a:lnTo>
                <a:close/>
              </a:path>
              <a:path w="648970" h="339090">
                <a:moveTo>
                  <a:pt x="295884" y="520"/>
                </a:moveTo>
                <a:lnTo>
                  <a:pt x="250888" y="520"/>
                </a:lnTo>
                <a:lnTo>
                  <a:pt x="250888" y="82880"/>
                </a:lnTo>
                <a:lnTo>
                  <a:pt x="222465" y="82880"/>
                </a:lnTo>
                <a:lnTo>
                  <a:pt x="222465" y="5918"/>
                </a:lnTo>
                <a:lnTo>
                  <a:pt x="178396" y="5918"/>
                </a:lnTo>
                <a:lnTo>
                  <a:pt x="178396" y="203784"/>
                </a:lnTo>
                <a:lnTo>
                  <a:pt x="222465" y="203784"/>
                </a:lnTo>
                <a:lnTo>
                  <a:pt x="222465" y="121691"/>
                </a:lnTo>
                <a:lnTo>
                  <a:pt x="250888" y="121691"/>
                </a:lnTo>
                <a:lnTo>
                  <a:pt x="250888" y="205498"/>
                </a:lnTo>
                <a:lnTo>
                  <a:pt x="295884" y="205498"/>
                </a:lnTo>
                <a:lnTo>
                  <a:pt x="295884" y="121691"/>
                </a:lnTo>
                <a:lnTo>
                  <a:pt x="295884" y="82880"/>
                </a:lnTo>
                <a:lnTo>
                  <a:pt x="295884" y="520"/>
                </a:lnTo>
                <a:close/>
              </a:path>
              <a:path w="648970" h="339090">
                <a:moveTo>
                  <a:pt x="535190" y="150368"/>
                </a:moveTo>
                <a:lnTo>
                  <a:pt x="500494" y="134061"/>
                </a:lnTo>
                <a:lnTo>
                  <a:pt x="488594" y="122745"/>
                </a:lnTo>
                <a:lnTo>
                  <a:pt x="476364" y="111125"/>
                </a:lnTo>
                <a:lnTo>
                  <a:pt x="462280" y="83566"/>
                </a:lnTo>
                <a:lnTo>
                  <a:pt x="457695" y="53416"/>
                </a:lnTo>
                <a:lnTo>
                  <a:pt x="457695" y="18161"/>
                </a:lnTo>
                <a:lnTo>
                  <a:pt x="410210" y="18161"/>
                </a:lnTo>
                <a:lnTo>
                  <a:pt x="410210" y="48806"/>
                </a:lnTo>
                <a:lnTo>
                  <a:pt x="405384" y="83159"/>
                </a:lnTo>
                <a:lnTo>
                  <a:pt x="390817" y="114604"/>
                </a:lnTo>
                <a:lnTo>
                  <a:pt x="365709" y="140855"/>
                </a:lnTo>
                <a:lnTo>
                  <a:pt x="329298" y="159588"/>
                </a:lnTo>
                <a:lnTo>
                  <a:pt x="354812" y="196811"/>
                </a:lnTo>
                <a:lnTo>
                  <a:pt x="381520" y="184480"/>
                </a:lnTo>
                <a:lnTo>
                  <a:pt x="403644" y="167627"/>
                </a:lnTo>
                <a:lnTo>
                  <a:pt x="421259" y="146850"/>
                </a:lnTo>
                <a:lnTo>
                  <a:pt x="434416" y="122745"/>
                </a:lnTo>
                <a:lnTo>
                  <a:pt x="447319" y="143662"/>
                </a:lnTo>
                <a:lnTo>
                  <a:pt x="464197" y="161709"/>
                </a:lnTo>
                <a:lnTo>
                  <a:pt x="485089" y="176415"/>
                </a:lnTo>
                <a:lnTo>
                  <a:pt x="510057" y="187337"/>
                </a:lnTo>
                <a:lnTo>
                  <a:pt x="535190" y="150368"/>
                </a:lnTo>
                <a:close/>
              </a:path>
              <a:path w="648970" h="339090">
                <a:moveTo>
                  <a:pt x="606234" y="273113"/>
                </a:moveTo>
                <a:lnTo>
                  <a:pt x="598246" y="245668"/>
                </a:lnTo>
                <a:lnTo>
                  <a:pt x="597471" y="244970"/>
                </a:lnTo>
                <a:lnTo>
                  <a:pt x="575411" y="225171"/>
                </a:lnTo>
                <a:lnTo>
                  <a:pt x="559396" y="219481"/>
                </a:lnTo>
                <a:lnTo>
                  <a:pt x="559396" y="273113"/>
                </a:lnTo>
                <a:lnTo>
                  <a:pt x="555053" y="285724"/>
                </a:lnTo>
                <a:lnTo>
                  <a:pt x="542175" y="294601"/>
                </a:lnTo>
                <a:lnTo>
                  <a:pt x="521042" y="299872"/>
                </a:lnTo>
                <a:lnTo>
                  <a:pt x="491909" y="301663"/>
                </a:lnTo>
                <a:lnTo>
                  <a:pt x="462495" y="299872"/>
                </a:lnTo>
                <a:lnTo>
                  <a:pt x="441020" y="294601"/>
                </a:lnTo>
                <a:lnTo>
                  <a:pt x="427888" y="285724"/>
                </a:lnTo>
                <a:lnTo>
                  <a:pt x="423494" y="273113"/>
                </a:lnTo>
                <a:lnTo>
                  <a:pt x="427888" y="261010"/>
                </a:lnTo>
                <a:lnTo>
                  <a:pt x="441020" y="252183"/>
                </a:lnTo>
                <a:lnTo>
                  <a:pt x="462495" y="246799"/>
                </a:lnTo>
                <a:lnTo>
                  <a:pt x="491909" y="244970"/>
                </a:lnTo>
                <a:lnTo>
                  <a:pt x="521042" y="246799"/>
                </a:lnTo>
                <a:lnTo>
                  <a:pt x="542175" y="252183"/>
                </a:lnTo>
                <a:lnTo>
                  <a:pt x="555053" y="261010"/>
                </a:lnTo>
                <a:lnTo>
                  <a:pt x="559396" y="273113"/>
                </a:lnTo>
                <a:lnTo>
                  <a:pt x="559396" y="219481"/>
                </a:lnTo>
                <a:lnTo>
                  <a:pt x="539407" y="212369"/>
                </a:lnTo>
                <a:lnTo>
                  <a:pt x="491909" y="208000"/>
                </a:lnTo>
                <a:lnTo>
                  <a:pt x="443699" y="212369"/>
                </a:lnTo>
                <a:lnTo>
                  <a:pt x="407162" y="225171"/>
                </a:lnTo>
                <a:lnTo>
                  <a:pt x="384022" y="245668"/>
                </a:lnTo>
                <a:lnTo>
                  <a:pt x="375996" y="273113"/>
                </a:lnTo>
                <a:lnTo>
                  <a:pt x="384022" y="300990"/>
                </a:lnTo>
                <a:lnTo>
                  <a:pt x="407162" y="321627"/>
                </a:lnTo>
                <a:lnTo>
                  <a:pt x="443699" y="334429"/>
                </a:lnTo>
                <a:lnTo>
                  <a:pt x="491909" y="338772"/>
                </a:lnTo>
                <a:lnTo>
                  <a:pt x="539407" y="334429"/>
                </a:lnTo>
                <a:lnTo>
                  <a:pt x="575411" y="321627"/>
                </a:lnTo>
                <a:lnTo>
                  <a:pt x="597496" y="301663"/>
                </a:lnTo>
                <a:lnTo>
                  <a:pt x="598246" y="300990"/>
                </a:lnTo>
                <a:lnTo>
                  <a:pt x="606234" y="273113"/>
                </a:lnTo>
                <a:close/>
              </a:path>
              <a:path w="648970" h="339090">
                <a:moveTo>
                  <a:pt x="648589" y="79324"/>
                </a:moveTo>
                <a:lnTo>
                  <a:pt x="603072" y="79324"/>
                </a:lnTo>
                <a:lnTo>
                  <a:pt x="603072" y="0"/>
                </a:lnTo>
                <a:lnTo>
                  <a:pt x="555447" y="0"/>
                </a:lnTo>
                <a:lnTo>
                  <a:pt x="555447" y="201028"/>
                </a:lnTo>
                <a:lnTo>
                  <a:pt x="603072" y="201028"/>
                </a:lnTo>
                <a:lnTo>
                  <a:pt x="603072" y="118668"/>
                </a:lnTo>
                <a:lnTo>
                  <a:pt x="648589" y="118668"/>
                </a:lnTo>
                <a:lnTo>
                  <a:pt x="648589" y="7932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309350" y="9026867"/>
            <a:ext cx="969010" cy="339090"/>
          </a:xfrm>
          <a:custGeom>
            <a:avLst/>
            <a:gdLst/>
            <a:ahLst/>
            <a:cxnLst/>
            <a:rect l="l" t="t" r="r" b="b"/>
            <a:pathLst>
              <a:path w="969009" h="339090">
                <a:moveTo>
                  <a:pt x="277469" y="88011"/>
                </a:moveTo>
                <a:lnTo>
                  <a:pt x="268401" y="56349"/>
                </a:lnTo>
                <a:lnTo>
                  <a:pt x="261010" y="49339"/>
                </a:lnTo>
                <a:lnTo>
                  <a:pt x="242976" y="32219"/>
                </a:lnTo>
                <a:lnTo>
                  <a:pt x="228396" y="26479"/>
                </a:lnTo>
                <a:lnTo>
                  <a:pt x="228396" y="88011"/>
                </a:lnTo>
                <a:lnTo>
                  <a:pt x="223202" y="103835"/>
                </a:lnTo>
                <a:lnTo>
                  <a:pt x="208330" y="115443"/>
                </a:lnTo>
                <a:lnTo>
                  <a:pt x="184886" y="122605"/>
                </a:lnTo>
                <a:lnTo>
                  <a:pt x="153936" y="125107"/>
                </a:lnTo>
                <a:lnTo>
                  <a:pt x="123190" y="122605"/>
                </a:lnTo>
                <a:lnTo>
                  <a:pt x="99847" y="115443"/>
                </a:lnTo>
                <a:lnTo>
                  <a:pt x="85051" y="103835"/>
                </a:lnTo>
                <a:lnTo>
                  <a:pt x="79997" y="88011"/>
                </a:lnTo>
                <a:lnTo>
                  <a:pt x="85051" y="71437"/>
                </a:lnTo>
                <a:lnTo>
                  <a:pt x="99847" y="59347"/>
                </a:lnTo>
                <a:lnTo>
                  <a:pt x="123190" y="51917"/>
                </a:lnTo>
                <a:lnTo>
                  <a:pt x="153936" y="49339"/>
                </a:lnTo>
                <a:lnTo>
                  <a:pt x="184886" y="51917"/>
                </a:lnTo>
                <a:lnTo>
                  <a:pt x="208330" y="59347"/>
                </a:lnTo>
                <a:lnTo>
                  <a:pt x="223202" y="71437"/>
                </a:lnTo>
                <a:lnTo>
                  <a:pt x="228396" y="88011"/>
                </a:lnTo>
                <a:lnTo>
                  <a:pt x="228396" y="26479"/>
                </a:lnTo>
                <a:lnTo>
                  <a:pt x="203923" y="16840"/>
                </a:lnTo>
                <a:lnTo>
                  <a:pt x="153936" y="11442"/>
                </a:lnTo>
                <a:lnTo>
                  <a:pt x="104076" y="16840"/>
                </a:lnTo>
                <a:lnTo>
                  <a:pt x="65214" y="32219"/>
                </a:lnTo>
                <a:lnTo>
                  <a:pt x="39979" y="56349"/>
                </a:lnTo>
                <a:lnTo>
                  <a:pt x="31051" y="88011"/>
                </a:lnTo>
                <a:lnTo>
                  <a:pt x="39979" y="118922"/>
                </a:lnTo>
                <a:lnTo>
                  <a:pt x="65214" y="142417"/>
                </a:lnTo>
                <a:lnTo>
                  <a:pt x="104076" y="157314"/>
                </a:lnTo>
                <a:lnTo>
                  <a:pt x="153936" y="162471"/>
                </a:lnTo>
                <a:lnTo>
                  <a:pt x="203923" y="157314"/>
                </a:lnTo>
                <a:lnTo>
                  <a:pt x="242976" y="142417"/>
                </a:lnTo>
                <a:lnTo>
                  <a:pt x="261696" y="125107"/>
                </a:lnTo>
                <a:lnTo>
                  <a:pt x="268401" y="118922"/>
                </a:lnTo>
                <a:lnTo>
                  <a:pt x="277469" y="88011"/>
                </a:lnTo>
                <a:close/>
              </a:path>
              <a:path w="969009" h="339090">
                <a:moveTo>
                  <a:pt x="309702" y="188658"/>
                </a:moveTo>
                <a:lnTo>
                  <a:pt x="0" y="188658"/>
                </a:lnTo>
                <a:lnTo>
                  <a:pt x="0" y="226809"/>
                </a:lnTo>
                <a:lnTo>
                  <a:pt x="70916" y="226809"/>
                </a:lnTo>
                <a:lnTo>
                  <a:pt x="70916" y="338899"/>
                </a:lnTo>
                <a:lnTo>
                  <a:pt x="119595" y="338899"/>
                </a:lnTo>
                <a:lnTo>
                  <a:pt x="119595" y="226809"/>
                </a:lnTo>
                <a:lnTo>
                  <a:pt x="189052" y="226809"/>
                </a:lnTo>
                <a:lnTo>
                  <a:pt x="189052" y="338899"/>
                </a:lnTo>
                <a:lnTo>
                  <a:pt x="237210" y="338899"/>
                </a:lnTo>
                <a:lnTo>
                  <a:pt x="237210" y="226809"/>
                </a:lnTo>
                <a:lnTo>
                  <a:pt x="309702" y="226809"/>
                </a:lnTo>
                <a:lnTo>
                  <a:pt x="309702" y="188658"/>
                </a:lnTo>
                <a:close/>
              </a:path>
              <a:path w="969009" h="339090">
                <a:moveTo>
                  <a:pt x="534403" y="224967"/>
                </a:moveTo>
                <a:lnTo>
                  <a:pt x="498944" y="199250"/>
                </a:lnTo>
                <a:lnTo>
                  <a:pt x="478777" y="170637"/>
                </a:lnTo>
                <a:lnTo>
                  <a:pt x="473938" y="163779"/>
                </a:lnTo>
                <a:lnTo>
                  <a:pt x="459168" y="121869"/>
                </a:lnTo>
                <a:lnTo>
                  <a:pt x="454418" y="76835"/>
                </a:lnTo>
                <a:lnTo>
                  <a:pt x="454418" y="26174"/>
                </a:lnTo>
                <a:lnTo>
                  <a:pt x="406920" y="26174"/>
                </a:lnTo>
                <a:lnTo>
                  <a:pt x="406920" y="76835"/>
                </a:lnTo>
                <a:lnTo>
                  <a:pt x="401713" y="123710"/>
                </a:lnTo>
                <a:lnTo>
                  <a:pt x="386105" y="167513"/>
                </a:lnTo>
                <a:lnTo>
                  <a:pt x="359778" y="204444"/>
                </a:lnTo>
                <a:lnTo>
                  <a:pt x="322465" y="230759"/>
                </a:lnTo>
                <a:lnTo>
                  <a:pt x="351536" y="269303"/>
                </a:lnTo>
                <a:lnTo>
                  <a:pt x="378066" y="252006"/>
                </a:lnTo>
                <a:lnTo>
                  <a:pt x="400088" y="229247"/>
                </a:lnTo>
                <a:lnTo>
                  <a:pt x="417652" y="201853"/>
                </a:lnTo>
                <a:lnTo>
                  <a:pt x="430872" y="170637"/>
                </a:lnTo>
                <a:lnTo>
                  <a:pt x="443420" y="199707"/>
                </a:lnTo>
                <a:lnTo>
                  <a:pt x="460006" y="225259"/>
                </a:lnTo>
                <a:lnTo>
                  <a:pt x="480745" y="246519"/>
                </a:lnTo>
                <a:lnTo>
                  <a:pt x="505726" y="262724"/>
                </a:lnTo>
                <a:lnTo>
                  <a:pt x="534403" y="224967"/>
                </a:lnTo>
                <a:close/>
              </a:path>
              <a:path w="969009" h="339090">
                <a:moveTo>
                  <a:pt x="646887" y="130644"/>
                </a:moveTo>
                <a:lnTo>
                  <a:pt x="596900" y="130644"/>
                </a:lnTo>
                <a:lnTo>
                  <a:pt x="596900" y="0"/>
                </a:lnTo>
                <a:lnTo>
                  <a:pt x="549402" y="0"/>
                </a:lnTo>
                <a:lnTo>
                  <a:pt x="549402" y="338899"/>
                </a:lnTo>
                <a:lnTo>
                  <a:pt x="596900" y="338899"/>
                </a:lnTo>
                <a:lnTo>
                  <a:pt x="596900" y="170764"/>
                </a:lnTo>
                <a:lnTo>
                  <a:pt x="646887" y="170764"/>
                </a:lnTo>
                <a:lnTo>
                  <a:pt x="646887" y="130644"/>
                </a:lnTo>
                <a:close/>
              </a:path>
              <a:path w="969009" h="339090">
                <a:moveTo>
                  <a:pt x="968946" y="261912"/>
                </a:moveTo>
                <a:lnTo>
                  <a:pt x="836866" y="261912"/>
                </a:lnTo>
                <a:lnTo>
                  <a:pt x="836866" y="189522"/>
                </a:lnTo>
                <a:lnTo>
                  <a:pt x="935139" y="189522"/>
                </a:lnTo>
                <a:lnTo>
                  <a:pt x="935139" y="151422"/>
                </a:lnTo>
                <a:lnTo>
                  <a:pt x="743191" y="151422"/>
                </a:lnTo>
                <a:lnTo>
                  <a:pt x="743191" y="61252"/>
                </a:lnTo>
                <a:lnTo>
                  <a:pt x="932776" y="61252"/>
                </a:lnTo>
                <a:lnTo>
                  <a:pt x="932776" y="24434"/>
                </a:lnTo>
                <a:lnTo>
                  <a:pt x="695693" y="24434"/>
                </a:lnTo>
                <a:lnTo>
                  <a:pt x="695693" y="61252"/>
                </a:lnTo>
                <a:lnTo>
                  <a:pt x="695693" y="151422"/>
                </a:lnTo>
                <a:lnTo>
                  <a:pt x="695693" y="189522"/>
                </a:lnTo>
                <a:lnTo>
                  <a:pt x="789901" y="189522"/>
                </a:lnTo>
                <a:lnTo>
                  <a:pt x="789901" y="261912"/>
                </a:lnTo>
                <a:lnTo>
                  <a:pt x="659257" y="261912"/>
                </a:lnTo>
                <a:lnTo>
                  <a:pt x="659257" y="300012"/>
                </a:lnTo>
                <a:lnTo>
                  <a:pt x="968946" y="300012"/>
                </a:lnTo>
                <a:lnTo>
                  <a:pt x="968946" y="26191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397638" y="9058312"/>
            <a:ext cx="451484" cy="279400"/>
          </a:xfrm>
          <a:custGeom>
            <a:avLst/>
            <a:gdLst/>
            <a:ahLst/>
            <a:cxnLst/>
            <a:rect l="l" t="t" r="r" b="b"/>
            <a:pathLst>
              <a:path w="451484" h="279400">
                <a:moveTo>
                  <a:pt x="200101" y="183388"/>
                </a:moveTo>
                <a:lnTo>
                  <a:pt x="193675" y="147726"/>
                </a:lnTo>
                <a:lnTo>
                  <a:pt x="175679" y="119672"/>
                </a:lnTo>
                <a:lnTo>
                  <a:pt x="148386" y="101307"/>
                </a:lnTo>
                <a:lnTo>
                  <a:pt x="114058" y="94716"/>
                </a:lnTo>
                <a:lnTo>
                  <a:pt x="97028" y="96431"/>
                </a:lnTo>
                <a:lnTo>
                  <a:pt x="81889" y="101180"/>
                </a:lnTo>
                <a:lnTo>
                  <a:pt x="69329" y="108432"/>
                </a:lnTo>
                <a:lnTo>
                  <a:pt x="59994" y="117614"/>
                </a:lnTo>
                <a:lnTo>
                  <a:pt x="57886" y="117614"/>
                </a:lnTo>
                <a:lnTo>
                  <a:pt x="65252" y="49593"/>
                </a:lnTo>
                <a:lnTo>
                  <a:pt x="184975" y="49593"/>
                </a:lnTo>
                <a:lnTo>
                  <a:pt x="184975" y="3683"/>
                </a:lnTo>
                <a:lnTo>
                  <a:pt x="19202" y="3683"/>
                </a:lnTo>
                <a:lnTo>
                  <a:pt x="4470" y="158788"/>
                </a:lnTo>
                <a:lnTo>
                  <a:pt x="55384" y="158788"/>
                </a:lnTo>
                <a:lnTo>
                  <a:pt x="62407" y="148945"/>
                </a:lnTo>
                <a:lnTo>
                  <a:pt x="71793" y="141922"/>
                </a:lnTo>
                <a:lnTo>
                  <a:pt x="83502" y="137706"/>
                </a:lnTo>
                <a:lnTo>
                  <a:pt x="97485" y="136296"/>
                </a:lnTo>
                <a:lnTo>
                  <a:pt x="117081" y="139941"/>
                </a:lnTo>
                <a:lnTo>
                  <a:pt x="132461" y="149961"/>
                </a:lnTo>
                <a:lnTo>
                  <a:pt x="142494" y="165290"/>
                </a:lnTo>
                <a:lnTo>
                  <a:pt x="146024" y="184835"/>
                </a:lnTo>
                <a:lnTo>
                  <a:pt x="142570" y="204203"/>
                </a:lnTo>
                <a:lnTo>
                  <a:pt x="132727" y="219341"/>
                </a:lnTo>
                <a:lnTo>
                  <a:pt x="117627" y="229209"/>
                </a:lnTo>
                <a:lnTo>
                  <a:pt x="98399" y="232727"/>
                </a:lnTo>
                <a:lnTo>
                  <a:pt x="81762" y="230136"/>
                </a:lnTo>
                <a:lnTo>
                  <a:pt x="68033" y="222872"/>
                </a:lnTo>
                <a:lnTo>
                  <a:pt x="58458" y="211696"/>
                </a:lnTo>
                <a:lnTo>
                  <a:pt x="54330" y="197332"/>
                </a:lnTo>
                <a:lnTo>
                  <a:pt x="0" y="197332"/>
                </a:lnTo>
                <a:lnTo>
                  <a:pt x="7912" y="229285"/>
                </a:lnTo>
                <a:lnTo>
                  <a:pt x="28524" y="254431"/>
                </a:lnTo>
                <a:lnTo>
                  <a:pt x="59474" y="270891"/>
                </a:lnTo>
                <a:lnTo>
                  <a:pt x="98399" y="276796"/>
                </a:lnTo>
                <a:lnTo>
                  <a:pt x="139839" y="269862"/>
                </a:lnTo>
                <a:lnTo>
                  <a:pt x="171996" y="250520"/>
                </a:lnTo>
                <a:lnTo>
                  <a:pt x="192773" y="220967"/>
                </a:lnTo>
                <a:lnTo>
                  <a:pt x="200101" y="183388"/>
                </a:lnTo>
                <a:close/>
              </a:path>
              <a:path w="451484" h="279400">
                <a:moveTo>
                  <a:pt x="450989" y="138658"/>
                </a:moveTo>
                <a:lnTo>
                  <a:pt x="443598" y="79870"/>
                </a:lnTo>
                <a:lnTo>
                  <a:pt x="426961" y="46037"/>
                </a:lnTo>
                <a:lnTo>
                  <a:pt x="422173" y="36322"/>
                </a:lnTo>
                <a:lnTo>
                  <a:pt x="394017" y="13970"/>
                </a:lnTo>
                <a:lnTo>
                  <a:pt x="394017" y="138658"/>
                </a:lnTo>
                <a:lnTo>
                  <a:pt x="390410" y="179603"/>
                </a:lnTo>
                <a:lnTo>
                  <a:pt x="380123" y="208876"/>
                </a:lnTo>
                <a:lnTo>
                  <a:pt x="363994" y="226466"/>
                </a:lnTo>
                <a:lnTo>
                  <a:pt x="342849" y="232333"/>
                </a:lnTo>
                <a:lnTo>
                  <a:pt x="321678" y="226466"/>
                </a:lnTo>
                <a:lnTo>
                  <a:pt x="305511" y="208876"/>
                </a:lnTo>
                <a:lnTo>
                  <a:pt x="295224" y="179603"/>
                </a:lnTo>
                <a:lnTo>
                  <a:pt x="291668" y="138658"/>
                </a:lnTo>
                <a:lnTo>
                  <a:pt x="295351" y="98221"/>
                </a:lnTo>
                <a:lnTo>
                  <a:pt x="305663" y="69265"/>
                </a:lnTo>
                <a:lnTo>
                  <a:pt x="321767" y="51854"/>
                </a:lnTo>
                <a:lnTo>
                  <a:pt x="342849" y="46037"/>
                </a:lnTo>
                <a:lnTo>
                  <a:pt x="363918" y="51854"/>
                </a:lnTo>
                <a:lnTo>
                  <a:pt x="380022" y="69265"/>
                </a:lnTo>
                <a:lnTo>
                  <a:pt x="390334" y="98221"/>
                </a:lnTo>
                <a:lnTo>
                  <a:pt x="394017" y="138658"/>
                </a:lnTo>
                <a:lnTo>
                  <a:pt x="394017" y="13970"/>
                </a:lnTo>
                <a:lnTo>
                  <a:pt x="388124" y="9283"/>
                </a:lnTo>
                <a:lnTo>
                  <a:pt x="342849" y="0"/>
                </a:lnTo>
                <a:lnTo>
                  <a:pt x="297599" y="9245"/>
                </a:lnTo>
                <a:lnTo>
                  <a:pt x="263613" y="36220"/>
                </a:lnTo>
                <a:lnTo>
                  <a:pt x="242201" y="79756"/>
                </a:lnTo>
                <a:lnTo>
                  <a:pt x="234696" y="138658"/>
                </a:lnTo>
                <a:lnTo>
                  <a:pt x="241998" y="197904"/>
                </a:lnTo>
                <a:lnTo>
                  <a:pt x="263359" y="241935"/>
                </a:lnTo>
                <a:lnTo>
                  <a:pt x="297434" y="269392"/>
                </a:lnTo>
                <a:lnTo>
                  <a:pt x="342849" y="278904"/>
                </a:lnTo>
                <a:lnTo>
                  <a:pt x="388162" y="269481"/>
                </a:lnTo>
                <a:lnTo>
                  <a:pt x="422173" y="242087"/>
                </a:lnTo>
                <a:lnTo>
                  <a:pt x="426910" y="232333"/>
                </a:lnTo>
                <a:lnTo>
                  <a:pt x="443560" y="198043"/>
                </a:lnTo>
                <a:lnTo>
                  <a:pt x="450989" y="13865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895995" y="9052778"/>
            <a:ext cx="256540" cy="288290"/>
          </a:xfrm>
          <a:custGeom>
            <a:avLst/>
            <a:gdLst/>
            <a:ahLst/>
            <a:cxnLst/>
            <a:rect l="l" t="t" r="r" b="b"/>
            <a:pathLst>
              <a:path w="256540" h="288290">
                <a:moveTo>
                  <a:pt x="197208" y="154189"/>
                </a:moveTo>
                <a:lnTo>
                  <a:pt x="172071" y="159007"/>
                </a:lnTo>
                <a:lnTo>
                  <a:pt x="153580" y="172015"/>
                </a:lnTo>
                <a:lnTo>
                  <a:pt x="142170" y="191042"/>
                </a:lnTo>
                <a:lnTo>
                  <a:pt x="138270" y="213917"/>
                </a:lnTo>
                <a:lnTo>
                  <a:pt x="138270" y="228126"/>
                </a:lnTo>
                <a:lnTo>
                  <a:pt x="142096" y="251001"/>
                </a:lnTo>
                <a:lnTo>
                  <a:pt x="153383" y="270028"/>
                </a:lnTo>
                <a:lnTo>
                  <a:pt x="171848" y="283036"/>
                </a:lnTo>
                <a:lnTo>
                  <a:pt x="197208" y="287855"/>
                </a:lnTo>
                <a:lnTo>
                  <a:pt x="222479" y="283036"/>
                </a:lnTo>
                <a:lnTo>
                  <a:pt x="241002" y="270028"/>
                </a:lnTo>
                <a:lnTo>
                  <a:pt x="250496" y="254175"/>
                </a:lnTo>
                <a:lnTo>
                  <a:pt x="197208" y="254175"/>
                </a:lnTo>
                <a:lnTo>
                  <a:pt x="187128" y="251881"/>
                </a:lnTo>
                <a:lnTo>
                  <a:pt x="180599" y="245887"/>
                </a:lnTo>
                <a:lnTo>
                  <a:pt x="177080" y="237524"/>
                </a:lnTo>
                <a:lnTo>
                  <a:pt x="176027" y="228126"/>
                </a:lnTo>
                <a:lnTo>
                  <a:pt x="176027" y="213917"/>
                </a:lnTo>
                <a:lnTo>
                  <a:pt x="177098" y="204346"/>
                </a:lnTo>
                <a:lnTo>
                  <a:pt x="180648" y="195861"/>
                </a:lnTo>
                <a:lnTo>
                  <a:pt x="187183" y="189792"/>
                </a:lnTo>
                <a:lnTo>
                  <a:pt x="197208" y="187474"/>
                </a:lnTo>
                <a:lnTo>
                  <a:pt x="250453" y="187474"/>
                </a:lnTo>
                <a:lnTo>
                  <a:pt x="241199" y="171867"/>
                </a:lnTo>
                <a:lnTo>
                  <a:pt x="222700" y="158952"/>
                </a:lnTo>
                <a:lnTo>
                  <a:pt x="197208" y="154189"/>
                </a:lnTo>
                <a:close/>
              </a:path>
              <a:path w="256540" h="288290">
                <a:moveTo>
                  <a:pt x="236677" y="9209"/>
                </a:moveTo>
                <a:lnTo>
                  <a:pt x="202471" y="9209"/>
                </a:lnTo>
                <a:lnTo>
                  <a:pt x="17233" y="278645"/>
                </a:lnTo>
                <a:lnTo>
                  <a:pt x="51439" y="278645"/>
                </a:lnTo>
                <a:lnTo>
                  <a:pt x="236677" y="9209"/>
                </a:lnTo>
                <a:close/>
              </a:path>
              <a:path w="256540" h="288290">
                <a:moveTo>
                  <a:pt x="250453" y="187474"/>
                </a:moveTo>
                <a:lnTo>
                  <a:pt x="197208" y="187474"/>
                </a:lnTo>
                <a:lnTo>
                  <a:pt x="207491" y="189792"/>
                </a:lnTo>
                <a:lnTo>
                  <a:pt x="213950" y="195861"/>
                </a:lnTo>
                <a:lnTo>
                  <a:pt x="217300" y="204346"/>
                </a:lnTo>
                <a:lnTo>
                  <a:pt x="218258" y="213917"/>
                </a:lnTo>
                <a:lnTo>
                  <a:pt x="218258" y="228126"/>
                </a:lnTo>
                <a:lnTo>
                  <a:pt x="217226" y="237635"/>
                </a:lnTo>
                <a:lnTo>
                  <a:pt x="213753" y="245985"/>
                </a:lnTo>
                <a:lnTo>
                  <a:pt x="207269" y="251918"/>
                </a:lnTo>
                <a:lnTo>
                  <a:pt x="197208" y="254175"/>
                </a:lnTo>
                <a:lnTo>
                  <a:pt x="250496" y="254175"/>
                </a:lnTo>
                <a:lnTo>
                  <a:pt x="252396" y="251001"/>
                </a:lnTo>
                <a:lnTo>
                  <a:pt x="256279" y="228126"/>
                </a:lnTo>
                <a:lnTo>
                  <a:pt x="256279" y="213917"/>
                </a:lnTo>
                <a:lnTo>
                  <a:pt x="252470" y="190876"/>
                </a:lnTo>
                <a:lnTo>
                  <a:pt x="250453" y="187474"/>
                </a:lnTo>
                <a:close/>
              </a:path>
              <a:path w="256540" h="288290">
                <a:moveTo>
                  <a:pt x="59070" y="0"/>
                </a:moveTo>
                <a:lnTo>
                  <a:pt x="34078" y="4762"/>
                </a:lnTo>
                <a:lnTo>
                  <a:pt x="15523" y="17678"/>
                </a:lnTo>
                <a:lnTo>
                  <a:pt x="3975" y="36686"/>
                </a:lnTo>
                <a:lnTo>
                  <a:pt x="0" y="59728"/>
                </a:lnTo>
                <a:lnTo>
                  <a:pt x="0" y="73937"/>
                </a:lnTo>
                <a:lnTo>
                  <a:pt x="3827" y="96750"/>
                </a:lnTo>
                <a:lnTo>
                  <a:pt x="15129" y="115641"/>
                </a:lnTo>
                <a:lnTo>
                  <a:pt x="33634" y="128514"/>
                </a:lnTo>
                <a:lnTo>
                  <a:pt x="59070" y="133271"/>
                </a:lnTo>
                <a:lnTo>
                  <a:pt x="84396" y="128569"/>
                </a:lnTo>
                <a:lnTo>
                  <a:pt x="102913" y="115789"/>
                </a:lnTo>
                <a:lnTo>
                  <a:pt x="112429" y="99986"/>
                </a:lnTo>
                <a:lnTo>
                  <a:pt x="59070" y="99986"/>
                </a:lnTo>
                <a:lnTo>
                  <a:pt x="49197" y="97729"/>
                </a:lnTo>
                <a:lnTo>
                  <a:pt x="42740" y="91796"/>
                </a:lnTo>
                <a:lnTo>
                  <a:pt x="39219" y="83446"/>
                </a:lnTo>
                <a:lnTo>
                  <a:pt x="38152" y="73937"/>
                </a:lnTo>
                <a:lnTo>
                  <a:pt x="38152" y="59728"/>
                </a:lnTo>
                <a:lnTo>
                  <a:pt x="39200" y="50268"/>
                </a:lnTo>
                <a:lnTo>
                  <a:pt x="42691" y="41770"/>
                </a:lnTo>
                <a:lnTo>
                  <a:pt x="49141" y="35640"/>
                </a:lnTo>
                <a:lnTo>
                  <a:pt x="59070" y="33284"/>
                </a:lnTo>
                <a:lnTo>
                  <a:pt x="112339" y="33284"/>
                </a:lnTo>
                <a:lnTo>
                  <a:pt x="103110" y="17678"/>
                </a:lnTo>
                <a:lnTo>
                  <a:pt x="84618" y="4762"/>
                </a:lnTo>
                <a:lnTo>
                  <a:pt x="59070" y="0"/>
                </a:lnTo>
                <a:close/>
              </a:path>
              <a:path w="256540" h="288290">
                <a:moveTo>
                  <a:pt x="112339" y="33284"/>
                </a:moveTo>
                <a:lnTo>
                  <a:pt x="59070" y="33284"/>
                </a:lnTo>
                <a:lnTo>
                  <a:pt x="69388" y="35603"/>
                </a:lnTo>
                <a:lnTo>
                  <a:pt x="75795" y="41671"/>
                </a:lnTo>
                <a:lnTo>
                  <a:pt x="79070" y="50157"/>
                </a:lnTo>
                <a:lnTo>
                  <a:pt x="79989" y="59728"/>
                </a:lnTo>
                <a:lnTo>
                  <a:pt x="79989" y="73937"/>
                </a:lnTo>
                <a:lnTo>
                  <a:pt x="78996" y="83446"/>
                </a:lnTo>
                <a:lnTo>
                  <a:pt x="75598" y="91796"/>
                </a:lnTo>
                <a:lnTo>
                  <a:pt x="69165" y="97729"/>
                </a:lnTo>
                <a:lnTo>
                  <a:pt x="59070" y="99986"/>
                </a:lnTo>
                <a:lnTo>
                  <a:pt x="112429" y="99986"/>
                </a:lnTo>
                <a:lnTo>
                  <a:pt x="114276" y="96917"/>
                </a:lnTo>
                <a:lnTo>
                  <a:pt x="118141" y="73937"/>
                </a:lnTo>
                <a:lnTo>
                  <a:pt x="118141" y="59728"/>
                </a:lnTo>
                <a:lnTo>
                  <a:pt x="114351" y="36686"/>
                </a:lnTo>
                <a:lnTo>
                  <a:pt x="112339" y="3328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595454" y="9534827"/>
            <a:ext cx="137917" cy="1992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5978" y="7448041"/>
            <a:ext cx="474980" cy="257810"/>
          </a:xfrm>
          <a:custGeom>
            <a:avLst/>
            <a:gdLst/>
            <a:ahLst/>
            <a:cxnLst/>
            <a:rect l="l" t="t" r="r" b="b"/>
            <a:pathLst>
              <a:path w="474980" h="257809">
                <a:moveTo>
                  <a:pt x="158953" y="101879"/>
                </a:moveTo>
                <a:lnTo>
                  <a:pt x="131876" y="89522"/>
                </a:lnTo>
                <a:lnTo>
                  <a:pt x="114350" y="73634"/>
                </a:lnTo>
                <a:lnTo>
                  <a:pt x="112255" y="71742"/>
                </a:lnTo>
                <a:lnTo>
                  <a:pt x="100355" y="50076"/>
                </a:lnTo>
                <a:lnTo>
                  <a:pt x="96418" y="26035"/>
                </a:lnTo>
                <a:lnTo>
                  <a:pt x="96418" y="6261"/>
                </a:lnTo>
                <a:lnTo>
                  <a:pt x="63639" y="6261"/>
                </a:lnTo>
                <a:lnTo>
                  <a:pt x="63639" y="26035"/>
                </a:lnTo>
                <a:lnTo>
                  <a:pt x="59550" y="51003"/>
                </a:lnTo>
                <a:lnTo>
                  <a:pt x="47447" y="73875"/>
                </a:lnTo>
                <a:lnTo>
                  <a:pt x="27520" y="92875"/>
                </a:lnTo>
                <a:lnTo>
                  <a:pt x="0" y="106210"/>
                </a:lnTo>
                <a:lnTo>
                  <a:pt x="15938" y="131127"/>
                </a:lnTo>
                <a:lnTo>
                  <a:pt x="37325" y="121767"/>
                </a:lnTo>
                <a:lnTo>
                  <a:pt x="55257" y="108699"/>
                </a:lnTo>
                <a:lnTo>
                  <a:pt x="69621" y="92481"/>
                </a:lnTo>
                <a:lnTo>
                  <a:pt x="80289" y="73634"/>
                </a:lnTo>
                <a:lnTo>
                  <a:pt x="90855" y="90944"/>
                </a:lnTo>
                <a:lnTo>
                  <a:pt x="104952" y="105816"/>
                </a:lnTo>
                <a:lnTo>
                  <a:pt x="122478" y="117805"/>
                </a:lnTo>
                <a:lnTo>
                  <a:pt x="143319" y="126492"/>
                </a:lnTo>
                <a:lnTo>
                  <a:pt x="158953" y="101879"/>
                </a:lnTo>
                <a:close/>
              </a:path>
              <a:path w="474980" h="257809">
                <a:moveTo>
                  <a:pt x="214426" y="0"/>
                </a:moveTo>
                <a:lnTo>
                  <a:pt x="183070" y="0"/>
                </a:lnTo>
                <a:lnTo>
                  <a:pt x="183070" y="131533"/>
                </a:lnTo>
                <a:lnTo>
                  <a:pt x="214426" y="131533"/>
                </a:lnTo>
                <a:lnTo>
                  <a:pt x="214426" y="0"/>
                </a:lnTo>
                <a:close/>
              </a:path>
              <a:path w="474980" h="257809">
                <a:moveTo>
                  <a:pt x="222605" y="230276"/>
                </a:moveTo>
                <a:lnTo>
                  <a:pt x="75336" y="230276"/>
                </a:lnTo>
                <a:lnTo>
                  <a:pt x="75336" y="210312"/>
                </a:lnTo>
                <a:lnTo>
                  <a:pt x="214833" y="210312"/>
                </a:lnTo>
                <a:lnTo>
                  <a:pt x="214833" y="143332"/>
                </a:lnTo>
                <a:lnTo>
                  <a:pt x="43675" y="143332"/>
                </a:lnTo>
                <a:lnTo>
                  <a:pt x="43675" y="168046"/>
                </a:lnTo>
                <a:lnTo>
                  <a:pt x="183261" y="168046"/>
                </a:lnTo>
                <a:lnTo>
                  <a:pt x="183261" y="186702"/>
                </a:lnTo>
                <a:lnTo>
                  <a:pt x="44475" y="186702"/>
                </a:lnTo>
                <a:lnTo>
                  <a:pt x="44475" y="255498"/>
                </a:lnTo>
                <a:lnTo>
                  <a:pt x="222605" y="255498"/>
                </a:lnTo>
                <a:lnTo>
                  <a:pt x="222605" y="230276"/>
                </a:lnTo>
                <a:close/>
              </a:path>
              <a:path w="474980" h="257809">
                <a:moveTo>
                  <a:pt x="384797" y="178739"/>
                </a:moveTo>
                <a:lnTo>
                  <a:pt x="345389" y="134048"/>
                </a:lnTo>
                <a:lnTo>
                  <a:pt x="332346" y="70408"/>
                </a:lnTo>
                <a:lnTo>
                  <a:pt x="332346" y="53263"/>
                </a:lnTo>
                <a:lnTo>
                  <a:pt x="374002" y="53263"/>
                </a:lnTo>
                <a:lnTo>
                  <a:pt x="374002" y="27647"/>
                </a:lnTo>
                <a:lnTo>
                  <a:pt x="256997" y="27647"/>
                </a:lnTo>
                <a:lnTo>
                  <a:pt x="256997" y="53263"/>
                </a:lnTo>
                <a:lnTo>
                  <a:pt x="301777" y="53263"/>
                </a:lnTo>
                <a:lnTo>
                  <a:pt x="301777" y="70408"/>
                </a:lnTo>
                <a:lnTo>
                  <a:pt x="298640" y="103974"/>
                </a:lnTo>
                <a:lnTo>
                  <a:pt x="288963" y="135775"/>
                </a:lnTo>
                <a:lnTo>
                  <a:pt x="272288" y="163436"/>
                </a:lnTo>
                <a:lnTo>
                  <a:pt x="248221" y="184581"/>
                </a:lnTo>
                <a:lnTo>
                  <a:pt x="267589" y="207987"/>
                </a:lnTo>
                <a:lnTo>
                  <a:pt x="284353" y="194564"/>
                </a:lnTo>
                <a:lnTo>
                  <a:pt x="298208" y="177304"/>
                </a:lnTo>
                <a:lnTo>
                  <a:pt x="309219" y="156895"/>
                </a:lnTo>
                <a:lnTo>
                  <a:pt x="317411" y="134048"/>
                </a:lnTo>
                <a:lnTo>
                  <a:pt x="325412" y="155067"/>
                </a:lnTo>
                <a:lnTo>
                  <a:pt x="336143" y="173761"/>
                </a:lnTo>
                <a:lnTo>
                  <a:pt x="349681" y="189585"/>
                </a:lnTo>
                <a:lnTo>
                  <a:pt x="366128" y="202031"/>
                </a:lnTo>
                <a:lnTo>
                  <a:pt x="384797" y="178739"/>
                </a:lnTo>
                <a:close/>
              </a:path>
              <a:path w="474980" h="257809">
                <a:moveTo>
                  <a:pt x="422109" y="4851"/>
                </a:moveTo>
                <a:lnTo>
                  <a:pt x="392353" y="4851"/>
                </a:lnTo>
                <a:lnTo>
                  <a:pt x="392353" y="89877"/>
                </a:lnTo>
                <a:lnTo>
                  <a:pt x="355244" y="89877"/>
                </a:lnTo>
                <a:lnTo>
                  <a:pt x="355244" y="115493"/>
                </a:lnTo>
                <a:lnTo>
                  <a:pt x="392353" y="115493"/>
                </a:lnTo>
                <a:lnTo>
                  <a:pt x="392353" y="245198"/>
                </a:lnTo>
                <a:lnTo>
                  <a:pt x="422109" y="245198"/>
                </a:lnTo>
                <a:lnTo>
                  <a:pt x="422109" y="4851"/>
                </a:lnTo>
                <a:close/>
              </a:path>
              <a:path w="474980" h="257809">
                <a:moveTo>
                  <a:pt x="474560" y="0"/>
                </a:moveTo>
                <a:lnTo>
                  <a:pt x="444500" y="0"/>
                </a:lnTo>
                <a:lnTo>
                  <a:pt x="444500" y="257606"/>
                </a:lnTo>
                <a:lnTo>
                  <a:pt x="474560" y="257606"/>
                </a:lnTo>
                <a:lnTo>
                  <a:pt x="474560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228043" y="7447234"/>
            <a:ext cx="473075" cy="257810"/>
            <a:chOff x="2228043" y="7447234"/>
            <a:chExt cx="473075" cy="257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8043" y="7447234"/>
              <a:ext cx="241466" cy="25357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85547" y="7448243"/>
              <a:ext cx="215265" cy="256540"/>
            </a:xfrm>
            <a:custGeom>
              <a:avLst/>
              <a:gdLst/>
              <a:ahLst/>
              <a:cxnLst/>
              <a:rect l="l" t="t" r="r" b="b"/>
              <a:pathLst>
                <a:path w="215264" h="256540">
                  <a:moveTo>
                    <a:pt x="127995" y="153514"/>
                  </a:moveTo>
                  <a:lnTo>
                    <a:pt x="92020" y="157064"/>
                  </a:lnTo>
                  <a:lnTo>
                    <a:pt x="64414" y="167244"/>
                  </a:lnTo>
                  <a:lnTo>
                    <a:pt x="46736" y="183342"/>
                  </a:lnTo>
                  <a:lnTo>
                    <a:pt x="40547" y="204651"/>
                  </a:lnTo>
                  <a:lnTo>
                    <a:pt x="46736" y="226123"/>
                  </a:lnTo>
                  <a:lnTo>
                    <a:pt x="64414" y="242374"/>
                  </a:lnTo>
                  <a:lnTo>
                    <a:pt x="92020" y="252650"/>
                  </a:lnTo>
                  <a:lnTo>
                    <a:pt x="127995" y="256193"/>
                  </a:lnTo>
                  <a:lnTo>
                    <a:pt x="163624" y="252650"/>
                  </a:lnTo>
                  <a:lnTo>
                    <a:pt x="191073" y="242374"/>
                  </a:lnTo>
                  <a:lnTo>
                    <a:pt x="203466" y="230977"/>
                  </a:lnTo>
                  <a:lnTo>
                    <a:pt x="127995" y="230977"/>
                  </a:lnTo>
                  <a:lnTo>
                    <a:pt x="104628" y="229260"/>
                  </a:lnTo>
                  <a:lnTo>
                    <a:pt x="87057" y="224206"/>
                  </a:lnTo>
                  <a:lnTo>
                    <a:pt x="76011" y="215956"/>
                  </a:lnTo>
                  <a:lnTo>
                    <a:pt x="72218" y="204651"/>
                  </a:lnTo>
                  <a:lnTo>
                    <a:pt x="76011" y="193334"/>
                  </a:lnTo>
                  <a:lnTo>
                    <a:pt x="87057" y="185071"/>
                  </a:lnTo>
                  <a:lnTo>
                    <a:pt x="104628" y="180042"/>
                  </a:lnTo>
                  <a:lnTo>
                    <a:pt x="127995" y="178427"/>
                  </a:lnTo>
                  <a:lnTo>
                    <a:pt x="203348" y="178427"/>
                  </a:lnTo>
                  <a:lnTo>
                    <a:pt x="191073" y="167244"/>
                  </a:lnTo>
                  <a:lnTo>
                    <a:pt x="163624" y="157064"/>
                  </a:lnTo>
                  <a:lnTo>
                    <a:pt x="127995" y="153514"/>
                  </a:lnTo>
                  <a:close/>
                </a:path>
                <a:path w="215264" h="256540">
                  <a:moveTo>
                    <a:pt x="203348" y="178427"/>
                  </a:moveTo>
                  <a:lnTo>
                    <a:pt x="127995" y="178427"/>
                  </a:lnTo>
                  <a:lnTo>
                    <a:pt x="151001" y="180042"/>
                  </a:lnTo>
                  <a:lnTo>
                    <a:pt x="168391" y="185071"/>
                  </a:lnTo>
                  <a:lnTo>
                    <a:pt x="179426" y="193334"/>
                  </a:lnTo>
                  <a:lnTo>
                    <a:pt x="183369" y="204651"/>
                  </a:lnTo>
                  <a:lnTo>
                    <a:pt x="179426" y="215956"/>
                  </a:lnTo>
                  <a:lnTo>
                    <a:pt x="168391" y="224206"/>
                  </a:lnTo>
                  <a:lnTo>
                    <a:pt x="151001" y="229260"/>
                  </a:lnTo>
                  <a:lnTo>
                    <a:pt x="127995" y="230977"/>
                  </a:lnTo>
                  <a:lnTo>
                    <a:pt x="203466" y="230977"/>
                  </a:lnTo>
                  <a:lnTo>
                    <a:pt x="208744" y="226123"/>
                  </a:lnTo>
                  <a:lnTo>
                    <a:pt x="215040" y="204651"/>
                  </a:lnTo>
                  <a:lnTo>
                    <a:pt x="208744" y="183342"/>
                  </a:lnTo>
                  <a:lnTo>
                    <a:pt x="203348" y="178427"/>
                  </a:lnTo>
                  <a:close/>
                </a:path>
                <a:path w="215264" h="256540">
                  <a:moveTo>
                    <a:pt x="131929" y="17852"/>
                  </a:moveTo>
                  <a:lnTo>
                    <a:pt x="13616" y="17852"/>
                  </a:lnTo>
                  <a:lnTo>
                    <a:pt x="13616" y="43673"/>
                  </a:lnTo>
                  <a:lnTo>
                    <a:pt x="97434" y="43673"/>
                  </a:lnTo>
                  <a:lnTo>
                    <a:pt x="88550" y="70864"/>
                  </a:lnTo>
                  <a:lnTo>
                    <a:pt x="69406" y="94546"/>
                  </a:lnTo>
                  <a:lnTo>
                    <a:pt x="39918" y="114125"/>
                  </a:lnTo>
                  <a:lnTo>
                    <a:pt x="0" y="129004"/>
                  </a:lnTo>
                  <a:lnTo>
                    <a:pt x="12607" y="154018"/>
                  </a:lnTo>
                  <a:lnTo>
                    <a:pt x="51235" y="139847"/>
                  </a:lnTo>
                  <a:lnTo>
                    <a:pt x="82657" y="120834"/>
                  </a:lnTo>
                  <a:lnTo>
                    <a:pt x="106590" y="97055"/>
                  </a:lnTo>
                  <a:lnTo>
                    <a:pt x="122750" y="68587"/>
                  </a:lnTo>
                  <a:lnTo>
                    <a:pt x="213326" y="68587"/>
                  </a:lnTo>
                  <a:lnTo>
                    <a:pt x="213326" y="43472"/>
                  </a:lnTo>
                  <a:lnTo>
                    <a:pt x="129811" y="43472"/>
                  </a:lnTo>
                  <a:lnTo>
                    <a:pt x="130737" y="37284"/>
                  </a:lnTo>
                  <a:lnTo>
                    <a:pt x="131399" y="30965"/>
                  </a:lnTo>
                  <a:lnTo>
                    <a:pt x="131797" y="24494"/>
                  </a:lnTo>
                  <a:lnTo>
                    <a:pt x="131929" y="17852"/>
                  </a:lnTo>
                  <a:close/>
                </a:path>
                <a:path w="215264" h="256540">
                  <a:moveTo>
                    <a:pt x="213326" y="68587"/>
                  </a:moveTo>
                  <a:lnTo>
                    <a:pt x="181654" y="68587"/>
                  </a:lnTo>
                  <a:lnTo>
                    <a:pt x="181654" y="96526"/>
                  </a:lnTo>
                  <a:lnTo>
                    <a:pt x="120229" y="96526"/>
                  </a:lnTo>
                  <a:lnTo>
                    <a:pt x="120229" y="122145"/>
                  </a:lnTo>
                  <a:lnTo>
                    <a:pt x="181654" y="122145"/>
                  </a:lnTo>
                  <a:lnTo>
                    <a:pt x="181654" y="150589"/>
                  </a:lnTo>
                  <a:lnTo>
                    <a:pt x="213326" y="150589"/>
                  </a:lnTo>
                  <a:lnTo>
                    <a:pt x="213326" y="68587"/>
                  </a:lnTo>
                  <a:close/>
                </a:path>
                <a:path w="215264" h="256540">
                  <a:moveTo>
                    <a:pt x="213326" y="0"/>
                  </a:moveTo>
                  <a:lnTo>
                    <a:pt x="181654" y="0"/>
                  </a:lnTo>
                  <a:lnTo>
                    <a:pt x="181654" y="43472"/>
                  </a:lnTo>
                  <a:lnTo>
                    <a:pt x="213326" y="43472"/>
                  </a:lnTo>
                  <a:lnTo>
                    <a:pt x="213326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753541" y="7448041"/>
            <a:ext cx="2258695" cy="276860"/>
            <a:chOff x="2753541" y="7448041"/>
            <a:chExt cx="2258695" cy="276860"/>
          </a:xfrm>
        </p:grpSpPr>
        <p:sp>
          <p:nvSpPr>
            <p:cNvPr id="7" name="object 7"/>
            <p:cNvSpPr/>
            <p:nvPr/>
          </p:nvSpPr>
          <p:spPr>
            <a:xfrm>
              <a:off x="2753537" y="7448041"/>
              <a:ext cx="331470" cy="276860"/>
            </a:xfrm>
            <a:custGeom>
              <a:avLst/>
              <a:gdLst/>
              <a:ahLst/>
              <a:cxnLst/>
              <a:rect l="l" t="t" r="r" b="b"/>
              <a:pathLst>
                <a:path w="331469" h="276859">
                  <a:moveTo>
                    <a:pt x="74028" y="19875"/>
                  </a:moveTo>
                  <a:lnTo>
                    <a:pt x="39941" y="19875"/>
                  </a:lnTo>
                  <a:lnTo>
                    <a:pt x="22504" y="47980"/>
                  </a:lnTo>
                  <a:lnTo>
                    <a:pt x="10020" y="78562"/>
                  </a:lnTo>
                  <a:lnTo>
                    <a:pt x="2501" y="111861"/>
                  </a:lnTo>
                  <a:lnTo>
                    <a:pt x="0" y="148069"/>
                  </a:lnTo>
                  <a:lnTo>
                    <a:pt x="2501" y="184327"/>
                  </a:lnTo>
                  <a:lnTo>
                    <a:pt x="10020" y="217614"/>
                  </a:lnTo>
                  <a:lnTo>
                    <a:pt x="22504" y="248183"/>
                  </a:lnTo>
                  <a:lnTo>
                    <a:pt x="39941" y="276275"/>
                  </a:lnTo>
                  <a:lnTo>
                    <a:pt x="74028" y="276275"/>
                  </a:lnTo>
                  <a:lnTo>
                    <a:pt x="59766" y="251739"/>
                  </a:lnTo>
                  <a:lnTo>
                    <a:pt x="48234" y="220154"/>
                  </a:lnTo>
                  <a:lnTo>
                    <a:pt x="40525" y="184569"/>
                  </a:lnTo>
                  <a:lnTo>
                    <a:pt x="37719" y="148069"/>
                  </a:lnTo>
                  <a:lnTo>
                    <a:pt x="40525" y="111620"/>
                  </a:lnTo>
                  <a:lnTo>
                    <a:pt x="48234" y="76034"/>
                  </a:lnTo>
                  <a:lnTo>
                    <a:pt x="59766" y="44411"/>
                  </a:lnTo>
                  <a:lnTo>
                    <a:pt x="74028" y="19875"/>
                  </a:lnTo>
                  <a:close/>
                </a:path>
                <a:path w="331469" h="276859">
                  <a:moveTo>
                    <a:pt x="227342" y="109740"/>
                  </a:moveTo>
                  <a:lnTo>
                    <a:pt x="222250" y="72034"/>
                  </a:lnTo>
                  <a:lnTo>
                    <a:pt x="210248" y="47307"/>
                  </a:lnTo>
                  <a:lnTo>
                    <a:pt x="208330" y="43370"/>
                  </a:lnTo>
                  <a:lnTo>
                    <a:pt x="196786" y="33426"/>
                  </a:lnTo>
                  <a:lnTo>
                    <a:pt x="196786" y="109740"/>
                  </a:lnTo>
                  <a:lnTo>
                    <a:pt x="194170" y="136258"/>
                  </a:lnTo>
                  <a:lnTo>
                    <a:pt x="186766" y="155930"/>
                  </a:lnTo>
                  <a:lnTo>
                    <a:pt x="175247" y="168173"/>
                  </a:lnTo>
                  <a:lnTo>
                    <a:pt x="160274" y="172377"/>
                  </a:lnTo>
                  <a:lnTo>
                    <a:pt x="145465" y="168173"/>
                  </a:lnTo>
                  <a:lnTo>
                    <a:pt x="133934" y="155930"/>
                  </a:lnTo>
                  <a:lnTo>
                    <a:pt x="126466" y="136258"/>
                  </a:lnTo>
                  <a:lnTo>
                    <a:pt x="123863" y="109740"/>
                  </a:lnTo>
                  <a:lnTo>
                    <a:pt x="126466" y="83400"/>
                  </a:lnTo>
                  <a:lnTo>
                    <a:pt x="133934" y="63779"/>
                  </a:lnTo>
                  <a:lnTo>
                    <a:pt x="145465" y="51536"/>
                  </a:lnTo>
                  <a:lnTo>
                    <a:pt x="160274" y="47307"/>
                  </a:lnTo>
                  <a:lnTo>
                    <a:pt x="175247" y="51536"/>
                  </a:lnTo>
                  <a:lnTo>
                    <a:pt x="186766" y="63779"/>
                  </a:lnTo>
                  <a:lnTo>
                    <a:pt x="194170" y="83400"/>
                  </a:lnTo>
                  <a:lnTo>
                    <a:pt x="196786" y="109740"/>
                  </a:lnTo>
                  <a:lnTo>
                    <a:pt x="196786" y="33426"/>
                  </a:lnTo>
                  <a:lnTo>
                    <a:pt x="187147" y="25107"/>
                  </a:lnTo>
                  <a:lnTo>
                    <a:pt x="160274" y="18669"/>
                  </a:lnTo>
                  <a:lnTo>
                    <a:pt x="133324" y="25107"/>
                  </a:lnTo>
                  <a:lnTo>
                    <a:pt x="112102" y="43370"/>
                  </a:lnTo>
                  <a:lnTo>
                    <a:pt x="98234" y="72034"/>
                  </a:lnTo>
                  <a:lnTo>
                    <a:pt x="93294" y="109740"/>
                  </a:lnTo>
                  <a:lnTo>
                    <a:pt x="98234" y="147675"/>
                  </a:lnTo>
                  <a:lnTo>
                    <a:pt x="112102" y="176453"/>
                  </a:lnTo>
                  <a:lnTo>
                    <a:pt x="133324" y="194691"/>
                  </a:lnTo>
                  <a:lnTo>
                    <a:pt x="160274" y="201028"/>
                  </a:lnTo>
                  <a:lnTo>
                    <a:pt x="187147" y="194691"/>
                  </a:lnTo>
                  <a:lnTo>
                    <a:pt x="208330" y="176453"/>
                  </a:lnTo>
                  <a:lnTo>
                    <a:pt x="210299" y="172377"/>
                  </a:lnTo>
                  <a:lnTo>
                    <a:pt x="222250" y="147675"/>
                  </a:lnTo>
                  <a:lnTo>
                    <a:pt x="227342" y="109740"/>
                  </a:lnTo>
                  <a:close/>
                </a:path>
                <a:path w="331469" h="276859">
                  <a:moveTo>
                    <a:pt x="331228" y="61531"/>
                  </a:moveTo>
                  <a:lnTo>
                    <a:pt x="293001" y="61531"/>
                  </a:lnTo>
                  <a:lnTo>
                    <a:pt x="293001" y="0"/>
                  </a:lnTo>
                  <a:lnTo>
                    <a:pt x="261239" y="0"/>
                  </a:lnTo>
                  <a:lnTo>
                    <a:pt x="261239" y="257606"/>
                  </a:lnTo>
                  <a:lnTo>
                    <a:pt x="293001" y="257606"/>
                  </a:lnTo>
                  <a:lnTo>
                    <a:pt x="293001" y="163703"/>
                  </a:lnTo>
                  <a:lnTo>
                    <a:pt x="331228" y="163703"/>
                  </a:lnTo>
                  <a:lnTo>
                    <a:pt x="331228" y="137782"/>
                  </a:lnTo>
                  <a:lnTo>
                    <a:pt x="293001" y="137782"/>
                  </a:lnTo>
                  <a:lnTo>
                    <a:pt x="293001" y="88163"/>
                  </a:lnTo>
                  <a:lnTo>
                    <a:pt x="331228" y="88163"/>
                  </a:lnTo>
                  <a:lnTo>
                    <a:pt x="331228" y="6153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6174" y="7448041"/>
              <a:ext cx="240458" cy="2527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58921" y="7448041"/>
              <a:ext cx="537845" cy="258445"/>
            </a:xfrm>
            <a:custGeom>
              <a:avLst/>
              <a:gdLst/>
              <a:ahLst/>
              <a:cxnLst/>
              <a:rect l="l" t="t" r="r" b="b"/>
              <a:pathLst>
                <a:path w="537845" h="258445">
                  <a:moveTo>
                    <a:pt x="44170" y="141922"/>
                  </a:moveTo>
                  <a:lnTo>
                    <a:pt x="42354" y="133438"/>
                  </a:lnTo>
                  <a:lnTo>
                    <a:pt x="37553" y="126479"/>
                  </a:lnTo>
                  <a:lnTo>
                    <a:pt x="30543" y="121767"/>
                  </a:lnTo>
                  <a:lnTo>
                    <a:pt x="22085" y="120027"/>
                  </a:lnTo>
                  <a:lnTo>
                    <a:pt x="13462" y="121767"/>
                  </a:lnTo>
                  <a:lnTo>
                    <a:pt x="6388" y="126479"/>
                  </a:lnTo>
                  <a:lnTo>
                    <a:pt x="1651" y="133438"/>
                  </a:lnTo>
                  <a:lnTo>
                    <a:pt x="0" y="141922"/>
                  </a:lnTo>
                  <a:lnTo>
                    <a:pt x="1651" y="150520"/>
                  </a:lnTo>
                  <a:lnTo>
                    <a:pt x="6388" y="157543"/>
                  </a:lnTo>
                  <a:lnTo>
                    <a:pt x="13462" y="162280"/>
                  </a:lnTo>
                  <a:lnTo>
                    <a:pt x="22085" y="164007"/>
                  </a:lnTo>
                  <a:lnTo>
                    <a:pt x="30543" y="162280"/>
                  </a:lnTo>
                  <a:lnTo>
                    <a:pt x="37553" y="157543"/>
                  </a:lnTo>
                  <a:lnTo>
                    <a:pt x="42354" y="150520"/>
                  </a:lnTo>
                  <a:lnTo>
                    <a:pt x="44170" y="141922"/>
                  </a:lnTo>
                  <a:close/>
                </a:path>
                <a:path w="537845" h="258445">
                  <a:moveTo>
                    <a:pt x="229260" y="101879"/>
                  </a:moveTo>
                  <a:lnTo>
                    <a:pt x="184645" y="73634"/>
                  </a:lnTo>
                  <a:lnTo>
                    <a:pt x="166725" y="26035"/>
                  </a:lnTo>
                  <a:lnTo>
                    <a:pt x="166725" y="6261"/>
                  </a:lnTo>
                  <a:lnTo>
                    <a:pt x="133946" y="6261"/>
                  </a:lnTo>
                  <a:lnTo>
                    <a:pt x="133946" y="26035"/>
                  </a:lnTo>
                  <a:lnTo>
                    <a:pt x="129857" y="51003"/>
                  </a:lnTo>
                  <a:lnTo>
                    <a:pt x="117741" y="73875"/>
                  </a:lnTo>
                  <a:lnTo>
                    <a:pt x="97815" y="92875"/>
                  </a:lnTo>
                  <a:lnTo>
                    <a:pt x="70294" y="106210"/>
                  </a:lnTo>
                  <a:lnTo>
                    <a:pt x="86233" y="131127"/>
                  </a:lnTo>
                  <a:lnTo>
                    <a:pt x="107619" y="121767"/>
                  </a:lnTo>
                  <a:lnTo>
                    <a:pt x="125552" y="108699"/>
                  </a:lnTo>
                  <a:lnTo>
                    <a:pt x="139915" y="92481"/>
                  </a:lnTo>
                  <a:lnTo>
                    <a:pt x="150583" y="73634"/>
                  </a:lnTo>
                  <a:lnTo>
                    <a:pt x="161163" y="90944"/>
                  </a:lnTo>
                  <a:lnTo>
                    <a:pt x="175260" y="105816"/>
                  </a:lnTo>
                  <a:lnTo>
                    <a:pt x="192786" y="117805"/>
                  </a:lnTo>
                  <a:lnTo>
                    <a:pt x="213626" y="126492"/>
                  </a:lnTo>
                  <a:lnTo>
                    <a:pt x="229260" y="101879"/>
                  </a:lnTo>
                  <a:close/>
                </a:path>
                <a:path w="537845" h="258445">
                  <a:moveTo>
                    <a:pt x="284734" y="0"/>
                  </a:moveTo>
                  <a:lnTo>
                    <a:pt x="253365" y="0"/>
                  </a:lnTo>
                  <a:lnTo>
                    <a:pt x="253365" y="131533"/>
                  </a:lnTo>
                  <a:lnTo>
                    <a:pt x="284734" y="131533"/>
                  </a:lnTo>
                  <a:lnTo>
                    <a:pt x="284734" y="0"/>
                  </a:lnTo>
                  <a:close/>
                </a:path>
                <a:path w="537845" h="258445">
                  <a:moveTo>
                    <a:pt x="292900" y="230276"/>
                  </a:moveTo>
                  <a:lnTo>
                    <a:pt x="145643" y="230276"/>
                  </a:lnTo>
                  <a:lnTo>
                    <a:pt x="145643" y="210312"/>
                  </a:lnTo>
                  <a:lnTo>
                    <a:pt x="285140" y="210312"/>
                  </a:lnTo>
                  <a:lnTo>
                    <a:pt x="285140" y="143332"/>
                  </a:lnTo>
                  <a:lnTo>
                    <a:pt x="113969" y="143332"/>
                  </a:lnTo>
                  <a:lnTo>
                    <a:pt x="113969" y="168046"/>
                  </a:lnTo>
                  <a:lnTo>
                    <a:pt x="253568" y="168046"/>
                  </a:lnTo>
                  <a:lnTo>
                    <a:pt x="253568" y="186702"/>
                  </a:lnTo>
                  <a:lnTo>
                    <a:pt x="114782" y="186702"/>
                  </a:lnTo>
                  <a:lnTo>
                    <a:pt x="114782" y="255498"/>
                  </a:lnTo>
                  <a:lnTo>
                    <a:pt x="292900" y="255498"/>
                  </a:lnTo>
                  <a:lnTo>
                    <a:pt x="292900" y="230276"/>
                  </a:lnTo>
                  <a:close/>
                </a:path>
                <a:path w="537845" h="258445">
                  <a:moveTo>
                    <a:pt x="487070" y="174498"/>
                  </a:moveTo>
                  <a:lnTo>
                    <a:pt x="438010" y="129184"/>
                  </a:lnTo>
                  <a:lnTo>
                    <a:pt x="420497" y="61937"/>
                  </a:lnTo>
                  <a:lnTo>
                    <a:pt x="420497" y="20688"/>
                  </a:lnTo>
                  <a:lnTo>
                    <a:pt x="388416" y="20688"/>
                  </a:lnTo>
                  <a:lnTo>
                    <a:pt x="388416" y="61937"/>
                  </a:lnTo>
                  <a:lnTo>
                    <a:pt x="383705" y="98628"/>
                  </a:lnTo>
                  <a:lnTo>
                    <a:pt x="370344" y="132334"/>
                  </a:lnTo>
                  <a:lnTo>
                    <a:pt x="348983" y="160235"/>
                  </a:lnTo>
                  <a:lnTo>
                    <a:pt x="320332" y="179438"/>
                  </a:lnTo>
                  <a:lnTo>
                    <a:pt x="339699" y="205867"/>
                  </a:lnTo>
                  <a:lnTo>
                    <a:pt x="361429" y="192201"/>
                  </a:lnTo>
                  <a:lnTo>
                    <a:pt x="379615" y="173659"/>
                  </a:lnTo>
                  <a:lnTo>
                    <a:pt x="394144" y="151053"/>
                  </a:lnTo>
                  <a:lnTo>
                    <a:pt x="404863" y="125183"/>
                  </a:lnTo>
                  <a:lnTo>
                    <a:pt x="415671" y="149136"/>
                  </a:lnTo>
                  <a:lnTo>
                    <a:pt x="429945" y="170040"/>
                  </a:lnTo>
                  <a:lnTo>
                    <a:pt x="447522" y="187185"/>
                  </a:lnTo>
                  <a:lnTo>
                    <a:pt x="468198" y="199923"/>
                  </a:lnTo>
                  <a:lnTo>
                    <a:pt x="487070" y="174498"/>
                  </a:lnTo>
                  <a:close/>
                </a:path>
                <a:path w="537845" h="258445">
                  <a:moveTo>
                    <a:pt x="537591" y="0"/>
                  </a:moveTo>
                  <a:lnTo>
                    <a:pt x="505625" y="0"/>
                  </a:lnTo>
                  <a:lnTo>
                    <a:pt x="505625" y="258216"/>
                  </a:lnTo>
                  <a:lnTo>
                    <a:pt x="537591" y="258216"/>
                  </a:lnTo>
                  <a:lnTo>
                    <a:pt x="53759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3541" y="7448041"/>
              <a:ext cx="240458" cy="2527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96283" y="7448041"/>
              <a:ext cx="312420" cy="258445"/>
            </a:xfrm>
            <a:custGeom>
              <a:avLst/>
              <a:gdLst/>
              <a:ahLst/>
              <a:cxnLst/>
              <a:rect l="l" t="t" r="r" b="b"/>
              <a:pathLst>
                <a:path w="312420" h="258445">
                  <a:moveTo>
                    <a:pt x="44183" y="141922"/>
                  </a:moveTo>
                  <a:lnTo>
                    <a:pt x="42354" y="133438"/>
                  </a:lnTo>
                  <a:lnTo>
                    <a:pt x="37553" y="126479"/>
                  </a:lnTo>
                  <a:lnTo>
                    <a:pt x="30543" y="121767"/>
                  </a:lnTo>
                  <a:lnTo>
                    <a:pt x="22085" y="120027"/>
                  </a:lnTo>
                  <a:lnTo>
                    <a:pt x="13462" y="121767"/>
                  </a:lnTo>
                  <a:lnTo>
                    <a:pt x="6388" y="126479"/>
                  </a:lnTo>
                  <a:lnTo>
                    <a:pt x="1651" y="133438"/>
                  </a:lnTo>
                  <a:lnTo>
                    <a:pt x="0" y="141922"/>
                  </a:lnTo>
                  <a:lnTo>
                    <a:pt x="1651" y="150520"/>
                  </a:lnTo>
                  <a:lnTo>
                    <a:pt x="6388" y="157543"/>
                  </a:lnTo>
                  <a:lnTo>
                    <a:pt x="13462" y="162280"/>
                  </a:lnTo>
                  <a:lnTo>
                    <a:pt x="22085" y="164007"/>
                  </a:lnTo>
                  <a:lnTo>
                    <a:pt x="30543" y="162280"/>
                  </a:lnTo>
                  <a:lnTo>
                    <a:pt x="37553" y="157543"/>
                  </a:lnTo>
                  <a:lnTo>
                    <a:pt x="42354" y="150520"/>
                  </a:lnTo>
                  <a:lnTo>
                    <a:pt x="44183" y="141922"/>
                  </a:lnTo>
                  <a:close/>
                </a:path>
                <a:path w="312420" h="258445">
                  <a:moveTo>
                    <a:pt x="223710" y="186905"/>
                  </a:moveTo>
                  <a:lnTo>
                    <a:pt x="221234" y="168656"/>
                  </a:lnTo>
                  <a:lnTo>
                    <a:pt x="220091" y="160172"/>
                  </a:lnTo>
                  <a:lnTo>
                    <a:pt x="193979" y="164134"/>
                  </a:lnTo>
                  <a:lnTo>
                    <a:pt x="168148" y="166687"/>
                  </a:lnTo>
                  <a:lnTo>
                    <a:pt x="141439" y="168097"/>
                  </a:lnTo>
                  <a:lnTo>
                    <a:pt x="112661" y="168656"/>
                  </a:lnTo>
                  <a:lnTo>
                    <a:pt x="112661" y="50038"/>
                  </a:lnTo>
                  <a:lnTo>
                    <a:pt x="201726" y="50038"/>
                  </a:lnTo>
                  <a:lnTo>
                    <a:pt x="201726" y="24320"/>
                  </a:lnTo>
                  <a:lnTo>
                    <a:pt x="81089" y="24320"/>
                  </a:lnTo>
                  <a:lnTo>
                    <a:pt x="81089" y="194970"/>
                  </a:lnTo>
                  <a:lnTo>
                    <a:pt x="102273" y="194970"/>
                  </a:lnTo>
                  <a:lnTo>
                    <a:pt x="135318" y="194741"/>
                  </a:lnTo>
                  <a:lnTo>
                    <a:pt x="165493" y="193586"/>
                  </a:lnTo>
                  <a:lnTo>
                    <a:pt x="194411" y="191122"/>
                  </a:lnTo>
                  <a:lnTo>
                    <a:pt x="223710" y="186905"/>
                  </a:lnTo>
                  <a:close/>
                </a:path>
                <a:path w="312420" h="258445">
                  <a:moveTo>
                    <a:pt x="312178" y="97739"/>
                  </a:moveTo>
                  <a:lnTo>
                    <a:pt x="272427" y="97739"/>
                  </a:lnTo>
                  <a:lnTo>
                    <a:pt x="272427" y="0"/>
                  </a:lnTo>
                  <a:lnTo>
                    <a:pt x="240665" y="0"/>
                  </a:lnTo>
                  <a:lnTo>
                    <a:pt x="240665" y="258216"/>
                  </a:lnTo>
                  <a:lnTo>
                    <a:pt x="272427" y="258216"/>
                  </a:lnTo>
                  <a:lnTo>
                    <a:pt x="272427" y="123761"/>
                  </a:lnTo>
                  <a:lnTo>
                    <a:pt x="312178" y="123761"/>
                  </a:lnTo>
                  <a:lnTo>
                    <a:pt x="312178" y="9773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9356" y="7459338"/>
              <a:ext cx="234910" cy="24610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72018" y="7448041"/>
              <a:ext cx="240665" cy="257810"/>
            </a:xfrm>
            <a:custGeom>
              <a:avLst/>
              <a:gdLst/>
              <a:ahLst/>
              <a:cxnLst/>
              <a:rect l="l" t="t" r="r" b="b"/>
              <a:pathLst>
                <a:path w="240664" h="257809">
                  <a:moveTo>
                    <a:pt x="201827" y="0"/>
                  </a:moveTo>
                  <a:lnTo>
                    <a:pt x="170055" y="0"/>
                  </a:lnTo>
                  <a:lnTo>
                    <a:pt x="170055" y="257201"/>
                  </a:lnTo>
                  <a:lnTo>
                    <a:pt x="201827" y="257201"/>
                  </a:lnTo>
                  <a:lnTo>
                    <a:pt x="201827" y="126886"/>
                  </a:lnTo>
                  <a:lnTo>
                    <a:pt x="240054" y="126886"/>
                  </a:lnTo>
                  <a:lnTo>
                    <a:pt x="240054" y="100762"/>
                  </a:lnTo>
                  <a:lnTo>
                    <a:pt x="201827" y="100762"/>
                  </a:lnTo>
                  <a:lnTo>
                    <a:pt x="201827" y="0"/>
                  </a:lnTo>
                  <a:close/>
                </a:path>
                <a:path w="240664" h="257809">
                  <a:moveTo>
                    <a:pt x="119197" y="114984"/>
                  </a:moveTo>
                  <a:lnTo>
                    <a:pt x="86439" y="114984"/>
                  </a:lnTo>
                  <a:lnTo>
                    <a:pt x="72891" y="137032"/>
                  </a:lnTo>
                  <a:lnTo>
                    <a:pt x="54377" y="157397"/>
                  </a:lnTo>
                  <a:lnTo>
                    <a:pt x="30285" y="176173"/>
                  </a:lnTo>
                  <a:lnTo>
                    <a:pt x="0" y="193455"/>
                  </a:lnTo>
                  <a:lnTo>
                    <a:pt x="17449" y="217259"/>
                  </a:lnTo>
                  <a:lnTo>
                    <a:pt x="66079" y="186647"/>
                  </a:lnTo>
                  <a:lnTo>
                    <a:pt x="99516" y="151735"/>
                  </a:lnTo>
                  <a:lnTo>
                    <a:pt x="119197" y="114984"/>
                  </a:lnTo>
                  <a:close/>
                </a:path>
                <a:path w="240664" h="257809">
                  <a:moveTo>
                    <a:pt x="133946" y="25417"/>
                  </a:moveTo>
                  <a:lnTo>
                    <a:pt x="15533" y="25417"/>
                  </a:lnTo>
                  <a:lnTo>
                    <a:pt x="15533" y="51036"/>
                  </a:lnTo>
                  <a:lnTo>
                    <a:pt x="102275" y="51036"/>
                  </a:lnTo>
                  <a:lnTo>
                    <a:pt x="101383" y="60967"/>
                  </a:lnTo>
                  <a:lnTo>
                    <a:pt x="100045" y="70699"/>
                  </a:lnTo>
                  <a:lnTo>
                    <a:pt x="98275" y="80071"/>
                  </a:lnTo>
                  <a:lnTo>
                    <a:pt x="96022" y="89264"/>
                  </a:lnTo>
                  <a:lnTo>
                    <a:pt x="2118" y="95215"/>
                  </a:lnTo>
                  <a:lnTo>
                    <a:pt x="6253" y="122447"/>
                  </a:lnTo>
                  <a:lnTo>
                    <a:pt x="86439" y="114984"/>
                  </a:lnTo>
                  <a:lnTo>
                    <a:pt x="119197" y="114984"/>
                  </a:lnTo>
                  <a:lnTo>
                    <a:pt x="120288" y="112945"/>
                  </a:lnTo>
                  <a:lnTo>
                    <a:pt x="130926" y="70642"/>
                  </a:lnTo>
                  <a:lnTo>
                    <a:pt x="133946" y="2541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5032438" y="7448041"/>
            <a:ext cx="571500" cy="276860"/>
          </a:xfrm>
          <a:custGeom>
            <a:avLst/>
            <a:gdLst/>
            <a:ahLst/>
            <a:cxnLst/>
            <a:rect l="l" t="t" r="r" b="b"/>
            <a:pathLst>
              <a:path w="571500" h="276859">
                <a:moveTo>
                  <a:pt x="161480" y="4445"/>
                </a:moveTo>
                <a:lnTo>
                  <a:pt x="131330" y="4445"/>
                </a:lnTo>
                <a:lnTo>
                  <a:pt x="131330" y="94488"/>
                </a:lnTo>
                <a:lnTo>
                  <a:pt x="101269" y="94488"/>
                </a:lnTo>
                <a:lnTo>
                  <a:pt x="101269" y="52590"/>
                </a:lnTo>
                <a:lnTo>
                  <a:pt x="101269" y="28448"/>
                </a:lnTo>
                <a:lnTo>
                  <a:pt x="71513" y="28448"/>
                </a:lnTo>
                <a:lnTo>
                  <a:pt x="71513" y="52590"/>
                </a:lnTo>
                <a:lnTo>
                  <a:pt x="71513" y="94488"/>
                </a:lnTo>
                <a:lnTo>
                  <a:pt x="71513" y="121158"/>
                </a:lnTo>
                <a:lnTo>
                  <a:pt x="71513" y="166890"/>
                </a:lnTo>
                <a:lnTo>
                  <a:pt x="29756" y="166890"/>
                </a:lnTo>
                <a:lnTo>
                  <a:pt x="29756" y="52590"/>
                </a:lnTo>
                <a:lnTo>
                  <a:pt x="71513" y="52590"/>
                </a:lnTo>
                <a:lnTo>
                  <a:pt x="71513" y="28448"/>
                </a:lnTo>
                <a:lnTo>
                  <a:pt x="0" y="28448"/>
                </a:lnTo>
                <a:lnTo>
                  <a:pt x="0" y="52590"/>
                </a:lnTo>
                <a:lnTo>
                  <a:pt x="0" y="166890"/>
                </a:lnTo>
                <a:lnTo>
                  <a:pt x="0" y="191008"/>
                </a:lnTo>
                <a:lnTo>
                  <a:pt x="101269" y="191008"/>
                </a:lnTo>
                <a:lnTo>
                  <a:pt x="101269" y="166890"/>
                </a:lnTo>
                <a:lnTo>
                  <a:pt x="101269" y="121158"/>
                </a:lnTo>
                <a:lnTo>
                  <a:pt x="131330" y="121158"/>
                </a:lnTo>
                <a:lnTo>
                  <a:pt x="131330" y="245300"/>
                </a:lnTo>
                <a:lnTo>
                  <a:pt x="161480" y="245300"/>
                </a:lnTo>
                <a:lnTo>
                  <a:pt x="161480" y="121158"/>
                </a:lnTo>
                <a:lnTo>
                  <a:pt x="161480" y="120637"/>
                </a:lnTo>
                <a:lnTo>
                  <a:pt x="161480" y="94919"/>
                </a:lnTo>
                <a:lnTo>
                  <a:pt x="161480" y="94488"/>
                </a:lnTo>
                <a:lnTo>
                  <a:pt x="161480" y="4445"/>
                </a:lnTo>
                <a:close/>
              </a:path>
              <a:path w="571500" h="276859">
                <a:moveTo>
                  <a:pt x="214439" y="0"/>
                </a:moveTo>
                <a:lnTo>
                  <a:pt x="183972" y="0"/>
                </a:lnTo>
                <a:lnTo>
                  <a:pt x="183972" y="257606"/>
                </a:lnTo>
                <a:lnTo>
                  <a:pt x="214439" y="257606"/>
                </a:lnTo>
                <a:lnTo>
                  <a:pt x="214439" y="0"/>
                </a:lnTo>
                <a:close/>
              </a:path>
              <a:path w="571500" h="276859">
                <a:moveTo>
                  <a:pt x="398310" y="188315"/>
                </a:moveTo>
                <a:lnTo>
                  <a:pt x="396328" y="170967"/>
                </a:lnTo>
                <a:lnTo>
                  <a:pt x="395389" y="162801"/>
                </a:lnTo>
                <a:lnTo>
                  <a:pt x="368973" y="166687"/>
                </a:lnTo>
                <a:lnTo>
                  <a:pt x="342900" y="169151"/>
                </a:lnTo>
                <a:lnTo>
                  <a:pt x="315937" y="170484"/>
                </a:lnTo>
                <a:lnTo>
                  <a:pt x="286854" y="170967"/>
                </a:lnTo>
                <a:lnTo>
                  <a:pt x="286854" y="119634"/>
                </a:lnTo>
                <a:lnTo>
                  <a:pt x="373405" y="119634"/>
                </a:lnTo>
                <a:lnTo>
                  <a:pt x="373405" y="22402"/>
                </a:lnTo>
                <a:lnTo>
                  <a:pt x="254889" y="22402"/>
                </a:lnTo>
                <a:lnTo>
                  <a:pt x="254889" y="48120"/>
                </a:lnTo>
                <a:lnTo>
                  <a:pt x="341731" y="48120"/>
                </a:lnTo>
                <a:lnTo>
                  <a:pt x="341731" y="94310"/>
                </a:lnTo>
                <a:lnTo>
                  <a:pt x="255384" y="94310"/>
                </a:lnTo>
                <a:lnTo>
                  <a:pt x="255384" y="197396"/>
                </a:lnTo>
                <a:lnTo>
                  <a:pt x="276567" y="197396"/>
                </a:lnTo>
                <a:lnTo>
                  <a:pt x="309753" y="196951"/>
                </a:lnTo>
                <a:lnTo>
                  <a:pt x="340093" y="195541"/>
                </a:lnTo>
                <a:lnTo>
                  <a:pt x="369112" y="192786"/>
                </a:lnTo>
                <a:lnTo>
                  <a:pt x="398310" y="188315"/>
                </a:lnTo>
                <a:close/>
              </a:path>
              <a:path w="571500" h="276859">
                <a:moveTo>
                  <a:pt x="486270" y="99060"/>
                </a:moveTo>
                <a:lnTo>
                  <a:pt x="446519" y="99060"/>
                </a:lnTo>
                <a:lnTo>
                  <a:pt x="446519" y="0"/>
                </a:lnTo>
                <a:lnTo>
                  <a:pt x="415163" y="0"/>
                </a:lnTo>
                <a:lnTo>
                  <a:pt x="415163" y="258216"/>
                </a:lnTo>
                <a:lnTo>
                  <a:pt x="446519" y="258216"/>
                </a:lnTo>
                <a:lnTo>
                  <a:pt x="446519" y="125374"/>
                </a:lnTo>
                <a:lnTo>
                  <a:pt x="486270" y="125374"/>
                </a:lnTo>
                <a:lnTo>
                  <a:pt x="486270" y="99060"/>
                </a:lnTo>
                <a:close/>
              </a:path>
              <a:path w="571500" h="276859">
                <a:moveTo>
                  <a:pt x="571093" y="148069"/>
                </a:moveTo>
                <a:lnTo>
                  <a:pt x="568579" y="111861"/>
                </a:lnTo>
                <a:lnTo>
                  <a:pt x="561073" y="78562"/>
                </a:lnTo>
                <a:lnTo>
                  <a:pt x="548576" y="47980"/>
                </a:lnTo>
                <a:lnTo>
                  <a:pt x="531152" y="19875"/>
                </a:lnTo>
                <a:lnTo>
                  <a:pt x="497052" y="19875"/>
                </a:lnTo>
                <a:lnTo>
                  <a:pt x="511327" y="44411"/>
                </a:lnTo>
                <a:lnTo>
                  <a:pt x="522859" y="76034"/>
                </a:lnTo>
                <a:lnTo>
                  <a:pt x="530555" y="111620"/>
                </a:lnTo>
                <a:lnTo>
                  <a:pt x="533374" y="148069"/>
                </a:lnTo>
                <a:lnTo>
                  <a:pt x="530555" y="184569"/>
                </a:lnTo>
                <a:lnTo>
                  <a:pt x="522859" y="220154"/>
                </a:lnTo>
                <a:lnTo>
                  <a:pt x="511327" y="251739"/>
                </a:lnTo>
                <a:lnTo>
                  <a:pt x="497052" y="276275"/>
                </a:lnTo>
                <a:lnTo>
                  <a:pt x="531152" y="276275"/>
                </a:lnTo>
                <a:lnTo>
                  <a:pt x="548576" y="248183"/>
                </a:lnTo>
                <a:lnTo>
                  <a:pt x="561073" y="217614"/>
                </a:lnTo>
                <a:lnTo>
                  <a:pt x="568579" y="184327"/>
                </a:lnTo>
                <a:lnTo>
                  <a:pt x="571093" y="14806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141330" y="7857021"/>
            <a:ext cx="488315" cy="257810"/>
            <a:chOff x="3141330" y="7857021"/>
            <a:chExt cx="488315" cy="257810"/>
          </a:xfrm>
        </p:grpSpPr>
        <p:sp>
          <p:nvSpPr>
            <p:cNvPr id="16" name="object 16"/>
            <p:cNvSpPr/>
            <p:nvPr/>
          </p:nvSpPr>
          <p:spPr>
            <a:xfrm>
              <a:off x="3141330" y="7857021"/>
              <a:ext cx="217170" cy="257810"/>
            </a:xfrm>
            <a:custGeom>
              <a:avLst/>
              <a:gdLst/>
              <a:ahLst/>
              <a:cxnLst/>
              <a:rect l="l" t="t" r="r" b="b"/>
              <a:pathLst>
                <a:path w="217170" h="257809">
                  <a:moveTo>
                    <a:pt x="216553" y="0"/>
                  </a:moveTo>
                  <a:lnTo>
                    <a:pt x="184882" y="0"/>
                  </a:lnTo>
                  <a:lnTo>
                    <a:pt x="184882" y="63745"/>
                  </a:lnTo>
                  <a:lnTo>
                    <a:pt x="141107" y="63745"/>
                  </a:lnTo>
                  <a:lnTo>
                    <a:pt x="141107" y="89768"/>
                  </a:lnTo>
                  <a:lnTo>
                    <a:pt x="184882" y="89768"/>
                  </a:lnTo>
                  <a:lnTo>
                    <a:pt x="184882" y="153715"/>
                  </a:lnTo>
                  <a:lnTo>
                    <a:pt x="216553" y="153715"/>
                  </a:lnTo>
                  <a:lnTo>
                    <a:pt x="216553" y="0"/>
                  </a:lnTo>
                  <a:close/>
                </a:path>
                <a:path w="217170" h="257809">
                  <a:moveTo>
                    <a:pt x="95315" y="40950"/>
                  </a:moveTo>
                  <a:lnTo>
                    <a:pt x="63039" y="40950"/>
                  </a:lnTo>
                  <a:lnTo>
                    <a:pt x="63039" y="44480"/>
                  </a:lnTo>
                  <a:lnTo>
                    <a:pt x="58962" y="69395"/>
                  </a:lnTo>
                  <a:lnTo>
                    <a:pt x="46913" y="92579"/>
                  </a:lnTo>
                  <a:lnTo>
                    <a:pt x="27168" y="112038"/>
                  </a:lnTo>
                  <a:lnTo>
                    <a:pt x="0" y="125776"/>
                  </a:lnTo>
                  <a:lnTo>
                    <a:pt x="16339" y="150790"/>
                  </a:lnTo>
                  <a:lnTo>
                    <a:pt x="37527" y="141033"/>
                  </a:lnTo>
                  <a:lnTo>
                    <a:pt x="55197" y="127579"/>
                  </a:lnTo>
                  <a:lnTo>
                    <a:pt x="69274" y="111004"/>
                  </a:lnTo>
                  <a:lnTo>
                    <a:pt x="79682" y="91886"/>
                  </a:lnTo>
                  <a:lnTo>
                    <a:pt x="113498" y="91886"/>
                  </a:lnTo>
                  <a:lnTo>
                    <a:pt x="110684" y="89175"/>
                  </a:lnTo>
                  <a:lnTo>
                    <a:pt x="99184" y="67513"/>
                  </a:lnTo>
                  <a:lnTo>
                    <a:pt x="95365" y="44480"/>
                  </a:lnTo>
                  <a:lnTo>
                    <a:pt x="95315" y="40950"/>
                  </a:lnTo>
                  <a:close/>
                </a:path>
                <a:path w="217170" h="257809">
                  <a:moveTo>
                    <a:pt x="113498" y="91886"/>
                  </a:moveTo>
                  <a:lnTo>
                    <a:pt x="79682" y="91886"/>
                  </a:lnTo>
                  <a:lnTo>
                    <a:pt x="89803" y="109145"/>
                  </a:lnTo>
                  <a:lnTo>
                    <a:pt x="103309" y="124124"/>
                  </a:lnTo>
                  <a:lnTo>
                    <a:pt x="120106" y="136324"/>
                  </a:lnTo>
                  <a:lnTo>
                    <a:pt x="140099" y="145243"/>
                  </a:lnTo>
                  <a:lnTo>
                    <a:pt x="155934" y="120632"/>
                  </a:lnTo>
                  <a:lnTo>
                    <a:pt x="129654" y="107452"/>
                  </a:lnTo>
                  <a:lnTo>
                    <a:pt x="113498" y="91886"/>
                  </a:lnTo>
                  <a:close/>
                </a:path>
                <a:path w="217170" h="257809">
                  <a:moveTo>
                    <a:pt x="148672" y="15532"/>
                  </a:moveTo>
                  <a:lnTo>
                    <a:pt x="9279" y="15532"/>
                  </a:lnTo>
                  <a:lnTo>
                    <a:pt x="9279" y="40950"/>
                  </a:lnTo>
                  <a:lnTo>
                    <a:pt x="148672" y="40950"/>
                  </a:lnTo>
                  <a:lnTo>
                    <a:pt x="148672" y="15532"/>
                  </a:lnTo>
                  <a:close/>
                </a:path>
                <a:path w="217170" h="257809">
                  <a:moveTo>
                    <a:pt x="216553" y="165920"/>
                  </a:moveTo>
                  <a:lnTo>
                    <a:pt x="40748" y="165920"/>
                  </a:lnTo>
                  <a:lnTo>
                    <a:pt x="40748" y="191438"/>
                  </a:lnTo>
                  <a:lnTo>
                    <a:pt x="184882" y="191438"/>
                  </a:lnTo>
                  <a:lnTo>
                    <a:pt x="184882" y="257605"/>
                  </a:lnTo>
                  <a:lnTo>
                    <a:pt x="216553" y="257605"/>
                  </a:lnTo>
                  <a:lnTo>
                    <a:pt x="216553" y="16592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94496" y="7861156"/>
              <a:ext cx="234910" cy="253066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716316" y="7857021"/>
            <a:ext cx="474980" cy="257810"/>
            <a:chOff x="3716316" y="7857021"/>
            <a:chExt cx="474980" cy="25781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16316" y="7857021"/>
              <a:ext cx="239247" cy="25276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65953" y="7857021"/>
              <a:ext cx="225425" cy="257810"/>
            </a:xfrm>
            <a:custGeom>
              <a:avLst/>
              <a:gdLst/>
              <a:ahLst/>
              <a:cxnLst/>
              <a:rect l="l" t="t" r="r" b="b"/>
              <a:pathLst>
                <a:path w="225425" h="257809">
                  <a:moveTo>
                    <a:pt x="225026" y="0"/>
                  </a:moveTo>
                  <a:lnTo>
                    <a:pt x="195069" y="0"/>
                  </a:lnTo>
                  <a:lnTo>
                    <a:pt x="195069" y="257605"/>
                  </a:lnTo>
                  <a:lnTo>
                    <a:pt x="225026" y="257605"/>
                  </a:lnTo>
                  <a:lnTo>
                    <a:pt x="225026" y="0"/>
                  </a:lnTo>
                  <a:close/>
                </a:path>
                <a:path w="225425" h="257809">
                  <a:moveTo>
                    <a:pt x="171871" y="95013"/>
                  </a:moveTo>
                  <a:lnTo>
                    <a:pt x="141712" y="95013"/>
                  </a:lnTo>
                  <a:lnTo>
                    <a:pt x="141712" y="133543"/>
                  </a:lnTo>
                  <a:lnTo>
                    <a:pt x="101468" y="133543"/>
                  </a:lnTo>
                  <a:lnTo>
                    <a:pt x="101468" y="159263"/>
                  </a:lnTo>
                  <a:lnTo>
                    <a:pt x="141712" y="159263"/>
                  </a:lnTo>
                  <a:lnTo>
                    <a:pt x="141712" y="245602"/>
                  </a:lnTo>
                  <a:lnTo>
                    <a:pt x="171871" y="245602"/>
                  </a:lnTo>
                  <a:lnTo>
                    <a:pt x="171871" y="95013"/>
                  </a:lnTo>
                  <a:close/>
                </a:path>
                <a:path w="225425" h="257809">
                  <a:moveTo>
                    <a:pt x="114379" y="31368"/>
                  </a:moveTo>
                  <a:lnTo>
                    <a:pt x="13818" y="31368"/>
                  </a:lnTo>
                  <a:lnTo>
                    <a:pt x="13818" y="57088"/>
                  </a:lnTo>
                  <a:lnTo>
                    <a:pt x="82808" y="57088"/>
                  </a:lnTo>
                  <a:lnTo>
                    <a:pt x="75373" y="93843"/>
                  </a:lnTo>
                  <a:lnTo>
                    <a:pt x="59635" y="126533"/>
                  </a:lnTo>
                  <a:lnTo>
                    <a:pt x="34782" y="155439"/>
                  </a:lnTo>
                  <a:lnTo>
                    <a:pt x="0" y="180847"/>
                  </a:lnTo>
                  <a:lnTo>
                    <a:pt x="18760" y="203340"/>
                  </a:lnTo>
                  <a:lnTo>
                    <a:pt x="51074" y="180315"/>
                  </a:lnTo>
                  <a:lnTo>
                    <a:pt x="75975" y="154472"/>
                  </a:lnTo>
                  <a:lnTo>
                    <a:pt x="94105" y="125981"/>
                  </a:lnTo>
                  <a:lnTo>
                    <a:pt x="106108" y="95013"/>
                  </a:lnTo>
                  <a:lnTo>
                    <a:pt x="171871" y="95013"/>
                  </a:lnTo>
                  <a:lnTo>
                    <a:pt x="171871" y="69192"/>
                  </a:lnTo>
                  <a:lnTo>
                    <a:pt x="111655" y="69192"/>
                  </a:lnTo>
                  <a:lnTo>
                    <a:pt x="112847" y="59963"/>
                  </a:lnTo>
                  <a:lnTo>
                    <a:pt x="113698" y="50582"/>
                  </a:lnTo>
                  <a:lnTo>
                    <a:pt x="114208" y="41051"/>
                  </a:lnTo>
                  <a:lnTo>
                    <a:pt x="114379" y="31368"/>
                  </a:lnTo>
                  <a:close/>
                </a:path>
                <a:path w="225425" h="257809">
                  <a:moveTo>
                    <a:pt x="171871" y="6253"/>
                  </a:moveTo>
                  <a:lnTo>
                    <a:pt x="141712" y="6253"/>
                  </a:lnTo>
                  <a:lnTo>
                    <a:pt x="141712" y="69192"/>
                  </a:lnTo>
                  <a:lnTo>
                    <a:pt x="171871" y="69192"/>
                  </a:lnTo>
                  <a:lnTo>
                    <a:pt x="171871" y="625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251114" y="3736000"/>
            <a:ext cx="5088255" cy="3241675"/>
            <a:chOff x="1251114" y="3736000"/>
            <a:chExt cx="5088255" cy="3241675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7788" y="3752696"/>
              <a:ext cx="5071541" cy="322480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1114" y="3736000"/>
              <a:ext cx="4843949" cy="2997265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89343" y="758964"/>
              <a:ext cx="755650" cy="465455"/>
            </a:xfrm>
            <a:custGeom>
              <a:avLst/>
              <a:gdLst/>
              <a:ahLst/>
              <a:cxnLst/>
              <a:rect l="l" t="t" r="r" b="b"/>
              <a:pathLst>
                <a:path w="75565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55650" h="465455">
                  <a:moveTo>
                    <a:pt x="755065" y="378675"/>
                  </a:moveTo>
                  <a:lnTo>
                    <a:pt x="559142" y="378675"/>
                  </a:lnTo>
                  <a:lnTo>
                    <a:pt x="559142" y="375602"/>
                  </a:lnTo>
                  <a:lnTo>
                    <a:pt x="628929" y="309613"/>
                  </a:lnTo>
                  <a:lnTo>
                    <a:pt x="687438" y="253809"/>
                  </a:lnTo>
                  <a:lnTo>
                    <a:pt x="724179" y="208876"/>
                  </a:lnTo>
                  <a:lnTo>
                    <a:pt x="743254" y="170078"/>
                  </a:lnTo>
                  <a:lnTo>
                    <a:pt x="748804" y="132664"/>
                  </a:lnTo>
                  <a:lnTo>
                    <a:pt x="741133" y="88976"/>
                  </a:lnTo>
                  <a:lnTo>
                    <a:pt x="719416" y="52336"/>
                  </a:lnTo>
                  <a:lnTo>
                    <a:pt x="685165" y="24282"/>
                  </a:lnTo>
                  <a:lnTo>
                    <a:pt x="639876" y="6324"/>
                  </a:lnTo>
                  <a:lnTo>
                    <a:pt x="585089" y="0"/>
                  </a:lnTo>
                  <a:lnTo>
                    <a:pt x="531253" y="6540"/>
                  </a:lnTo>
                  <a:lnTo>
                    <a:pt x="486321" y="25387"/>
                  </a:lnTo>
                  <a:lnTo>
                    <a:pt x="452081" y="55372"/>
                  </a:lnTo>
                  <a:lnTo>
                    <a:pt x="430288" y="95313"/>
                  </a:lnTo>
                  <a:lnTo>
                    <a:pt x="422719" y="144056"/>
                  </a:lnTo>
                  <a:lnTo>
                    <a:pt x="513067" y="144056"/>
                  </a:lnTo>
                  <a:lnTo>
                    <a:pt x="518058" y="114947"/>
                  </a:lnTo>
                  <a:lnTo>
                    <a:pt x="532472" y="93002"/>
                  </a:lnTo>
                  <a:lnTo>
                    <a:pt x="555028" y="79159"/>
                  </a:lnTo>
                  <a:lnTo>
                    <a:pt x="584415" y="74333"/>
                  </a:lnTo>
                  <a:lnTo>
                    <a:pt x="613295" y="78790"/>
                  </a:lnTo>
                  <a:lnTo>
                    <a:pt x="636282" y="91567"/>
                  </a:lnTo>
                  <a:lnTo>
                    <a:pt x="651497" y="111798"/>
                  </a:lnTo>
                  <a:lnTo>
                    <a:pt x="657110" y="138582"/>
                  </a:lnTo>
                  <a:lnTo>
                    <a:pt x="652716" y="163868"/>
                  </a:lnTo>
                  <a:lnTo>
                    <a:pt x="640080" y="187452"/>
                  </a:lnTo>
                  <a:lnTo>
                    <a:pt x="619518" y="211810"/>
                  </a:lnTo>
                  <a:lnTo>
                    <a:pt x="591350" y="239445"/>
                  </a:lnTo>
                  <a:lnTo>
                    <a:pt x="426745" y="387883"/>
                  </a:lnTo>
                  <a:lnTo>
                    <a:pt x="426961" y="455206"/>
                  </a:lnTo>
                  <a:lnTo>
                    <a:pt x="755065" y="455206"/>
                  </a:lnTo>
                  <a:lnTo>
                    <a:pt x="755065" y="37867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07718" y="1115928"/>
              <a:ext cx="106235" cy="10371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894916" y="737780"/>
              <a:ext cx="3901440" cy="506730"/>
            </a:xfrm>
            <a:custGeom>
              <a:avLst/>
              <a:gdLst/>
              <a:ahLst/>
              <a:cxnLst/>
              <a:rect l="l" t="t" r="r" b="b"/>
              <a:pathLst>
                <a:path w="3901440" h="506730">
                  <a:moveTo>
                    <a:pt x="322465" y="349288"/>
                  </a:moveTo>
                  <a:lnTo>
                    <a:pt x="277837" y="323011"/>
                  </a:lnTo>
                  <a:lnTo>
                    <a:pt x="241782" y="286740"/>
                  </a:lnTo>
                  <a:lnTo>
                    <a:pt x="215087" y="243217"/>
                  </a:lnTo>
                  <a:lnTo>
                    <a:pt x="198501" y="195199"/>
                  </a:lnTo>
                  <a:lnTo>
                    <a:pt x="192811" y="145440"/>
                  </a:lnTo>
                  <a:lnTo>
                    <a:pt x="192811" y="103009"/>
                  </a:lnTo>
                  <a:lnTo>
                    <a:pt x="302920" y="103009"/>
                  </a:lnTo>
                  <a:lnTo>
                    <a:pt x="302920" y="52095"/>
                  </a:lnTo>
                  <a:lnTo>
                    <a:pt x="18554" y="52095"/>
                  </a:lnTo>
                  <a:lnTo>
                    <a:pt x="18554" y="103009"/>
                  </a:lnTo>
                  <a:lnTo>
                    <a:pt x="129654" y="103009"/>
                  </a:lnTo>
                  <a:lnTo>
                    <a:pt x="129654" y="145440"/>
                  </a:lnTo>
                  <a:lnTo>
                    <a:pt x="125450" y="188810"/>
                  </a:lnTo>
                  <a:lnTo>
                    <a:pt x="113588" y="231686"/>
                  </a:lnTo>
                  <a:lnTo>
                    <a:pt x="94576" y="272249"/>
                  </a:lnTo>
                  <a:lnTo>
                    <a:pt x="68961" y="308686"/>
                  </a:lnTo>
                  <a:lnTo>
                    <a:pt x="37261" y="339178"/>
                  </a:lnTo>
                  <a:lnTo>
                    <a:pt x="0" y="361924"/>
                  </a:lnTo>
                  <a:lnTo>
                    <a:pt x="35725" y="410857"/>
                  </a:lnTo>
                  <a:lnTo>
                    <a:pt x="77216" y="384479"/>
                  </a:lnTo>
                  <a:lnTo>
                    <a:pt x="112509" y="348576"/>
                  </a:lnTo>
                  <a:lnTo>
                    <a:pt x="141046" y="304927"/>
                  </a:lnTo>
                  <a:lnTo>
                    <a:pt x="162217" y="255358"/>
                  </a:lnTo>
                  <a:lnTo>
                    <a:pt x="183349" y="301104"/>
                  </a:lnTo>
                  <a:lnTo>
                    <a:pt x="211772" y="341147"/>
                  </a:lnTo>
                  <a:lnTo>
                    <a:pt x="247053" y="374015"/>
                  </a:lnTo>
                  <a:lnTo>
                    <a:pt x="288721" y="398233"/>
                  </a:lnTo>
                  <a:lnTo>
                    <a:pt x="322465" y="349288"/>
                  </a:lnTo>
                  <a:close/>
                </a:path>
                <a:path w="3901440" h="506730">
                  <a:moveTo>
                    <a:pt x="422122" y="2362"/>
                  </a:moveTo>
                  <a:lnTo>
                    <a:pt x="359562" y="2362"/>
                  </a:lnTo>
                  <a:lnTo>
                    <a:pt x="359562" y="506374"/>
                  </a:lnTo>
                  <a:lnTo>
                    <a:pt x="422122" y="506374"/>
                  </a:lnTo>
                  <a:lnTo>
                    <a:pt x="422122" y="2362"/>
                  </a:lnTo>
                  <a:close/>
                </a:path>
                <a:path w="3901440" h="506730">
                  <a:moveTo>
                    <a:pt x="783856" y="258508"/>
                  </a:moveTo>
                  <a:lnTo>
                    <a:pt x="779754" y="228117"/>
                  </a:lnTo>
                  <a:lnTo>
                    <a:pt x="776947" y="207403"/>
                  </a:lnTo>
                  <a:lnTo>
                    <a:pt x="722452" y="217131"/>
                  </a:lnTo>
                  <a:lnTo>
                    <a:pt x="669645" y="223380"/>
                  </a:lnTo>
                  <a:lnTo>
                    <a:pt x="618553" y="226822"/>
                  </a:lnTo>
                  <a:lnTo>
                    <a:pt x="569150" y="228117"/>
                  </a:lnTo>
                  <a:lnTo>
                    <a:pt x="569150" y="37096"/>
                  </a:lnTo>
                  <a:lnTo>
                    <a:pt x="506793" y="37096"/>
                  </a:lnTo>
                  <a:lnTo>
                    <a:pt x="506793" y="280022"/>
                  </a:lnTo>
                  <a:lnTo>
                    <a:pt x="548830" y="280022"/>
                  </a:lnTo>
                  <a:lnTo>
                    <a:pt x="593623" y="279412"/>
                  </a:lnTo>
                  <a:lnTo>
                    <a:pt x="639457" y="277342"/>
                  </a:lnTo>
                  <a:lnTo>
                    <a:pt x="686409" y="273418"/>
                  </a:lnTo>
                  <a:lnTo>
                    <a:pt x="734529" y="267271"/>
                  </a:lnTo>
                  <a:lnTo>
                    <a:pt x="783856" y="258508"/>
                  </a:lnTo>
                  <a:close/>
                </a:path>
                <a:path w="3901440" h="506730">
                  <a:moveTo>
                    <a:pt x="899896" y="446582"/>
                  </a:moveTo>
                  <a:lnTo>
                    <a:pt x="623023" y="446582"/>
                  </a:lnTo>
                  <a:lnTo>
                    <a:pt x="623023" y="331139"/>
                  </a:lnTo>
                  <a:lnTo>
                    <a:pt x="560666" y="331139"/>
                  </a:lnTo>
                  <a:lnTo>
                    <a:pt x="560666" y="496900"/>
                  </a:lnTo>
                  <a:lnTo>
                    <a:pt x="899896" y="496900"/>
                  </a:lnTo>
                  <a:lnTo>
                    <a:pt x="899896" y="446582"/>
                  </a:lnTo>
                  <a:close/>
                </a:path>
                <a:path w="3901440" h="506730">
                  <a:moveTo>
                    <a:pt x="953579" y="147015"/>
                  </a:moveTo>
                  <a:lnTo>
                    <a:pt x="883119" y="147015"/>
                  </a:lnTo>
                  <a:lnTo>
                    <a:pt x="883119" y="2755"/>
                  </a:lnTo>
                  <a:lnTo>
                    <a:pt x="820762" y="2755"/>
                  </a:lnTo>
                  <a:lnTo>
                    <a:pt x="820762" y="365467"/>
                  </a:lnTo>
                  <a:lnTo>
                    <a:pt x="883119" y="365467"/>
                  </a:lnTo>
                  <a:lnTo>
                    <a:pt x="883119" y="199313"/>
                  </a:lnTo>
                  <a:lnTo>
                    <a:pt x="953579" y="199313"/>
                  </a:lnTo>
                  <a:lnTo>
                    <a:pt x="953579" y="147015"/>
                  </a:lnTo>
                  <a:close/>
                </a:path>
                <a:path w="3901440" h="506730">
                  <a:moveTo>
                    <a:pt x="1241120" y="211543"/>
                  </a:moveTo>
                  <a:lnTo>
                    <a:pt x="1232039" y="173837"/>
                  </a:lnTo>
                  <a:lnTo>
                    <a:pt x="1225384" y="166154"/>
                  </a:lnTo>
                  <a:lnTo>
                    <a:pt x="1206804" y="144716"/>
                  </a:lnTo>
                  <a:lnTo>
                    <a:pt x="1182306" y="132867"/>
                  </a:lnTo>
                  <a:lnTo>
                    <a:pt x="1182306" y="211543"/>
                  </a:lnTo>
                  <a:lnTo>
                    <a:pt x="1177480" y="230466"/>
                  </a:lnTo>
                  <a:lnTo>
                    <a:pt x="1164374" y="244373"/>
                  </a:lnTo>
                  <a:lnTo>
                    <a:pt x="1144206" y="252920"/>
                  </a:lnTo>
                  <a:lnTo>
                    <a:pt x="1118171" y="255752"/>
                  </a:lnTo>
                  <a:lnTo>
                    <a:pt x="1091920" y="252920"/>
                  </a:lnTo>
                  <a:lnTo>
                    <a:pt x="1071727" y="244373"/>
                  </a:lnTo>
                  <a:lnTo>
                    <a:pt x="1058811" y="230466"/>
                  </a:lnTo>
                  <a:lnTo>
                    <a:pt x="1054430" y="211543"/>
                  </a:lnTo>
                  <a:lnTo>
                    <a:pt x="1058811" y="192405"/>
                  </a:lnTo>
                  <a:lnTo>
                    <a:pt x="1071727" y="178193"/>
                  </a:lnTo>
                  <a:lnTo>
                    <a:pt x="1091920" y="169303"/>
                  </a:lnTo>
                  <a:lnTo>
                    <a:pt x="1118171" y="166154"/>
                  </a:lnTo>
                  <a:lnTo>
                    <a:pt x="1144206" y="169303"/>
                  </a:lnTo>
                  <a:lnTo>
                    <a:pt x="1164374" y="178193"/>
                  </a:lnTo>
                  <a:lnTo>
                    <a:pt x="1177480" y="192405"/>
                  </a:lnTo>
                  <a:lnTo>
                    <a:pt x="1182306" y="211543"/>
                  </a:lnTo>
                  <a:lnTo>
                    <a:pt x="1182306" y="132867"/>
                  </a:lnTo>
                  <a:lnTo>
                    <a:pt x="1167993" y="125933"/>
                  </a:lnTo>
                  <a:lnTo>
                    <a:pt x="1118171" y="119189"/>
                  </a:lnTo>
                  <a:lnTo>
                    <a:pt x="1067892" y="125933"/>
                  </a:lnTo>
                  <a:lnTo>
                    <a:pt x="1028674" y="144716"/>
                  </a:lnTo>
                  <a:lnTo>
                    <a:pt x="1003223" y="173837"/>
                  </a:lnTo>
                  <a:lnTo>
                    <a:pt x="994244" y="211543"/>
                  </a:lnTo>
                  <a:lnTo>
                    <a:pt x="1003223" y="249250"/>
                  </a:lnTo>
                  <a:lnTo>
                    <a:pt x="1028674" y="278345"/>
                  </a:lnTo>
                  <a:lnTo>
                    <a:pt x="1067892" y="297078"/>
                  </a:lnTo>
                  <a:lnTo>
                    <a:pt x="1118171" y="303707"/>
                  </a:lnTo>
                  <a:lnTo>
                    <a:pt x="1167993" y="297078"/>
                  </a:lnTo>
                  <a:lnTo>
                    <a:pt x="1206804" y="278345"/>
                  </a:lnTo>
                  <a:lnTo>
                    <a:pt x="1226400" y="255752"/>
                  </a:lnTo>
                  <a:lnTo>
                    <a:pt x="1232039" y="249250"/>
                  </a:lnTo>
                  <a:lnTo>
                    <a:pt x="1241120" y="211543"/>
                  </a:lnTo>
                  <a:close/>
                </a:path>
                <a:path w="3901440" h="506730">
                  <a:moveTo>
                    <a:pt x="1267561" y="50520"/>
                  </a:moveTo>
                  <a:lnTo>
                    <a:pt x="1148956" y="50520"/>
                  </a:lnTo>
                  <a:lnTo>
                    <a:pt x="1148956" y="0"/>
                  </a:lnTo>
                  <a:lnTo>
                    <a:pt x="1087196" y="0"/>
                  </a:lnTo>
                  <a:lnTo>
                    <a:pt x="1087196" y="50520"/>
                  </a:lnTo>
                  <a:lnTo>
                    <a:pt x="968197" y="50520"/>
                  </a:lnTo>
                  <a:lnTo>
                    <a:pt x="968197" y="99656"/>
                  </a:lnTo>
                  <a:lnTo>
                    <a:pt x="1267561" y="99656"/>
                  </a:lnTo>
                  <a:lnTo>
                    <a:pt x="1267561" y="50520"/>
                  </a:lnTo>
                  <a:close/>
                </a:path>
                <a:path w="3901440" h="506730">
                  <a:moveTo>
                    <a:pt x="1365834" y="341591"/>
                  </a:moveTo>
                  <a:lnTo>
                    <a:pt x="1029563" y="341591"/>
                  </a:lnTo>
                  <a:lnTo>
                    <a:pt x="1029563" y="391515"/>
                  </a:lnTo>
                  <a:lnTo>
                    <a:pt x="1303477" y="391515"/>
                  </a:lnTo>
                  <a:lnTo>
                    <a:pt x="1303477" y="506374"/>
                  </a:lnTo>
                  <a:lnTo>
                    <a:pt x="1365834" y="506374"/>
                  </a:lnTo>
                  <a:lnTo>
                    <a:pt x="1365834" y="341591"/>
                  </a:lnTo>
                  <a:close/>
                </a:path>
                <a:path w="3901440" h="506730">
                  <a:moveTo>
                    <a:pt x="1436281" y="136359"/>
                  </a:moveTo>
                  <a:lnTo>
                    <a:pt x="1365834" y="136359"/>
                  </a:lnTo>
                  <a:lnTo>
                    <a:pt x="1365834" y="2362"/>
                  </a:lnTo>
                  <a:lnTo>
                    <a:pt x="1303477" y="2362"/>
                  </a:lnTo>
                  <a:lnTo>
                    <a:pt x="1303477" y="318109"/>
                  </a:lnTo>
                  <a:lnTo>
                    <a:pt x="1365834" y="318109"/>
                  </a:lnTo>
                  <a:lnTo>
                    <a:pt x="1365834" y="187071"/>
                  </a:lnTo>
                  <a:lnTo>
                    <a:pt x="1436281" y="187071"/>
                  </a:lnTo>
                  <a:lnTo>
                    <a:pt x="1436281" y="136359"/>
                  </a:lnTo>
                  <a:close/>
                </a:path>
                <a:path w="3901440" h="506730">
                  <a:moveTo>
                    <a:pt x="1721269" y="55841"/>
                  </a:moveTo>
                  <a:lnTo>
                    <a:pt x="1479524" y="55841"/>
                  </a:lnTo>
                  <a:lnTo>
                    <a:pt x="1479524" y="104978"/>
                  </a:lnTo>
                  <a:lnTo>
                    <a:pt x="1658112" y="104978"/>
                  </a:lnTo>
                  <a:lnTo>
                    <a:pt x="1650250" y="152400"/>
                  </a:lnTo>
                  <a:lnTo>
                    <a:pt x="1635887" y="196303"/>
                  </a:lnTo>
                  <a:lnTo>
                    <a:pt x="1614652" y="236816"/>
                  </a:lnTo>
                  <a:lnTo>
                    <a:pt x="1586204" y="274078"/>
                  </a:lnTo>
                  <a:lnTo>
                    <a:pt x="1550162" y="308216"/>
                  </a:lnTo>
                  <a:lnTo>
                    <a:pt x="1506169" y="339356"/>
                  </a:lnTo>
                  <a:lnTo>
                    <a:pt x="1453870" y="367639"/>
                  </a:lnTo>
                  <a:lnTo>
                    <a:pt x="1486433" y="417372"/>
                  </a:lnTo>
                  <a:lnTo>
                    <a:pt x="1535861" y="390918"/>
                  </a:lnTo>
                  <a:lnTo>
                    <a:pt x="1578571" y="361988"/>
                  </a:lnTo>
                  <a:lnTo>
                    <a:pt x="1614919" y="330682"/>
                  </a:lnTo>
                  <a:lnTo>
                    <a:pt x="1645246" y="297129"/>
                  </a:lnTo>
                  <a:lnTo>
                    <a:pt x="1669935" y="261467"/>
                  </a:lnTo>
                  <a:lnTo>
                    <a:pt x="1689328" y="223824"/>
                  </a:lnTo>
                  <a:lnTo>
                    <a:pt x="1703793" y="184315"/>
                  </a:lnTo>
                  <a:lnTo>
                    <a:pt x="1713699" y="143052"/>
                  </a:lnTo>
                  <a:lnTo>
                    <a:pt x="1719402" y="100190"/>
                  </a:lnTo>
                  <a:lnTo>
                    <a:pt x="1721269" y="55841"/>
                  </a:lnTo>
                  <a:close/>
                </a:path>
                <a:path w="3901440" h="506730">
                  <a:moveTo>
                    <a:pt x="1871637" y="2362"/>
                  </a:moveTo>
                  <a:lnTo>
                    <a:pt x="1809076" y="2362"/>
                  </a:lnTo>
                  <a:lnTo>
                    <a:pt x="1809076" y="506374"/>
                  </a:lnTo>
                  <a:lnTo>
                    <a:pt x="1871637" y="506374"/>
                  </a:lnTo>
                  <a:lnTo>
                    <a:pt x="1871637" y="2362"/>
                  </a:lnTo>
                  <a:close/>
                </a:path>
                <a:path w="3901440" h="506730">
                  <a:moveTo>
                    <a:pt x="2330856" y="225552"/>
                  </a:moveTo>
                  <a:lnTo>
                    <a:pt x="2321750" y="186004"/>
                  </a:lnTo>
                  <a:lnTo>
                    <a:pt x="2314117" y="176809"/>
                  </a:lnTo>
                  <a:lnTo>
                    <a:pt x="2296477" y="155549"/>
                  </a:lnTo>
                  <a:lnTo>
                    <a:pt x="2272055" y="143243"/>
                  </a:lnTo>
                  <a:lnTo>
                    <a:pt x="2272055" y="225552"/>
                  </a:lnTo>
                  <a:lnTo>
                    <a:pt x="2267216" y="245757"/>
                  </a:lnTo>
                  <a:lnTo>
                    <a:pt x="2254123" y="260731"/>
                  </a:lnTo>
                  <a:lnTo>
                    <a:pt x="2233955" y="270014"/>
                  </a:lnTo>
                  <a:lnTo>
                    <a:pt x="2207920" y="273113"/>
                  </a:lnTo>
                  <a:lnTo>
                    <a:pt x="2181669" y="270014"/>
                  </a:lnTo>
                  <a:lnTo>
                    <a:pt x="2161463" y="260731"/>
                  </a:lnTo>
                  <a:lnTo>
                    <a:pt x="2148560" y="245757"/>
                  </a:lnTo>
                  <a:lnTo>
                    <a:pt x="2144179" y="225552"/>
                  </a:lnTo>
                  <a:lnTo>
                    <a:pt x="2148560" y="204952"/>
                  </a:lnTo>
                  <a:lnTo>
                    <a:pt x="2161463" y="189636"/>
                  </a:lnTo>
                  <a:lnTo>
                    <a:pt x="2181669" y="180098"/>
                  </a:lnTo>
                  <a:lnTo>
                    <a:pt x="2207920" y="176809"/>
                  </a:lnTo>
                  <a:lnTo>
                    <a:pt x="2233955" y="180098"/>
                  </a:lnTo>
                  <a:lnTo>
                    <a:pt x="2254123" y="189636"/>
                  </a:lnTo>
                  <a:lnTo>
                    <a:pt x="2267216" y="204952"/>
                  </a:lnTo>
                  <a:lnTo>
                    <a:pt x="2272055" y="225552"/>
                  </a:lnTo>
                  <a:lnTo>
                    <a:pt x="2272055" y="143243"/>
                  </a:lnTo>
                  <a:lnTo>
                    <a:pt x="2257653" y="135978"/>
                  </a:lnTo>
                  <a:lnTo>
                    <a:pt x="2207920" y="129057"/>
                  </a:lnTo>
                  <a:lnTo>
                    <a:pt x="2157476" y="135978"/>
                  </a:lnTo>
                  <a:lnTo>
                    <a:pt x="2118271" y="155549"/>
                  </a:lnTo>
                  <a:lnTo>
                    <a:pt x="2092909" y="186004"/>
                  </a:lnTo>
                  <a:lnTo>
                    <a:pt x="2083981" y="225552"/>
                  </a:lnTo>
                  <a:lnTo>
                    <a:pt x="2092909" y="264668"/>
                  </a:lnTo>
                  <a:lnTo>
                    <a:pt x="2118271" y="294728"/>
                  </a:lnTo>
                  <a:lnTo>
                    <a:pt x="2157476" y="313969"/>
                  </a:lnTo>
                  <a:lnTo>
                    <a:pt x="2207920" y="320675"/>
                  </a:lnTo>
                  <a:lnTo>
                    <a:pt x="2257653" y="313969"/>
                  </a:lnTo>
                  <a:lnTo>
                    <a:pt x="2296477" y="294728"/>
                  </a:lnTo>
                  <a:lnTo>
                    <a:pt x="2314651" y="273113"/>
                  </a:lnTo>
                  <a:lnTo>
                    <a:pt x="2321750" y="264668"/>
                  </a:lnTo>
                  <a:lnTo>
                    <a:pt x="2330856" y="225552"/>
                  </a:lnTo>
                  <a:close/>
                </a:path>
                <a:path w="3901440" h="506730">
                  <a:moveTo>
                    <a:pt x="2357297" y="58610"/>
                  </a:moveTo>
                  <a:lnTo>
                    <a:pt x="2238705" y="58610"/>
                  </a:lnTo>
                  <a:lnTo>
                    <a:pt x="2238705" y="2362"/>
                  </a:lnTo>
                  <a:lnTo>
                    <a:pt x="2176932" y="2362"/>
                  </a:lnTo>
                  <a:lnTo>
                    <a:pt x="2176932" y="58610"/>
                  </a:lnTo>
                  <a:lnTo>
                    <a:pt x="2057933" y="58610"/>
                  </a:lnTo>
                  <a:lnTo>
                    <a:pt x="2057933" y="107937"/>
                  </a:lnTo>
                  <a:lnTo>
                    <a:pt x="2357297" y="107937"/>
                  </a:lnTo>
                  <a:lnTo>
                    <a:pt x="2357297" y="58610"/>
                  </a:lnTo>
                  <a:close/>
                </a:path>
                <a:path w="3901440" h="506730">
                  <a:moveTo>
                    <a:pt x="2475319" y="446582"/>
                  </a:moveTo>
                  <a:lnTo>
                    <a:pt x="2194102" y="446582"/>
                  </a:lnTo>
                  <a:lnTo>
                    <a:pt x="2194102" y="350075"/>
                  </a:lnTo>
                  <a:lnTo>
                    <a:pt x="2132330" y="350075"/>
                  </a:lnTo>
                  <a:lnTo>
                    <a:pt x="2132330" y="496900"/>
                  </a:lnTo>
                  <a:lnTo>
                    <a:pt x="2475319" y="496900"/>
                  </a:lnTo>
                  <a:lnTo>
                    <a:pt x="2475319" y="446582"/>
                  </a:lnTo>
                  <a:close/>
                </a:path>
                <a:path w="3901440" h="506730">
                  <a:moveTo>
                    <a:pt x="2526030" y="161226"/>
                  </a:moveTo>
                  <a:lnTo>
                    <a:pt x="2455583" y="161226"/>
                  </a:lnTo>
                  <a:lnTo>
                    <a:pt x="2455583" y="2755"/>
                  </a:lnTo>
                  <a:lnTo>
                    <a:pt x="2393213" y="2755"/>
                  </a:lnTo>
                  <a:lnTo>
                    <a:pt x="2393213" y="379679"/>
                  </a:lnTo>
                  <a:lnTo>
                    <a:pt x="2455583" y="379679"/>
                  </a:lnTo>
                  <a:lnTo>
                    <a:pt x="2455583" y="212331"/>
                  </a:lnTo>
                  <a:lnTo>
                    <a:pt x="2526030" y="212331"/>
                  </a:lnTo>
                  <a:lnTo>
                    <a:pt x="2526030" y="161226"/>
                  </a:lnTo>
                  <a:close/>
                </a:path>
                <a:path w="3901440" h="506730">
                  <a:moveTo>
                    <a:pt x="2871190" y="14592"/>
                  </a:moveTo>
                  <a:lnTo>
                    <a:pt x="2812186" y="14592"/>
                  </a:lnTo>
                  <a:lnTo>
                    <a:pt x="2812186" y="137744"/>
                  </a:lnTo>
                  <a:lnTo>
                    <a:pt x="2753385" y="137744"/>
                  </a:lnTo>
                  <a:lnTo>
                    <a:pt x="2755709" y="119684"/>
                  </a:lnTo>
                  <a:lnTo>
                    <a:pt x="2757373" y="101333"/>
                  </a:lnTo>
                  <a:lnTo>
                    <a:pt x="2758376" y="82677"/>
                  </a:lnTo>
                  <a:lnTo>
                    <a:pt x="2758706" y="63741"/>
                  </a:lnTo>
                  <a:lnTo>
                    <a:pt x="2561958" y="63741"/>
                  </a:lnTo>
                  <a:lnTo>
                    <a:pt x="2561958" y="114058"/>
                  </a:lnTo>
                  <a:lnTo>
                    <a:pt x="2696946" y="114058"/>
                  </a:lnTo>
                  <a:lnTo>
                    <a:pt x="2688971" y="162915"/>
                  </a:lnTo>
                  <a:lnTo>
                    <a:pt x="2674010" y="208140"/>
                  </a:lnTo>
                  <a:lnTo>
                    <a:pt x="2651607" y="249923"/>
                  </a:lnTo>
                  <a:lnTo>
                    <a:pt x="2621267" y="288417"/>
                  </a:lnTo>
                  <a:lnTo>
                    <a:pt x="2582532" y="323786"/>
                  </a:lnTo>
                  <a:lnTo>
                    <a:pt x="2534920" y="356196"/>
                  </a:lnTo>
                  <a:lnTo>
                    <a:pt x="2571635" y="400202"/>
                  </a:lnTo>
                  <a:lnTo>
                    <a:pt x="2615450" y="370801"/>
                  </a:lnTo>
                  <a:lnTo>
                    <a:pt x="2652649" y="338899"/>
                  </a:lnTo>
                  <a:lnTo>
                    <a:pt x="2683573" y="304596"/>
                  </a:lnTo>
                  <a:lnTo>
                    <a:pt x="2708618" y="267982"/>
                  </a:lnTo>
                  <a:lnTo>
                    <a:pt x="2728137" y="229171"/>
                  </a:lnTo>
                  <a:lnTo>
                    <a:pt x="2742527" y="188264"/>
                  </a:lnTo>
                  <a:lnTo>
                    <a:pt x="2812186" y="188264"/>
                  </a:lnTo>
                  <a:lnTo>
                    <a:pt x="2812186" y="263639"/>
                  </a:lnTo>
                  <a:lnTo>
                    <a:pt x="2733446" y="263639"/>
                  </a:lnTo>
                  <a:lnTo>
                    <a:pt x="2733446" y="313969"/>
                  </a:lnTo>
                  <a:lnTo>
                    <a:pt x="2812186" y="313969"/>
                  </a:lnTo>
                  <a:lnTo>
                    <a:pt x="2812186" y="482892"/>
                  </a:lnTo>
                  <a:lnTo>
                    <a:pt x="2871190" y="482892"/>
                  </a:lnTo>
                  <a:lnTo>
                    <a:pt x="2871190" y="188264"/>
                  </a:lnTo>
                  <a:lnTo>
                    <a:pt x="2871190" y="137744"/>
                  </a:lnTo>
                  <a:lnTo>
                    <a:pt x="2871190" y="14592"/>
                  </a:lnTo>
                  <a:close/>
                </a:path>
                <a:path w="3901440" h="506730">
                  <a:moveTo>
                    <a:pt x="2975191" y="2362"/>
                  </a:moveTo>
                  <a:lnTo>
                    <a:pt x="2916580" y="2362"/>
                  </a:lnTo>
                  <a:lnTo>
                    <a:pt x="2916580" y="506374"/>
                  </a:lnTo>
                  <a:lnTo>
                    <a:pt x="2975191" y="506374"/>
                  </a:lnTo>
                  <a:lnTo>
                    <a:pt x="2975191" y="2362"/>
                  </a:lnTo>
                  <a:close/>
                </a:path>
                <a:path w="3901440" h="506730">
                  <a:moveTo>
                    <a:pt x="3326866" y="235026"/>
                  </a:moveTo>
                  <a:lnTo>
                    <a:pt x="3275457" y="208902"/>
                  </a:lnTo>
                  <a:lnTo>
                    <a:pt x="3244227" y="178587"/>
                  </a:lnTo>
                  <a:lnTo>
                    <a:pt x="3215843" y="130467"/>
                  </a:lnTo>
                  <a:lnTo>
                    <a:pt x="3208274" y="85242"/>
                  </a:lnTo>
                  <a:lnTo>
                    <a:pt x="3208274" y="80708"/>
                  </a:lnTo>
                  <a:lnTo>
                    <a:pt x="3312668" y="80708"/>
                  </a:lnTo>
                  <a:lnTo>
                    <a:pt x="3312668" y="30391"/>
                  </a:lnTo>
                  <a:lnTo>
                    <a:pt x="3039935" y="30391"/>
                  </a:lnTo>
                  <a:lnTo>
                    <a:pt x="3039935" y="80708"/>
                  </a:lnTo>
                  <a:lnTo>
                    <a:pt x="3145117" y="80708"/>
                  </a:lnTo>
                  <a:lnTo>
                    <a:pt x="3145066" y="85242"/>
                  </a:lnTo>
                  <a:lnTo>
                    <a:pt x="3139998" y="124548"/>
                  </a:lnTo>
                  <a:lnTo>
                    <a:pt x="3124835" y="162331"/>
                  </a:lnTo>
                  <a:lnTo>
                    <a:pt x="3099892" y="196265"/>
                  </a:lnTo>
                  <a:lnTo>
                    <a:pt x="3065449" y="224421"/>
                  </a:lnTo>
                  <a:lnTo>
                    <a:pt x="3021787" y="244894"/>
                  </a:lnTo>
                  <a:lnTo>
                    <a:pt x="3053753" y="293839"/>
                  </a:lnTo>
                  <a:lnTo>
                    <a:pt x="3095117" y="274777"/>
                  </a:lnTo>
                  <a:lnTo>
                    <a:pt x="3129673" y="248500"/>
                  </a:lnTo>
                  <a:lnTo>
                    <a:pt x="3157207" y="216077"/>
                  </a:lnTo>
                  <a:lnTo>
                    <a:pt x="3177489" y="178587"/>
                  </a:lnTo>
                  <a:lnTo>
                    <a:pt x="3197377" y="212509"/>
                  </a:lnTo>
                  <a:lnTo>
                    <a:pt x="3223806" y="242011"/>
                  </a:lnTo>
                  <a:lnTo>
                    <a:pt x="3256686" y="266141"/>
                  </a:lnTo>
                  <a:lnTo>
                    <a:pt x="3295891" y="283972"/>
                  </a:lnTo>
                  <a:lnTo>
                    <a:pt x="3326866" y="235026"/>
                  </a:lnTo>
                  <a:close/>
                </a:path>
                <a:path w="3901440" h="506730">
                  <a:moveTo>
                    <a:pt x="3445472" y="317119"/>
                  </a:moveTo>
                  <a:lnTo>
                    <a:pt x="3384689" y="317119"/>
                  </a:lnTo>
                  <a:lnTo>
                    <a:pt x="3384689" y="366255"/>
                  </a:lnTo>
                  <a:lnTo>
                    <a:pt x="3384689" y="450329"/>
                  </a:lnTo>
                  <a:lnTo>
                    <a:pt x="3171761" y="450329"/>
                  </a:lnTo>
                  <a:lnTo>
                    <a:pt x="3171761" y="366255"/>
                  </a:lnTo>
                  <a:lnTo>
                    <a:pt x="3384689" y="366255"/>
                  </a:lnTo>
                  <a:lnTo>
                    <a:pt x="3384689" y="317119"/>
                  </a:lnTo>
                  <a:lnTo>
                    <a:pt x="3109798" y="317119"/>
                  </a:lnTo>
                  <a:lnTo>
                    <a:pt x="3109798" y="500456"/>
                  </a:lnTo>
                  <a:lnTo>
                    <a:pt x="3445472" y="500456"/>
                  </a:lnTo>
                  <a:lnTo>
                    <a:pt x="3445472" y="450329"/>
                  </a:lnTo>
                  <a:lnTo>
                    <a:pt x="3445472" y="366255"/>
                  </a:lnTo>
                  <a:lnTo>
                    <a:pt x="3445472" y="317119"/>
                  </a:lnTo>
                  <a:close/>
                </a:path>
                <a:path w="3901440" h="506730">
                  <a:moveTo>
                    <a:pt x="3445472" y="2362"/>
                  </a:moveTo>
                  <a:lnTo>
                    <a:pt x="3383508" y="2362"/>
                  </a:lnTo>
                  <a:lnTo>
                    <a:pt x="3383508" y="121958"/>
                  </a:lnTo>
                  <a:lnTo>
                    <a:pt x="3296285" y="121958"/>
                  </a:lnTo>
                  <a:lnTo>
                    <a:pt x="3296285" y="172859"/>
                  </a:lnTo>
                  <a:lnTo>
                    <a:pt x="3383508" y="172859"/>
                  </a:lnTo>
                  <a:lnTo>
                    <a:pt x="3383508" y="295211"/>
                  </a:lnTo>
                  <a:lnTo>
                    <a:pt x="3445472" y="295211"/>
                  </a:lnTo>
                  <a:lnTo>
                    <a:pt x="3445472" y="2362"/>
                  </a:lnTo>
                  <a:close/>
                </a:path>
                <a:path w="3901440" h="506730">
                  <a:moveTo>
                    <a:pt x="3901186" y="139776"/>
                  </a:moveTo>
                  <a:lnTo>
                    <a:pt x="3870248" y="139776"/>
                  </a:lnTo>
                  <a:lnTo>
                    <a:pt x="3870248" y="362902"/>
                  </a:lnTo>
                  <a:lnTo>
                    <a:pt x="3901186" y="362902"/>
                  </a:lnTo>
                  <a:lnTo>
                    <a:pt x="3901186" y="1397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09627" y="899262"/>
              <a:ext cx="471892" cy="18229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49558" y="896844"/>
              <a:ext cx="279780" cy="18471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49455" y="942452"/>
              <a:ext cx="191245" cy="13647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60387" y="911930"/>
              <a:ext cx="487707" cy="16962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68212" y="942277"/>
              <a:ext cx="79592" cy="13664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12287" y="896844"/>
              <a:ext cx="138814" cy="18462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71647" y="944206"/>
              <a:ext cx="120591" cy="13647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17771" y="942452"/>
              <a:ext cx="191245" cy="13647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34118" y="942452"/>
              <a:ext cx="327828" cy="13901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586790" y="942277"/>
              <a:ext cx="217121" cy="187167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12429883" y="3736000"/>
            <a:ext cx="5092700" cy="3244215"/>
            <a:chOff x="12429883" y="3736000"/>
            <a:chExt cx="5092700" cy="3244215"/>
          </a:xfrm>
        </p:grpSpPr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446570" y="3752709"/>
              <a:ext cx="5075429" cy="322727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429883" y="3736000"/>
              <a:ext cx="4847662" cy="2999562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6456114" y="3738298"/>
            <a:ext cx="5620385" cy="3241675"/>
            <a:chOff x="6456114" y="3738298"/>
            <a:chExt cx="5620385" cy="3241675"/>
          </a:xfrm>
        </p:grpSpPr>
        <p:pic>
          <p:nvPicPr>
            <p:cNvPr id="43" name="object 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72785" y="3754994"/>
              <a:ext cx="5603283" cy="322480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56114" y="3738298"/>
              <a:ext cx="5375676" cy="2997265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7064947" y="7448041"/>
            <a:ext cx="1711960" cy="263525"/>
            <a:chOff x="7064947" y="7448041"/>
            <a:chExt cx="1711960" cy="263525"/>
          </a:xfrm>
        </p:grpSpPr>
        <p:sp>
          <p:nvSpPr>
            <p:cNvPr id="46" name="object 46"/>
            <p:cNvSpPr/>
            <p:nvPr/>
          </p:nvSpPr>
          <p:spPr>
            <a:xfrm>
              <a:off x="7064947" y="7448244"/>
              <a:ext cx="483234" cy="254635"/>
            </a:xfrm>
            <a:custGeom>
              <a:avLst/>
              <a:gdLst/>
              <a:ahLst/>
              <a:cxnLst/>
              <a:rect l="l" t="t" r="r" b="b"/>
              <a:pathLst>
                <a:path w="483234" h="254634">
                  <a:moveTo>
                    <a:pt x="208483" y="45085"/>
                  </a:moveTo>
                  <a:lnTo>
                    <a:pt x="177215" y="45085"/>
                  </a:lnTo>
                  <a:lnTo>
                    <a:pt x="177215" y="119126"/>
                  </a:lnTo>
                  <a:lnTo>
                    <a:pt x="208483" y="119126"/>
                  </a:lnTo>
                  <a:lnTo>
                    <a:pt x="208483" y="45085"/>
                  </a:lnTo>
                  <a:close/>
                </a:path>
                <a:path w="483234" h="254634">
                  <a:moveTo>
                    <a:pt x="208483" y="19354"/>
                  </a:moveTo>
                  <a:lnTo>
                    <a:pt x="25920" y="19354"/>
                  </a:lnTo>
                  <a:lnTo>
                    <a:pt x="25920" y="44754"/>
                  </a:lnTo>
                  <a:lnTo>
                    <a:pt x="25920" y="119697"/>
                  </a:lnTo>
                  <a:lnTo>
                    <a:pt x="25920" y="143814"/>
                  </a:lnTo>
                  <a:lnTo>
                    <a:pt x="208483" y="143814"/>
                  </a:lnTo>
                  <a:lnTo>
                    <a:pt x="208483" y="119697"/>
                  </a:lnTo>
                  <a:lnTo>
                    <a:pt x="57086" y="119697"/>
                  </a:lnTo>
                  <a:lnTo>
                    <a:pt x="57086" y="44754"/>
                  </a:lnTo>
                  <a:lnTo>
                    <a:pt x="208483" y="44754"/>
                  </a:lnTo>
                  <a:lnTo>
                    <a:pt x="208483" y="19354"/>
                  </a:lnTo>
                  <a:close/>
                </a:path>
                <a:path w="483234" h="254634">
                  <a:moveTo>
                    <a:pt x="235712" y="200215"/>
                  </a:moveTo>
                  <a:lnTo>
                    <a:pt x="133032" y="200215"/>
                  </a:lnTo>
                  <a:lnTo>
                    <a:pt x="133032" y="144043"/>
                  </a:lnTo>
                  <a:lnTo>
                    <a:pt x="101561" y="144043"/>
                  </a:lnTo>
                  <a:lnTo>
                    <a:pt x="101561" y="200215"/>
                  </a:lnTo>
                  <a:lnTo>
                    <a:pt x="0" y="200215"/>
                  </a:lnTo>
                  <a:lnTo>
                    <a:pt x="0" y="226237"/>
                  </a:lnTo>
                  <a:lnTo>
                    <a:pt x="235712" y="226237"/>
                  </a:lnTo>
                  <a:lnTo>
                    <a:pt x="235712" y="200215"/>
                  </a:lnTo>
                  <a:close/>
                </a:path>
                <a:path w="483234" h="254634">
                  <a:moveTo>
                    <a:pt x="375005" y="121246"/>
                  </a:moveTo>
                  <a:lnTo>
                    <a:pt x="373507" y="101574"/>
                  </a:lnTo>
                  <a:lnTo>
                    <a:pt x="373087" y="96024"/>
                  </a:lnTo>
                  <a:lnTo>
                    <a:pt x="354761" y="98691"/>
                  </a:lnTo>
                  <a:lnTo>
                    <a:pt x="336600" y="100355"/>
                  </a:lnTo>
                  <a:lnTo>
                    <a:pt x="317347" y="101231"/>
                  </a:lnTo>
                  <a:lnTo>
                    <a:pt x="295719" y="101574"/>
                  </a:lnTo>
                  <a:lnTo>
                    <a:pt x="295719" y="38125"/>
                  </a:lnTo>
                  <a:lnTo>
                    <a:pt x="363905" y="38125"/>
                  </a:lnTo>
                  <a:lnTo>
                    <a:pt x="363905" y="13220"/>
                  </a:lnTo>
                  <a:lnTo>
                    <a:pt x="264160" y="13220"/>
                  </a:lnTo>
                  <a:lnTo>
                    <a:pt x="264160" y="126885"/>
                  </a:lnTo>
                  <a:lnTo>
                    <a:pt x="281305" y="126885"/>
                  </a:lnTo>
                  <a:lnTo>
                    <a:pt x="308876" y="126695"/>
                  </a:lnTo>
                  <a:lnTo>
                    <a:pt x="332384" y="125882"/>
                  </a:lnTo>
                  <a:lnTo>
                    <a:pt x="353783" y="124167"/>
                  </a:lnTo>
                  <a:lnTo>
                    <a:pt x="375005" y="121246"/>
                  </a:lnTo>
                  <a:close/>
                </a:path>
                <a:path w="483234" h="254634">
                  <a:moveTo>
                    <a:pt x="423113" y="4749"/>
                  </a:moveTo>
                  <a:lnTo>
                    <a:pt x="393052" y="4749"/>
                  </a:lnTo>
                  <a:lnTo>
                    <a:pt x="393052" y="54775"/>
                  </a:lnTo>
                  <a:lnTo>
                    <a:pt x="348576" y="54775"/>
                  </a:lnTo>
                  <a:lnTo>
                    <a:pt x="348576" y="78981"/>
                  </a:lnTo>
                  <a:lnTo>
                    <a:pt x="393052" y="78981"/>
                  </a:lnTo>
                  <a:lnTo>
                    <a:pt x="393052" y="134048"/>
                  </a:lnTo>
                  <a:lnTo>
                    <a:pt x="423113" y="134048"/>
                  </a:lnTo>
                  <a:lnTo>
                    <a:pt x="423113" y="4749"/>
                  </a:lnTo>
                  <a:close/>
                </a:path>
                <a:path w="483234" h="254634">
                  <a:moveTo>
                    <a:pt x="474256" y="0"/>
                  </a:moveTo>
                  <a:lnTo>
                    <a:pt x="444093" y="0"/>
                  </a:lnTo>
                  <a:lnTo>
                    <a:pt x="444093" y="135559"/>
                  </a:lnTo>
                  <a:lnTo>
                    <a:pt x="474256" y="135559"/>
                  </a:lnTo>
                  <a:lnTo>
                    <a:pt x="474256" y="0"/>
                  </a:lnTo>
                  <a:close/>
                </a:path>
                <a:path w="483234" h="254634">
                  <a:moveTo>
                    <a:pt x="482625" y="229273"/>
                  </a:moveTo>
                  <a:lnTo>
                    <a:pt x="330415" y="229273"/>
                  </a:lnTo>
                  <a:lnTo>
                    <a:pt x="330415" y="210400"/>
                  </a:lnTo>
                  <a:lnTo>
                    <a:pt x="474256" y="210400"/>
                  </a:lnTo>
                  <a:lnTo>
                    <a:pt x="474256" y="144843"/>
                  </a:lnTo>
                  <a:lnTo>
                    <a:pt x="298450" y="144843"/>
                  </a:lnTo>
                  <a:lnTo>
                    <a:pt x="298450" y="169760"/>
                  </a:lnTo>
                  <a:lnTo>
                    <a:pt x="443090" y="169760"/>
                  </a:lnTo>
                  <a:lnTo>
                    <a:pt x="443090" y="186804"/>
                  </a:lnTo>
                  <a:lnTo>
                    <a:pt x="298856" y="186804"/>
                  </a:lnTo>
                  <a:lnTo>
                    <a:pt x="298856" y="254381"/>
                  </a:lnTo>
                  <a:lnTo>
                    <a:pt x="482625" y="254381"/>
                  </a:lnTo>
                  <a:lnTo>
                    <a:pt x="482625" y="22927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564724" y="7454899"/>
              <a:ext cx="345054" cy="25659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929436" y="7448041"/>
              <a:ext cx="847725" cy="263525"/>
            </a:xfrm>
            <a:custGeom>
              <a:avLst/>
              <a:gdLst/>
              <a:ahLst/>
              <a:cxnLst/>
              <a:rect l="l" t="t" r="r" b="b"/>
              <a:pathLst>
                <a:path w="847725" h="263525">
                  <a:moveTo>
                    <a:pt x="158864" y="119532"/>
                  </a:moveTo>
                  <a:lnTo>
                    <a:pt x="115341" y="92100"/>
                  </a:lnTo>
                  <a:lnTo>
                    <a:pt x="95923" y="44488"/>
                  </a:lnTo>
                  <a:lnTo>
                    <a:pt x="95923" y="44081"/>
                  </a:lnTo>
                  <a:lnTo>
                    <a:pt x="150190" y="44081"/>
                  </a:lnTo>
                  <a:lnTo>
                    <a:pt x="150190" y="18364"/>
                  </a:lnTo>
                  <a:lnTo>
                    <a:pt x="8280" y="18364"/>
                  </a:lnTo>
                  <a:lnTo>
                    <a:pt x="8280" y="44081"/>
                  </a:lnTo>
                  <a:lnTo>
                    <a:pt x="63754" y="44081"/>
                  </a:lnTo>
                  <a:lnTo>
                    <a:pt x="63754" y="44488"/>
                  </a:lnTo>
                  <a:lnTo>
                    <a:pt x="59601" y="69735"/>
                  </a:lnTo>
                  <a:lnTo>
                    <a:pt x="47459" y="92862"/>
                  </a:lnTo>
                  <a:lnTo>
                    <a:pt x="27520" y="112153"/>
                  </a:lnTo>
                  <a:lnTo>
                    <a:pt x="0" y="125882"/>
                  </a:lnTo>
                  <a:lnTo>
                    <a:pt x="16344" y="151104"/>
                  </a:lnTo>
                  <a:lnTo>
                    <a:pt x="37731" y="141236"/>
                  </a:lnTo>
                  <a:lnTo>
                    <a:pt x="55638" y="127762"/>
                  </a:lnTo>
                  <a:lnTo>
                    <a:pt x="69951" y="111201"/>
                  </a:lnTo>
                  <a:lnTo>
                    <a:pt x="80492" y="92100"/>
                  </a:lnTo>
                  <a:lnTo>
                    <a:pt x="91084" y="109131"/>
                  </a:lnTo>
                  <a:lnTo>
                    <a:pt x="105054" y="123799"/>
                  </a:lnTo>
                  <a:lnTo>
                    <a:pt x="122275" y="135648"/>
                  </a:lnTo>
                  <a:lnTo>
                    <a:pt x="142621" y="144246"/>
                  </a:lnTo>
                  <a:lnTo>
                    <a:pt x="158864" y="119532"/>
                  </a:lnTo>
                  <a:close/>
                </a:path>
                <a:path w="847725" h="263525">
                  <a:moveTo>
                    <a:pt x="212623" y="203"/>
                  </a:moveTo>
                  <a:lnTo>
                    <a:pt x="180848" y="203"/>
                  </a:lnTo>
                  <a:lnTo>
                    <a:pt x="180848" y="154025"/>
                  </a:lnTo>
                  <a:lnTo>
                    <a:pt x="212623" y="154025"/>
                  </a:lnTo>
                  <a:lnTo>
                    <a:pt x="212623" y="203"/>
                  </a:lnTo>
                  <a:close/>
                </a:path>
                <a:path w="847725" h="263525">
                  <a:moveTo>
                    <a:pt x="213436" y="208788"/>
                  </a:moveTo>
                  <a:lnTo>
                    <a:pt x="207238" y="187744"/>
                  </a:lnTo>
                  <a:lnTo>
                    <a:pt x="203009" y="183984"/>
                  </a:lnTo>
                  <a:lnTo>
                    <a:pt x="189725" y="172148"/>
                  </a:lnTo>
                  <a:lnTo>
                    <a:pt x="182168" y="169506"/>
                  </a:lnTo>
                  <a:lnTo>
                    <a:pt x="182168" y="208788"/>
                  </a:lnTo>
                  <a:lnTo>
                    <a:pt x="178333" y="219494"/>
                  </a:lnTo>
                  <a:lnTo>
                    <a:pt x="167284" y="227279"/>
                  </a:lnTo>
                  <a:lnTo>
                    <a:pt x="149517" y="232003"/>
                  </a:lnTo>
                  <a:lnTo>
                    <a:pt x="125476" y="233502"/>
                  </a:lnTo>
                  <a:lnTo>
                    <a:pt x="101422" y="232003"/>
                  </a:lnTo>
                  <a:lnTo>
                    <a:pt x="83807" y="227279"/>
                  </a:lnTo>
                  <a:lnTo>
                    <a:pt x="72986" y="219494"/>
                  </a:lnTo>
                  <a:lnTo>
                    <a:pt x="69303" y="208788"/>
                  </a:lnTo>
                  <a:lnTo>
                    <a:pt x="72986" y="198196"/>
                  </a:lnTo>
                  <a:lnTo>
                    <a:pt x="83807" y="190411"/>
                  </a:lnTo>
                  <a:lnTo>
                    <a:pt x="101422" y="185623"/>
                  </a:lnTo>
                  <a:lnTo>
                    <a:pt x="125476" y="183984"/>
                  </a:lnTo>
                  <a:lnTo>
                    <a:pt x="149517" y="185623"/>
                  </a:lnTo>
                  <a:lnTo>
                    <a:pt x="167284" y="190411"/>
                  </a:lnTo>
                  <a:lnTo>
                    <a:pt x="178333" y="198196"/>
                  </a:lnTo>
                  <a:lnTo>
                    <a:pt x="182168" y="208788"/>
                  </a:lnTo>
                  <a:lnTo>
                    <a:pt x="182168" y="169506"/>
                  </a:lnTo>
                  <a:lnTo>
                    <a:pt x="162090" y="162458"/>
                  </a:lnTo>
                  <a:lnTo>
                    <a:pt x="125476" y="159169"/>
                  </a:lnTo>
                  <a:lnTo>
                    <a:pt x="88684" y="162458"/>
                  </a:lnTo>
                  <a:lnTo>
                    <a:pt x="60934" y="172148"/>
                  </a:lnTo>
                  <a:lnTo>
                    <a:pt x="43421" y="187744"/>
                  </a:lnTo>
                  <a:lnTo>
                    <a:pt x="37325" y="208788"/>
                  </a:lnTo>
                  <a:lnTo>
                    <a:pt x="43421" y="229806"/>
                  </a:lnTo>
                  <a:lnTo>
                    <a:pt x="60934" y="245338"/>
                  </a:lnTo>
                  <a:lnTo>
                    <a:pt x="88684" y="254965"/>
                  </a:lnTo>
                  <a:lnTo>
                    <a:pt x="125476" y="258216"/>
                  </a:lnTo>
                  <a:lnTo>
                    <a:pt x="162090" y="254965"/>
                  </a:lnTo>
                  <a:lnTo>
                    <a:pt x="189725" y="245338"/>
                  </a:lnTo>
                  <a:lnTo>
                    <a:pt x="203073" y="233502"/>
                  </a:lnTo>
                  <a:lnTo>
                    <a:pt x="207238" y="229806"/>
                  </a:lnTo>
                  <a:lnTo>
                    <a:pt x="213436" y="208788"/>
                  </a:lnTo>
                  <a:close/>
                </a:path>
                <a:path w="847725" h="263525">
                  <a:moveTo>
                    <a:pt x="343547" y="16141"/>
                  </a:moveTo>
                  <a:lnTo>
                    <a:pt x="311772" y="16141"/>
                  </a:lnTo>
                  <a:lnTo>
                    <a:pt x="245198" y="263461"/>
                  </a:lnTo>
                  <a:lnTo>
                    <a:pt x="276974" y="263461"/>
                  </a:lnTo>
                  <a:lnTo>
                    <a:pt x="343547" y="16141"/>
                  </a:lnTo>
                  <a:close/>
                </a:path>
                <a:path w="847725" h="263525">
                  <a:moveTo>
                    <a:pt x="485660" y="117411"/>
                  </a:moveTo>
                  <a:lnTo>
                    <a:pt x="448094" y="87833"/>
                  </a:lnTo>
                  <a:lnTo>
                    <a:pt x="435940" y="46609"/>
                  </a:lnTo>
                  <a:lnTo>
                    <a:pt x="435940" y="15240"/>
                  </a:lnTo>
                  <a:lnTo>
                    <a:pt x="405066" y="15240"/>
                  </a:lnTo>
                  <a:lnTo>
                    <a:pt x="405066" y="46609"/>
                  </a:lnTo>
                  <a:lnTo>
                    <a:pt x="401929" y="68846"/>
                  </a:lnTo>
                  <a:lnTo>
                    <a:pt x="392353" y="90411"/>
                  </a:lnTo>
                  <a:lnTo>
                    <a:pt x="376097" y="109397"/>
                  </a:lnTo>
                  <a:lnTo>
                    <a:pt x="352920" y="123863"/>
                  </a:lnTo>
                  <a:lnTo>
                    <a:pt x="369976" y="148374"/>
                  </a:lnTo>
                  <a:lnTo>
                    <a:pt x="386867" y="138938"/>
                  </a:lnTo>
                  <a:lnTo>
                    <a:pt x="400939" y="126555"/>
                  </a:lnTo>
                  <a:lnTo>
                    <a:pt x="412216" y="111772"/>
                  </a:lnTo>
                  <a:lnTo>
                    <a:pt x="420700" y="95123"/>
                  </a:lnTo>
                  <a:lnTo>
                    <a:pt x="428917" y="109829"/>
                  </a:lnTo>
                  <a:lnTo>
                    <a:pt x="439648" y="122732"/>
                  </a:lnTo>
                  <a:lnTo>
                    <a:pt x="452907" y="133477"/>
                  </a:lnTo>
                  <a:lnTo>
                    <a:pt x="468718" y="141719"/>
                  </a:lnTo>
                  <a:lnTo>
                    <a:pt x="485660" y="117411"/>
                  </a:lnTo>
                  <a:close/>
                </a:path>
                <a:path w="847725" h="263525">
                  <a:moveTo>
                    <a:pt x="575830" y="168452"/>
                  </a:moveTo>
                  <a:lnTo>
                    <a:pt x="399224" y="168452"/>
                  </a:lnTo>
                  <a:lnTo>
                    <a:pt x="399224" y="193967"/>
                  </a:lnTo>
                  <a:lnTo>
                    <a:pt x="544258" y="193967"/>
                  </a:lnTo>
                  <a:lnTo>
                    <a:pt x="544258" y="257606"/>
                  </a:lnTo>
                  <a:lnTo>
                    <a:pt x="575830" y="257606"/>
                  </a:lnTo>
                  <a:lnTo>
                    <a:pt x="575830" y="168452"/>
                  </a:lnTo>
                  <a:close/>
                </a:path>
                <a:path w="847725" h="263525">
                  <a:moveTo>
                    <a:pt x="575830" y="203"/>
                  </a:moveTo>
                  <a:lnTo>
                    <a:pt x="545680" y="203"/>
                  </a:lnTo>
                  <a:lnTo>
                    <a:pt x="545680" y="64452"/>
                  </a:lnTo>
                  <a:lnTo>
                    <a:pt x="519849" y="64452"/>
                  </a:lnTo>
                  <a:lnTo>
                    <a:pt x="519849" y="4546"/>
                  </a:lnTo>
                  <a:lnTo>
                    <a:pt x="490397" y="4546"/>
                  </a:lnTo>
                  <a:lnTo>
                    <a:pt x="490397" y="154736"/>
                  </a:lnTo>
                  <a:lnTo>
                    <a:pt x="519849" y="154736"/>
                  </a:lnTo>
                  <a:lnTo>
                    <a:pt x="519849" y="90474"/>
                  </a:lnTo>
                  <a:lnTo>
                    <a:pt x="545680" y="90474"/>
                  </a:lnTo>
                  <a:lnTo>
                    <a:pt x="545680" y="156146"/>
                  </a:lnTo>
                  <a:lnTo>
                    <a:pt x="575830" y="156146"/>
                  </a:lnTo>
                  <a:lnTo>
                    <a:pt x="575830" y="90474"/>
                  </a:lnTo>
                  <a:lnTo>
                    <a:pt x="575830" y="64452"/>
                  </a:lnTo>
                  <a:lnTo>
                    <a:pt x="575830" y="203"/>
                  </a:lnTo>
                  <a:close/>
                </a:path>
                <a:path w="847725" h="263525">
                  <a:moveTo>
                    <a:pt x="759802" y="116700"/>
                  </a:moveTo>
                  <a:lnTo>
                    <a:pt x="733615" y="104114"/>
                  </a:lnTo>
                  <a:lnTo>
                    <a:pt x="717816" y="89268"/>
                  </a:lnTo>
                  <a:lnTo>
                    <a:pt x="714629" y="86283"/>
                  </a:lnTo>
                  <a:lnTo>
                    <a:pt x="703084" y="64719"/>
                  </a:lnTo>
                  <a:lnTo>
                    <a:pt x="699185" y="40957"/>
                  </a:lnTo>
                  <a:lnTo>
                    <a:pt x="699185" y="13627"/>
                  </a:lnTo>
                  <a:lnTo>
                    <a:pt x="667524" y="13627"/>
                  </a:lnTo>
                  <a:lnTo>
                    <a:pt x="667524" y="38036"/>
                  </a:lnTo>
                  <a:lnTo>
                    <a:pt x="663511" y="64960"/>
                  </a:lnTo>
                  <a:lnTo>
                    <a:pt x="651764" y="89281"/>
                  </a:lnTo>
                  <a:lnTo>
                    <a:pt x="632256" y="109385"/>
                  </a:lnTo>
                  <a:lnTo>
                    <a:pt x="604977" y="123659"/>
                  </a:lnTo>
                  <a:lnTo>
                    <a:pt x="622134" y="148678"/>
                  </a:lnTo>
                  <a:lnTo>
                    <a:pt x="642759" y="138772"/>
                  </a:lnTo>
                  <a:lnTo>
                    <a:pt x="659955" y="125247"/>
                  </a:lnTo>
                  <a:lnTo>
                    <a:pt x="673671" y="108597"/>
                  </a:lnTo>
                  <a:lnTo>
                    <a:pt x="683856" y="89268"/>
                  </a:lnTo>
                  <a:lnTo>
                    <a:pt x="693839" y="106184"/>
                  </a:lnTo>
                  <a:lnTo>
                    <a:pt x="707085" y="120789"/>
                  </a:lnTo>
                  <a:lnTo>
                    <a:pt x="723455" y="132676"/>
                  </a:lnTo>
                  <a:lnTo>
                    <a:pt x="742861" y="141414"/>
                  </a:lnTo>
                  <a:lnTo>
                    <a:pt x="759802" y="116700"/>
                  </a:lnTo>
                  <a:close/>
                </a:path>
                <a:path w="847725" h="263525">
                  <a:moveTo>
                    <a:pt x="813663" y="208495"/>
                  </a:moveTo>
                  <a:lnTo>
                    <a:pt x="807681" y="187947"/>
                  </a:lnTo>
                  <a:lnTo>
                    <a:pt x="804024" y="184683"/>
                  </a:lnTo>
                  <a:lnTo>
                    <a:pt x="790524" y="172643"/>
                  </a:lnTo>
                  <a:lnTo>
                    <a:pt x="782497" y="169837"/>
                  </a:lnTo>
                  <a:lnTo>
                    <a:pt x="782497" y="208495"/>
                  </a:lnTo>
                  <a:lnTo>
                    <a:pt x="778865" y="218909"/>
                  </a:lnTo>
                  <a:lnTo>
                    <a:pt x="768210" y="226390"/>
                  </a:lnTo>
                  <a:lnTo>
                    <a:pt x="750925" y="230924"/>
                  </a:lnTo>
                  <a:lnTo>
                    <a:pt x="727430" y="232498"/>
                  </a:lnTo>
                  <a:lnTo>
                    <a:pt x="703795" y="230924"/>
                  </a:lnTo>
                  <a:lnTo>
                    <a:pt x="686333" y="226390"/>
                  </a:lnTo>
                  <a:lnTo>
                    <a:pt x="675513" y="218909"/>
                  </a:lnTo>
                  <a:lnTo>
                    <a:pt x="671855" y="208495"/>
                  </a:lnTo>
                  <a:lnTo>
                    <a:pt x="675513" y="198386"/>
                  </a:lnTo>
                  <a:lnTo>
                    <a:pt x="686333" y="190919"/>
                  </a:lnTo>
                  <a:lnTo>
                    <a:pt x="703795" y="186283"/>
                  </a:lnTo>
                  <a:lnTo>
                    <a:pt x="727430" y="184683"/>
                  </a:lnTo>
                  <a:lnTo>
                    <a:pt x="750925" y="186283"/>
                  </a:lnTo>
                  <a:lnTo>
                    <a:pt x="768210" y="190919"/>
                  </a:lnTo>
                  <a:lnTo>
                    <a:pt x="778865" y="198386"/>
                  </a:lnTo>
                  <a:lnTo>
                    <a:pt x="782497" y="208495"/>
                  </a:lnTo>
                  <a:lnTo>
                    <a:pt x="782497" y="169837"/>
                  </a:lnTo>
                  <a:lnTo>
                    <a:pt x="763371" y="163118"/>
                  </a:lnTo>
                  <a:lnTo>
                    <a:pt x="727430" y="159880"/>
                  </a:lnTo>
                  <a:lnTo>
                    <a:pt x="691057" y="163118"/>
                  </a:lnTo>
                  <a:lnTo>
                    <a:pt x="663575" y="172643"/>
                  </a:lnTo>
                  <a:lnTo>
                    <a:pt x="646201" y="187947"/>
                  </a:lnTo>
                  <a:lnTo>
                    <a:pt x="640181" y="208495"/>
                  </a:lnTo>
                  <a:lnTo>
                    <a:pt x="646201" y="229298"/>
                  </a:lnTo>
                  <a:lnTo>
                    <a:pt x="663575" y="244678"/>
                  </a:lnTo>
                  <a:lnTo>
                    <a:pt x="691057" y="254190"/>
                  </a:lnTo>
                  <a:lnTo>
                    <a:pt x="727430" y="257403"/>
                  </a:lnTo>
                  <a:lnTo>
                    <a:pt x="763371" y="254190"/>
                  </a:lnTo>
                  <a:lnTo>
                    <a:pt x="790524" y="244678"/>
                  </a:lnTo>
                  <a:lnTo>
                    <a:pt x="804113" y="232498"/>
                  </a:lnTo>
                  <a:lnTo>
                    <a:pt x="807681" y="229298"/>
                  </a:lnTo>
                  <a:lnTo>
                    <a:pt x="813663" y="208495"/>
                  </a:lnTo>
                  <a:close/>
                </a:path>
                <a:path w="847725" h="263525">
                  <a:moveTo>
                    <a:pt x="847356" y="62547"/>
                  </a:moveTo>
                  <a:lnTo>
                    <a:pt x="811352" y="62547"/>
                  </a:lnTo>
                  <a:lnTo>
                    <a:pt x="811352" y="0"/>
                  </a:lnTo>
                  <a:lnTo>
                    <a:pt x="779475" y="0"/>
                  </a:lnTo>
                  <a:lnTo>
                    <a:pt x="779475" y="154127"/>
                  </a:lnTo>
                  <a:lnTo>
                    <a:pt x="811352" y="154127"/>
                  </a:lnTo>
                  <a:lnTo>
                    <a:pt x="811352" y="88963"/>
                  </a:lnTo>
                  <a:lnTo>
                    <a:pt x="847356" y="88963"/>
                  </a:lnTo>
                  <a:lnTo>
                    <a:pt x="847356" y="6254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/>
          <p:nvPr/>
        </p:nvSpPr>
        <p:spPr>
          <a:xfrm>
            <a:off x="8858018" y="7448041"/>
            <a:ext cx="217170" cy="258445"/>
          </a:xfrm>
          <a:custGeom>
            <a:avLst/>
            <a:gdLst/>
            <a:ahLst/>
            <a:cxnLst/>
            <a:rect l="l" t="t" r="r" b="b"/>
            <a:pathLst>
              <a:path w="217170" h="258445">
                <a:moveTo>
                  <a:pt x="216957" y="0"/>
                </a:moveTo>
                <a:lnTo>
                  <a:pt x="185083" y="0"/>
                </a:lnTo>
                <a:lnTo>
                  <a:pt x="185083" y="100560"/>
                </a:lnTo>
                <a:lnTo>
                  <a:pt x="135257" y="100560"/>
                </a:lnTo>
                <a:lnTo>
                  <a:pt x="135257" y="126180"/>
                </a:lnTo>
                <a:lnTo>
                  <a:pt x="185083" y="126180"/>
                </a:lnTo>
                <a:lnTo>
                  <a:pt x="185083" y="258210"/>
                </a:lnTo>
                <a:lnTo>
                  <a:pt x="216957" y="258210"/>
                </a:lnTo>
                <a:lnTo>
                  <a:pt x="216957" y="0"/>
                </a:lnTo>
                <a:close/>
              </a:path>
              <a:path w="217170" h="258445">
                <a:moveTo>
                  <a:pt x="94609" y="68284"/>
                </a:moveTo>
                <a:lnTo>
                  <a:pt x="63039" y="68284"/>
                </a:lnTo>
                <a:lnTo>
                  <a:pt x="63039" y="81800"/>
                </a:lnTo>
                <a:lnTo>
                  <a:pt x="58848" y="112382"/>
                </a:lnTo>
                <a:lnTo>
                  <a:pt x="46611" y="141498"/>
                </a:lnTo>
                <a:lnTo>
                  <a:pt x="26827" y="166435"/>
                </a:lnTo>
                <a:lnTo>
                  <a:pt x="0" y="184479"/>
                </a:lnTo>
                <a:lnTo>
                  <a:pt x="17045" y="208988"/>
                </a:lnTo>
                <a:lnTo>
                  <a:pt x="37645" y="196478"/>
                </a:lnTo>
                <a:lnTo>
                  <a:pt x="54983" y="179486"/>
                </a:lnTo>
                <a:lnTo>
                  <a:pt x="68859" y="158862"/>
                </a:lnTo>
                <a:lnTo>
                  <a:pt x="79076" y="135459"/>
                </a:lnTo>
                <a:lnTo>
                  <a:pt x="109756" y="135459"/>
                </a:lnTo>
                <a:lnTo>
                  <a:pt x="98844" y="111097"/>
                </a:lnTo>
                <a:lnTo>
                  <a:pt x="94609" y="81800"/>
                </a:lnTo>
                <a:lnTo>
                  <a:pt x="94609" y="68284"/>
                </a:lnTo>
                <a:close/>
              </a:path>
              <a:path w="217170" h="258445">
                <a:moveTo>
                  <a:pt x="109756" y="135459"/>
                </a:moveTo>
                <a:lnTo>
                  <a:pt x="79076" y="135459"/>
                </a:lnTo>
                <a:lnTo>
                  <a:pt x="89541" y="157518"/>
                </a:lnTo>
                <a:lnTo>
                  <a:pt x="103561" y="176901"/>
                </a:lnTo>
                <a:lnTo>
                  <a:pt x="120947" y="192861"/>
                </a:lnTo>
                <a:lnTo>
                  <a:pt x="141511" y="204651"/>
                </a:lnTo>
                <a:lnTo>
                  <a:pt x="158657" y="180343"/>
                </a:lnTo>
                <a:lnTo>
                  <a:pt x="131445" y="162846"/>
                </a:lnTo>
                <a:lnTo>
                  <a:pt x="111315" y="138939"/>
                </a:lnTo>
                <a:lnTo>
                  <a:pt x="109756" y="135459"/>
                </a:lnTo>
                <a:close/>
              </a:path>
              <a:path w="217170" h="258445">
                <a:moveTo>
                  <a:pt x="148975" y="42967"/>
                </a:moveTo>
                <a:lnTo>
                  <a:pt x="7766" y="42967"/>
                </a:lnTo>
                <a:lnTo>
                  <a:pt x="7766" y="68284"/>
                </a:lnTo>
                <a:lnTo>
                  <a:pt x="148975" y="68284"/>
                </a:lnTo>
                <a:lnTo>
                  <a:pt x="148975" y="42967"/>
                </a:lnTo>
                <a:close/>
              </a:path>
              <a:path w="217170" h="258445">
                <a:moveTo>
                  <a:pt x="94912" y="5446"/>
                </a:moveTo>
                <a:lnTo>
                  <a:pt x="63240" y="5446"/>
                </a:lnTo>
                <a:lnTo>
                  <a:pt x="63240" y="42967"/>
                </a:lnTo>
                <a:lnTo>
                  <a:pt x="94912" y="42967"/>
                </a:lnTo>
                <a:lnTo>
                  <a:pt x="94912" y="544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125204" y="7448041"/>
            <a:ext cx="453390" cy="258445"/>
          </a:xfrm>
          <a:custGeom>
            <a:avLst/>
            <a:gdLst/>
            <a:ahLst/>
            <a:cxnLst/>
            <a:rect l="l" t="t" r="r" b="b"/>
            <a:pathLst>
              <a:path w="453390" h="258445">
                <a:moveTo>
                  <a:pt x="151485" y="187909"/>
                </a:moveTo>
                <a:lnTo>
                  <a:pt x="149644" y="170967"/>
                </a:lnTo>
                <a:lnTo>
                  <a:pt x="148666" y="161988"/>
                </a:lnTo>
                <a:lnTo>
                  <a:pt x="119303" y="166217"/>
                </a:lnTo>
                <a:lnTo>
                  <a:pt x="90881" y="168935"/>
                </a:lnTo>
                <a:lnTo>
                  <a:pt x="62420" y="170434"/>
                </a:lnTo>
                <a:lnTo>
                  <a:pt x="32880" y="170967"/>
                </a:lnTo>
                <a:lnTo>
                  <a:pt x="32880" y="119126"/>
                </a:lnTo>
                <a:lnTo>
                  <a:pt x="121437" y="119126"/>
                </a:lnTo>
                <a:lnTo>
                  <a:pt x="121437" y="22402"/>
                </a:lnTo>
                <a:lnTo>
                  <a:pt x="0" y="22402"/>
                </a:lnTo>
                <a:lnTo>
                  <a:pt x="0" y="48120"/>
                </a:lnTo>
                <a:lnTo>
                  <a:pt x="89154" y="48120"/>
                </a:lnTo>
                <a:lnTo>
                  <a:pt x="89154" y="93903"/>
                </a:lnTo>
                <a:lnTo>
                  <a:pt x="190" y="93903"/>
                </a:lnTo>
                <a:lnTo>
                  <a:pt x="190" y="197091"/>
                </a:lnTo>
                <a:lnTo>
                  <a:pt x="22783" y="197091"/>
                </a:lnTo>
                <a:lnTo>
                  <a:pt x="56261" y="196723"/>
                </a:lnTo>
                <a:lnTo>
                  <a:pt x="88049" y="195338"/>
                </a:lnTo>
                <a:lnTo>
                  <a:pt x="119380" y="192544"/>
                </a:lnTo>
                <a:lnTo>
                  <a:pt x="151485" y="187909"/>
                </a:lnTo>
                <a:close/>
              </a:path>
              <a:path w="453390" h="258445">
                <a:moveTo>
                  <a:pt x="200812" y="0"/>
                </a:moveTo>
                <a:lnTo>
                  <a:pt x="169240" y="0"/>
                </a:lnTo>
                <a:lnTo>
                  <a:pt x="169240" y="258216"/>
                </a:lnTo>
                <a:lnTo>
                  <a:pt x="200812" y="258216"/>
                </a:lnTo>
                <a:lnTo>
                  <a:pt x="200812" y="0"/>
                </a:lnTo>
                <a:close/>
              </a:path>
              <a:path w="453390" h="258445">
                <a:moveTo>
                  <a:pt x="392963" y="80086"/>
                </a:moveTo>
                <a:lnTo>
                  <a:pt x="387591" y="54902"/>
                </a:lnTo>
                <a:lnTo>
                  <a:pt x="380403" y="45288"/>
                </a:lnTo>
                <a:lnTo>
                  <a:pt x="372833" y="35191"/>
                </a:lnTo>
                <a:lnTo>
                  <a:pt x="361988" y="28981"/>
                </a:lnTo>
                <a:lnTo>
                  <a:pt x="361988" y="80086"/>
                </a:lnTo>
                <a:lnTo>
                  <a:pt x="358978" y="94640"/>
                </a:lnTo>
                <a:lnTo>
                  <a:pt x="350621" y="105587"/>
                </a:lnTo>
                <a:lnTo>
                  <a:pt x="337997" y="112483"/>
                </a:lnTo>
                <a:lnTo>
                  <a:pt x="322148" y="114884"/>
                </a:lnTo>
                <a:lnTo>
                  <a:pt x="306451" y="112483"/>
                </a:lnTo>
                <a:lnTo>
                  <a:pt x="293941" y="105587"/>
                </a:lnTo>
                <a:lnTo>
                  <a:pt x="285699" y="94640"/>
                </a:lnTo>
                <a:lnTo>
                  <a:pt x="282816" y="80086"/>
                </a:lnTo>
                <a:lnTo>
                  <a:pt x="285699" y="65633"/>
                </a:lnTo>
                <a:lnTo>
                  <a:pt x="293941" y="54673"/>
                </a:lnTo>
                <a:lnTo>
                  <a:pt x="306451" y="47726"/>
                </a:lnTo>
                <a:lnTo>
                  <a:pt x="322148" y="45288"/>
                </a:lnTo>
                <a:lnTo>
                  <a:pt x="338035" y="47726"/>
                </a:lnTo>
                <a:lnTo>
                  <a:pt x="350659" y="54673"/>
                </a:lnTo>
                <a:lnTo>
                  <a:pt x="358990" y="65633"/>
                </a:lnTo>
                <a:lnTo>
                  <a:pt x="361988" y="80086"/>
                </a:lnTo>
                <a:lnTo>
                  <a:pt x="361988" y="28981"/>
                </a:lnTo>
                <a:lnTo>
                  <a:pt x="350431" y="22352"/>
                </a:lnTo>
                <a:lnTo>
                  <a:pt x="322148" y="17754"/>
                </a:lnTo>
                <a:lnTo>
                  <a:pt x="293966" y="22352"/>
                </a:lnTo>
                <a:lnTo>
                  <a:pt x="271500" y="35191"/>
                </a:lnTo>
                <a:lnTo>
                  <a:pt x="256667" y="54902"/>
                </a:lnTo>
                <a:lnTo>
                  <a:pt x="251345" y="80086"/>
                </a:lnTo>
                <a:lnTo>
                  <a:pt x="256667" y="105321"/>
                </a:lnTo>
                <a:lnTo>
                  <a:pt x="271500" y="125031"/>
                </a:lnTo>
                <a:lnTo>
                  <a:pt x="293966" y="137845"/>
                </a:lnTo>
                <a:lnTo>
                  <a:pt x="322148" y="142430"/>
                </a:lnTo>
                <a:lnTo>
                  <a:pt x="350431" y="137845"/>
                </a:lnTo>
                <a:lnTo>
                  <a:pt x="372833" y="125031"/>
                </a:lnTo>
                <a:lnTo>
                  <a:pt x="380428" y="114884"/>
                </a:lnTo>
                <a:lnTo>
                  <a:pt x="387591" y="105321"/>
                </a:lnTo>
                <a:lnTo>
                  <a:pt x="392963" y="80086"/>
                </a:lnTo>
                <a:close/>
              </a:path>
              <a:path w="453390" h="258445">
                <a:moveTo>
                  <a:pt x="408698" y="192659"/>
                </a:moveTo>
                <a:lnTo>
                  <a:pt x="406273" y="169659"/>
                </a:lnTo>
                <a:lnTo>
                  <a:pt x="363258" y="174345"/>
                </a:lnTo>
                <a:lnTo>
                  <a:pt x="319532" y="176872"/>
                </a:lnTo>
                <a:lnTo>
                  <a:pt x="277533" y="177888"/>
                </a:lnTo>
                <a:lnTo>
                  <a:pt x="239750" y="178028"/>
                </a:lnTo>
                <a:lnTo>
                  <a:pt x="243586" y="204152"/>
                </a:lnTo>
                <a:lnTo>
                  <a:pt x="280504" y="203911"/>
                </a:lnTo>
                <a:lnTo>
                  <a:pt x="321602" y="202565"/>
                </a:lnTo>
                <a:lnTo>
                  <a:pt x="364959" y="199136"/>
                </a:lnTo>
                <a:lnTo>
                  <a:pt x="408698" y="192659"/>
                </a:lnTo>
                <a:close/>
              </a:path>
              <a:path w="453390" h="258445">
                <a:moveTo>
                  <a:pt x="453275" y="0"/>
                </a:moveTo>
                <a:lnTo>
                  <a:pt x="421601" y="0"/>
                </a:lnTo>
                <a:lnTo>
                  <a:pt x="421601" y="258216"/>
                </a:lnTo>
                <a:lnTo>
                  <a:pt x="453275" y="258216"/>
                </a:lnTo>
                <a:lnTo>
                  <a:pt x="453275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9684556" y="7446024"/>
            <a:ext cx="1579245" cy="260350"/>
            <a:chOff x="9684556" y="7446024"/>
            <a:chExt cx="1579245" cy="260350"/>
          </a:xfrm>
        </p:grpSpPr>
        <p:sp>
          <p:nvSpPr>
            <p:cNvPr id="52" name="object 52"/>
            <p:cNvSpPr/>
            <p:nvPr/>
          </p:nvSpPr>
          <p:spPr>
            <a:xfrm>
              <a:off x="9684550" y="7446035"/>
              <a:ext cx="812165" cy="260350"/>
            </a:xfrm>
            <a:custGeom>
              <a:avLst/>
              <a:gdLst/>
              <a:ahLst/>
              <a:cxnLst/>
              <a:rect l="l" t="t" r="r" b="b"/>
              <a:pathLst>
                <a:path w="812165" h="260350">
                  <a:moveTo>
                    <a:pt x="156133" y="122542"/>
                  </a:moveTo>
                  <a:lnTo>
                    <a:pt x="113880" y="94005"/>
                  </a:lnTo>
                  <a:lnTo>
                    <a:pt x="95567" y="46291"/>
                  </a:lnTo>
                  <a:lnTo>
                    <a:pt x="95516" y="44373"/>
                  </a:lnTo>
                  <a:lnTo>
                    <a:pt x="148869" y="44373"/>
                  </a:lnTo>
                  <a:lnTo>
                    <a:pt x="148869" y="18757"/>
                  </a:lnTo>
                  <a:lnTo>
                    <a:pt x="9486" y="18757"/>
                  </a:lnTo>
                  <a:lnTo>
                    <a:pt x="9486" y="44373"/>
                  </a:lnTo>
                  <a:lnTo>
                    <a:pt x="63246" y="44373"/>
                  </a:lnTo>
                  <a:lnTo>
                    <a:pt x="63246" y="46291"/>
                  </a:lnTo>
                  <a:lnTo>
                    <a:pt x="59194" y="71704"/>
                  </a:lnTo>
                  <a:lnTo>
                    <a:pt x="47167" y="95326"/>
                  </a:lnTo>
                  <a:lnTo>
                    <a:pt x="27368" y="115189"/>
                  </a:lnTo>
                  <a:lnTo>
                    <a:pt x="0" y="129298"/>
                  </a:lnTo>
                  <a:lnTo>
                    <a:pt x="16548" y="154419"/>
                  </a:lnTo>
                  <a:lnTo>
                    <a:pt x="37807" y="144284"/>
                  </a:lnTo>
                  <a:lnTo>
                    <a:pt x="55524" y="130454"/>
                  </a:lnTo>
                  <a:lnTo>
                    <a:pt x="69621" y="113499"/>
                  </a:lnTo>
                  <a:lnTo>
                    <a:pt x="79984" y="94005"/>
                  </a:lnTo>
                  <a:lnTo>
                    <a:pt x="90144" y="111277"/>
                  </a:lnTo>
                  <a:lnTo>
                    <a:pt x="103632" y="126314"/>
                  </a:lnTo>
                  <a:lnTo>
                    <a:pt x="120383" y="138607"/>
                  </a:lnTo>
                  <a:lnTo>
                    <a:pt x="140296" y="147662"/>
                  </a:lnTo>
                  <a:lnTo>
                    <a:pt x="156133" y="122542"/>
                  </a:lnTo>
                  <a:close/>
                </a:path>
                <a:path w="812165" h="260350">
                  <a:moveTo>
                    <a:pt x="216750" y="2006"/>
                  </a:moveTo>
                  <a:lnTo>
                    <a:pt x="185089" y="2006"/>
                  </a:lnTo>
                  <a:lnTo>
                    <a:pt x="185089" y="66268"/>
                  </a:lnTo>
                  <a:lnTo>
                    <a:pt x="141008" y="66268"/>
                  </a:lnTo>
                  <a:lnTo>
                    <a:pt x="141008" y="92189"/>
                  </a:lnTo>
                  <a:lnTo>
                    <a:pt x="185089" y="92189"/>
                  </a:lnTo>
                  <a:lnTo>
                    <a:pt x="185089" y="155219"/>
                  </a:lnTo>
                  <a:lnTo>
                    <a:pt x="216750" y="155219"/>
                  </a:lnTo>
                  <a:lnTo>
                    <a:pt x="216750" y="2006"/>
                  </a:lnTo>
                  <a:close/>
                </a:path>
                <a:path w="812165" h="260350">
                  <a:moveTo>
                    <a:pt x="217462" y="210693"/>
                  </a:moveTo>
                  <a:lnTo>
                    <a:pt x="211391" y="189979"/>
                  </a:lnTo>
                  <a:lnTo>
                    <a:pt x="206883" y="185991"/>
                  </a:lnTo>
                  <a:lnTo>
                    <a:pt x="193941" y="174561"/>
                  </a:lnTo>
                  <a:lnTo>
                    <a:pt x="185991" y="171805"/>
                  </a:lnTo>
                  <a:lnTo>
                    <a:pt x="185991" y="210693"/>
                  </a:lnTo>
                  <a:lnTo>
                    <a:pt x="182194" y="221322"/>
                  </a:lnTo>
                  <a:lnTo>
                    <a:pt x="171221" y="229044"/>
                  </a:lnTo>
                  <a:lnTo>
                    <a:pt x="153504" y="233718"/>
                  </a:lnTo>
                  <a:lnTo>
                    <a:pt x="129514" y="235204"/>
                  </a:lnTo>
                  <a:lnTo>
                    <a:pt x="105549" y="233718"/>
                  </a:lnTo>
                  <a:lnTo>
                    <a:pt x="87871" y="229044"/>
                  </a:lnTo>
                  <a:lnTo>
                    <a:pt x="76974" y="221322"/>
                  </a:lnTo>
                  <a:lnTo>
                    <a:pt x="73329" y="210693"/>
                  </a:lnTo>
                  <a:lnTo>
                    <a:pt x="76974" y="200025"/>
                  </a:lnTo>
                  <a:lnTo>
                    <a:pt x="87871" y="192290"/>
                  </a:lnTo>
                  <a:lnTo>
                    <a:pt x="105549" y="187579"/>
                  </a:lnTo>
                  <a:lnTo>
                    <a:pt x="129514" y="185991"/>
                  </a:lnTo>
                  <a:lnTo>
                    <a:pt x="153504" y="187579"/>
                  </a:lnTo>
                  <a:lnTo>
                    <a:pt x="171221" y="192290"/>
                  </a:lnTo>
                  <a:lnTo>
                    <a:pt x="182194" y="200025"/>
                  </a:lnTo>
                  <a:lnTo>
                    <a:pt x="185991" y="210693"/>
                  </a:lnTo>
                  <a:lnTo>
                    <a:pt x="185991" y="171805"/>
                  </a:lnTo>
                  <a:lnTo>
                    <a:pt x="166268" y="164947"/>
                  </a:lnTo>
                  <a:lnTo>
                    <a:pt x="129514" y="161582"/>
                  </a:lnTo>
                  <a:lnTo>
                    <a:pt x="92811" y="164947"/>
                  </a:lnTo>
                  <a:lnTo>
                    <a:pt x="65176" y="174561"/>
                  </a:lnTo>
                  <a:lnTo>
                    <a:pt x="47764" y="189979"/>
                  </a:lnTo>
                  <a:lnTo>
                    <a:pt x="41757" y="210693"/>
                  </a:lnTo>
                  <a:lnTo>
                    <a:pt x="47764" y="231419"/>
                  </a:lnTo>
                  <a:lnTo>
                    <a:pt x="65176" y="246837"/>
                  </a:lnTo>
                  <a:lnTo>
                    <a:pt x="92811" y="256451"/>
                  </a:lnTo>
                  <a:lnTo>
                    <a:pt x="129514" y="259816"/>
                  </a:lnTo>
                  <a:lnTo>
                    <a:pt x="166268" y="256451"/>
                  </a:lnTo>
                  <a:lnTo>
                    <a:pt x="193941" y="246837"/>
                  </a:lnTo>
                  <a:lnTo>
                    <a:pt x="207111" y="235204"/>
                  </a:lnTo>
                  <a:lnTo>
                    <a:pt x="211391" y="231419"/>
                  </a:lnTo>
                  <a:lnTo>
                    <a:pt x="217462" y="210693"/>
                  </a:lnTo>
                  <a:close/>
                </a:path>
                <a:path w="812165" h="260350">
                  <a:moveTo>
                    <a:pt x="405777" y="22593"/>
                  </a:moveTo>
                  <a:lnTo>
                    <a:pt x="347675" y="22593"/>
                  </a:lnTo>
                  <a:lnTo>
                    <a:pt x="347675" y="0"/>
                  </a:lnTo>
                  <a:lnTo>
                    <a:pt x="316001" y="0"/>
                  </a:lnTo>
                  <a:lnTo>
                    <a:pt x="316001" y="22593"/>
                  </a:lnTo>
                  <a:lnTo>
                    <a:pt x="257708" y="22593"/>
                  </a:lnTo>
                  <a:lnTo>
                    <a:pt x="257708" y="45885"/>
                  </a:lnTo>
                  <a:lnTo>
                    <a:pt x="405777" y="45885"/>
                  </a:lnTo>
                  <a:lnTo>
                    <a:pt x="405777" y="22593"/>
                  </a:lnTo>
                  <a:close/>
                </a:path>
                <a:path w="812165" h="260350">
                  <a:moveTo>
                    <a:pt x="414947" y="160362"/>
                  </a:moveTo>
                  <a:lnTo>
                    <a:pt x="413219" y="143827"/>
                  </a:lnTo>
                  <a:lnTo>
                    <a:pt x="412635" y="138176"/>
                  </a:lnTo>
                  <a:lnTo>
                    <a:pt x="396862" y="140055"/>
                  </a:lnTo>
                  <a:lnTo>
                    <a:pt x="380682" y="141605"/>
                  </a:lnTo>
                  <a:lnTo>
                    <a:pt x="364236" y="142862"/>
                  </a:lnTo>
                  <a:lnTo>
                    <a:pt x="347675" y="143827"/>
                  </a:lnTo>
                  <a:lnTo>
                    <a:pt x="347675" y="128905"/>
                  </a:lnTo>
                  <a:lnTo>
                    <a:pt x="366776" y="124345"/>
                  </a:lnTo>
                  <a:lnTo>
                    <a:pt x="381292" y="116344"/>
                  </a:lnTo>
                  <a:lnTo>
                    <a:pt x="387629" y="108724"/>
                  </a:lnTo>
                  <a:lnTo>
                    <a:pt x="390537" y="105244"/>
                  </a:lnTo>
                  <a:lnTo>
                    <a:pt x="393877" y="91376"/>
                  </a:lnTo>
                  <a:lnTo>
                    <a:pt x="389318" y="75438"/>
                  </a:lnTo>
                  <a:lnTo>
                    <a:pt x="388378" y="74536"/>
                  </a:lnTo>
                  <a:lnTo>
                    <a:pt x="376694" y="63373"/>
                  </a:lnTo>
                  <a:lnTo>
                    <a:pt x="363410" y="58229"/>
                  </a:lnTo>
                  <a:lnTo>
                    <a:pt x="363410" y="91376"/>
                  </a:lnTo>
                  <a:lnTo>
                    <a:pt x="361238" y="98653"/>
                  </a:lnTo>
                  <a:lnTo>
                    <a:pt x="354965" y="104140"/>
                  </a:lnTo>
                  <a:lnTo>
                    <a:pt x="344944" y="107581"/>
                  </a:lnTo>
                  <a:lnTo>
                    <a:pt x="331533" y="108724"/>
                  </a:lnTo>
                  <a:lnTo>
                    <a:pt x="318071" y="107581"/>
                  </a:lnTo>
                  <a:lnTo>
                    <a:pt x="308051" y="104140"/>
                  </a:lnTo>
                  <a:lnTo>
                    <a:pt x="301828" y="98653"/>
                  </a:lnTo>
                  <a:lnTo>
                    <a:pt x="299770" y="91376"/>
                  </a:lnTo>
                  <a:lnTo>
                    <a:pt x="301828" y="84061"/>
                  </a:lnTo>
                  <a:lnTo>
                    <a:pt x="308051" y="78790"/>
                  </a:lnTo>
                  <a:lnTo>
                    <a:pt x="318071" y="75603"/>
                  </a:lnTo>
                  <a:lnTo>
                    <a:pt x="331533" y="74536"/>
                  </a:lnTo>
                  <a:lnTo>
                    <a:pt x="344944" y="75603"/>
                  </a:lnTo>
                  <a:lnTo>
                    <a:pt x="354965" y="78790"/>
                  </a:lnTo>
                  <a:lnTo>
                    <a:pt x="361238" y="84061"/>
                  </a:lnTo>
                  <a:lnTo>
                    <a:pt x="363410" y="91376"/>
                  </a:lnTo>
                  <a:lnTo>
                    <a:pt x="363410" y="58229"/>
                  </a:lnTo>
                  <a:lnTo>
                    <a:pt x="357073" y="55765"/>
                  </a:lnTo>
                  <a:lnTo>
                    <a:pt x="331533" y="53149"/>
                  </a:lnTo>
                  <a:lnTo>
                    <a:pt x="306019" y="55765"/>
                  </a:lnTo>
                  <a:lnTo>
                    <a:pt x="286359" y="63373"/>
                  </a:lnTo>
                  <a:lnTo>
                    <a:pt x="273761" y="75438"/>
                  </a:lnTo>
                  <a:lnTo>
                    <a:pt x="269405" y="91376"/>
                  </a:lnTo>
                  <a:lnTo>
                    <a:pt x="272580" y="105359"/>
                  </a:lnTo>
                  <a:lnTo>
                    <a:pt x="281889" y="116509"/>
                  </a:lnTo>
                  <a:lnTo>
                    <a:pt x="296608" y="124498"/>
                  </a:lnTo>
                  <a:lnTo>
                    <a:pt x="316001" y="128993"/>
                  </a:lnTo>
                  <a:lnTo>
                    <a:pt x="316001" y="144932"/>
                  </a:lnTo>
                  <a:lnTo>
                    <a:pt x="298754" y="145300"/>
                  </a:lnTo>
                  <a:lnTo>
                    <a:pt x="251053" y="145643"/>
                  </a:lnTo>
                  <a:lnTo>
                    <a:pt x="254482" y="170561"/>
                  </a:lnTo>
                  <a:lnTo>
                    <a:pt x="290995" y="170268"/>
                  </a:lnTo>
                  <a:lnTo>
                    <a:pt x="331203" y="169011"/>
                  </a:lnTo>
                  <a:lnTo>
                    <a:pt x="373151" y="165989"/>
                  </a:lnTo>
                  <a:lnTo>
                    <a:pt x="414947" y="160362"/>
                  </a:lnTo>
                  <a:close/>
                </a:path>
                <a:path w="812165" h="260350">
                  <a:moveTo>
                    <a:pt x="457720" y="187604"/>
                  </a:moveTo>
                  <a:lnTo>
                    <a:pt x="283425" y="187604"/>
                  </a:lnTo>
                  <a:lnTo>
                    <a:pt x="283425" y="212318"/>
                  </a:lnTo>
                  <a:lnTo>
                    <a:pt x="425945" y="212318"/>
                  </a:lnTo>
                  <a:lnTo>
                    <a:pt x="425945" y="259613"/>
                  </a:lnTo>
                  <a:lnTo>
                    <a:pt x="457720" y="259613"/>
                  </a:lnTo>
                  <a:lnTo>
                    <a:pt x="457720" y="187604"/>
                  </a:lnTo>
                  <a:close/>
                </a:path>
                <a:path w="812165" h="260350">
                  <a:moveTo>
                    <a:pt x="492518" y="77355"/>
                  </a:moveTo>
                  <a:lnTo>
                    <a:pt x="457720" y="77355"/>
                  </a:lnTo>
                  <a:lnTo>
                    <a:pt x="457720" y="2209"/>
                  </a:lnTo>
                  <a:lnTo>
                    <a:pt x="425945" y="2209"/>
                  </a:lnTo>
                  <a:lnTo>
                    <a:pt x="425945" y="176504"/>
                  </a:lnTo>
                  <a:lnTo>
                    <a:pt x="457720" y="176504"/>
                  </a:lnTo>
                  <a:lnTo>
                    <a:pt x="457720" y="103479"/>
                  </a:lnTo>
                  <a:lnTo>
                    <a:pt x="492518" y="103479"/>
                  </a:lnTo>
                  <a:lnTo>
                    <a:pt x="492518" y="77355"/>
                  </a:lnTo>
                  <a:close/>
                </a:path>
                <a:path w="812165" h="260350">
                  <a:moveTo>
                    <a:pt x="741641" y="203174"/>
                  </a:moveTo>
                  <a:lnTo>
                    <a:pt x="638975" y="203174"/>
                  </a:lnTo>
                  <a:lnTo>
                    <a:pt x="638975" y="144754"/>
                  </a:lnTo>
                  <a:lnTo>
                    <a:pt x="715225" y="144754"/>
                  </a:lnTo>
                  <a:lnTo>
                    <a:pt x="715225" y="119354"/>
                  </a:lnTo>
                  <a:lnTo>
                    <a:pt x="566242" y="119354"/>
                  </a:lnTo>
                  <a:lnTo>
                    <a:pt x="566242" y="46964"/>
                  </a:lnTo>
                  <a:lnTo>
                    <a:pt x="713206" y="46964"/>
                  </a:lnTo>
                  <a:lnTo>
                    <a:pt x="713206" y="21564"/>
                  </a:lnTo>
                  <a:lnTo>
                    <a:pt x="534479" y="21564"/>
                  </a:lnTo>
                  <a:lnTo>
                    <a:pt x="534479" y="46964"/>
                  </a:lnTo>
                  <a:lnTo>
                    <a:pt x="534479" y="119354"/>
                  </a:lnTo>
                  <a:lnTo>
                    <a:pt x="534479" y="144754"/>
                  </a:lnTo>
                  <a:lnTo>
                    <a:pt x="607504" y="144754"/>
                  </a:lnTo>
                  <a:lnTo>
                    <a:pt x="607504" y="203174"/>
                  </a:lnTo>
                  <a:lnTo>
                    <a:pt x="505929" y="203174"/>
                  </a:lnTo>
                  <a:lnTo>
                    <a:pt x="505929" y="229844"/>
                  </a:lnTo>
                  <a:lnTo>
                    <a:pt x="741641" y="229844"/>
                  </a:lnTo>
                  <a:lnTo>
                    <a:pt x="741641" y="203174"/>
                  </a:lnTo>
                  <a:close/>
                </a:path>
                <a:path w="812165" h="260350">
                  <a:moveTo>
                    <a:pt x="811847" y="143929"/>
                  </a:moveTo>
                  <a:lnTo>
                    <a:pt x="810031" y="135445"/>
                  </a:lnTo>
                  <a:lnTo>
                    <a:pt x="805230" y="128485"/>
                  </a:lnTo>
                  <a:lnTo>
                    <a:pt x="798220" y="123774"/>
                  </a:lnTo>
                  <a:lnTo>
                    <a:pt x="789762" y="122034"/>
                  </a:lnTo>
                  <a:lnTo>
                    <a:pt x="781126" y="123774"/>
                  </a:lnTo>
                  <a:lnTo>
                    <a:pt x="774065" y="128485"/>
                  </a:lnTo>
                  <a:lnTo>
                    <a:pt x="769315" y="135445"/>
                  </a:lnTo>
                  <a:lnTo>
                    <a:pt x="767676" y="143929"/>
                  </a:lnTo>
                  <a:lnTo>
                    <a:pt x="769315" y="152527"/>
                  </a:lnTo>
                  <a:lnTo>
                    <a:pt x="774065" y="159550"/>
                  </a:lnTo>
                  <a:lnTo>
                    <a:pt x="781126" y="164287"/>
                  </a:lnTo>
                  <a:lnTo>
                    <a:pt x="789762" y="166014"/>
                  </a:lnTo>
                  <a:lnTo>
                    <a:pt x="798220" y="164287"/>
                  </a:lnTo>
                  <a:lnTo>
                    <a:pt x="805230" y="159550"/>
                  </a:lnTo>
                  <a:lnTo>
                    <a:pt x="810031" y="152527"/>
                  </a:lnTo>
                  <a:lnTo>
                    <a:pt x="811847" y="14392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522932" y="7448243"/>
              <a:ext cx="221698" cy="25256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0776496" y="7448041"/>
              <a:ext cx="487680" cy="258445"/>
            </a:xfrm>
            <a:custGeom>
              <a:avLst/>
              <a:gdLst/>
              <a:ahLst/>
              <a:cxnLst/>
              <a:rect l="l" t="t" r="r" b="b"/>
              <a:pathLst>
                <a:path w="487679" h="258445">
                  <a:moveTo>
                    <a:pt x="168948" y="201333"/>
                  </a:moveTo>
                  <a:lnTo>
                    <a:pt x="167170" y="184327"/>
                  </a:lnTo>
                  <a:lnTo>
                    <a:pt x="167017" y="182867"/>
                  </a:lnTo>
                  <a:lnTo>
                    <a:pt x="166522" y="178130"/>
                  </a:lnTo>
                  <a:lnTo>
                    <a:pt x="150444" y="179705"/>
                  </a:lnTo>
                  <a:lnTo>
                    <a:pt x="134061" y="180987"/>
                  </a:lnTo>
                  <a:lnTo>
                    <a:pt x="117462" y="182029"/>
                  </a:lnTo>
                  <a:lnTo>
                    <a:pt x="100761" y="182867"/>
                  </a:lnTo>
                  <a:lnTo>
                    <a:pt x="100761" y="147167"/>
                  </a:lnTo>
                  <a:lnTo>
                    <a:pt x="155930" y="147167"/>
                  </a:lnTo>
                  <a:lnTo>
                    <a:pt x="155930" y="122351"/>
                  </a:lnTo>
                  <a:lnTo>
                    <a:pt x="49720" y="122351"/>
                  </a:lnTo>
                  <a:lnTo>
                    <a:pt x="49720" y="96634"/>
                  </a:lnTo>
                  <a:lnTo>
                    <a:pt x="149682" y="96634"/>
                  </a:lnTo>
                  <a:lnTo>
                    <a:pt x="149682" y="22898"/>
                  </a:lnTo>
                  <a:lnTo>
                    <a:pt x="17754" y="22898"/>
                  </a:lnTo>
                  <a:lnTo>
                    <a:pt x="17754" y="48018"/>
                  </a:lnTo>
                  <a:lnTo>
                    <a:pt x="118313" y="48018"/>
                  </a:lnTo>
                  <a:lnTo>
                    <a:pt x="118313" y="73329"/>
                  </a:lnTo>
                  <a:lnTo>
                    <a:pt x="18059" y="73329"/>
                  </a:lnTo>
                  <a:lnTo>
                    <a:pt x="18059" y="147167"/>
                  </a:lnTo>
                  <a:lnTo>
                    <a:pt x="69088" y="147167"/>
                  </a:lnTo>
                  <a:lnTo>
                    <a:pt x="69088" y="183883"/>
                  </a:lnTo>
                  <a:lnTo>
                    <a:pt x="51092" y="184175"/>
                  </a:lnTo>
                  <a:lnTo>
                    <a:pt x="16408" y="184327"/>
                  </a:lnTo>
                  <a:lnTo>
                    <a:pt x="0" y="184289"/>
                  </a:lnTo>
                  <a:lnTo>
                    <a:pt x="3835" y="210502"/>
                  </a:lnTo>
                  <a:lnTo>
                    <a:pt x="42265" y="210553"/>
                  </a:lnTo>
                  <a:lnTo>
                    <a:pt x="83477" y="209473"/>
                  </a:lnTo>
                  <a:lnTo>
                    <a:pt x="126136" y="206616"/>
                  </a:lnTo>
                  <a:lnTo>
                    <a:pt x="168948" y="201333"/>
                  </a:lnTo>
                  <a:close/>
                </a:path>
                <a:path w="487679" h="258445">
                  <a:moveTo>
                    <a:pt x="213525" y="0"/>
                  </a:moveTo>
                  <a:lnTo>
                    <a:pt x="181864" y="0"/>
                  </a:lnTo>
                  <a:lnTo>
                    <a:pt x="181864" y="258216"/>
                  </a:lnTo>
                  <a:lnTo>
                    <a:pt x="213525" y="258216"/>
                  </a:lnTo>
                  <a:lnTo>
                    <a:pt x="213525" y="0"/>
                  </a:lnTo>
                  <a:close/>
                </a:path>
                <a:path w="487679" h="258445">
                  <a:moveTo>
                    <a:pt x="487070" y="201168"/>
                  </a:moveTo>
                  <a:lnTo>
                    <a:pt x="384390" y="201168"/>
                  </a:lnTo>
                  <a:lnTo>
                    <a:pt x="384390" y="142748"/>
                  </a:lnTo>
                  <a:lnTo>
                    <a:pt x="460641" y="142748"/>
                  </a:lnTo>
                  <a:lnTo>
                    <a:pt x="460641" y="117348"/>
                  </a:lnTo>
                  <a:lnTo>
                    <a:pt x="311670" y="117348"/>
                  </a:lnTo>
                  <a:lnTo>
                    <a:pt x="311670" y="44958"/>
                  </a:lnTo>
                  <a:lnTo>
                    <a:pt x="458622" y="44958"/>
                  </a:lnTo>
                  <a:lnTo>
                    <a:pt x="458622" y="19558"/>
                  </a:lnTo>
                  <a:lnTo>
                    <a:pt x="279895" y="19558"/>
                  </a:lnTo>
                  <a:lnTo>
                    <a:pt x="279895" y="44958"/>
                  </a:lnTo>
                  <a:lnTo>
                    <a:pt x="279895" y="117348"/>
                  </a:lnTo>
                  <a:lnTo>
                    <a:pt x="279895" y="142748"/>
                  </a:lnTo>
                  <a:lnTo>
                    <a:pt x="352920" y="142748"/>
                  </a:lnTo>
                  <a:lnTo>
                    <a:pt x="352920" y="201168"/>
                  </a:lnTo>
                  <a:lnTo>
                    <a:pt x="251358" y="201168"/>
                  </a:lnTo>
                  <a:lnTo>
                    <a:pt x="251358" y="227838"/>
                  </a:lnTo>
                  <a:lnTo>
                    <a:pt x="487070" y="227838"/>
                  </a:lnTo>
                  <a:lnTo>
                    <a:pt x="487070" y="20116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8382254" y="7857223"/>
            <a:ext cx="485775" cy="257810"/>
            <a:chOff x="8382254" y="7857223"/>
            <a:chExt cx="485775" cy="257810"/>
          </a:xfrm>
        </p:grpSpPr>
        <p:sp>
          <p:nvSpPr>
            <p:cNvPr id="56" name="object 56"/>
            <p:cNvSpPr/>
            <p:nvPr/>
          </p:nvSpPr>
          <p:spPr>
            <a:xfrm>
              <a:off x="8382254" y="7857223"/>
              <a:ext cx="214629" cy="254635"/>
            </a:xfrm>
            <a:custGeom>
              <a:avLst/>
              <a:gdLst/>
              <a:ahLst/>
              <a:cxnLst/>
              <a:rect l="l" t="t" r="r" b="b"/>
              <a:pathLst>
                <a:path w="214629" h="254634">
                  <a:moveTo>
                    <a:pt x="214132" y="0"/>
                  </a:moveTo>
                  <a:lnTo>
                    <a:pt x="182461" y="0"/>
                  </a:lnTo>
                  <a:lnTo>
                    <a:pt x="182461" y="62938"/>
                  </a:lnTo>
                  <a:lnTo>
                    <a:pt x="132836" y="62938"/>
                  </a:lnTo>
                  <a:lnTo>
                    <a:pt x="132836" y="89062"/>
                  </a:lnTo>
                  <a:lnTo>
                    <a:pt x="182461" y="89062"/>
                  </a:lnTo>
                  <a:lnTo>
                    <a:pt x="182461" y="145041"/>
                  </a:lnTo>
                  <a:lnTo>
                    <a:pt x="214132" y="145041"/>
                  </a:lnTo>
                  <a:lnTo>
                    <a:pt x="214132" y="0"/>
                  </a:lnTo>
                  <a:close/>
                </a:path>
                <a:path w="214629" h="254634">
                  <a:moveTo>
                    <a:pt x="131626" y="15432"/>
                  </a:moveTo>
                  <a:lnTo>
                    <a:pt x="13817" y="15432"/>
                  </a:lnTo>
                  <a:lnTo>
                    <a:pt x="13817" y="40950"/>
                  </a:lnTo>
                  <a:lnTo>
                    <a:pt x="97635" y="40950"/>
                  </a:lnTo>
                  <a:lnTo>
                    <a:pt x="88110" y="67690"/>
                  </a:lnTo>
                  <a:lnTo>
                    <a:pt x="68334" y="91016"/>
                  </a:lnTo>
                  <a:lnTo>
                    <a:pt x="38800" y="110238"/>
                  </a:lnTo>
                  <a:lnTo>
                    <a:pt x="0" y="124667"/>
                  </a:lnTo>
                  <a:lnTo>
                    <a:pt x="12708" y="149479"/>
                  </a:lnTo>
                  <a:lnTo>
                    <a:pt x="62933" y="128988"/>
                  </a:lnTo>
                  <a:lnTo>
                    <a:pt x="100270" y="99476"/>
                  </a:lnTo>
                  <a:lnTo>
                    <a:pt x="123555" y="61454"/>
                  </a:lnTo>
                  <a:lnTo>
                    <a:pt x="131626" y="15432"/>
                  </a:lnTo>
                  <a:close/>
                </a:path>
                <a:path w="214629" h="254634">
                  <a:moveTo>
                    <a:pt x="214132" y="155531"/>
                  </a:moveTo>
                  <a:lnTo>
                    <a:pt x="44480" y="155531"/>
                  </a:lnTo>
                  <a:lnTo>
                    <a:pt x="44480" y="254074"/>
                  </a:lnTo>
                  <a:lnTo>
                    <a:pt x="214132" y="254074"/>
                  </a:lnTo>
                  <a:lnTo>
                    <a:pt x="214132" y="229060"/>
                  </a:lnTo>
                  <a:lnTo>
                    <a:pt x="75546" y="229060"/>
                  </a:lnTo>
                  <a:lnTo>
                    <a:pt x="75546" y="180545"/>
                  </a:lnTo>
                  <a:lnTo>
                    <a:pt x="214132" y="180545"/>
                  </a:lnTo>
                  <a:lnTo>
                    <a:pt x="214132" y="155531"/>
                  </a:lnTo>
                  <a:close/>
                </a:path>
                <a:path w="214629" h="254634">
                  <a:moveTo>
                    <a:pt x="214132" y="180545"/>
                  </a:moveTo>
                  <a:lnTo>
                    <a:pt x="182663" y="180545"/>
                  </a:lnTo>
                  <a:lnTo>
                    <a:pt x="182663" y="229060"/>
                  </a:lnTo>
                  <a:lnTo>
                    <a:pt x="214132" y="229060"/>
                  </a:lnTo>
                  <a:lnTo>
                    <a:pt x="214132" y="18054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633000" y="7869327"/>
              <a:ext cx="234910" cy="245097"/>
            </a:xfrm>
            <a:prstGeom prst="rect">
              <a:avLst/>
            </a:prstGeom>
          </p:spPr>
        </p:pic>
      </p:grpSp>
      <p:sp>
        <p:nvSpPr>
          <p:cNvPr id="58" name="object 58"/>
          <p:cNvSpPr/>
          <p:nvPr/>
        </p:nvSpPr>
        <p:spPr>
          <a:xfrm>
            <a:off x="8950680" y="7857032"/>
            <a:ext cx="478790" cy="257810"/>
          </a:xfrm>
          <a:custGeom>
            <a:avLst/>
            <a:gdLst/>
            <a:ahLst/>
            <a:cxnLst/>
            <a:rect l="l" t="t" r="r" b="b"/>
            <a:pathLst>
              <a:path w="478790" h="257809">
                <a:moveTo>
                  <a:pt x="135153" y="178219"/>
                </a:moveTo>
                <a:lnTo>
                  <a:pt x="97409" y="139090"/>
                </a:lnTo>
                <a:lnTo>
                  <a:pt x="82702" y="78663"/>
                </a:lnTo>
                <a:lnTo>
                  <a:pt x="82702" y="70599"/>
                </a:lnTo>
                <a:lnTo>
                  <a:pt x="125768" y="70599"/>
                </a:lnTo>
                <a:lnTo>
                  <a:pt x="125768" y="44983"/>
                </a:lnTo>
                <a:lnTo>
                  <a:pt x="82600" y="44983"/>
                </a:lnTo>
                <a:lnTo>
                  <a:pt x="82600" y="9067"/>
                </a:lnTo>
                <a:lnTo>
                  <a:pt x="52743" y="9067"/>
                </a:lnTo>
                <a:lnTo>
                  <a:pt x="52743" y="44983"/>
                </a:lnTo>
                <a:lnTo>
                  <a:pt x="8775" y="44983"/>
                </a:lnTo>
                <a:lnTo>
                  <a:pt x="8775" y="70599"/>
                </a:lnTo>
                <a:lnTo>
                  <a:pt x="52743" y="70599"/>
                </a:lnTo>
                <a:lnTo>
                  <a:pt x="52743" y="78663"/>
                </a:lnTo>
                <a:lnTo>
                  <a:pt x="49555" y="109283"/>
                </a:lnTo>
                <a:lnTo>
                  <a:pt x="39992" y="138506"/>
                </a:lnTo>
                <a:lnTo>
                  <a:pt x="23609" y="164058"/>
                </a:lnTo>
                <a:lnTo>
                  <a:pt x="0" y="183667"/>
                </a:lnTo>
                <a:lnTo>
                  <a:pt x="18453" y="207568"/>
                </a:lnTo>
                <a:lnTo>
                  <a:pt x="35128" y="194983"/>
                </a:lnTo>
                <a:lnTo>
                  <a:pt x="48895" y="178968"/>
                </a:lnTo>
                <a:lnTo>
                  <a:pt x="59842" y="160070"/>
                </a:lnTo>
                <a:lnTo>
                  <a:pt x="67983" y="139090"/>
                </a:lnTo>
                <a:lnTo>
                  <a:pt x="76200" y="158508"/>
                </a:lnTo>
                <a:lnTo>
                  <a:pt x="87147" y="175755"/>
                </a:lnTo>
                <a:lnTo>
                  <a:pt x="100888" y="190258"/>
                </a:lnTo>
                <a:lnTo>
                  <a:pt x="117500" y="201523"/>
                </a:lnTo>
                <a:lnTo>
                  <a:pt x="135153" y="178219"/>
                </a:lnTo>
                <a:close/>
              </a:path>
              <a:path w="478790" h="257809">
                <a:moveTo>
                  <a:pt x="173278" y="4838"/>
                </a:moveTo>
                <a:lnTo>
                  <a:pt x="143522" y="4838"/>
                </a:lnTo>
                <a:lnTo>
                  <a:pt x="143522" y="99047"/>
                </a:lnTo>
                <a:lnTo>
                  <a:pt x="109740" y="99047"/>
                </a:lnTo>
                <a:lnTo>
                  <a:pt x="109740" y="125171"/>
                </a:lnTo>
                <a:lnTo>
                  <a:pt x="143522" y="125171"/>
                </a:lnTo>
                <a:lnTo>
                  <a:pt x="143522" y="245198"/>
                </a:lnTo>
                <a:lnTo>
                  <a:pt x="173278" y="245198"/>
                </a:lnTo>
                <a:lnTo>
                  <a:pt x="173278" y="4838"/>
                </a:lnTo>
                <a:close/>
              </a:path>
              <a:path w="478790" h="257809">
                <a:moveTo>
                  <a:pt x="225729" y="0"/>
                </a:moveTo>
                <a:lnTo>
                  <a:pt x="195668" y="0"/>
                </a:lnTo>
                <a:lnTo>
                  <a:pt x="195668" y="257594"/>
                </a:lnTo>
                <a:lnTo>
                  <a:pt x="225729" y="257594"/>
                </a:lnTo>
                <a:lnTo>
                  <a:pt x="225729" y="0"/>
                </a:lnTo>
                <a:close/>
              </a:path>
              <a:path w="478790" h="257809">
                <a:moveTo>
                  <a:pt x="425640" y="6248"/>
                </a:moveTo>
                <a:lnTo>
                  <a:pt x="395478" y="6248"/>
                </a:lnTo>
                <a:lnTo>
                  <a:pt x="395478" y="69189"/>
                </a:lnTo>
                <a:lnTo>
                  <a:pt x="365429" y="69189"/>
                </a:lnTo>
                <a:lnTo>
                  <a:pt x="366610" y="59956"/>
                </a:lnTo>
                <a:lnTo>
                  <a:pt x="367461" y="50584"/>
                </a:lnTo>
                <a:lnTo>
                  <a:pt x="367982" y="41046"/>
                </a:lnTo>
                <a:lnTo>
                  <a:pt x="368147" y="31369"/>
                </a:lnTo>
                <a:lnTo>
                  <a:pt x="267589" y="31369"/>
                </a:lnTo>
                <a:lnTo>
                  <a:pt x="267589" y="57086"/>
                </a:lnTo>
                <a:lnTo>
                  <a:pt x="336575" y="57086"/>
                </a:lnTo>
                <a:lnTo>
                  <a:pt x="329145" y="93840"/>
                </a:lnTo>
                <a:lnTo>
                  <a:pt x="313410" y="126530"/>
                </a:lnTo>
                <a:lnTo>
                  <a:pt x="288556" y="155435"/>
                </a:lnTo>
                <a:lnTo>
                  <a:pt x="253771" y="180848"/>
                </a:lnTo>
                <a:lnTo>
                  <a:pt x="272529" y="203339"/>
                </a:lnTo>
                <a:lnTo>
                  <a:pt x="304838" y="180314"/>
                </a:lnTo>
                <a:lnTo>
                  <a:pt x="329742" y="154470"/>
                </a:lnTo>
                <a:lnTo>
                  <a:pt x="347878" y="125971"/>
                </a:lnTo>
                <a:lnTo>
                  <a:pt x="359879" y="95008"/>
                </a:lnTo>
                <a:lnTo>
                  <a:pt x="395478" y="95008"/>
                </a:lnTo>
                <a:lnTo>
                  <a:pt x="395478" y="133540"/>
                </a:lnTo>
                <a:lnTo>
                  <a:pt x="355231" y="133540"/>
                </a:lnTo>
                <a:lnTo>
                  <a:pt x="355231" y="159258"/>
                </a:lnTo>
                <a:lnTo>
                  <a:pt x="395478" y="159258"/>
                </a:lnTo>
                <a:lnTo>
                  <a:pt x="395478" y="245592"/>
                </a:lnTo>
                <a:lnTo>
                  <a:pt x="425640" y="245592"/>
                </a:lnTo>
                <a:lnTo>
                  <a:pt x="425640" y="95008"/>
                </a:lnTo>
                <a:lnTo>
                  <a:pt x="425640" y="69189"/>
                </a:lnTo>
                <a:lnTo>
                  <a:pt x="425640" y="6248"/>
                </a:lnTo>
                <a:close/>
              </a:path>
              <a:path w="478790" h="257809">
                <a:moveTo>
                  <a:pt x="478790" y="0"/>
                </a:moveTo>
                <a:lnTo>
                  <a:pt x="448843" y="0"/>
                </a:lnTo>
                <a:lnTo>
                  <a:pt x="448843" y="257594"/>
                </a:lnTo>
                <a:lnTo>
                  <a:pt x="478790" y="257594"/>
                </a:lnTo>
                <a:lnTo>
                  <a:pt x="478790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9528642" y="7866805"/>
            <a:ext cx="488315" cy="248285"/>
            <a:chOff x="9528642" y="7866805"/>
            <a:chExt cx="488315" cy="248285"/>
          </a:xfrm>
        </p:grpSpPr>
        <p:sp>
          <p:nvSpPr>
            <p:cNvPr id="60" name="object 60"/>
            <p:cNvSpPr/>
            <p:nvPr/>
          </p:nvSpPr>
          <p:spPr>
            <a:xfrm>
              <a:off x="9557182" y="7867217"/>
              <a:ext cx="178435" cy="113664"/>
            </a:xfrm>
            <a:custGeom>
              <a:avLst/>
              <a:gdLst/>
              <a:ahLst/>
              <a:cxnLst/>
              <a:rect l="l" t="t" r="r" b="b"/>
              <a:pathLst>
                <a:path w="178434" h="113665">
                  <a:moveTo>
                    <a:pt x="178422" y="32181"/>
                  </a:moveTo>
                  <a:lnTo>
                    <a:pt x="31267" y="32181"/>
                  </a:lnTo>
                  <a:lnTo>
                    <a:pt x="31267" y="431"/>
                  </a:lnTo>
                  <a:lnTo>
                    <a:pt x="0" y="431"/>
                  </a:lnTo>
                  <a:lnTo>
                    <a:pt x="0" y="32181"/>
                  </a:lnTo>
                  <a:lnTo>
                    <a:pt x="0" y="56311"/>
                  </a:lnTo>
                  <a:lnTo>
                    <a:pt x="0" y="86791"/>
                  </a:lnTo>
                  <a:lnTo>
                    <a:pt x="0" y="113461"/>
                  </a:lnTo>
                  <a:lnTo>
                    <a:pt x="178422" y="113461"/>
                  </a:lnTo>
                  <a:lnTo>
                    <a:pt x="178422" y="87350"/>
                  </a:lnTo>
                  <a:lnTo>
                    <a:pt x="178422" y="86791"/>
                  </a:lnTo>
                  <a:lnTo>
                    <a:pt x="178422" y="56680"/>
                  </a:lnTo>
                  <a:lnTo>
                    <a:pt x="146659" y="56680"/>
                  </a:lnTo>
                  <a:lnTo>
                    <a:pt x="146659" y="86791"/>
                  </a:lnTo>
                  <a:lnTo>
                    <a:pt x="31267" y="86791"/>
                  </a:lnTo>
                  <a:lnTo>
                    <a:pt x="31267" y="56311"/>
                  </a:lnTo>
                  <a:lnTo>
                    <a:pt x="178422" y="56311"/>
                  </a:lnTo>
                  <a:lnTo>
                    <a:pt x="178422" y="32181"/>
                  </a:lnTo>
                  <a:close/>
                </a:path>
                <a:path w="178434" h="113665">
                  <a:moveTo>
                    <a:pt x="178422" y="0"/>
                  </a:moveTo>
                  <a:lnTo>
                    <a:pt x="146659" y="0"/>
                  </a:lnTo>
                  <a:lnTo>
                    <a:pt x="146659" y="31673"/>
                  </a:lnTo>
                  <a:lnTo>
                    <a:pt x="178422" y="31673"/>
                  </a:lnTo>
                  <a:lnTo>
                    <a:pt x="178422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528642" y="7866805"/>
              <a:ext cx="488077" cy="247821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13572875" y="7449199"/>
            <a:ext cx="1659889" cy="260350"/>
            <a:chOff x="13572875" y="7449199"/>
            <a:chExt cx="1659889" cy="260350"/>
          </a:xfrm>
        </p:grpSpPr>
        <p:sp>
          <p:nvSpPr>
            <p:cNvPr id="63" name="object 63"/>
            <p:cNvSpPr/>
            <p:nvPr/>
          </p:nvSpPr>
          <p:spPr>
            <a:xfrm>
              <a:off x="13572871" y="7449210"/>
              <a:ext cx="822960" cy="259715"/>
            </a:xfrm>
            <a:custGeom>
              <a:avLst/>
              <a:gdLst/>
              <a:ahLst/>
              <a:cxnLst/>
              <a:rect l="l" t="t" r="r" b="b"/>
              <a:pathLst>
                <a:path w="822959" h="259715">
                  <a:moveTo>
                    <a:pt x="154724" y="22593"/>
                  </a:moveTo>
                  <a:lnTo>
                    <a:pt x="96621" y="22593"/>
                  </a:lnTo>
                  <a:lnTo>
                    <a:pt x="96621" y="0"/>
                  </a:lnTo>
                  <a:lnTo>
                    <a:pt x="64947" y="0"/>
                  </a:lnTo>
                  <a:lnTo>
                    <a:pt x="64947" y="22593"/>
                  </a:lnTo>
                  <a:lnTo>
                    <a:pt x="6654" y="22593"/>
                  </a:lnTo>
                  <a:lnTo>
                    <a:pt x="6654" y="45885"/>
                  </a:lnTo>
                  <a:lnTo>
                    <a:pt x="154724" y="45885"/>
                  </a:lnTo>
                  <a:lnTo>
                    <a:pt x="154724" y="22593"/>
                  </a:lnTo>
                  <a:close/>
                </a:path>
                <a:path w="822959" h="259715">
                  <a:moveTo>
                    <a:pt x="163906" y="160362"/>
                  </a:moveTo>
                  <a:lnTo>
                    <a:pt x="162166" y="143827"/>
                  </a:lnTo>
                  <a:lnTo>
                    <a:pt x="161582" y="138176"/>
                  </a:lnTo>
                  <a:lnTo>
                    <a:pt x="145808" y="140055"/>
                  </a:lnTo>
                  <a:lnTo>
                    <a:pt x="129628" y="141605"/>
                  </a:lnTo>
                  <a:lnTo>
                    <a:pt x="113182" y="142862"/>
                  </a:lnTo>
                  <a:lnTo>
                    <a:pt x="96621" y="143827"/>
                  </a:lnTo>
                  <a:lnTo>
                    <a:pt x="96621" y="128905"/>
                  </a:lnTo>
                  <a:lnTo>
                    <a:pt x="115722" y="124345"/>
                  </a:lnTo>
                  <a:lnTo>
                    <a:pt x="130238" y="116344"/>
                  </a:lnTo>
                  <a:lnTo>
                    <a:pt x="136588" y="108724"/>
                  </a:lnTo>
                  <a:lnTo>
                    <a:pt x="139484" y="105244"/>
                  </a:lnTo>
                  <a:lnTo>
                    <a:pt x="142824" y="91376"/>
                  </a:lnTo>
                  <a:lnTo>
                    <a:pt x="138277" y="75438"/>
                  </a:lnTo>
                  <a:lnTo>
                    <a:pt x="137325" y="74536"/>
                  </a:lnTo>
                  <a:lnTo>
                    <a:pt x="125653" y="63373"/>
                  </a:lnTo>
                  <a:lnTo>
                    <a:pt x="112356" y="58229"/>
                  </a:lnTo>
                  <a:lnTo>
                    <a:pt x="112356" y="91376"/>
                  </a:lnTo>
                  <a:lnTo>
                    <a:pt x="110185" y="98653"/>
                  </a:lnTo>
                  <a:lnTo>
                    <a:pt x="103911" y="104140"/>
                  </a:lnTo>
                  <a:lnTo>
                    <a:pt x="93891" y="107581"/>
                  </a:lnTo>
                  <a:lnTo>
                    <a:pt x="80479" y="108724"/>
                  </a:lnTo>
                  <a:lnTo>
                    <a:pt x="67030" y="107581"/>
                  </a:lnTo>
                  <a:lnTo>
                    <a:pt x="56997" y="104140"/>
                  </a:lnTo>
                  <a:lnTo>
                    <a:pt x="50774" y="98653"/>
                  </a:lnTo>
                  <a:lnTo>
                    <a:pt x="48717" y="91376"/>
                  </a:lnTo>
                  <a:lnTo>
                    <a:pt x="50774" y="84061"/>
                  </a:lnTo>
                  <a:lnTo>
                    <a:pt x="56997" y="78790"/>
                  </a:lnTo>
                  <a:lnTo>
                    <a:pt x="67030" y="75603"/>
                  </a:lnTo>
                  <a:lnTo>
                    <a:pt x="80479" y="74536"/>
                  </a:lnTo>
                  <a:lnTo>
                    <a:pt x="93891" y="75603"/>
                  </a:lnTo>
                  <a:lnTo>
                    <a:pt x="103911" y="78790"/>
                  </a:lnTo>
                  <a:lnTo>
                    <a:pt x="110185" y="84061"/>
                  </a:lnTo>
                  <a:lnTo>
                    <a:pt x="112356" y="91376"/>
                  </a:lnTo>
                  <a:lnTo>
                    <a:pt x="112356" y="58229"/>
                  </a:lnTo>
                  <a:lnTo>
                    <a:pt x="106032" y="55765"/>
                  </a:lnTo>
                  <a:lnTo>
                    <a:pt x="80479" y="53149"/>
                  </a:lnTo>
                  <a:lnTo>
                    <a:pt x="54965" y="55765"/>
                  </a:lnTo>
                  <a:lnTo>
                    <a:pt x="35306" y="63373"/>
                  </a:lnTo>
                  <a:lnTo>
                    <a:pt x="22720" y="75438"/>
                  </a:lnTo>
                  <a:lnTo>
                    <a:pt x="18351" y="91376"/>
                  </a:lnTo>
                  <a:lnTo>
                    <a:pt x="21526" y="105359"/>
                  </a:lnTo>
                  <a:lnTo>
                    <a:pt x="30835" y="116509"/>
                  </a:lnTo>
                  <a:lnTo>
                    <a:pt x="45554" y="124498"/>
                  </a:lnTo>
                  <a:lnTo>
                    <a:pt x="64947" y="128993"/>
                  </a:lnTo>
                  <a:lnTo>
                    <a:pt x="64947" y="144932"/>
                  </a:lnTo>
                  <a:lnTo>
                    <a:pt x="47701" y="145300"/>
                  </a:lnTo>
                  <a:lnTo>
                    <a:pt x="0" y="145643"/>
                  </a:lnTo>
                  <a:lnTo>
                    <a:pt x="3429" y="170561"/>
                  </a:lnTo>
                  <a:lnTo>
                    <a:pt x="39941" y="170268"/>
                  </a:lnTo>
                  <a:lnTo>
                    <a:pt x="80149" y="169011"/>
                  </a:lnTo>
                  <a:lnTo>
                    <a:pt x="122097" y="165989"/>
                  </a:lnTo>
                  <a:lnTo>
                    <a:pt x="163906" y="160362"/>
                  </a:lnTo>
                  <a:close/>
                </a:path>
                <a:path w="822959" h="259715">
                  <a:moveTo>
                    <a:pt x="206667" y="187604"/>
                  </a:moveTo>
                  <a:lnTo>
                    <a:pt x="32372" y="187604"/>
                  </a:lnTo>
                  <a:lnTo>
                    <a:pt x="32372" y="212318"/>
                  </a:lnTo>
                  <a:lnTo>
                    <a:pt x="174891" y="212318"/>
                  </a:lnTo>
                  <a:lnTo>
                    <a:pt x="174891" y="259613"/>
                  </a:lnTo>
                  <a:lnTo>
                    <a:pt x="206667" y="259613"/>
                  </a:lnTo>
                  <a:lnTo>
                    <a:pt x="206667" y="187604"/>
                  </a:lnTo>
                  <a:close/>
                </a:path>
                <a:path w="822959" h="259715">
                  <a:moveTo>
                    <a:pt x="241465" y="77355"/>
                  </a:moveTo>
                  <a:lnTo>
                    <a:pt x="206667" y="77355"/>
                  </a:lnTo>
                  <a:lnTo>
                    <a:pt x="206667" y="2209"/>
                  </a:lnTo>
                  <a:lnTo>
                    <a:pt x="174891" y="2209"/>
                  </a:lnTo>
                  <a:lnTo>
                    <a:pt x="174891" y="176504"/>
                  </a:lnTo>
                  <a:lnTo>
                    <a:pt x="206667" y="176504"/>
                  </a:lnTo>
                  <a:lnTo>
                    <a:pt x="206667" y="103479"/>
                  </a:lnTo>
                  <a:lnTo>
                    <a:pt x="241465" y="103479"/>
                  </a:lnTo>
                  <a:lnTo>
                    <a:pt x="241465" y="77355"/>
                  </a:lnTo>
                  <a:close/>
                </a:path>
                <a:path w="822959" h="259715">
                  <a:moveTo>
                    <a:pt x="407987" y="121945"/>
                  </a:moveTo>
                  <a:lnTo>
                    <a:pt x="381546" y="109702"/>
                  </a:lnTo>
                  <a:lnTo>
                    <a:pt x="366763" y="96215"/>
                  </a:lnTo>
                  <a:lnTo>
                    <a:pt x="362585" y="92417"/>
                  </a:lnTo>
                  <a:lnTo>
                    <a:pt x="351180" y="71526"/>
                  </a:lnTo>
                  <a:lnTo>
                    <a:pt x="347408" y="48717"/>
                  </a:lnTo>
                  <a:lnTo>
                    <a:pt x="347370" y="45478"/>
                  </a:lnTo>
                  <a:lnTo>
                    <a:pt x="400824" y="45478"/>
                  </a:lnTo>
                  <a:lnTo>
                    <a:pt x="400824" y="19862"/>
                  </a:lnTo>
                  <a:lnTo>
                    <a:pt x="260832" y="19862"/>
                  </a:lnTo>
                  <a:lnTo>
                    <a:pt x="260832" y="45478"/>
                  </a:lnTo>
                  <a:lnTo>
                    <a:pt x="315493" y="45478"/>
                  </a:lnTo>
                  <a:lnTo>
                    <a:pt x="315493" y="48717"/>
                  </a:lnTo>
                  <a:lnTo>
                    <a:pt x="311327" y="73977"/>
                  </a:lnTo>
                  <a:lnTo>
                    <a:pt x="299237" y="97142"/>
                  </a:lnTo>
                  <a:lnTo>
                    <a:pt x="279387" y="116382"/>
                  </a:lnTo>
                  <a:lnTo>
                    <a:pt x="251955" y="129908"/>
                  </a:lnTo>
                  <a:lnTo>
                    <a:pt x="268097" y="155016"/>
                  </a:lnTo>
                  <a:lnTo>
                    <a:pt x="289560" y="145249"/>
                  </a:lnTo>
                  <a:lnTo>
                    <a:pt x="307454" y="131864"/>
                  </a:lnTo>
                  <a:lnTo>
                    <a:pt x="321678" y="115354"/>
                  </a:lnTo>
                  <a:lnTo>
                    <a:pt x="332143" y="96215"/>
                  </a:lnTo>
                  <a:lnTo>
                    <a:pt x="342379" y="112636"/>
                  </a:lnTo>
                  <a:lnTo>
                    <a:pt x="355968" y="126834"/>
                  </a:lnTo>
                  <a:lnTo>
                    <a:pt x="372846" y="138379"/>
                  </a:lnTo>
                  <a:lnTo>
                    <a:pt x="392963" y="146850"/>
                  </a:lnTo>
                  <a:lnTo>
                    <a:pt x="407987" y="121945"/>
                  </a:lnTo>
                  <a:close/>
                </a:path>
                <a:path w="822959" h="259715">
                  <a:moveTo>
                    <a:pt x="460641" y="210197"/>
                  </a:moveTo>
                  <a:lnTo>
                    <a:pt x="454685" y="189547"/>
                  </a:lnTo>
                  <a:lnTo>
                    <a:pt x="451053" y="186296"/>
                  </a:lnTo>
                  <a:lnTo>
                    <a:pt x="437565" y="174205"/>
                  </a:lnTo>
                  <a:lnTo>
                    <a:pt x="429475" y="171373"/>
                  </a:lnTo>
                  <a:lnTo>
                    <a:pt x="429475" y="210197"/>
                  </a:lnTo>
                  <a:lnTo>
                    <a:pt x="425831" y="220726"/>
                  </a:lnTo>
                  <a:lnTo>
                    <a:pt x="415175" y="228358"/>
                  </a:lnTo>
                  <a:lnTo>
                    <a:pt x="397903" y="232994"/>
                  </a:lnTo>
                  <a:lnTo>
                    <a:pt x="374396" y="234505"/>
                  </a:lnTo>
                  <a:lnTo>
                    <a:pt x="350774" y="232994"/>
                  </a:lnTo>
                  <a:lnTo>
                    <a:pt x="333298" y="228358"/>
                  </a:lnTo>
                  <a:lnTo>
                    <a:pt x="322491" y="220726"/>
                  </a:lnTo>
                  <a:lnTo>
                    <a:pt x="318820" y="210197"/>
                  </a:lnTo>
                  <a:lnTo>
                    <a:pt x="322491" y="199859"/>
                  </a:lnTo>
                  <a:lnTo>
                    <a:pt x="333298" y="192379"/>
                  </a:lnTo>
                  <a:lnTo>
                    <a:pt x="350774" y="187833"/>
                  </a:lnTo>
                  <a:lnTo>
                    <a:pt x="374396" y="186296"/>
                  </a:lnTo>
                  <a:lnTo>
                    <a:pt x="397903" y="187833"/>
                  </a:lnTo>
                  <a:lnTo>
                    <a:pt x="415175" y="192379"/>
                  </a:lnTo>
                  <a:lnTo>
                    <a:pt x="425831" y="199859"/>
                  </a:lnTo>
                  <a:lnTo>
                    <a:pt x="429475" y="210197"/>
                  </a:lnTo>
                  <a:lnTo>
                    <a:pt x="429475" y="171373"/>
                  </a:lnTo>
                  <a:lnTo>
                    <a:pt x="410425" y="164668"/>
                  </a:lnTo>
                  <a:lnTo>
                    <a:pt x="374396" y="161378"/>
                  </a:lnTo>
                  <a:lnTo>
                    <a:pt x="337985" y="164668"/>
                  </a:lnTo>
                  <a:lnTo>
                    <a:pt x="310502" y="174205"/>
                  </a:lnTo>
                  <a:lnTo>
                    <a:pt x="293154" y="189547"/>
                  </a:lnTo>
                  <a:lnTo>
                    <a:pt x="287159" y="210197"/>
                  </a:lnTo>
                  <a:lnTo>
                    <a:pt x="293154" y="231000"/>
                  </a:lnTo>
                  <a:lnTo>
                    <a:pt x="310502" y="246494"/>
                  </a:lnTo>
                  <a:lnTo>
                    <a:pt x="337985" y="256133"/>
                  </a:lnTo>
                  <a:lnTo>
                    <a:pt x="374396" y="259410"/>
                  </a:lnTo>
                  <a:lnTo>
                    <a:pt x="410425" y="256133"/>
                  </a:lnTo>
                  <a:lnTo>
                    <a:pt x="437565" y="246494"/>
                  </a:lnTo>
                  <a:lnTo>
                    <a:pt x="450824" y="234505"/>
                  </a:lnTo>
                  <a:lnTo>
                    <a:pt x="454685" y="231000"/>
                  </a:lnTo>
                  <a:lnTo>
                    <a:pt x="460641" y="210197"/>
                  </a:lnTo>
                  <a:close/>
                </a:path>
                <a:path w="822959" h="259715">
                  <a:moveTo>
                    <a:pt x="494334" y="63842"/>
                  </a:moveTo>
                  <a:lnTo>
                    <a:pt x="458317" y="63842"/>
                  </a:lnTo>
                  <a:lnTo>
                    <a:pt x="458317" y="2006"/>
                  </a:lnTo>
                  <a:lnTo>
                    <a:pt x="426453" y="2006"/>
                  </a:lnTo>
                  <a:lnTo>
                    <a:pt x="426453" y="155727"/>
                  </a:lnTo>
                  <a:lnTo>
                    <a:pt x="458317" y="155727"/>
                  </a:lnTo>
                  <a:lnTo>
                    <a:pt x="458317" y="89865"/>
                  </a:lnTo>
                  <a:lnTo>
                    <a:pt x="494334" y="89865"/>
                  </a:lnTo>
                  <a:lnTo>
                    <a:pt x="494334" y="63842"/>
                  </a:lnTo>
                  <a:close/>
                </a:path>
                <a:path w="822959" h="259715">
                  <a:moveTo>
                    <a:pt x="560793" y="143929"/>
                  </a:moveTo>
                  <a:lnTo>
                    <a:pt x="558977" y="135445"/>
                  </a:lnTo>
                  <a:lnTo>
                    <a:pt x="554177" y="128485"/>
                  </a:lnTo>
                  <a:lnTo>
                    <a:pt x="547166" y="123774"/>
                  </a:lnTo>
                  <a:lnTo>
                    <a:pt x="538708" y="122034"/>
                  </a:lnTo>
                  <a:lnTo>
                    <a:pt x="530085" y="123774"/>
                  </a:lnTo>
                  <a:lnTo>
                    <a:pt x="523011" y="128485"/>
                  </a:lnTo>
                  <a:lnTo>
                    <a:pt x="518274" y="135445"/>
                  </a:lnTo>
                  <a:lnTo>
                    <a:pt x="516623" y="143929"/>
                  </a:lnTo>
                  <a:lnTo>
                    <a:pt x="518274" y="152527"/>
                  </a:lnTo>
                  <a:lnTo>
                    <a:pt x="523011" y="159550"/>
                  </a:lnTo>
                  <a:lnTo>
                    <a:pt x="530085" y="164287"/>
                  </a:lnTo>
                  <a:lnTo>
                    <a:pt x="538708" y="166014"/>
                  </a:lnTo>
                  <a:lnTo>
                    <a:pt x="547166" y="164287"/>
                  </a:lnTo>
                  <a:lnTo>
                    <a:pt x="554177" y="159550"/>
                  </a:lnTo>
                  <a:lnTo>
                    <a:pt x="558977" y="152527"/>
                  </a:lnTo>
                  <a:lnTo>
                    <a:pt x="560793" y="143929"/>
                  </a:lnTo>
                  <a:close/>
                </a:path>
                <a:path w="822959" h="259715">
                  <a:moveTo>
                    <a:pt x="795807" y="19062"/>
                  </a:moveTo>
                  <a:lnTo>
                    <a:pt x="764235" y="19062"/>
                  </a:lnTo>
                  <a:lnTo>
                    <a:pt x="764235" y="61214"/>
                  </a:lnTo>
                  <a:lnTo>
                    <a:pt x="795807" y="61214"/>
                  </a:lnTo>
                  <a:lnTo>
                    <a:pt x="795807" y="19062"/>
                  </a:lnTo>
                  <a:close/>
                </a:path>
                <a:path w="822959" h="259715">
                  <a:moveTo>
                    <a:pt x="822845" y="202730"/>
                  </a:moveTo>
                  <a:lnTo>
                    <a:pt x="720166" y="202730"/>
                  </a:lnTo>
                  <a:lnTo>
                    <a:pt x="720166" y="153009"/>
                  </a:lnTo>
                  <a:lnTo>
                    <a:pt x="795807" y="153009"/>
                  </a:lnTo>
                  <a:lnTo>
                    <a:pt x="795807" y="127622"/>
                  </a:lnTo>
                  <a:lnTo>
                    <a:pt x="644817" y="127622"/>
                  </a:lnTo>
                  <a:lnTo>
                    <a:pt x="644817" y="86969"/>
                  </a:lnTo>
                  <a:lnTo>
                    <a:pt x="764235" y="86969"/>
                  </a:lnTo>
                  <a:lnTo>
                    <a:pt x="764235" y="126987"/>
                  </a:lnTo>
                  <a:lnTo>
                    <a:pt x="795807" y="126987"/>
                  </a:lnTo>
                  <a:lnTo>
                    <a:pt x="795807" y="86969"/>
                  </a:lnTo>
                  <a:lnTo>
                    <a:pt x="795807" y="86639"/>
                  </a:lnTo>
                  <a:lnTo>
                    <a:pt x="795807" y="61582"/>
                  </a:lnTo>
                  <a:lnTo>
                    <a:pt x="644817" y="61582"/>
                  </a:lnTo>
                  <a:lnTo>
                    <a:pt x="644817" y="19659"/>
                  </a:lnTo>
                  <a:lnTo>
                    <a:pt x="613041" y="19659"/>
                  </a:lnTo>
                  <a:lnTo>
                    <a:pt x="613041" y="61582"/>
                  </a:lnTo>
                  <a:lnTo>
                    <a:pt x="613041" y="86969"/>
                  </a:lnTo>
                  <a:lnTo>
                    <a:pt x="613041" y="127622"/>
                  </a:lnTo>
                  <a:lnTo>
                    <a:pt x="613041" y="153009"/>
                  </a:lnTo>
                  <a:lnTo>
                    <a:pt x="688695" y="153009"/>
                  </a:lnTo>
                  <a:lnTo>
                    <a:pt x="688695" y="202730"/>
                  </a:lnTo>
                  <a:lnTo>
                    <a:pt x="587121" y="202730"/>
                  </a:lnTo>
                  <a:lnTo>
                    <a:pt x="587121" y="228650"/>
                  </a:lnTo>
                  <a:lnTo>
                    <a:pt x="822845" y="228650"/>
                  </a:lnTo>
                  <a:lnTo>
                    <a:pt x="822845" y="20273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415386" y="7451216"/>
              <a:ext cx="236625" cy="25276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4674303" y="7571244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2088" y="0"/>
                  </a:moveTo>
                  <a:lnTo>
                    <a:pt x="13459" y="1732"/>
                  </a:lnTo>
                  <a:lnTo>
                    <a:pt x="6391" y="6442"/>
                  </a:lnTo>
                  <a:lnTo>
                    <a:pt x="1649" y="13403"/>
                  </a:lnTo>
                  <a:lnTo>
                    <a:pt x="0" y="21887"/>
                  </a:lnTo>
                  <a:lnTo>
                    <a:pt x="1649" y="30487"/>
                  </a:lnTo>
                  <a:lnTo>
                    <a:pt x="6391" y="37508"/>
                  </a:lnTo>
                  <a:lnTo>
                    <a:pt x="13459" y="42241"/>
                  </a:lnTo>
                  <a:lnTo>
                    <a:pt x="22088" y="43976"/>
                  </a:lnTo>
                  <a:lnTo>
                    <a:pt x="30546" y="42241"/>
                  </a:lnTo>
                  <a:lnTo>
                    <a:pt x="37558" y="37508"/>
                  </a:lnTo>
                  <a:lnTo>
                    <a:pt x="42357" y="30487"/>
                  </a:lnTo>
                  <a:lnTo>
                    <a:pt x="44177" y="21887"/>
                  </a:lnTo>
                  <a:lnTo>
                    <a:pt x="42357" y="13403"/>
                  </a:lnTo>
                  <a:lnTo>
                    <a:pt x="37558" y="6442"/>
                  </a:lnTo>
                  <a:lnTo>
                    <a:pt x="30546" y="1732"/>
                  </a:lnTo>
                  <a:lnTo>
                    <a:pt x="22088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748336" y="7451418"/>
              <a:ext cx="218873" cy="25256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997368" y="7462816"/>
              <a:ext cx="235313" cy="246207"/>
            </a:xfrm>
            <a:prstGeom prst="rect">
              <a:avLst/>
            </a:prstGeom>
          </p:spPr>
        </p:pic>
      </p:grpSp>
      <p:sp>
        <p:nvSpPr>
          <p:cNvPr id="68" name="object 68"/>
          <p:cNvSpPr/>
          <p:nvPr/>
        </p:nvSpPr>
        <p:spPr>
          <a:xfrm>
            <a:off x="15331929" y="7451217"/>
            <a:ext cx="216535" cy="257175"/>
          </a:xfrm>
          <a:custGeom>
            <a:avLst/>
            <a:gdLst/>
            <a:ahLst/>
            <a:cxnLst/>
            <a:rect l="l" t="t" r="r" b="b"/>
            <a:pathLst>
              <a:path w="216534" h="257175">
                <a:moveTo>
                  <a:pt x="132634" y="185790"/>
                </a:moveTo>
                <a:lnTo>
                  <a:pt x="99349" y="185790"/>
                </a:lnTo>
                <a:lnTo>
                  <a:pt x="91952" y="201148"/>
                </a:lnTo>
                <a:lnTo>
                  <a:pt x="74815" y="215305"/>
                </a:lnTo>
                <a:lnTo>
                  <a:pt x="48940" y="226455"/>
                </a:lnTo>
                <a:lnTo>
                  <a:pt x="15330" y="232792"/>
                </a:lnTo>
                <a:lnTo>
                  <a:pt x="26223" y="256999"/>
                </a:lnTo>
                <a:lnTo>
                  <a:pt x="55740" y="251487"/>
                </a:lnTo>
                <a:lnTo>
                  <a:pt x="80955" y="242248"/>
                </a:lnTo>
                <a:lnTo>
                  <a:pt x="101271" y="229795"/>
                </a:lnTo>
                <a:lnTo>
                  <a:pt x="116094" y="214637"/>
                </a:lnTo>
                <a:lnTo>
                  <a:pt x="156638" y="214637"/>
                </a:lnTo>
                <a:lnTo>
                  <a:pt x="139966" y="200850"/>
                </a:lnTo>
                <a:lnTo>
                  <a:pt x="132634" y="185790"/>
                </a:lnTo>
                <a:close/>
              </a:path>
              <a:path w="216534" h="257175">
                <a:moveTo>
                  <a:pt x="156638" y="214637"/>
                </a:moveTo>
                <a:lnTo>
                  <a:pt x="116094" y="214637"/>
                </a:lnTo>
                <a:lnTo>
                  <a:pt x="130792" y="229695"/>
                </a:lnTo>
                <a:lnTo>
                  <a:pt x="150929" y="242210"/>
                </a:lnTo>
                <a:lnTo>
                  <a:pt x="175963" y="251529"/>
                </a:lnTo>
                <a:lnTo>
                  <a:pt x="205357" y="256999"/>
                </a:lnTo>
                <a:lnTo>
                  <a:pt x="216049" y="232792"/>
                </a:lnTo>
                <a:lnTo>
                  <a:pt x="182619" y="226129"/>
                </a:lnTo>
                <a:lnTo>
                  <a:pt x="156943" y="214889"/>
                </a:lnTo>
                <a:lnTo>
                  <a:pt x="156638" y="214637"/>
                </a:lnTo>
                <a:close/>
              </a:path>
              <a:path w="216534" h="257175">
                <a:moveTo>
                  <a:pt x="206366" y="162087"/>
                </a:moveTo>
                <a:lnTo>
                  <a:pt x="25820" y="162087"/>
                </a:lnTo>
                <a:lnTo>
                  <a:pt x="25820" y="185790"/>
                </a:lnTo>
                <a:lnTo>
                  <a:pt x="206366" y="185790"/>
                </a:lnTo>
                <a:lnTo>
                  <a:pt x="206366" y="162087"/>
                </a:lnTo>
                <a:close/>
              </a:path>
              <a:path w="216534" h="257175">
                <a:moveTo>
                  <a:pt x="131828" y="139393"/>
                </a:moveTo>
                <a:lnTo>
                  <a:pt x="100056" y="139393"/>
                </a:lnTo>
                <a:lnTo>
                  <a:pt x="100056" y="162087"/>
                </a:lnTo>
                <a:lnTo>
                  <a:pt x="131828" y="162087"/>
                </a:lnTo>
                <a:lnTo>
                  <a:pt x="131828" y="139393"/>
                </a:lnTo>
                <a:close/>
              </a:path>
              <a:path w="216534" h="257175">
                <a:moveTo>
                  <a:pt x="201020" y="0"/>
                </a:moveTo>
                <a:lnTo>
                  <a:pt x="169652" y="0"/>
                </a:lnTo>
                <a:lnTo>
                  <a:pt x="169652" y="146756"/>
                </a:lnTo>
                <a:lnTo>
                  <a:pt x="201020" y="146756"/>
                </a:lnTo>
                <a:lnTo>
                  <a:pt x="201020" y="0"/>
                </a:lnTo>
                <a:close/>
              </a:path>
              <a:path w="216534" h="257175">
                <a:moveTo>
                  <a:pt x="124162" y="15936"/>
                </a:moveTo>
                <a:lnTo>
                  <a:pt x="0" y="15936"/>
                </a:lnTo>
                <a:lnTo>
                  <a:pt x="0" y="123154"/>
                </a:lnTo>
                <a:lnTo>
                  <a:pt x="124162" y="123154"/>
                </a:lnTo>
                <a:lnTo>
                  <a:pt x="124162" y="98341"/>
                </a:lnTo>
                <a:lnTo>
                  <a:pt x="31166" y="98341"/>
                </a:lnTo>
                <a:lnTo>
                  <a:pt x="31166" y="40950"/>
                </a:lnTo>
                <a:lnTo>
                  <a:pt x="124162" y="40950"/>
                </a:lnTo>
                <a:lnTo>
                  <a:pt x="124162" y="15936"/>
                </a:lnTo>
                <a:close/>
              </a:path>
              <a:path w="216534" h="257175">
                <a:moveTo>
                  <a:pt x="124162" y="40950"/>
                </a:moveTo>
                <a:lnTo>
                  <a:pt x="92794" y="40950"/>
                </a:lnTo>
                <a:lnTo>
                  <a:pt x="92794" y="98341"/>
                </a:lnTo>
                <a:lnTo>
                  <a:pt x="124162" y="98341"/>
                </a:lnTo>
                <a:lnTo>
                  <a:pt x="124162" y="4095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15640180" y="7451217"/>
            <a:ext cx="469900" cy="257810"/>
            <a:chOff x="15640180" y="7451217"/>
            <a:chExt cx="469900" cy="257810"/>
          </a:xfrm>
        </p:grpSpPr>
        <p:pic>
          <p:nvPicPr>
            <p:cNvPr id="70" name="object 7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640180" y="7456764"/>
              <a:ext cx="235716" cy="24721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5896575" y="7451217"/>
              <a:ext cx="213360" cy="257810"/>
            </a:xfrm>
            <a:custGeom>
              <a:avLst/>
              <a:gdLst/>
              <a:ahLst/>
              <a:cxnLst/>
              <a:rect l="l" t="t" r="r" b="b"/>
              <a:pathLst>
                <a:path w="213359" h="257809">
                  <a:moveTo>
                    <a:pt x="212417" y="118716"/>
                  </a:moveTo>
                  <a:lnTo>
                    <a:pt x="180747" y="118716"/>
                  </a:lnTo>
                  <a:lnTo>
                    <a:pt x="180747" y="151496"/>
                  </a:lnTo>
                  <a:lnTo>
                    <a:pt x="212417" y="151496"/>
                  </a:lnTo>
                  <a:lnTo>
                    <a:pt x="212417" y="118716"/>
                  </a:lnTo>
                  <a:close/>
                </a:path>
                <a:path w="213359" h="257809">
                  <a:moveTo>
                    <a:pt x="67981" y="14423"/>
                  </a:moveTo>
                  <a:lnTo>
                    <a:pt x="40948" y="19001"/>
                  </a:lnTo>
                  <a:lnTo>
                    <a:pt x="19352" y="31910"/>
                  </a:lnTo>
                  <a:lnTo>
                    <a:pt x="5076" y="51684"/>
                  </a:lnTo>
                  <a:lnTo>
                    <a:pt x="0" y="76857"/>
                  </a:lnTo>
                  <a:lnTo>
                    <a:pt x="5076" y="101886"/>
                  </a:lnTo>
                  <a:lnTo>
                    <a:pt x="19352" y="121628"/>
                  </a:lnTo>
                  <a:lnTo>
                    <a:pt x="40948" y="134543"/>
                  </a:lnTo>
                  <a:lnTo>
                    <a:pt x="67981" y="139090"/>
                  </a:lnTo>
                  <a:lnTo>
                    <a:pt x="83005" y="137751"/>
                  </a:lnTo>
                  <a:lnTo>
                    <a:pt x="96714" y="133744"/>
                  </a:lnTo>
                  <a:lnTo>
                    <a:pt x="108816" y="127317"/>
                  </a:lnTo>
                  <a:lnTo>
                    <a:pt x="119018" y="118716"/>
                  </a:lnTo>
                  <a:lnTo>
                    <a:pt x="212417" y="118716"/>
                  </a:lnTo>
                  <a:lnTo>
                    <a:pt x="212417" y="112160"/>
                  </a:lnTo>
                  <a:lnTo>
                    <a:pt x="67981" y="112160"/>
                  </a:lnTo>
                  <a:lnTo>
                    <a:pt x="52752" y="109707"/>
                  </a:lnTo>
                  <a:lnTo>
                    <a:pt x="40786" y="102527"/>
                  </a:lnTo>
                  <a:lnTo>
                    <a:pt x="32961" y="91337"/>
                  </a:lnTo>
                  <a:lnTo>
                    <a:pt x="30157" y="76857"/>
                  </a:lnTo>
                  <a:lnTo>
                    <a:pt x="32961" y="62180"/>
                  </a:lnTo>
                  <a:lnTo>
                    <a:pt x="40786" y="51049"/>
                  </a:lnTo>
                  <a:lnTo>
                    <a:pt x="52752" y="44022"/>
                  </a:lnTo>
                  <a:lnTo>
                    <a:pt x="67981" y="41656"/>
                  </a:lnTo>
                  <a:lnTo>
                    <a:pt x="212417" y="41656"/>
                  </a:lnTo>
                  <a:lnTo>
                    <a:pt x="212417" y="35100"/>
                  </a:lnTo>
                  <a:lnTo>
                    <a:pt x="119320" y="35100"/>
                  </a:lnTo>
                  <a:lnTo>
                    <a:pt x="109100" y="26366"/>
                  </a:lnTo>
                  <a:lnTo>
                    <a:pt x="96941" y="19844"/>
                  </a:lnTo>
                  <a:lnTo>
                    <a:pt x="83137" y="15782"/>
                  </a:lnTo>
                  <a:lnTo>
                    <a:pt x="67981" y="14423"/>
                  </a:lnTo>
                  <a:close/>
                </a:path>
                <a:path w="213359" h="257809">
                  <a:moveTo>
                    <a:pt x="212417" y="41656"/>
                  </a:moveTo>
                  <a:lnTo>
                    <a:pt x="67981" y="41656"/>
                  </a:lnTo>
                  <a:lnTo>
                    <a:pt x="82876" y="44022"/>
                  </a:lnTo>
                  <a:lnTo>
                    <a:pt x="94697" y="51049"/>
                  </a:lnTo>
                  <a:lnTo>
                    <a:pt x="102490" y="62180"/>
                  </a:lnTo>
                  <a:lnTo>
                    <a:pt x="105300" y="76857"/>
                  </a:lnTo>
                  <a:lnTo>
                    <a:pt x="102490" y="91337"/>
                  </a:lnTo>
                  <a:lnTo>
                    <a:pt x="94697" y="102527"/>
                  </a:lnTo>
                  <a:lnTo>
                    <a:pt x="82876" y="109707"/>
                  </a:lnTo>
                  <a:lnTo>
                    <a:pt x="67981" y="112160"/>
                  </a:lnTo>
                  <a:lnTo>
                    <a:pt x="212417" y="112160"/>
                  </a:lnTo>
                  <a:lnTo>
                    <a:pt x="212417" y="93197"/>
                  </a:lnTo>
                  <a:lnTo>
                    <a:pt x="133340" y="93197"/>
                  </a:lnTo>
                  <a:lnTo>
                    <a:pt x="134753" y="88053"/>
                  </a:lnTo>
                  <a:lnTo>
                    <a:pt x="135560" y="82607"/>
                  </a:lnTo>
                  <a:lnTo>
                    <a:pt x="135560" y="71108"/>
                  </a:lnTo>
                  <a:lnTo>
                    <a:pt x="134753" y="65561"/>
                  </a:lnTo>
                  <a:lnTo>
                    <a:pt x="133340" y="60417"/>
                  </a:lnTo>
                  <a:lnTo>
                    <a:pt x="212417" y="60417"/>
                  </a:lnTo>
                  <a:lnTo>
                    <a:pt x="212417" y="41656"/>
                  </a:lnTo>
                  <a:close/>
                </a:path>
                <a:path w="213359" h="257809">
                  <a:moveTo>
                    <a:pt x="212417" y="60417"/>
                  </a:moveTo>
                  <a:lnTo>
                    <a:pt x="180747" y="60417"/>
                  </a:lnTo>
                  <a:lnTo>
                    <a:pt x="180747" y="93197"/>
                  </a:lnTo>
                  <a:lnTo>
                    <a:pt x="212417" y="93197"/>
                  </a:lnTo>
                  <a:lnTo>
                    <a:pt x="212417" y="60417"/>
                  </a:lnTo>
                  <a:close/>
                </a:path>
                <a:path w="213359" h="257809">
                  <a:moveTo>
                    <a:pt x="212417" y="0"/>
                  </a:moveTo>
                  <a:lnTo>
                    <a:pt x="180747" y="0"/>
                  </a:lnTo>
                  <a:lnTo>
                    <a:pt x="180747" y="35100"/>
                  </a:lnTo>
                  <a:lnTo>
                    <a:pt x="212417" y="35100"/>
                  </a:lnTo>
                  <a:lnTo>
                    <a:pt x="212417" y="0"/>
                  </a:lnTo>
                  <a:close/>
                </a:path>
                <a:path w="213359" h="257809">
                  <a:moveTo>
                    <a:pt x="125171" y="157044"/>
                  </a:moveTo>
                  <a:lnTo>
                    <a:pt x="88638" y="160382"/>
                  </a:lnTo>
                  <a:lnTo>
                    <a:pt x="60984" y="170206"/>
                  </a:lnTo>
                  <a:lnTo>
                    <a:pt x="43485" y="186007"/>
                  </a:lnTo>
                  <a:lnTo>
                    <a:pt x="37419" y="207274"/>
                  </a:lnTo>
                  <a:lnTo>
                    <a:pt x="43485" y="228482"/>
                  </a:lnTo>
                  <a:lnTo>
                    <a:pt x="60984" y="244253"/>
                  </a:lnTo>
                  <a:lnTo>
                    <a:pt x="88638" y="254066"/>
                  </a:lnTo>
                  <a:lnTo>
                    <a:pt x="125171" y="257403"/>
                  </a:lnTo>
                  <a:lnTo>
                    <a:pt x="161764" y="254066"/>
                  </a:lnTo>
                  <a:lnTo>
                    <a:pt x="189458" y="244253"/>
                  </a:lnTo>
                  <a:lnTo>
                    <a:pt x="202540" y="232490"/>
                  </a:lnTo>
                  <a:lnTo>
                    <a:pt x="125171" y="232490"/>
                  </a:lnTo>
                  <a:lnTo>
                    <a:pt x="101152" y="230890"/>
                  </a:lnTo>
                  <a:lnTo>
                    <a:pt x="83337" y="226047"/>
                  </a:lnTo>
                  <a:lnTo>
                    <a:pt x="72293" y="218121"/>
                  </a:lnTo>
                  <a:lnTo>
                    <a:pt x="68586" y="207274"/>
                  </a:lnTo>
                  <a:lnTo>
                    <a:pt x="72293" y="196133"/>
                  </a:lnTo>
                  <a:lnTo>
                    <a:pt x="83337" y="188047"/>
                  </a:lnTo>
                  <a:lnTo>
                    <a:pt x="101152" y="183118"/>
                  </a:lnTo>
                  <a:lnTo>
                    <a:pt x="125171" y="181453"/>
                  </a:lnTo>
                  <a:lnTo>
                    <a:pt x="201942" y="181453"/>
                  </a:lnTo>
                  <a:lnTo>
                    <a:pt x="189458" y="170206"/>
                  </a:lnTo>
                  <a:lnTo>
                    <a:pt x="161764" y="160382"/>
                  </a:lnTo>
                  <a:lnTo>
                    <a:pt x="125171" y="157044"/>
                  </a:lnTo>
                  <a:close/>
                </a:path>
                <a:path w="213359" h="257809">
                  <a:moveTo>
                    <a:pt x="201942" y="181453"/>
                  </a:moveTo>
                  <a:lnTo>
                    <a:pt x="125171" y="181453"/>
                  </a:lnTo>
                  <a:lnTo>
                    <a:pt x="149436" y="183118"/>
                  </a:lnTo>
                  <a:lnTo>
                    <a:pt x="167319" y="188047"/>
                  </a:lnTo>
                  <a:lnTo>
                    <a:pt x="178374" y="196133"/>
                  </a:lnTo>
                  <a:lnTo>
                    <a:pt x="182158" y="207274"/>
                  </a:lnTo>
                  <a:lnTo>
                    <a:pt x="178374" y="218121"/>
                  </a:lnTo>
                  <a:lnTo>
                    <a:pt x="167319" y="226047"/>
                  </a:lnTo>
                  <a:lnTo>
                    <a:pt x="149436" y="230890"/>
                  </a:lnTo>
                  <a:lnTo>
                    <a:pt x="125171" y="232490"/>
                  </a:lnTo>
                  <a:lnTo>
                    <a:pt x="202540" y="232490"/>
                  </a:lnTo>
                  <a:lnTo>
                    <a:pt x="206998" y="228482"/>
                  </a:lnTo>
                  <a:lnTo>
                    <a:pt x="213124" y="207274"/>
                  </a:lnTo>
                  <a:lnTo>
                    <a:pt x="206998" y="186007"/>
                  </a:lnTo>
                  <a:lnTo>
                    <a:pt x="201942" y="18145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/>
          <p:nvPr/>
        </p:nvSpPr>
        <p:spPr>
          <a:xfrm>
            <a:off x="13179945" y="7860207"/>
            <a:ext cx="832485" cy="276860"/>
          </a:xfrm>
          <a:custGeom>
            <a:avLst/>
            <a:gdLst/>
            <a:ahLst/>
            <a:cxnLst/>
            <a:rect l="l" t="t" r="r" b="b"/>
            <a:pathLst>
              <a:path w="832484" h="276859">
                <a:moveTo>
                  <a:pt x="74041" y="19862"/>
                </a:moveTo>
                <a:lnTo>
                  <a:pt x="39941" y="19862"/>
                </a:lnTo>
                <a:lnTo>
                  <a:pt x="22517" y="47967"/>
                </a:lnTo>
                <a:lnTo>
                  <a:pt x="10020" y="78549"/>
                </a:lnTo>
                <a:lnTo>
                  <a:pt x="2514" y="111848"/>
                </a:lnTo>
                <a:lnTo>
                  <a:pt x="0" y="148056"/>
                </a:lnTo>
                <a:lnTo>
                  <a:pt x="2514" y="184315"/>
                </a:lnTo>
                <a:lnTo>
                  <a:pt x="10020" y="217601"/>
                </a:lnTo>
                <a:lnTo>
                  <a:pt x="22517" y="248170"/>
                </a:lnTo>
                <a:lnTo>
                  <a:pt x="39941" y="276263"/>
                </a:lnTo>
                <a:lnTo>
                  <a:pt x="74041" y="276263"/>
                </a:lnTo>
                <a:lnTo>
                  <a:pt x="59766" y="251726"/>
                </a:lnTo>
                <a:lnTo>
                  <a:pt x="48234" y="220141"/>
                </a:lnTo>
                <a:lnTo>
                  <a:pt x="40538" y="184556"/>
                </a:lnTo>
                <a:lnTo>
                  <a:pt x="37719" y="148056"/>
                </a:lnTo>
                <a:lnTo>
                  <a:pt x="40538" y="111607"/>
                </a:lnTo>
                <a:lnTo>
                  <a:pt x="48234" y="76022"/>
                </a:lnTo>
                <a:lnTo>
                  <a:pt x="59766" y="44411"/>
                </a:lnTo>
                <a:lnTo>
                  <a:pt x="74041" y="19862"/>
                </a:lnTo>
                <a:close/>
              </a:path>
              <a:path w="832484" h="276859">
                <a:moveTo>
                  <a:pt x="210705" y="190119"/>
                </a:moveTo>
                <a:lnTo>
                  <a:pt x="208826" y="170751"/>
                </a:lnTo>
                <a:lnTo>
                  <a:pt x="208178" y="164096"/>
                </a:lnTo>
                <a:lnTo>
                  <a:pt x="188988" y="167233"/>
                </a:lnTo>
                <a:lnTo>
                  <a:pt x="170218" y="169240"/>
                </a:lnTo>
                <a:lnTo>
                  <a:pt x="151091" y="170345"/>
                </a:lnTo>
                <a:lnTo>
                  <a:pt x="130822" y="170751"/>
                </a:lnTo>
                <a:lnTo>
                  <a:pt x="130822" y="55968"/>
                </a:lnTo>
                <a:lnTo>
                  <a:pt x="195376" y="55968"/>
                </a:lnTo>
                <a:lnTo>
                  <a:pt x="195376" y="30454"/>
                </a:lnTo>
                <a:lnTo>
                  <a:pt x="99047" y="30454"/>
                </a:lnTo>
                <a:lnTo>
                  <a:pt x="99047" y="197485"/>
                </a:lnTo>
                <a:lnTo>
                  <a:pt x="116598" y="197485"/>
                </a:lnTo>
                <a:lnTo>
                  <a:pt x="142011" y="197129"/>
                </a:lnTo>
                <a:lnTo>
                  <a:pt x="165354" y="196075"/>
                </a:lnTo>
                <a:lnTo>
                  <a:pt x="187845" y="193878"/>
                </a:lnTo>
                <a:lnTo>
                  <a:pt x="210705" y="190119"/>
                </a:lnTo>
                <a:close/>
              </a:path>
              <a:path w="832484" h="276859">
                <a:moveTo>
                  <a:pt x="312877" y="0"/>
                </a:moveTo>
                <a:lnTo>
                  <a:pt x="282829" y="0"/>
                </a:lnTo>
                <a:lnTo>
                  <a:pt x="282829" y="100761"/>
                </a:lnTo>
                <a:lnTo>
                  <a:pt x="253771" y="100761"/>
                </a:lnTo>
                <a:lnTo>
                  <a:pt x="253771" y="4838"/>
                </a:lnTo>
                <a:lnTo>
                  <a:pt x="224624" y="4838"/>
                </a:lnTo>
                <a:lnTo>
                  <a:pt x="224624" y="244792"/>
                </a:lnTo>
                <a:lnTo>
                  <a:pt x="253771" y="244792"/>
                </a:lnTo>
                <a:lnTo>
                  <a:pt x="253771" y="126377"/>
                </a:lnTo>
                <a:lnTo>
                  <a:pt x="282829" y="126377"/>
                </a:lnTo>
                <a:lnTo>
                  <a:pt x="282829" y="257594"/>
                </a:lnTo>
                <a:lnTo>
                  <a:pt x="312877" y="257594"/>
                </a:lnTo>
                <a:lnTo>
                  <a:pt x="312877" y="126377"/>
                </a:lnTo>
                <a:lnTo>
                  <a:pt x="312877" y="100761"/>
                </a:lnTo>
                <a:lnTo>
                  <a:pt x="312877" y="0"/>
                </a:lnTo>
                <a:close/>
              </a:path>
              <a:path w="832484" h="276859">
                <a:moveTo>
                  <a:pt x="507644" y="174485"/>
                </a:moveTo>
                <a:lnTo>
                  <a:pt x="458584" y="129171"/>
                </a:lnTo>
                <a:lnTo>
                  <a:pt x="441083" y="61925"/>
                </a:lnTo>
                <a:lnTo>
                  <a:pt x="441083" y="20675"/>
                </a:lnTo>
                <a:lnTo>
                  <a:pt x="409003" y="20675"/>
                </a:lnTo>
                <a:lnTo>
                  <a:pt x="409003" y="61925"/>
                </a:lnTo>
                <a:lnTo>
                  <a:pt x="404291" y="98615"/>
                </a:lnTo>
                <a:lnTo>
                  <a:pt x="390918" y="132334"/>
                </a:lnTo>
                <a:lnTo>
                  <a:pt x="369570" y="160223"/>
                </a:lnTo>
                <a:lnTo>
                  <a:pt x="340918" y="179425"/>
                </a:lnTo>
                <a:lnTo>
                  <a:pt x="360286" y="205854"/>
                </a:lnTo>
                <a:lnTo>
                  <a:pt x="382016" y="192189"/>
                </a:lnTo>
                <a:lnTo>
                  <a:pt x="400202" y="173647"/>
                </a:lnTo>
                <a:lnTo>
                  <a:pt x="414718" y="151041"/>
                </a:lnTo>
                <a:lnTo>
                  <a:pt x="425437" y="125171"/>
                </a:lnTo>
                <a:lnTo>
                  <a:pt x="436245" y="149123"/>
                </a:lnTo>
                <a:lnTo>
                  <a:pt x="450532" y="170027"/>
                </a:lnTo>
                <a:lnTo>
                  <a:pt x="468109" y="187172"/>
                </a:lnTo>
                <a:lnTo>
                  <a:pt x="488784" y="199910"/>
                </a:lnTo>
                <a:lnTo>
                  <a:pt x="507644" y="174485"/>
                </a:lnTo>
                <a:close/>
              </a:path>
              <a:path w="832484" h="276859">
                <a:moveTo>
                  <a:pt x="558177" y="0"/>
                </a:moveTo>
                <a:lnTo>
                  <a:pt x="526211" y="0"/>
                </a:lnTo>
                <a:lnTo>
                  <a:pt x="526211" y="258203"/>
                </a:lnTo>
                <a:lnTo>
                  <a:pt x="558177" y="258203"/>
                </a:lnTo>
                <a:lnTo>
                  <a:pt x="558177" y="0"/>
                </a:lnTo>
                <a:close/>
              </a:path>
              <a:path w="832484" h="276859">
                <a:moveTo>
                  <a:pt x="804887" y="17043"/>
                </a:moveTo>
                <a:lnTo>
                  <a:pt x="773315" y="17043"/>
                </a:lnTo>
                <a:lnTo>
                  <a:pt x="773315" y="59207"/>
                </a:lnTo>
                <a:lnTo>
                  <a:pt x="804887" y="59207"/>
                </a:lnTo>
                <a:lnTo>
                  <a:pt x="804887" y="17043"/>
                </a:lnTo>
                <a:close/>
              </a:path>
              <a:path w="832484" h="276859">
                <a:moveTo>
                  <a:pt x="831926" y="200710"/>
                </a:moveTo>
                <a:lnTo>
                  <a:pt x="729246" y="200710"/>
                </a:lnTo>
                <a:lnTo>
                  <a:pt x="729246" y="150952"/>
                </a:lnTo>
                <a:lnTo>
                  <a:pt x="804887" y="150952"/>
                </a:lnTo>
                <a:lnTo>
                  <a:pt x="804887" y="125552"/>
                </a:lnTo>
                <a:lnTo>
                  <a:pt x="653897" y="125552"/>
                </a:lnTo>
                <a:lnTo>
                  <a:pt x="653897" y="84912"/>
                </a:lnTo>
                <a:lnTo>
                  <a:pt x="773315" y="84912"/>
                </a:lnTo>
                <a:lnTo>
                  <a:pt x="773315" y="124968"/>
                </a:lnTo>
                <a:lnTo>
                  <a:pt x="804887" y="124968"/>
                </a:lnTo>
                <a:lnTo>
                  <a:pt x="804887" y="84912"/>
                </a:lnTo>
                <a:lnTo>
                  <a:pt x="804887" y="84620"/>
                </a:lnTo>
                <a:lnTo>
                  <a:pt x="804887" y="59512"/>
                </a:lnTo>
                <a:lnTo>
                  <a:pt x="653897" y="59512"/>
                </a:lnTo>
                <a:lnTo>
                  <a:pt x="653897" y="17602"/>
                </a:lnTo>
                <a:lnTo>
                  <a:pt x="622122" y="17602"/>
                </a:lnTo>
                <a:lnTo>
                  <a:pt x="622122" y="59512"/>
                </a:lnTo>
                <a:lnTo>
                  <a:pt x="622122" y="84912"/>
                </a:lnTo>
                <a:lnTo>
                  <a:pt x="622122" y="125552"/>
                </a:lnTo>
                <a:lnTo>
                  <a:pt x="622122" y="150952"/>
                </a:lnTo>
                <a:lnTo>
                  <a:pt x="697776" y="150952"/>
                </a:lnTo>
                <a:lnTo>
                  <a:pt x="697776" y="200710"/>
                </a:lnTo>
                <a:lnTo>
                  <a:pt x="596201" y="200710"/>
                </a:lnTo>
                <a:lnTo>
                  <a:pt x="596201" y="226631"/>
                </a:lnTo>
                <a:lnTo>
                  <a:pt x="831926" y="226631"/>
                </a:lnTo>
                <a:lnTo>
                  <a:pt x="831926" y="20071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4057262" y="7882890"/>
            <a:ext cx="180975" cy="123189"/>
          </a:xfrm>
          <a:custGeom>
            <a:avLst/>
            <a:gdLst/>
            <a:ahLst/>
            <a:cxnLst/>
            <a:rect l="l" t="t" r="r" b="b"/>
            <a:pathLst>
              <a:path w="180975" h="123190">
                <a:moveTo>
                  <a:pt x="180746" y="97790"/>
                </a:moveTo>
                <a:lnTo>
                  <a:pt x="31369" y="97790"/>
                </a:lnTo>
                <a:lnTo>
                  <a:pt x="31369" y="25400"/>
                </a:lnTo>
                <a:lnTo>
                  <a:pt x="178727" y="25400"/>
                </a:lnTo>
                <a:lnTo>
                  <a:pt x="178727" y="0"/>
                </a:lnTo>
                <a:lnTo>
                  <a:pt x="0" y="0"/>
                </a:lnTo>
                <a:lnTo>
                  <a:pt x="0" y="25400"/>
                </a:lnTo>
                <a:lnTo>
                  <a:pt x="0" y="97790"/>
                </a:lnTo>
                <a:lnTo>
                  <a:pt x="0" y="123190"/>
                </a:lnTo>
                <a:lnTo>
                  <a:pt x="180746" y="123190"/>
                </a:lnTo>
                <a:lnTo>
                  <a:pt x="180746" y="9779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4028712" y="7860207"/>
            <a:ext cx="800100" cy="257810"/>
          </a:xfrm>
          <a:custGeom>
            <a:avLst/>
            <a:gdLst/>
            <a:ahLst/>
            <a:cxnLst/>
            <a:rect l="l" t="t" r="r" b="b"/>
            <a:pathLst>
              <a:path w="800100" h="257809">
                <a:moveTo>
                  <a:pt x="235712" y="198793"/>
                </a:moveTo>
                <a:lnTo>
                  <a:pt x="0" y="198793"/>
                </a:lnTo>
                <a:lnTo>
                  <a:pt x="0" y="225018"/>
                </a:lnTo>
                <a:lnTo>
                  <a:pt x="235712" y="225018"/>
                </a:lnTo>
                <a:lnTo>
                  <a:pt x="235712" y="198793"/>
                </a:lnTo>
                <a:close/>
              </a:path>
              <a:path w="800100" h="257809">
                <a:moveTo>
                  <a:pt x="305917" y="141909"/>
                </a:moveTo>
                <a:lnTo>
                  <a:pt x="304101" y="133426"/>
                </a:lnTo>
                <a:lnTo>
                  <a:pt x="299300" y="126466"/>
                </a:lnTo>
                <a:lnTo>
                  <a:pt x="292290" y="121754"/>
                </a:lnTo>
                <a:lnTo>
                  <a:pt x="283832" y="120027"/>
                </a:lnTo>
                <a:lnTo>
                  <a:pt x="275196" y="121754"/>
                </a:lnTo>
                <a:lnTo>
                  <a:pt x="268135" y="126466"/>
                </a:lnTo>
                <a:lnTo>
                  <a:pt x="263385" y="133426"/>
                </a:lnTo>
                <a:lnTo>
                  <a:pt x="261747" y="141909"/>
                </a:lnTo>
                <a:lnTo>
                  <a:pt x="263385" y="150507"/>
                </a:lnTo>
                <a:lnTo>
                  <a:pt x="268135" y="157530"/>
                </a:lnTo>
                <a:lnTo>
                  <a:pt x="275196" y="162267"/>
                </a:lnTo>
                <a:lnTo>
                  <a:pt x="283832" y="163995"/>
                </a:lnTo>
                <a:lnTo>
                  <a:pt x="292290" y="162267"/>
                </a:lnTo>
                <a:lnTo>
                  <a:pt x="299300" y="157530"/>
                </a:lnTo>
                <a:lnTo>
                  <a:pt x="304101" y="150507"/>
                </a:lnTo>
                <a:lnTo>
                  <a:pt x="305917" y="141909"/>
                </a:lnTo>
                <a:close/>
              </a:path>
              <a:path w="800100" h="257809">
                <a:moveTo>
                  <a:pt x="567956" y="200406"/>
                </a:moveTo>
                <a:lnTo>
                  <a:pt x="465277" y="200406"/>
                </a:lnTo>
                <a:lnTo>
                  <a:pt x="465277" y="144602"/>
                </a:lnTo>
                <a:lnTo>
                  <a:pt x="540727" y="144602"/>
                </a:lnTo>
                <a:lnTo>
                  <a:pt x="540727" y="119316"/>
                </a:lnTo>
                <a:lnTo>
                  <a:pt x="540727" y="45542"/>
                </a:lnTo>
                <a:lnTo>
                  <a:pt x="540727" y="45288"/>
                </a:lnTo>
                <a:lnTo>
                  <a:pt x="540727" y="20142"/>
                </a:lnTo>
                <a:lnTo>
                  <a:pt x="509460" y="20142"/>
                </a:lnTo>
                <a:lnTo>
                  <a:pt x="509460" y="45542"/>
                </a:lnTo>
                <a:lnTo>
                  <a:pt x="509460" y="119202"/>
                </a:lnTo>
                <a:lnTo>
                  <a:pt x="389331" y="119202"/>
                </a:lnTo>
                <a:lnTo>
                  <a:pt x="389331" y="45542"/>
                </a:lnTo>
                <a:lnTo>
                  <a:pt x="509460" y="45542"/>
                </a:lnTo>
                <a:lnTo>
                  <a:pt x="509460" y="20142"/>
                </a:lnTo>
                <a:lnTo>
                  <a:pt x="358165" y="20142"/>
                </a:lnTo>
                <a:lnTo>
                  <a:pt x="358165" y="45542"/>
                </a:lnTo>
                <a:lnTo>
                  <a:pt x="358165" y="119202"/>
                </a:lnTo>
                <a:lnTo>
                  <a:pt x="358165" y="144602"/>
                </a:lnTo>
                <a:lnTo>
                  <a:pt x="433819" y="144602"/>
                </a:lnTo>
                <a:lnTo>
                  <a:pt x="433819" y="200406"/>
                </a:lnTo>
                <a:lnTo>
                  <a:pt x="332244" y="200406"/>
                </a:lnTo>
                <a:lnTo>
                  <a:pt x="332244" y="226428"/>
                </a:lnTo>
                <a:lnTo>
                  <a:pt x="567956" y="226428"/>
                </a:lnTo>
                <a:lnTo>
                  <a:pt x="567956" y="200406"/>
                </a:lnTo>
                <a:close/>
              </a:path>
              <a:path w="800100" h="257809">
                <a:moveTo>
                  <a:pt x="749312" y="180746"/>
                </a:moveTo>
                <a:lnTo>
                  <a:pt x="747052" y="165912"/>
                </a:lnTo>
                <a:lnTo>
                  <a:pt x="745274" y="154317"/>
                </a:lnTo>
                <a:lnTo>
                  <a:pt x="715797" y="159385"/>
                </a:lnTo>
                <a:lnTo>
                  <a:pt x="686854" y="162915"/>
                </a:lnTo>
                <a:lnTo>
                  <a:pt x="658558" y="165036"/>
                </a:lnTo>
                <a:lnTo>
                  <a:pt x="630999" y="165912"/>
                </a:lnTo>
                <a:lnTo>
                  <a:pt x="630999" y="24904"/>
                </a:lnTo>
                <a:lnTo>
                  <a:pt x="599630" y="24904"/>
                </a:lnTo>
                <a:lnTo>
                  <a:pt x="599630" y="193154"/>
                </a:lnTo>
                <a:lnTo>
                  <a:pt x="621728" y="193154"/>
                </a:lnTo>
                <a:lnTo>
                  <a:pt x="652272" y="192532"/>
                </a:lnTo>
                <a:lnTo>
                  <a:pt x="683628" y="190461"/>
                </a:lnTo>
                <a:lnTo>
                  <a:pt x="715937" y="186639"/>
                </a:lnTo>
                <a:lnTo>
                  <a:pt x="749312" y="180746"/>
                </a:lnTo>
                <a:close/>
              </a:path>
              <a:path w="800100" h="257809">
                <a:moveTo>
                  <a:pt x="800049" y="0"/>
                </a:moveTo>
                <a:lnTo>
                  <a:pt x="768477" y="0"/>
                </a:lnTo>
                <a:lnTo>
                  <a:pt x="768477" y="257594"/>
                </a:lnTo>
                <a:lnTo>
                  <a:pt x="800049" y="257594"/>
                </a:lnTo>
                <a:lnTo>
                  <a:pt x="800049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4877887" y="7860196"/>
            <a:ext cx="204470" cy="258445"/>
          </a:xfrm>
          <a:custGeom>
            <a:avLst/>
            <a:gdLst/>
            <a:ahLst/>
            <a:cxnLst/>
            <a:rect l="l" t="t" r="r" b="b"/>
            <a:pathLst>
              <a:path w="204469" h="258445">
                <a:moveTo>
                  <a:pt x="204349" y="0"/>
                </a:moveTo>
                <a:lnTo>
                  <a:pt x="172880" y="0"/>
                </a:lnTo>
                <a:lnTo>
                  <a:pt x="172880" y="93096"/>
                </a:lnTo>
                <a:lnTo>
                  <a:pt x="124566" y="93096"/>
                </a:lnTo>
                <a:lnTo>
                  <a:pt x="124566" y="118716"/>
                </a:lnTo>
                <a:lnTo>
                  <a:pt x="172880" y="118716"/>
                </a:lnTo>
                <a:lnTo>
                  <a:pt x="172880" y="258210"/>
                </a:lnTo>
                <a:lnTo>
                  <a:pt x="204349" y="258210"/>
                </a:lnTo>
                <a:lnTo>
                  <a:pt x="204349" y="0"/>
                </a:lnTo>
                <a:close/>
              </a:path>
              <a:path w="204469" h="258445">
                <a:moveTo>
                  <a:pt x="120431" y="22290"/>
                </a:moveTo>
                <a:lnTo>
                  <a:pt x="0" y="22290"/>
                </a:lnTo>
                <a:lnTo>
                  <a:pt x="0" y="198599"/>
                </a:lnTo>
                <a:lnTo>
                  <a:pt x="20173" y="198599"/>
                </a:lnTo>
                <a:lnTo>
                  <a:pt x="52562" y="198172"/>
                </a:lnTo>
                <a:lnTo>
                  <a:pt x="81699" y="196998"/>
                </a:lnTo>
                <a:lnTo>
                  <a:pt x="109247" y="194784"/>
                </a:lnTo>
                <a:lnTo>
                  <a:pt x="136871" y="191236"/>
                </a:lnTo>
                <a:lnTo>
                  <a:pt x="134456" y="172577"/>
                </a:lnTo>
                <a:lnTo>
                  <a:pt x="31772" y="172577"/>
                </a:lnTo>
                <a:lnTo>
                  <a:pt x="31772" y="119422"/>
                </a:lnTo>
                <a:lnTo>
                  <a:pt x="110344" y="119422"/>
                </a:lnTo>
                <a:lnTo>
                  <a:pt x="110344" y="94307"/>
                </a:lnTo>
                <a:lnTo>
                  <a:pt x="31772" y="94307"/>
                </a:lnTo>
                <a:lnTo>
                  <a:pt x="31772" y="48010"/>
                </a:lnTo>
                <a:lnTo>
                  <a:pt x="120431" y="48010"/>
                </a:lnTo>
                <a:lnTo>
                  <a:pt x="120431" y="22290"/>
                </a:lnTo>
                <a:close/>
              </a:path>
              <a:path w="204469" h="258445">
                <a:moveTo>
                  <a:pt x="133542" y="165516"/>
                </a:moveTo>
                <a:lnTo>
                  <a:pt x="109173" y="168931"/>
                </a:lnTo>
                <a:lnTo>
                  <a:pt x="84964" y="171051"/>
                </a:lnTo>
                <a:lnTo>
                  <a:pt x="59602" y="172169"/>
                </a:lnTo>
                <a:lnTo>
                  <a:pt x="31772" y="172577"/>
                </a:lnTo>
                <a:lnTo>
                  <a:pt x="134456" y="172577"/>
                </a:lnTo>
                <a:lnTo>
                  <a:pt x="133542" y="16551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6" name="object 76"/>
          <p:cNvGrpSpPr/>
          <p:nvPr/>
        </p:nvGrpSpPr>
        <p:grpSpPr>
          <a:xfrm>
            <a:off x="15131760" y="7860196"/>
            <a:ext cx="836930" cy="276860"/>
            <a:chOff x="15131760" y="7860196"/>
            <a:chExt cx="836930" cy="276860"/>
          </a:xfrm>
        </p:grpSpPr>
        <p:sp>
          <p:nvSpPr>
            <p:cNvPr id="77" name="object 77"/>
            <p:cNvSpPr/>
            <p:nvPr/>
          </p:nvSpPr>
          <p:spPr>
            <a:xfrm>
              <a:off x="15131758" y="7860208"/>
              <a:ext cx="563880" cy="276860"/>
            </a:xfrm>
            <a:custGeom>
              <a:avLst/>
              <a:gdLst/>
              <a:ahLst/>
              <a:cxnLst/>
              <a:rect l="l" t="t" r="r" b="b"/>
              <a:pathLst>
                <a:path w="563880" h="276859">
                  <a:moveTo>
                    <a:pt x="148170" y="137172"/>
                  </a:moveTo>
                  <a:lnTo>
                    <a:pt x="145288" y="118910"/>
                  </a:lnTo>
                  <a:lnTo>
                    <a:pt x="144132" y="111544"/>
                  </a:lnTo>
                  <a:lnTo>
                    <a:pt x="117208" y="115100"/>
                  </a:lnTo>
                  <a:lnTo>
                    <a:pt x="90576" y="117309"/>
                  </a:lnTo>
                  <a:lnTo>
                    <a:pt x="62572" y="118491"/>
                  </a:lnTo>
                  <a:lnTo>
                    <a:pt x="31572" y="118910"/>
                  </a:lnTo>
                  <a:lnTo>
                    <a:pt x="31572" y="91274"/>
                  </a:lnTo>
                  <a:lnTo>
                    <a:pt x="118910" y="91274"/>
                  </a:lnTo>
                  <a:lnTo>
                    <a:pt x="118910" y="15735"/>
                  </a:lnTo>
                  <a:lnTo>
                    <a:pt x="0" y="15735"/>
                  </a:lnTo>
                  <a:lnTo>
                    <a:pt x="0" y="41554"/>
                  </a:lnTo>
                  <a:lnTo>
                    <a:pt x="87541" y="41554"/>
                  </a:lnTo>
                  <a:lnTo>
                    <a:pt x="87541" y="67373"/>
                  </a:lnTo>
                  <a:lnTo>
                    <a:pt x="495" y="67373"/>
                  </a:lnTo>
                  <a:lnTo>
                    <a:pt x="495" y="144932"/>
                  </a:lnTo>
                  <a:lnTo>
                    <a:pt x="22491" y="144932"/>
                  </a:lnTo>
                  <a:lnTo>
                    <a:pt x="57454" y="144640"/>
                  </a:lnTo>
                  <a:lnTo>
                    <a:pt x="88773" y="143510"/>
                  </a:lnTo>
                  <a:lnTo>
                    <a:pt x="118364" y="141147"/>
                  </a:lnTo>
                  <a:lnTo>
                    <a:pt x="148170" y="137172"/>
                  </a:lnTo>
                  <a:close/>
                </a:path>
                <a:path w="563880" h="276859">
                  <a:moveTo>
                    <a:pt x="201523" y="203"/>
                  </a:moveTo>
                  <a:lnTo>
                    <a:pt x="169748" y="203"/>
                  </a:lnTo>
                  <a:lnTo>
                    <a:pt x="169748" y="157441"/>
                  </a:lnTo>
                  <a:lnTo>
                    <a:pt x="201523" y="157441"/>
                  </a:lnTo>
                  <a:lnTo>
                    <a:pt x="201523" y="203"/>
                  </a:lnTo>
                  <a:close/>
                </a:path>
                <a:path w="563880" h="276859">
                  <a:moveTo>
                    <a:pt x="203136" y="209689"/>
                  </a:moveTo>
                  <a:lnTo>
                    <a:pt x="197053" y="189382"/>
                  </a:lnTo>
                  <a:lnTo>
                    <a:pt x="194017" y="186791"/>
                  </a:lnTo>
                  <a:lnTo>
                    <a:pt x="179539" y="174409"/>
                  </a:lnTo>
                  <a:lnTo>
                    <a:pt x="171462" y="171716"/>
                  </a:lnTo>
                  <a:lnTo>
                    <a:pt x="171462" y="209689"/>
                  </a:lnTo>
                  <a:lnTo>
                    <a:pt x="167690" y="219608"/>
                  </a:lnTo>
                  <a:lnTo>
                    <a:pt x="156756" y="226758"/>
                  </a:lnTo>
                  <a:lnTo>
                    <a:pt x="139026" y="231076"/>
                  </a:lnTo>
                  <a:lnTo>
                    <a:pt x="114884" y="232486"/>
                  </a:lnTo>
                  <a:lnTo>
                    <a:pt x="90665" y="231076"/>
                  </a:lnTo>
                  <a:lnTo>
                    <a:pt x="72885" y="226758"/>
                  </a:lnTo>
                  <a:lnTo>
                    <a:pt x="61937" y="219608"/>
                  </a:lnTo>
                  <a:lnTo>
                    <a:pt x="58191" y="209689"/>
                  </a:lnTo>
                  <a:lnTo>
                    <a:pt x="61937" y="199809"/>
                  </a:lnTo>
                  <a:lnTo>
                    <a:pt x="72885" y="192646"/>
                  </a:lnTo>
                  <a:lnTo>
                    <a:pt x="90665" y="188277"/>
                  </a:lnTo>
                  <a:lnTo>
                    <a:pt x="114884" y="186791"/>
                  </a:lnTo>
                  <a:lnTo>
                    <a:pt x="139026" y="188277"/>
                  </a:lnTo>
                  <a:lnTo>
                    <a:pt x="156756" y="192646"/>
                  </a:lnTo>
                  <a:lnTo>
                    <a:pt x="167690" y="199809"/>
                  </a:lnTo>
                  <a:lnTo>
                    <a:pt x="171462" y="209689"/>
                  </a:lnTo>
                  <a:lnTo>
                    <a:pt x="171462" y="171716"/>
                  </a:lnTo>
                  <a:lnTo>
                    <a:pt x="151777" y="165150"/>
                  </a:lnTo>
                  <a:lnTo>
                    <a:pt x="114884" y="161975"/>
                  </a:lnTo>
                  <a:lnTo>
                    <a:pt x="77952" y="165150"/>
                  </a:lnTo>
                  <a:lnTo>
                    <a:pt x="50228" y="174409"/>
                  </a:lnTo>
                  <a:lnTo>
                    <a:pt x="32778" y="189382"/>
                  </a:lnTo>
                  <a:lnTo>
                    <a:pt x="26720" y="209689"/>
                  </a:lnTo>
                  <a:lnTo>
                    <a:pt x="32778" y="229882"/>
                  </a:lnTo>
                  <a:lnTo>
                    <a:pt x="50228" y="244894"/>
                  </a:lnTo>
                  <a:lnTo>
                    <a:pt x="77952" y="254228"/>
                  </a:lnTo>
                  <a:lnTo>
                    <a:pt x="114884" y="257403"/>
                  </a:lnTo>
                  <a:lnTo>
                    <a:pt x="151777" y="254228"/>
                  </a:lnTo>
                  <a:lnTo>
                    <a:pt x="179539" y="244894"/>
                  </a:lnTo>
                  <a:lnTo>
                    <a:pt x="194005" y="232486"/>
                  </a:lnTo>
                  <a:lnTo>
                    <a:pt x="197053" y="229882"/>
                  </a:lnTo>
                  <a:lnTo>
                    <a:pt x="203136" y="209689"/>
                  </a:lnTo>
                  <a:close/>
                </a:path>
                <a:path w="563880" h="276859">
                  <a:moveTo>
                    <a:pt x="313385" y="148056"/>
                  </a:moveTo>
                  <a:lnTo>
                    <a:pt x="310870" y="111848"/>
                  </a:lnTo>
                  <a:lnTo>
                    <a:pt x="303352" y="78549"/>
                  </a:lnTo>
                  <a:lnTo>
                    <a:pt x="290868" y="47967"/>
                  </a:lnTo>
                  <a:lnTo>
                    <a:pt x="273431" y="19862"/>
                  </a:lnTo>
                  <a:lnTo>
                    <a:pt x="239344" y="19862"/>
                  </a:lnTo>
                  <a:lnTo>
                    <a:pt x="253619" y="44411"/>
                  </a:lnTo>
                  <a:lnTo>
                    <a:pt x="265137" y="76022"/>
                  </a:lnTo>
                  <a:lnTo>
                    <a:pt x="272846" y="111607"/>
                  </a:lnTo>
                  <a:lnTo>
                    <a:pt x="275653" y="148056"/>
                  </a:lnTo>
                  <a:lnTo>
                    <a:pt x="272846" y="184556"/>
                  </a:lnTo>
                  <a:lnTo>
                    <a:pt x="265137" y="220141"/>
                  </a:lnTo>
                  <a:lnTo>
                    <a:pt x="253619" y="251726"/>
                  </a:lnTo>
                  <a:lnTo>
                    <a:pt x="239344" y="276263"/>
                  </a:lnTo>
                  <a:lnTo>
                    <a:pt x="273431" y="276263"/>
                  </a:lnTo>
                  <a:lnTo>
                    <a:pt x="290868" y="248170"/>
                  </a:lnTo>
                  <a:lnTo>
                    <a:pt x="303352" y="217601"/>
                  </a:lnTo>
                  <a:lnTo>
                    <a:pt x="310870" y="184315"/>
                  </a:lnTo>
                  <a:lnTo>
                    <a:pt x="313385" y="148056"/>
                  </a:lnTo>
                  <a:close/>
                </a:path>
                <a:path w="563880" h="276859">
                  <a:moveTo>
                    <a:pt x="486968" y="27330"/>
                  </a:moveTo>
                  <a:lnTo>
                    <a:pt x="363410" y="27330"/>
                  </a:lnTo>
                  <a:lnTo>
                    <a:pt x="363410" y="52438"/>
                  </a:lnTo>
                  <a:lnTo>
                    <a:pt x="454685" y="52438"/>
                  </a:lnTo>
                  <a:lnTo>
                    <a:pt x="445477" y="93675"/>
                  </a:lnTo>
                  <a:lnTo>
                    <a:pt x="425678" y="129552"/>
                  </a:lnTo>
                  <a:lnTo>
                    <a:pt x="394284" y="160439"/>
                  </a:lnTo>
                  <a:lnTo>
                    <a:pt x="350291" y="186690"/>
                  </a:lnTo>
                  <a:lnTo>
                    <a:pt x="366941" y="212115"/>
                  </a:lnTo>
                  <a:lnTo>
                    <a:pt x="414032" y="183807"/>
                  </a:lnTo>
                  <a:lnTo>
                    <a:pt x="448106" y="150660"/>
                  </a:lnTo>
                  <a:lnTo>
                    <a:pt x="470636" y="113182"/>
                  </a:lnTo>
                  <a:lnTo>
                    <a:pt x="483095" y="71907"/>
                  </a:lnTo>
                  <a:lnTo>
                    <a:pt x="486968" y="27330"/>
                  </a:lnTo>
                  <a:close/>
                </a:path>
                <a:path w="563880" h="276859">
                  <a:moveTo>
                    <a:pt x="563816" y="0"/>
                  </a:moveTo>
                  <a:lnTo>
                    <a:pt x="531850" y="0"/>
                  </a:lnTo>
                  <a:lnTo>
                    <a:pt x="531850" y="257594"/>
                  </a:lnTo>
                  <a:lnTo>
                    <a:pt x="563816" y="257594"/>
                  </a:lnTo>
                  <a:lnTo>
                    <a:pt x="563816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732906" y="7864634"/>
              <a:ext cx="235314" cy="252158"/>
            </a:xfrm>
            <a:prstGeom prst="rect">
              <a:avLst/>
            </a:prstGeom>
          </p:spPr>
        </p:pic>
      </p:grpSp>
      <p:sp>
        <p:nvSpPr>
          <p:cNvPr id="79" name="object 79"/>
          <p:cNvSpPr/>
          <p:nvPr/>
        </p:nvSpPr>
        <p:spPr>
          <a:xfrm>
            <a:off x="16236340" y="7860196"/>
            <a:ext cx="32384" cy="258445"/>
          </a:xfrm>
          <a:custGeom>
            <a:avLst/>
            <a:gdLst/>
            <a:ahLst/>
            <a:cxnLst/>
            <a:rect l="l" t="t" r="r" b="b"/>
            <a:pathLst>
              <a:path w="32384" h="258445">
                <a:moveTo>
                  <a:pt x="31973" y="0"/>
                </a:moveTo>
                <a:lnTo>
                  <a:pt x="0" y="0"/>
                </a:lnTo>
                <a:lnTo>
                  <a:pt x="0" y="258210"/>
                </a:lnTo>
                <a:lnTo>
                  <a:pt x="31973" y="258210"/>
                </a:lnTo>
                <a:lnTo>
                  <a:pt x="31973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6067292" y="7884159"/>
            <a:ext cx="123189" cy="171450"/>
          </a:xfrm>
          <a:custGeom>
            <a:avLst/>
            <a:gdLst/>
            <a:ahLst/>
            <a:cxnLst/>
            <a:rect l="l" t="t" r="r" b="b"/>
            <a:pathLst>
              <a:path w="123190" h="171450">
                <a:moveTo>
                  <a:pt x="122745" y="0"/>
                </a:moveTo>
                <a:lnTo>
                  <a:pt x="0" y="0"/>
                </a:lnTo>
                <a:lnTo>
                  <a:pt x="0" y="25400"/>
                </a:lnTo>
                <a:lnTo>
                  <a:pt x="0" y="146050"/>
                </a:lnTo>
                <a:lnTo>
                  <a:pt x="0" y="171450"/>
                </a:lnTo>
                <a:lnTo>
                  <a:pt x="122745" y="171450"/>
                </a:lnTo>
                <a:lnTo>
                  <a:pt x="122745" y="146050"/>
                </a:lnTo>
                <a:lnTo>
                  <a:pt x="31572" y="146050"/>
                </a:lnTo>
                <a:lnTo>
                  <a:pt x="31572" y="25400"/>
                </a:lnTo>
                <a:lnTo>
                  <a:pt x="91884" y="25400"/>
                </a:lnTo>
                <a:lnTo>
                  <a:pt x="91884" y="145796"/>
                </a:lnTo>
                <a:lnTo>
                  <a:pt x="122745" y="145796"/>
                </a:lnTo>
                <a:lnTo>
                  <a:pt x="122745" y="25400"/>
                </a:lnTo>
                <a:lnTo>
                  <a:pt x="122745" y="24955"/>
                </a:lnTo>
                <a:lnTo>
                  <a:pt x="122745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6306339" y="7857372"/>
            <a:ext cx="234950" cy="257810"/>
          </a:xfrm>
          <a:custGeom>
            <a:avLst/>
            <a:gdLst/>
            <a:ahLst/>
            <a:cxnLst/>
            <a:rect l="l" t="t" r="r" b="b"/>
            <a:pathLst>
              <a:path w="234950" h="257809">
                <a:moveTo>
                  <a:pt x="222202" y="21786"/>
                </a:moveTo>
                <a:lnTo>
                  <a:pt x="11599" y="21786"/>
                </a:lnTo>
                <a:lnTo>
                  <a:pt x="11599" y="45691"/>
                </a:lnTo>
                <a:lnTo>
                  <a:pt x="222202" y="45691"/>
                </a:lnTo>
                <a:lnTo>
                  <a:pt x="222202" y="21786"/>
                </a:lnTo>
                <a:close/>
              </a:path>
              <a:path w="234950" h="257809">
                <a:moveTo>
                  <a:pt x="133240" y="0"/>
                </a:moveTo>
                <a:lnTo>
                  <a:pt x="101469" y="0"/>
                </a:lnTo>
                <a:lnTo>
                  <a:pt x="101469" y="21786"/>
                </a:lnTo>
                <a:lnTo>
                  <a:pt x="133240" y="21786"/>
                </a:lnTo>
                <a:lnTo>
                  <a:pt x="133240" y="0"/>
                </a:lnTo>
                <a:close/>
              </a:path>
              <a:path w="234950" h="257809">
                <a:moveTo>
                  <a:pt x="117304" y="53054"/>
                </a:moveTo>
                <a:lnTo>
                  <a:pt x="80591" y="55317"/>
                </a:lnTo>
                <a:lnTo>
                  <a:pt x="53722" y="62081"/>
                </a:lnTo>
                <a:lnTo>
                  <a:pt x="37235" y="73308"/>
                </a:lnTo>
                <a:lnTo>
                  <a:pt x="31671" y="88961"/>
                </a:lnTo>
                <a:lnTo>
                  <a:pt x="37235" y="104497"/>
                </a:lnTo>
                <a:lnTo>
                  <a:pt x="53722" y="115665"/>
                </a:lnTo>
                <a:lnTo>
                  <a:pt x="80591" y="122407"/>
                </a:lnTo>
                <a:lnTo>
                  <a:pt x="117304" y="124667"/>
                </a:lnTo>
                <a:lnTo>
                  <a:pt x="153917" y="122407"/>
                </a:lnTo>
                <a:lnTo>
                  <a:pt x="180772" y="115665"/>
                </a:lnTo>
                <a:lnTo>
                  <a:pt x="197301" y="104497"/>
                </a:lnTo>
                <a:lnTo>
                  <a:pt x="197668" y="103485"/>
                </a:lnTo>
                <a:lnTo>
                  <a:pt x="117304" y="103485"/>
                </a:lnTo>
                <a:lnTo>
                  <a:pt x="94573" y="102606"/>
                </a:lnTo>
                <a:lnTo>
                  <a:pt x="78509" y="99930"/>
                </a:lnTo>
                <a:lnTo>
                  <a:pt x="69008" y="95401"/>
                </a:lnTo>
                <a:lnTo>
                  <a:pt x="65964" y="88961"/>
                </a:lnTo>
                <a:lnTo>
                  <a:pt x="69008" y="82621"/>
                </a:lnTo>
                <a:lnTo>
                  <a:pt x="78509" y="78106"/>
                </a:lnTo>
                <a:lnTo>
                  <a:pt x="94573" y="75387"/>
                </a:lnTo>
                <a:lnTo>
                  <a:pt x="117304" y="74437"/>
                </a:lnTo>
                <a:lnTo>
                  <a:pt x="197708" y="74437"/>
                </a:lnTo>
                <a:lnTo>
                  <a:pt x="197301" y="73308"/>
                </a:lnTo>
                <a:lnTo>
                  <a:pt x="180772" y="62081"/>
                </a:lnTo>
                <a:lnTo>
                  <a:pt x="153917" y="55317"/>
                </a:lnTo>
                <a:lnTo>
                  <a:pt x="117304" y="53054"/>
                </a:lnTo>
                <a:close/>
              </a:path>
              <a:path w="234950" h="257809">
                <a:moveTo>
                  <a:pt x="197708" y="74437"/>
                </a:moveTo>
                <a:lnTo>
                  <a:pt x="117304" y="74437"/>
                </a:lnTo>
                <a:lnTo>
                  <a:pt x="139984" y="75387"/>
                </a:lnTo>
                <a:lnTo>
                  <a:pt x="156149" y="78106"/>
                </a:lnTo>
                <a:lnTo>
                  <a:pt x="165828" y="82621"/>
                </a:lnTo>
                <a:lnTo>
                  <a:pt x="169047" y="88961"/>
                </a:lnTo>
                <a:lnTo>
                  <a:pt x="165828" y="95401"/>
                </a:lnTo>
                <a:lnTo>
                  <a:pt x="156149" y="99930"/>
                </a:lnTo>
                <a:lnTo>
                  <a:pt x="139984" y="102606"/>
                </a:lnTo>
                <a:lnTo>
                  <a:pt x="117304" y="103485"/>
                </a:lnTo>
                <a:lnTo>
                  <a:pt x="197668" y="103485"/>
                </a:lnTo>
                <a:lnTo>
                  <a:pt x="202937" y="88961"/>
                </a:lnTo>
                <a:lnTo>
                  <a:pt x="197708" y="74437"/>
                </a:lnTo>
                <a:close/>
              </a:path>
              <a:path w="234950" h="257809">
                <a:moveTo>
                  <a:pt x="234911" y="136972"/>
                </a:moveTo>
                <a:lnTo>
                  <a:pt x="0" y="136972"/>
                </a:lnTo>
                <a:lnTo>
                  <a:pt x="0" y="161986"/>
                </a:lnTo>
                <a:lnTo>
                  <a:pt x="234911" y="161986"/>
                </a:lnTo>
                <a:lnTo>
                  <a:pt x="234911" y="136972"/>
                </a:lnTo>
                <a:close/>
              </a:path>
              <a:path w="234950" h="257809">
                <a:moveTo>
                  <a:pt x="59711" y="173585"/>
                </a:moveTo>
                <a:lnTo>
                  <a:pt x="28242" y="173585"/>
                </a:lnTo>
                <a:lnTo>
                  <a:pt x="28242" y="257403"/>
                </a:lnTo>
                <a:lnTo>
                  <a:pt x="206064" y="257403"/>
                </a:lnTo>
                <a:lnTo>
                  <a:pt x="206064" y="233700"/>
                </a:lnTo>
                <a:lnTo>
                  <a:pt x="59711" y="233700"/>
                </a:lnTo>
                <a:lnTo>
                  <a:pt x="59711" y="215040"/>
                </a:lnTo>
                <a:lnTo>
                  <a:pt x="206064" y="215040"/>
                </a:lnTo>
                <a:lnTo>
                  <a:pt x="206064" y="191943"/>
                </a:lnTo>
                <a:lnTo>
                  <a:pt x="59711" y="191943"/>
                </a:lnTo>
                <a:lnTo>
                  <a:pt x="59711" y="173585"/>
                </a:lnTo>
                <a:close/>
              </a:path>
              <a:path w="234950" h="257809">
                <a:moveTo>
                  <a:pt x="206064" y="215040"/>
                </a:moveTo>
                <a:lnTo>
                  <a:pt x="174090" y="215040"/>
                </a:lnTo>
                <a:lnTo>
                  <a:pt x="174090" y="233700"/>
                </a:lnTo>
                <a:lnTo>
                  <a:pt x="206064" y="233700"/>
                </a:lnTo>
                <a:lnTo>
                  <a:pt x="206064" y="215040"/>
                </a:lnTo>
                <a:close/>
              </a:path>
              <a:path w="234950" h="257809">
                <a:moveTo>
                  <a:pt x="206064" y="173585"/>
                </a:moveTo>
                <a:lnTo>
                  <a:pt x="174090" y="173585"/>
                </a:lnTo>
                <a:lnTo>
                  <a:pt x="174090" y="191943"/>
                </a:lnTo>
                <a:lnTo>
                  <a:pt x="206064" y="191943"/>
                </a:lnTo>
                <a:lnTo>
                  <a:pt x="206064" y="17358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099478" y="2894262"/>
            <a:ext cx="0" cy="493395"/>
          </a:xfrm>
          <a:custGeom>
            <a:avLst/>
            <a:gdLst/>
            <a:ahLst/>
            <a:cxnLst/>
            <a:rect l="l" t="t" r="r" b="b"/>
            <a:pathLst>
              <a:path h="493395">
                <a:moveTo>
                  <a:pt x="0" y="0"/>
                </a:moveTo>
                <a:lnTo>
                  <a:pt x="0" y="493114"/>
                </a:lnTo>
              </a:path>
            </a:pathLst>
          </a:custGeom>
          <a:ln w="38102">
            <a:solidFill>
              <a:srgbClr val="3F6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3" name="object 83"/>
          <p:cNvGrpSpPr/>
          <p:nvPr/>
        </p:nvGrpSpPr>
        <p:grpSpPr>
          <a:xfrm>
            <a:off x="1350717" y="3009217"/>
            <a:ext cx="2085975" cy="260350"/>
            <a:chOff x="1350717" y="3009217"/>
            <a:chExt cx="2085975" cy="260350"/>
          </a:xfrm>
        </p:grpSpPr>
        <p:sp>
          <p:nvSpPr>
            <p:cNvPr id="84" name="object 84"/>
            <p:cNvSpPr/>
            <p:nvPr/>
          </p:nvSpPr>
          <p:spPr>
            <a:xfrm>
              <a:off x="1350708" y="3009328"/>
              <a:ext cx="451484" cy="260350"/>
            </a:xfrm>
            <a:custGeom>
              <a:avLst/>
              <a:gdLst/>
              <a:ahLst/>
              <a:cxnLst/>
              <a:rect l="l" t="t" r="r" b="b"/>
              <a:pathLst>
                <a:path w="451485" h="260350">
                  <a:moveTo>
                    <a:pt x="140804" y="135864"/>
                  </a:moveTo>
                  <a:lnTo>
                    <a:pt x="137706" y="114376"/>
                  </a:lnTo>
                  <a:lnTo>
                    <a:pt x="136677" y="107213"/>
                  </a:lnTo>
                  <a:lnTo>
                    <a:pt x="114185" y="110744"/>
                  </a:lnTo>
                  <a:lnTo>
                    <a:pt x="91160" y="112915"/>
                  </a:lnTo>
                  <a:lnTo>
                    <a:pt x="65900" y="114020"/>
                  </a:lnTo>
                  <a:lnTo>
                    <a:pt x="36715" y="114376"/>
                  </a:lnTo>
                  <a:lnTo>
                    <a:pt x="36715" y="93091"/>
                  </a:lnTo>
                  <a:lnTo>
                    <a:pt x="117411" y="93091"/>
                  </a:lnTo>
                  <a:lnTo>
                    <a:pt x="117411" y="64350"/>
                  </a:lnTo>
                  <a:lnTo>
                    <a:pt x="36715" y="64350"/>
                  </a:lnTo>
                  <a:lnTo>
                    <a:pt x="36715" y="44170"/>
                  </a:lnTo>
                  <a:lnTo>
                    <a:pt x="122859" y="44170"/>
                  </a:lnTo>
                  <a:lnTo>
                    <a:pt x="122859" y="14820"/>
                  </a:lnTo>
                  <a:lnTo>
                    <a:pt x="0" y="14820"/>
                  </a:lnTo>
                  <a:lnTo>
                    <a:pt x="0" y="142925"/>
                  </a:lnTo>
                  <a:lnTo>
                    <a:pt x="21590" y="142925"/>
                  </a:lnTo>
                  <a:lnTo>
                    <a:pt x="57492" y="142722"/>
                  </a:lnTo>
                  <a:lnTo>
                    <a:pt x="87782" y="141732"/>
                  </a:lnTo>
                  <a:lnTo>
                    <a:pt x="114769" y="139573"/>
                  </a:lnTo>
                  <a:lnTo>
                    <a:pt x="140804" y="135864"/>
                  </a:lnTo>
                  <a:close/>
                </a:path>
                <a:path w="451485" h="260350">
                  <a:moveTo>
                    <a:pt x="196380" y="163195"/>
                  </a:moveTo>
                  <a:lnTo>
                    <a:pt x="160375" y="163195"/>
                  </a:lnTo>
                  <a:lnTo>
                    <a:pt x="160375" y="191731"/>
                  </a:lnTo>
                  <a:lnTo>
                    <a:pt x="160375" y="227749"/>
                  </a:lnTo>
                  <a:lnTo>
                    <a:pt x="62534" y="227749"/>
                  </a:lnTo>
                  <a:lnTo>
                    <a:pt x="62534" y="191731"/>
                  </a:lnTo>
                  <a:lnTo>
                    <a:pt x="160375" y="191731"/>
                  </a:lnTo>
                  <a:lnTo>
                    <a:pt x="160375" y="163195"/>
                  </a:lnTo>
                  <a:lnTo>
                    <a:pt x="26631" y="163195"/>
                  </a:lnTo>
                  <a:lnTo>
                    <a:pt x="26631" y="256895"/>
                  </a:lnTo>
                  <a:lnTo>
                    <a:pt x="196380" y="256895"/>
                  </a:lnTo>
                  <a:lnTo>
                    <a:pt x="196380" y="227749"/>
                  </a:lnTo>
                  <a:lnTo>
                    <a:pt x="196380" y="191731"/>
                  </a:lnTo>
                  <a:lnTo>
                    <a:pt x="196380" y="163195"/>
                  </a:lnTo>
                  <a:close/>
                </a:path>
                <a:path w="451485" h="260350">
                  <a:moveTo>
                    <a:pt x="231279" y="60820"/>
                  </a:moveTo>
                  <a:lnTo>
                    <a:pt x="196380" y="60820"/>
                  </a:lnTo>
                  <a:lnTo>
                    <a:pt x="196380" y="0"/>
                  </a:lnTo>
                  <a:lnTo>
                    <a:pt x="159867" y="0"/>
                  </a:lnTo>
                  <a:lnTo>
                    <a:pt x="159867" y="151892"/>
                  </a:lnTo>
                  <a:lnTo>
                    <a:pt x="196380" y="151892"/>
                  </a:lnTo>
                  <a:lnTo>
                    <a:pt x="196380" y="90970"/>
                  </a:lnTo>
                  <a:lnTo>
                    <a:pt x="231279" y="90970"/>
                  </a:lnTo>
                  <a:lnTo>
                    <a:pt x="231279" y="60820"/>
                  </a:lnTo>
                  <a:close/>
                </a:path>
                <a:path w="451485" h="260350">
                  <a:moveTo>
                    <a:pt x="399834" y="175806"/>
                  </a:moveTo>
                  <a:lnTo>
                    <a:pt x="371309" y="157695"/>
                  </a:lnTo>
                  <a:lnTo>
                    <a:pt x="352437" y="134150"/>
                  </a:lnTo>
                  <a:lnTo>
                    <a:pt x="350951" y="132308"/>
                  </a:lnTo>
                  <a:lnTo>
                    <a:pt x="338747" y="102412"/>
                  </a:lnTo>
                  <a:lnTo>
                    <a:pt x="334683" y="70802"/>
                  </a:lnTo>
                  <a:lnTo>
                    <a:pt x="334683" y="54864"/>
                  </a:lnTo>
                  <a:lnTo>
                    <a:pt x="389039" y="54864"/>
                  </a:lnTo>
                  <a:lnTo>
                    <a:pt x="389039" y="25107"/>
                  </a:lnTo>
                  <a:lnTo>
                    <a:pt x="242493" y="25107"/>
                  </a:lnTo>
                  <a:lnTo>
                    <a:pt x="242493" y="54864"/>
                  </a:lnTo>
                  <a:lnTo>
                    <a:pt x="297662" y="54864"/>
                  </a:lnTo>
                  <a:lnTo>
                    <a:pt x="297662" y="70802"/>
                  </a:lnTo>
                  <a:lnTo>
                    <a:pt x="293446" y="104101"/>
                  </a:lnTo>
                  <a:lnTo>
                    <a:pt x="281051" y="135839"/>
                  </a:lnTo>
                  <a:lnTo>
                    <a:pt x="260629" y="162915"/>
                  </a:lnTo>
                  <a:lnTo>
                    <a:pt x="232308" y="182257"/>
                  </a:lnTo>
                  <a:lnTo>
                    <a:pt x="252984" y="210794"/>
                  </a:lnTo>
                  <a:lnTo>
                    <a:pt x="274243" y="197713"/>
                  </a:lnTo>
                  <a:lnTo>
                    <a:pt x="292011" y="180035"/>
                  </a:lnTo>
                  <a:lnTo>
                    <a:pt x="306222" y="158572"/>
                  </a:lnTo>
                  <a:lnTo>
                    <a:pt x="316826" y="134150"/>
                  </a:lnTo>
                  <a:lnTo>
                    <a:pt x="327367" y="156578"/>
                  </a:lnTo>
                  <a:lnTo>
                    <a:pt x="341439" y="176199"/>
                  </a:lnTo>
                  <a:lnTo>
                    <a:pt x="359067" y="192354"/>
                  </a:lnTo>
                  <a:lnTo>
                    <a:pt x="380263" y="204343"/>
                  </a:lnTo>
                  <a:lnTo>
                    <a:pt x="399834" y="175806"/>
                  </a:lnTo>
                  <a:close/>
                </a:path>
                <a:path w="451485" h="260350">
                  <a:moveTo>
                    <a:pt x="451472" y="0"/>
                  </a:moveTo>
                  <a:lnTo>
                    <a:pt x="414667" y="0"/>
                  </a:lnTo>
                  <a:lnTo>
                    <a:pt x="414667" y="259816"/>
                  </a:lnTo>
                  <a:lnTo>
                    <a:pt x="451472" y="259816"/>
                  </a:lnTo>
                  <a:lnTo>
                    <a:pt x="451472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838213" y="3014980"/>
              <a:ext cx="301088" cy="25400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2147278" y="3009226"/>
              <a:ext cx="1289050" cy="260350"/>
            </a:xfrm>
            <a:custGeom>
              <a:avLst/>
              <a:gdLst/>
              <a:ahLst/>
              <a:cxnLst/>
              <a:rect l="l" t="t" r="r" b="b"/>
              <a:pathLst>
                <a:path w="1289050" h="260350">
                  <a:moveTo>
                    <a:pt x="162090" y="117805"/>
                  </a:moveTo>
                  <a:lnTo>
                    <a:pt x="135229" y="105587"/>
                  </a:lnTo>
                  <a:lnTo>
                    <a:pt x="124764" y="96316"/>
                  </a:lnTo>
                  <a:lnTo>
                    <a:pt x="116179" y="88722"/>
                  </a:lnTo>
                  <a:lnTo>
                    <a:pt x="104597" y="68681"/>
                  </a:lnTo>
                  <a:lnTo>
                    <a:pt x="100152" y="47002"/>
                  </a:lnTo>
                  <a:lnTo>
                    <a:pt x="152298" y="47002"/>
                  </a:lnTo>
                  <a:lnTo>
                    <a:pt x="152298" y="17754"/>
                  </a:lnTo>
                  <a:lnTo>
                    <a:pt x="9575" y="17754"/>
                  </a:lnTo>
                  <a:lnTo>
                    <a:pt x="9575" y="47002"/>
                  </a:lnTo>
                  <a:lnTo>
                    <a:pt x="63144" y="47002"/>
                  </a:lnTo>
                  <a:lnTo>
                    <a:pt x="58597" y="70637"/>
                  </a:lnTo>
                  <a:lnTo>
                    <a:pt x="46812" y="92506"/>
                  </a:lnTo>
                  <a:lnTo>
                    <a:pt x="27406" y="110896"/>
                  </a:lnTo>
                  <a:lnTo>
                    <a:pt x="0" y="124155"/>
                  </a:lnTo>
                  <a:lnTo>
                    <a:pt x="18757" y="152908"/>
                  </a:lnTo>
                  <a:lnTo>
                    <a:pt x="40043" y="143446"/>
                  </a:lnTo>
                  <a:lnTo>
                    <a:pt x="57746" y="130517"/>
                  </a:lnTo>
                  <a:lnTo>
                    <a:pt x="71894" y="114642"/>
                  </a:lnTo>
                  <a:lnTo>
                    <a:pt x="82499" y="96316"/>
                  </a:lnTo>
                  <a:lnTo>
                    <a:pt x="92900" y="112534"/>
                  </a:lnTo>
                  <a:lnTo>
                    <a:pt x="106553" y="126542"/>
                  </a:lnTo>
                  <a:lnTo>
                    <a:pt x="123418" y="137922"/>
                  </a:lnTo>
                  <a:lnTo>
                    <a:pt x="143522" y="146253"/>
                  </a:lnTo>
                  <a:lnTo>
                    <a:pt x="162090" y="117805"/>
                  </a:lnTo>
                  <a:close/>
                </a:path>
                <a:path w="1289050" h="260350">
                  <a:moveTo>
                    <a:pt x="216242" y="495"/>
                  </a:moveTo>
                  <a:lnTo>
                    <a:pt x="179730" y="495"/>
                  </a:lnTo>
                  <a:lnTo>
                    <a:pt x="179730" y="154622"/>
                  </a:lnTo>
                  <a:lnTo>
                    <a:pt x="216242" y="154622"/>
                  </a:lnTo>
                  <a:lnTo>
                    <a:pt x="216242" y="495"/>
                  </a:lnTo>
                  <a:close/>
                </a:path>
                <a:path w="1289050" h="260350">
                  <a:moveTo>
                    <a:pt x="217055" y="209994"/>
                  </a:moveTo>
                  <a:lnTo>
                    <a:pt x="210756" y="188556"/>
                  </a:lnTo>
                  <a:lnTo>
                    <a:pt x="209804" y="187706"/>
                  </a:lnTo>
                  <a:lnTo>
                    <a:pt x="192976" y="172656"/>
                  </a:lnTo>
                  <a:lnTo>
                    <a:pt x="181152" y="168503"/>
                  </a:lnTo>
                  <a:lnTo>
                    <a:pt x="181152" y="209994"/>
                  </a:lnTo>
                  <a:lnTo>
                    <a:pt x="177609" y="219697"/>
                  </a:lnTo>
                  <a:lnTo>
                    <a:pt x="167347" y="226682"/>
                  </a:lnTo>
                  <a:lnTo>
                    <a:pt x="150672" y="230873"/>
                  </a:lnTo>
                  <a:lnTo>
                    <a:pt x="127889" y="232181"/>
                  </a:lnTo>
                  <a:lnTo>
                    <a:pt x="105003" y="230873"/>
                  </a:lnTo>
                  <a:lnTo>
                    <a:pt x="88468" y="226682"/>
                  </a:lnTo>
                  <a:lnTo>
                    <a:pt x="78460" y="219697"/>
                  </a:lnTo>
                  <a:lnTo>
                    <a:pt x="75145" y="209994"/>
                  </a:lnTo>
                  <a:lnTo>
                    <a:pt x="78460" y="200304"/>
                  </a:lnTo>
                  <a:lnTo>
                    <a:pt x="88468" y="193332"/>
                  </a:lnTo>
                  <a:lnTo>
                    <a:pt x="105003" y="189115"/>
                  </a:lnTo>
                  <a:lnTo>
                    <a:pt x="127889" y="187706"/>
                  </a:lnTo>
                  <a:lnTo>
                    <a:pt x="150672" y="189115"/>
                  </a:lnTo>
                  <a:lnTo>
                    <a:pt x="167347" y="193332"/>
                  </a:lnTo>
                  <a:lnTo>
                    <a:pt x="177609" y="200304"/>
                  </a:lnTo>
                  <a:lnTo>
                    <a:pt x="181152" y="209994"/>
                  </a:lnTo>
                  <a:lnTo>
                    <a:pt x="181152" y="168503"/>
                  </a:lnTo>
                  <a:lnTo>
                    <a:pt x="164947" y="162801"/>
                  </a:lnTo>
                  <a:lnTo>
                    <a:pt x="127889" y="159461"/>
                  </a:lnTo>
                  <a:lnTo>
                    <a:pt x="90601" y="162801"/>
                  </a:lnTo>
                  <a:lnTo>
                    <a:pt x="62445" y="172656"/>
                  </a:lnTo>
                  <a:lnTo>
                    <a:pt x="44678" y="188556"/>
                  </a:lnTo>
                  <a:lnTo>
                    <a:pt x="38531" y="209994"/>
                  </a:lnTo>
                  <a:lnTo>
                    <a:pt x="44678" y="231394"/>
                  </a:lnTo>
                  <a:lnTo>
                    <a:pt x="62445" y="247180"/>
                  </a:lnTo>
                  <a:lnTo>
                    <a:pt x="90601" y="256933"/>
                  </a:lnTo>
                  <a:lnTo>
                    <a:pt x="127889" y="260223"/>
                  </a:lnTo>
                  <a:lnTo>
                    <a:pt x="164947" y="256933"/>
                  </a:lnTo>
                  <a:lnTo>
                    <a:pt x="192976" y="247180"/>
                  </a:lnTo>
                  <a:lnTo>
                    <a:pt x="209854" y="232181"/>
                  </a:lnTo>
                  <a:lnTo>
                    <a:pt x="210756" y="231394"/>
                  </a:lnTo>
                  <a:lnTo>
                    <a:pt x="217055" y="209994"/>
                  </a:lnTo>
                  <a:close/>
                </a:path>
                <a:path w="1289050" h="260350">
                  <a:moveTo>
                    <a:pt x="466902" y="113372"/>
                  </a:moveTo>
                  <a:lnTo>
                    <a:pt x="431266" y="105397"/>
                  </a:lnTo>
                  <a:lnTo>
                    <a:pt x="410591" y="95110"/>
                  </a:lnTo>
                  <a:lnTo>
                    <a:pt x="404837" y="92252"/>
                  </a:lnTo>
                  <a:lnTo>
                    <a:pt x="387654" y="76022"/>
                  </a:lnTo>
                  <a:lnTo>
                    <a:pt x="379755" y="58801"/>
                  </a:lnTo>
                  <a:lnTo>
                    <a:pt x="457835" y="58801"/>
                  </a:lnTo>
                  <a:lnTo>
                    <a:pt x="457835" y="30149"/>
                  </a:lnTo>
                  <a:lnTo>
                    <a:pt x="378853" y="30149"/>
                  </a:lnTo>
                  <a:lnTo>
                    <a:pt x="378853" y="495"/>
                  </a:lnTo>
                  <a:lnTo>
                    <a:pt x="342747" y="495"/>
                  </a:lnTo>
                  <a:lnTo>
                    <a:pt x="342747" y="30149"/>
                  </a:lnTo>
                  <a:lnTo>
                    <a:pt x="264172" y="30149"/>
                  </a:lnTo>
                  <a:lnTo>
                    <a:pt x="264172" y="58801"/>
                  </a:lnTo>
                  <a:lnTo>
                    <a:pt x="342138" y="58801"/>
                  </a:lnTo>
                  <a:lnTo>
                    <a:pt x="334200" y="76149"/>
                  </a:lnTo>
                  <a:lnTo>
                    <a:pt x="316953" y="92367"/>
                  </a:lnTo>
                  <a:lnTo>
                    <a:pt x="290423" y="105435"/>
                  </a:lnTo>
                  <a:lnTo>
                    <a:pt x="254685" y="113372"/>
                  </a:lnTo>
                  <a:lnTo>
                    <a:pt x="267906" y="141909"/>
                  </a:lnTo>
                  <a:lnTo>
                    <a:pt x="298767" y="135737"/>
                  </a:lnTo>
                  <a:lnTo>
                    <a:pt x="324751" y="125476"/>
                  </a:lnTo>
                  <a:lnTo>
                    <a:pt x="345617" y="111721"/>
                  </a:lnTo>
                  <a:lnTo>
                    <a:pt x="361099" y="95110"/>
                  </a:lnTo>
                  <a:lnTo>
                    <a:pt x="376555" y="111658"/>
                  </a:lnTo>
                  <a:lnTo>
                    <a:pt x="397306" y="125437"/>
                  </a:lnTo>
                  <a:lnTo>
                    <a:pt x="423138" y="135750"/>
                  </a:lnTo>
                  <a:lnTo>
                    <a:pt x="453796" y="141909"/>
                  </a:lnTo>
                  <a:lnTo>
                    <a:pt x="466902" y="113372"/>
                  </a:lnTo>
                  <a:close/>
                </a:path>
                <a:path w="1289050" h="260350">
                  <a:moveTo>
                    <a:pt x="479615" y="155625"/>
                  </a:moveTo>
                  <a:lnTo>
                    <a:pt x="242785" y="155625"/>
                  </a:lnTo>
                  <a:lnTo>
                    <a:pt x="242785" y="185381"/>
                  </a:lnTo>
                  <a:lnTo>
                    <a:pt x="342747" y="185381"/>
                  </a:lnTo>
                  <a:lnTo>
                    <a:pt x="342747" y="260121"/>
                  </a:lnTo>
                  <a:lnTo>
                    <a:pt x="378853" y="260121"/>
                  </a:lnTo>
                  <a:lnTo>
                    <a:pt x="378853" y="185381"/>
                  </a:lnTo>
                  <a:lnTo>
                    <a:pt x="479615" y="185381"/>
                  </a:lnTo>
                  <a:lnTo>
                    <a:pt x="479615" y="155625"/>
                  </a:lnTo>
                  <a:close/>
                </a:path>
                <a:path w="1289050" h="260350">
                  <a:moveTo>
                    <a:pt x="713333" y="77050"/>
                  </a:moveTo>
                  <a:lnTo>
                    <a:pt x="663613" y="69697"/>
                  </a:lnTo>
                  <a:lnTo>
                    <a:pt x="627087" y="47396"/>
                  </a:lnTo>
                  <a:lnTo>
                    <a:pt x="700417" y="47396"/>
                  </a:lnTo>
                  <a:lnTo>
                    <a:pt x="700417" y="20472"/>
                  </a:lnTo>
                  <a:lnTo>
                    <a:pt x="622655" y="20472"/>
                  </a:lnTo>
                  <a:lnTo>
                    <a:pt x="622655" y="0"/>
                  </a:lnTo>
                  <a:lnTo>
                    <a:pt x="586536" y="0"/>
                  </a:lnTo>
                  <a:lnTo>
                    <a:pt x="586536" y="20472"/>
                  </a:lnTo>
                  <a:lnTo>
                    <a:pt x="509282" y="20472"/>
                  </a:lnTo>
                  <a:lnTo>
                    <a:pt x="509282" y="47396"/>
                  </a:lnTo>
                  <a:lnTo>
                    <a:pt x="582002" y="47396"/>
                  </a:lnTo>
                  <a:lnTo>
                    <a:pt x="572706" y="58064"/>
                  </a:lnTo>
                  <a:lnTo>
                    <a:pt x="555752" y="67030"/>
                  </a:lnTo>
                  <a:lnTo>
                    <a:pt x="530517" y="73596"/>
                  </a:lnTo>
                  <a:lnTo>
                    <a:pt x="496366" y="77050"/>
                  </a:lnTo>
                  <a:lnTo>
                    <a:pt x="506361" y="103886"/>
                  </a:lnTo>
                  <a:lnTo>
                    <a:pt x="539877" y="100215"/>
                  </a:lnTo>
                  <a:lnTo>
                    <a:pt x="567537" y="93141"/>
                  </a:lnTo>
                  <a:lnTo>
                    <a:pt x="589178" y="82892"/>
                  </a:lnTo>
                  <a:lnTo>
                    <a:pt x="604596" y="69697"/>
                  </a:lnTo>
                  <a:lnTo>
                    <a:pt x="620090" y="82892"/>
                  </a:lnTo>
                  <a:lnTo>
                    <a:pt x="641743" y="93141"/>
                  </a:lnTo>
                  <a:lnTo>
                    <a:pt x="669328" y="100215"/>
                  </a:lnTo>
                  <a:lnTo>
                    <a:pt x="702640" y="103886"/>
                  </a:lnTo>
                  <a:lnTo>
                    <a:pt x="713333" y="77050"/>
                  </a:lnTo>
                  <a:close/>
                </a:path>
                <a:path w="1289050" h="260350">
                  <a:moveTo>
                    <a:pt x="722807" y="110845"/>
                  </a:moveTo>
                  <a:lnTo>
                    <a:pt x="487095" y="110845"/>
                  </a:lnTo>
                  <a:lnTo>
                    <a:pt x="487095" y="137375"/>
                  </a:lnTo>
                  <a:lnTo>
                    <a:pt x="586740" y="137375"/>
                  </a:lnTo>
                  <a:lnTo>
                    <a:pt x="586740" y="153708"/>
                  </a:lnTo>
                  <a:lnTo>
                    <a:pt x="513918" y="153708"/>
                  </a:lnTo>
                  <a:lnTo>
                    <a:pt x="513918" y="179730"/>
                  </a:lnTo>
                  <a:lnTo>
                    <a:pt x="658558" y="179730"/>
                  </a:lnTo>
                  <a:lnTo>
                    <a:pt x="658558" y="192646"/>
                  </a:lnTo>
                  <a:lnTo>
                    <a:pt x="514121" y="192646"/>
                  </a:lnTo>
                  <a:lnTo>
                    <a:pt x="514121" y="258102"/>
                  </a:lnTo>
                  <a:lnTo>
                    <a:pt x="701217" y="258102"/>
                  </a:lnTo>
                  <a:lnTo>
                    <a:pt x="701217" y="231279"/>
                  </a:lnTo>
                  <a:lnTo>
                    <a:pt x="549833" y="231279"/>
                  </a:lnTo>
                  <a:lnTo>
                    <a:pt x="549833" y="217055"/>
                  </a:lnTo>
                  <a:lnTo>
                    <a:pt x="694461" y="217055"/>
                  </a:lnTo>
                  <a:lnTo>
                    <a:pt x="694461" y="153708"/>
                  </a:lnTo>
                  <a:lnTo>
                    <a:pt x="622757" y="153708"/>
                  </a:lnTo>
                  <a:lnTo>
                    <a:pt x="622757" y="137375"/>
                  </a:lnTo>
                  <a:lnTo>
                    <a:pt x="722807" y="137375"/>
                  </a:lnTo>
                  <a:lnTo>
                    <a:pt x="722807" y="110845"/>
                  </a:lnTo>
                  <a:close/>
                </a:path>
                <a:path w="1289050" h="260350">
                  <a:moveTo>
                    <a:pt x="787781" y="143116"/>
                  </a:moveTo>
                  <a:lnTo>
                    <a:pt x="785787" y="133883"/>
                  </a:lnTo>
                  <a:lnTo>
                    <a:pt x="780554" y="126352"/>
                  </a:lnTo>
                  <a:lnTo>
                    <a:pt x="772960" y="121285"/>
                  </a:lnTo>
                  <a:lnTo>
                    <a:pt x="763866" y="119418"/>
                  </a:lnTo>
                  <a:lnTo>
                    <a:pt x="754519" y="121285"/>
                  </a:lnTo>
                  <a:lnTo>
                    <a:pt x="746836" y="126352"/>
                  </a:lnTo>
                  <a:lnTo>
                    <a:pt x="741680" y="133883"/>
                  </a:lnTo>
                  <a:lnTo>
                    <a:pt x="739863" y="143116"/>
                  </a:lnTo>
                  <a:lnTo>
                    <a:pt x="741680" y="152476"/>
                  </a:lnTo>
                  <a:lnTo>
                    <a:pt x="746836" y="160070"/>
                  </a:lnTo>
                  <a:lnTo>
                    <a:pt x="754519" y="165163"/>
                  </a:lnTo>
                  <a:lnTo>
                    <a:pt x="763866" y="167030"/>
                  </a:lnTo>
                  <a:lnTo>
                    <a:pt x="772960" y="165163"/>
                  </a:lnTo>
                  <a:lnTo>
                    <a:pt x="780554" y="160070"/>
                  </a:lnTo>
                  <a:lnTo>
                    <a:pt x="785787" y="152476"/>
                  </a:lnTo>
                  <a:lnTo>
                    <a:pt x="787781" y="143116"/>
                  </a:lnTo>
                  <a:close/>
                </a:path>
                <a:path w="1289050" h="260350">
                  <a:moveTo>
                    <a:pt x="935761" y="116192"/>
                  </a:moveTo>
                  <a:lnTo>
                    <a:pt x="898512" y="86410"/>
                  </a:lnTo>
                  <a:lnTo>
                    <a:pt x="887133" y="45288"/>
                  </a:lnTo>
                  <a:lnTo>
                    <a:pt x="887133" y="15328"/>
                  </a:lnTo>
                  <a:lnTo>
                    <a:pt x="851738" y="15328"/>
                  </a:lnTo>
                  <a:lnTo>
                    <a:pt x="851738" y="45288"/>
                  </a:lnTo>
                  <a:lnTo>
                    <a:pt x="848817" y="67564"/>
                  </a:lnTo>
                  <a:lnTo>
                    <a:pt x="839749" y="89115"/>
                  </a:lnTo>
                  <a:lnTo>
                    <a:pt x="823810" y="108127"/>
                  </a:lnTo>
                  <a:lnTo>
                    <a:pt x="800290" y="122745"/>
                  </a:lnTo>
                  <a:lnTo>
                    <a:pt x="819759" y="150787"/>
                  </a:lnTo>
                  <a:lnTo>
                    <a:pt x="836396" y="141693"/>
                  </a:lnTo>
                  <a:lnTo>
                    <a:pt x="850226" y="129832"/>
                  </a:lnTo>
                  <a:lnTo>
                    <a:pt x="861326" y="115671"/>
                  </a:lnTo>
                  <a:lnTo>
                    <a:pt x="869784" y="99644"/>
                  </a:lnTo>
                  <a:lnTo>
                    <a:pt x="877874" y="113639"/>
                  </a:lnTo>
                  <a:lnTo>
                    <a:pt x="888276" y="125882"/>
                  </a:lnTo>
                  <a:lnTo>
                    <a:pt x="901052" y="136118"/>
                  </a:lnTo>
                  <a:lnTo>
                    <a:pt x="916292" y="144030"/>
                  </a:lnTo>
                  <a:lnTo>
                    <a:pt x="935761" y="116192"/>
                  </a:lnTo>
                  <a:close/>
                </a:path>
                <a:path w="1289050" h="260350">
                  <a:moveTo>
                    <a:pt x="1027137" y="169138"/>
                  </a:moveTo>
                  <a:lnTo>
                    <a:pt x="847699" y="169138"/>
                  </a:lnTo>
                  <a:lnTo>
                    <a:pt x="847699" y="198297"/>
                  </a:lnTo>
                  <a:lnTo>
                    <a:pt x="990930" y="198297"/>
                  </a:lnTo>
                  <a:lnTo>
                    <a:pt x="990930" y="259918"/>
                  </a:lnTo>
                  <a:lnTo>
                    <a:pt x="1027137" y="259918"/>
                  </a:lnTo>
                  <a:lnTo>
                    <a:pt x="1027137" y="169138"/>
                  </a:lnTo>
                  <a:close/>
                </a:path>
                <a:path w="1289050" h="260350">
                  <a:moveTo>
                    <a:pt x="1027137" y="495"/>
                  </a:moveTo>
                  <a:lnTo>
                    <a:pt x="992644" y="495"/>
                  </a:lnTo>
                  <a:lnTo>
                    <a:pt x="992644" y="63639"/>
                  </a:lnTo>
                  <a:lnTo>
                    <a:pt x="970851" y="63639"/>
                  </a:lnTo>
                  <a:lnTo>
                    <a:pt x="970851" y="4635"/>
                  </a:lnTo>
                  <a:lnTo>
                    <a:pt x="937069" y="4635"/>
                  </a:lnTo>
                  <a:lnTo>
                    <a:pt x="937069" y="156337"/>
                  </a:lnTo>
                  <a:lnTo>
                    <a:pt x="970851" y="156337"/>
                  </a:lnTo>
                  <a:lnTo>
                    <a:pt x="970851" y="93395"/>
                  </a:lnTo>
                  <a:lnTo>
                    <a:pt x="992644" y="93395"/>
                  </a:lnTo>
                  <a:lnTo>
                    <a:pt x="992644" y="157645"/>
                  </a:lnTo>
                  <a:lnTo>
                    <a:pt x="1027137" y="157645"/>
                  </a:lnTo>
                  <a:lnTo>
                    <a:pt x="1027137" y="93395"/>
                  </a:lnTo>
                  <a:lnTo>
                    <a:pt x="1027137" y="63639"/>
                  </a:lnTo>
                  <a:lnTo>
                    <a:pt x="1027137" y="495"/>
                  </a:lnTo>
                  <a:close/>
                </a:path>
                <a:path w="1289050" h="260350">
                  <a:moveTo>
                    <a:pt x="1201839" y="115379"/>
                  </a:moveTo>
                  <a:lnTo>
                    <a:pt x="1166126" y="94208"/>
                  </a:lnTo>
                  <a:lnTo>
                    <a:pt x="1142441" y="41046"/>
                  </a:lnTo>
                  <a:lnTo>
                    <a:pt x="1142441" y="14020"/>
                  </a:lnTo>
                  <a:lnTo>
                    <a:pt x="1106030" y="14020"/>
                  </a:lnTo>
                  <a:lnTo>
                    <a:pt x="1106030" y="37515"/>
                  </a:lnTo>
                  <a:lnTo>
                    <a:pt x="1102334" y="63855"/>
                  </a:lnTo>
                  <a:lnTo>
                    <a:pt x="1091158" y="87960"/>
                  </a:lnTo>
                  <a:lnTo>
                    <a:pt x="1071918" y="108077"/>
                  </a:lnTo>
                  <a:lnTo>
                    <a:pt x="1043990" y="122440"/>
                  </a:lnTo>
                  <a:lnTo>
                    <a:pt x="1063561" y="150990"/>
                  </a:lnTo>
                  <a:lnTo>
                    <a:pt x="1084033" y="141528"/>
                  </a:lnTo>
                  <a:lnTo>
                    <a:pt x="1100988" y="128612"/>
                  </a:lnTo>
                  <a:lnTo>
                    <a:pt x="1114501" y="112674"/>
                  </a:lnTo>
                  <a:lnTo>
                    <a:pt x="1124585" y="94208"/>
                  </a:lnTo>
                  <a:lnTo>
                    <a:pt x="1134478" y="110236"/>
                  </a:lnTo>
                  <a:lnTo>
                    <a:pt x="1147419" y="124066"/>
                  </a:lnTo>
                  <a:lnTo>
                    <a:pt x="1163434" y="135356"/>
                  </a:lnTo>
                  <a:lnTo>
                    <a:pt x="1182585" y="143725"/>
                  </a:lnTo>
                  <a:lnTo>
                    <a:pt x="1201839" y="115379"/>
                  </a:lnTo>
                  <a:close/>
                </a:path>
                <a:path w="1289050" h="260350">
                  <a:moveTo>
                    <a:pt x="1256309" y="209486"/>
                  </a:moveTo>
                  <a:lnTo>
                    <a:pt x="1250188" y="188442"/>
                  </a:lnTo>
                  <a:lnTo>
                    <a:pt x="1249591" y="187909"/>
                  </a:lnTo>
                  <a:lnTo>
                    <a:pt x="1232687" y="172720"/>
                  </a:lnTo>
                  <a:lnTo>
                    <a:pt x="1220406" y="168363"/>
                  </a:lnTo>
                  <a:lnTo>
                    <a:pt x="1220406" y="209486"/>
                  </a:lnTo>
                  <a:lnTo>
                    <a:pt x="1217066" y="219151"/>
                  </a:lnTo>
                  <a:lnTo>
                    <a:pt x="1207198" y="225958"/>
                  </a:lnTo>
                  <a:lnTo>
                    <a:pt x="1191006" y="229997"/>
                  </a:lnTo>
                  <a:lnTo>
                    <a:pt x="1168666" y="231381"/>
                  </a:lnTo>
                  <a:lnTo>
                    <a:pt x="1146111" y="229997"/>
                  </a:lnTo>
                  <a:lnTo>
                    <a:pt x="1129652" y="225958"/>
                  </a:lnTo>
                  <a:lnTo>
                    <a:pt x="1119581" y="219151"/>
                  </a:lnTo>
                  <a:lnTo>
                    <a:pt x="1116215" y="209486"/>
                  </a:lnTo>
                  <a:lnTo>
                    <a:pt x="1119581" y="200202"/>
                  </a:lnTo>
                  <a:lnTo>
                    <a:pt x="1129652" y="193433"/>
                  </a:lnTo>
                  <a:lnTo>
                    <a:pt x="1146111" y="189306"/>
                  </a:lnTo>
                  <a:lnTo>
                    <a:pt x="1168666" y="187909"/>
                  </a:lnTo>
                  <a:lnTo>
                    <a:pt x="1191006" y="189306"/>
                  </a:lnTo>
                  <a:lnTo>
                    <a:pt x="1207198" y="193433"/>
                  </a:lnTo>
                  <a:lnTo>
                    <a:pt x="1217066" y="200202"/>
                  </a:lnTo>
                  <a:lnTo>
                    <a:pt x="1220406" y="209486"/>
                  </a:lnTo>
                  <a:lnTo>
                    <a:pt x="1220406" y="168363"/>
                  </a:lnTo>
                  <a:lnTo>
                    <a:pt x="1205077" y="162915"/>
                  </a:lnTo>
                  <a:lnTo>
                    <a:pt x="1168666" y="159562"/>
                  </a:lnTo>
                  <a:lnTo>
                    <a:pt x="1131697" y="162915"/>
                  </a:lnTo>
                  <a:lnTo>
                    <a:pt x="1103693" y="172720"/>
                  </a:lnTo>
                  <a:lnTo>
                    <a:pt x="1085951" y="188442"/>
                  </a:lnTo>
                  <a:lnTo>
                    <a:pt x="1079804" y="209486"/>
                  </a:lnTo>
                  <a:lnTo>
                    <a:pt x="1085951" y="230860"/>
                  </a:lnTo>
                  <a:lnTo>
                    <a:pt x="1103693" y="246684"/>
                  </a:lnTo>
                  <a:lnTo>
                    <a:pt x="1131697" y="256489"/>
                  </a:lnTo>
                  <a:lnTo>
                    <a:pt x="1168666" y="259816"/>
                  </a:lnTo>
                  <a:lnTo>
                    <a:pt x="1205077" y="256489"/>
                  </a:lnTo>
                  <a:lnTo>
                    <a:pt x="1232687" y="246684"/>
                  </a:lnTo>
                  <a:lnTo>
                    <a:pt x="1249616" y="231381"/>
                  </a:lnTo>
                  <a:lnTo>
                    <a:pt x="1250188" y="230860"/>
                  </a:lnTo>
                  <a:lnTo>
                    <a:pt x="1256309" y="209486"/>
                  </a:lnTo>
                  <a:close/>
                </a:path>
                <a:path w="1289050" h="260350">
                  <a:moveTo>
                    <a:pt x="1288783" y="60921"/>
                  </a:moveTo>
                  <a:lnTo>
                    <a:pt x="1253883" y="60921"/>
                  </a:lnTo>
                  <a:lnTo>
                    <a:pt x="1253883" y="101"/>
                  </a:lnTo>
                  <a:lnTo>
                    <a:pt x="1217383" y="101"/>
                  </a:lnTo>
                  <a:lnTo>
                    <a:pt x="1217383" y="154216"/>
                  </a:lnTo>
                  <a:lnTo>
                    <a:pt x="1253883" y="154216"/>
                  </a:lnTo>
                  <a:lnTo>
                    <a:pt x="1253883" y="91071"/>
                  </a:lnTo>
                  <a:lnTo>
                    <a:pt x="1288783" y="91071"/>
                  </a:lnTo>
                  <a:lnTo>
                    <a:pt x="1288783" y="6092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/>
          <p:nvPr/>
        </p:nvSpPr>
        <p:spPr>
          <a:xfrm>
            <a:off x="3446272" y="3009328"/>
            <a:ext cx="537845" cy="260350"/>
          </a:xfrm>
          <a:custGeom>
            <a:avLst/>
            <a:gdLst/>
            <a:ahLst/>
            <a:cxnLst/>
            <a:rect l="l" t="t" r="r" b="b"/>
            <a:pathLst>
              <a:path w="537845" h="260350">
                <a:moveTo>
                  <a:pt x="103276" y="27241"/>
                </a:moveTo>
                <a:lnTo>
                  <a:pt x="0" y="27241"/>
                </a:lnTo>
                <a:lnTo>
                  <a:pt x="0" y="55181"/>
                </a:lnTo>
                <a:lnTo>
                  <a:pt x="0" y="165671"/>
                </a:lnTo>
                <a:lnTo>
                  <a:pt x="0" y="194881"/>
                </a:lnTo>
                <a:lnTo>
                  <a:pt x="103276" y="194881"/>
                </a:lnTo>
                <a:lnTo>
                  <a:pt x="103276" y="165912"/>
                </a:lnTo>
                <a:lnTo>
                  <a:pt x="103276" y="165671"/>
                </a:lnTo>
                <a:lnTo>
                  <a:pt x="103276" y="55676"/>
                </a:lnTo>
                <a:lnTo>
                  <a:pt x="69291" y="55676"/>
                </a:lnTo>
                <a:lnTo>
                  <a:pt x="69291" y="165671"/>
                </a:lnTo>
                <a:lnTo>
                  <a:pt x="34086" y="165671"/>
                </a:lnTo>
                <a:lnTo>
                  <a:pt x="34086" y="55181"/>
                </a:lnTo>
                <a:lnTo>
                  <a:pt x="103276" y="55181"/>
                </a:lnTo>
                <a:lnTo>
                  <a:pt x="103276" y="27241"/>
                </a:lnTo>
                <a:close/>
              </a:path>
              <a:path w="537845" h="260350">
                <a:moveTo>
                  <a:pt x="217652" y="128905"/>
                </a:moveTo>
                <a:lnTo>
                  <a:pt x="182854" y="128905"/>
                </a:lnTo>
                <a:lnTo>
                  <a:pt x="182854" y="259816"/>
                </a:lnTo>
                <a:lnTo>
                  <a:pt x="217652" y="259816"/>
                </a:lnTo>
                <a:lnTo>
                  <a:pt x="217652" y="128905"/>
                </a:lnTo>
                <a:close/>
              </a:path>
              <a:path w="537845" h="260350">
                <a:moveTo>
                  <a:pt x="217652" y="99631"/>
                </a:moveTo>
                <a:lnTo>
                  <a:pt x="159461" y="99631"/>
                </a:lnTo>
                <a:lnTo>
                  <a:pt x="159461" y="4381"/>
                </a:lnTo>
                <a:lnTo>
                  <a:pt x="125069" y="4381"/>
                </a:lnTo>
                <a:lnTo>
                  <a:pt x="125069" y="99631"/>
                </a:lnTo>
                <a:lnTo>
                  <a:pt x="125069" y="128841"/>
                </a:lnTo>
                <a:lnTo>
                  <a:pt x="125069" y="248221"/>
                </a:lnTo>
                <a:lnTo>
                  <a:pt x="159461" y="248221"/>
                </a:lnTo>
                <a:lnTo>
                  <a:pt x="159461" y="128841"/>
                </a:lnTo>
                <a:lnTo>
                  <a:pt x="217652" y="128841"/>
                </a:lnTo>
                <a:lnTo>
                  <a:pt x="217652" y="99631"/>
                </a:lnTo>
                <a:close/>
              </a:path>
              <a:path w="537845" h="260350">
                <a:moveTo>
                  <a:pt x="217652" y="0"/>
                </a:moveTo>
                <a:lnTo>
                  <a:pt x="182854" y="0"/>
                </a:lnTo>
                <a:lnTo>
                  <a:pt x="182854" y="99250"/>
                </a:lnTo>
                <a:lnTo>
                  <a:pt x="217652" y="99250"/>
                </a:lnTo>
                <a:lnTo>
                  <a:pt x="217652" y="0"/>
                </a:lnTo>
                <a:close/>
              </a:path>
              <a:path w="537845" h="260350">
                <a:moveTo>
                  <a:pt x="400024" y="120129"/>
                </a:moveTo>
                <a:lnTo>
                  <a:pt x="372846" y="109296"/>
                </a:lnTo>
                <a:lnTo>
                  <a:pt x="363829" y="102171"/>
                </a:lnTo>
                <a:lnTo>
                  <a:pt x="353491" y="94005"/>
                </a:lnTo>
                <a:lnTo>
                  <a:pt x="341718" y="75755"/>
                </a:lnTo>
                <a:lnTo>
                  <a:pt x="337286" y="56070"/>
                </a:lnTo>
                <a:lnTo>
                  <a:pt x="390448" y="56070"/>
                </a:lnTo>
                <a:lnTo>
                  <a:pt x="390448" y="27432"/>
                </a:lnTo>
                <a:lnTo>
                  <a:pt x="337591" y="27432"/>
                </a:lnTo>
                <a:lnTo>
                  <a:pt x="337591" y="393"/>
                </a:lnTo>
                <a:lnTo>
                  <a:pt x="300774" y="393"/>
                </a:lnTo>
                <a:lnTo>
                  <a:pt x="300774" y="27432"/>
                </a:lnTo>
                <a:lnTo>
                  <a:pt x="247624" y="27432"/>
                </a:lnTo>
                <a:lnTo>
                  <a:pt x="247624" y="56070"/>
                </a:lnTo>
                <a:lnTo>
                  <a:pt x="300774" y="56070"/>
                </a:lnTo>
                <a:lnTo>
                  <a:pt x="296430" y="77495"/>
                </a:lnTo>
                <a:lnTo>
                  <a:pt x="284848" y="97370"/>
                </a:lnTo>
                <a:lnTo>
                  <a:pt x="265684" y="113957"/>
                </a:lnTo>
                <a:lnTo>
                  <a:pt x="238645" y="125564"/>
                </a:lnTo>
                <a:lnTo>
                  <a:pt x="256197" y="154012"/>
                </a:lnTo>
                <a:lnTo>
                  <a:pt x="277596" y="145643"/>
                </a:lnTo>
                <a:lnTo>
                  <a:pt x="295338" y="133883"/>
                </a:lnTo>
                <a:lnTo>
                  <a:pt x="309448" y="119214"/>
                </a:lnTo>
                <a:lnTo>
                  <a:pt x="319938" y="102171"/>
                </a:lnTo>
                <a:lnTo>
                  <a:pt x="330758" y="117398"/>
                </a:lnTo>
                <a:lnTo>
                  <a:pt x="344906" y="130441"/>
                </a:lnTo>
                <a:lnTo>
                  <a:pt x="362381" y="140868"/>
                </a:lnTo>
                <a:lnTo>
                  <a:pt x="383184" y="148259"/>
                </a:lnTo>
                <a:lnTo>
                  <a:pt x="400024" y="120129"/>
                </a:lnTo>
                <a:close/>
              </a:path>
              <a:path w="537845" h="260350">
                <a:moveTo>
                  <a:pt x="453783" y="393"/>
                </a:moveTo>
                <a:lnTo>
                  <a:pt x="417271" y="393"/>
                </a:lnTo>
                <a:lnTo>
                  <a:pt x="417271" y="156933"/>
                </a:lnTo>
                <a:lnTo>
                  <a:pt x="453783" y="156933"/>
                </a:lnTo>
                <a:lnTo>
                  <a:pt x="453783" y="393"/>
                </a:lnTo>
                <a:close/>
              </a:path>
              <a:path w="537845" h="260350">
                <a:moveTo>
                  <a:pt x="454596" y="210502"/>
                </a:moveTo>
                <a:lnTo>
                  <a:pt x="448297" y="189636"/>
                </a:lnTo>
                <a:lnTo>
                  <a:pt x="447687" y="189115"/>
                </a:lnTo>
                <a:lnTo>
                  <a:pt x="430517" y="174155"/>
                </a:lnTo>
                <a:lnTo>
                  <a:pt x="418693" y="170091"/>
                </a:lnTo>
                <a:lnTo>
                  <a:pt x="418693" y="210502"/>
                </a:lnTo>
                <a:lnTo>
                  <a:pt x="415201" y="219849"/>
                </a:lnTo>
                <a:lnTo>
                  <a:pt x="405041" y="226580"/>
                </a:lnTo>
                <a:lnTo>
                  <a:pt x="388378" y="230670"/>
                </a:lnTo>
                <a:lnTo>
                  <a:pt x="365429" y="232079"/>
                </a:lnTo>
                <a:lnTo>
                  <a:pt x="342455" y="230670"/>
                </a:lnTo>
                <a:lnTo>
                  <a:pt x="325932" y="226580"/>
                </a:lnTo>
                <a:lnTo>
                  <a:pt x="315976" y="219849"/>
                </a:lnTo>
                <a:lnTo>
                  <a:pt x="312686" y="210502"/>
                </a:lnTo>
                <a:lnTo>
                  <a:pt x="315976" y="201244"/>
                </a:lnTo>
                <a:lnTo>
                  <a:pt x="325932" y="194551"/>
                </a:lnTo>
                <a:lnTo>
                  <a:pt x="342455" y="190487"/>
                </a:lnTo>
                <a:lnTo>
                  <a:pt x="365429" y="189115"/>
                </a:lnTo>
                <a:lnTo>
                  <a:pt x="388378" y="190487"/>
                </a:lnTo>
                <a:lnTo>
                  <a:pt x="405041" y="194551"/>
                </a:lnTo>
                <a:lnTo>
                  <a:pt x="415201" y="201244"/>
                </a:lnTo>
                <a:lnTo>
                  <a:pt x="418693" y="210502"/>
                </a:lnTo>
                <a:lnTo>
                  <a:pt x="418693" y="170091"/>
                </a:lnTo>
                <a:lnTo>
                  <a:pt x="402488" y="164503"/>
                </a:lnTo>
                <a:lnTo>
                  <a:pt x="365429" y="161175"/>
                </a:lnTo>
                <a:lnTo>
                  <a:pt x="328091" y="164503"/>
                </a:lnTo>
                <a:lnTo>
                  <a:pt x="299948" y="174155"/>
                </a:lnTo>
                <a:lnTo>
                  <a:pt x="282206" y="189636"/>
                </a:lnTo>
                <a:lnTo>
                  <a:pt x="276072" y="210502"/>
                </a:lnTo>
                <a:lnTo>
                  <a:pt x="282206" y="231394"/>
                </a:lnTo>
                <a:lnTo>
                  <a:pt x="299948" y="246875"/>
                </a:lnTo>
                <a:lnTo>
                  <a:pt x="328091" y="256463"/>
                </a:lnTo>
                <a:lnTo>
                  <a:pt x="365429" y="259715"/>
                </a:lnTo>
                <a:lnTo>
                  <a:pt x="402488" y="256463"/>
                </a:lnTo>
                <a:lnTo>
                  <a:pt x="430517" y="246875"/>
                </a:lnTo>
                <a:lnTo>
                  <a:pt x="447509" y="232079"/>
                </a:lnTo>
                <a:lnTo>
                  <a:pt x="448297" y="231394"/>
                </a:lnTo>
                <a:lnTo>
                  <a:pt x="454596" y="210502"/>
                </a:lnTo>
                <a:close/>
              </a:path>
              <a:path w="537845" h="260350">
                <a:moveTo>
                  <a:pt x="537718" y="143014"/>
                </a:moveTo>
                <a:lnTo>
                  <a:pt x="535724" y="133781"/>
                </a:lnTo>
                <a:lnTo>
                  <a:pt x="530491" y="126250"/>
                </a:lnTo>
                <a:lnTo>
                  <a:pt x="522897" y="121183"/>
                </a:lnTo>
                <a:lnTo>
                  <a:pt x="513816" y="119316"/>
                </a:lnTo>
                <a:lnTo>
                  <a:pt x="504456" y="121183"/>
                </a:lnTo>
                <a:lnTo>
                  <a:pt x="496785" y="126250"/>
                </a:lnTo>
                <a:lnTo>
                  <a:pt x="491617" y="133781"/>
                </a:lnTo>
                <a:lnTo>
                  <a:pt x="489813" y="143014"/>
                </a:lnTo>
                <a:lnTo>
                  <a:pt x="491617" y="152374"/>
                </a:lnTo>
                <a:lnTo>
                  <a:pt x="496785" y="159969"/>
                </a:lnTo>
                <a:lnTo>
                  <a:pt x="504456" y="165061"/>
                </a:lnTo>
                <a:lnTo>
                  <a:pt x="513816" y="166928"/>
                </a:lnTo>
                <a:lnTo>
                  <a:pt x="522897" y="165061"/>
                </a:lnTo>
                <a:lnTo>
                  <a:pt x="530491" y="159969"/>
                </a:lnTo>
                <a:lnTo>
                  <a:pt x="535724" y="152374"/>
                </a:lnTo>
                <a:lnTo>
                  <a:pt x="537718" y="14301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8" name="object 88"/>
          <p:cNvGrpSpPr/>
          <p:nvPr/>
        </p:nvGrpSpPr>
        <p:grpSpPr>
          <a:xfrm>
            <a:off x="4007612" y="3009318"/>
            <a:ext cx="1751330" cy="264795"/>
            <a:chOff x="4007612" y="3009318"/>
            <a:chExt cx="1751330" cy="264795"/>
          </a:xfrm>
        </p:grpSpPr>
        <p:sp>
          <p:nvSpPr>
            <p:cNvPr id="89" name="object 89"/>
            <p:cNvSpPr/>
            <p:nvPr/>
          </p:nvSpPr>
          <p:spPr>
            <a:xfrm>
              <a:off x="4007612" y="3009328"/>
              <a:ext cx="537845" cy="260350"/>
            </a:xfrm>
            <a:custGeom>
              <a:avLst/>
              <a:gdLst/>
              <a:ahLst/>
              <a:cxnLst/>
              <a:rect l="l" t="t" r="r" b="b"/>
              <a:pathLst>
                <a:path w="537845" h="260350">
                  <a:moveTo>
                    <a:pt x="103276" y="27241"/>
                  </a:moveTo>
                  <a:lnTo>
                    <a:pt x="0" y="27241"/>
                  </a:lnTo>
                  <a:lnTo>
                    <a:pt x="0" y="55181"/>
                  </a:lnTo>
                  <a:lnTo>
                    <a:pt x="0" y="165671"/>
                  </a:lnTo>
                  <a:lnTo>
                    <a:pt x="0" y="194881"/>
                  </a:lnTo>
                  <a:lnTo>
                    <a:pt x="103276" y="194881"/>
                  </a:lnTo>
                  <a:lnTo>
                    <a:pt x="103276" y="165912"/>
                  </a:lnTo>
                  <a:lnTo>
                    <a:pt x="103276" y="165671"/>
                  </a:lnTo>
                  <a:lnTo>
                    <a:pt x="103276" y="55676"/>
                  </a:lnTo>
                  <a:lnTo>
                    <a:pt x="69291" y="55676"/>
                  </a:lnTo>
                  <a:lnTo>
                    <a:pt x="69291" y="165671"/>
                  </a:lnTo>
                  <a:lnTo>
                    <a:pt x="34086" y="165671"/>
                  </a:lnTo>
                  <a:lnTo>
                    <a:pt x="34086" y="55181"/>
                  </a:lnTo>
                  <a:lnTo>
                    <a:pt x="103276" y="55181"/>
                  </a:lnTo>
                  <a:lnTo>
                    <a:pt x="103276" y="27241"/>
                  </a:lnTo>
                  <a:close/>
                </a:path>
                <a:path w="537845" h="260350">
                  <a:moveTo>
                    <a:pt x="217652" y="128905"/>
                  </a:moveTo>
                  <a:lnTo>
                    <a:pt x="182854" y="128905"/>
                  </a:lnTo>
                  <a:lnTo>
                    <a:pt x="182854" y="259816"/>
                  </a:lnTo>
                  <a:lnTo>
                    <a:pt x="217652" y="259816"/>
                  </a:lnTo>
                  <a:lnTo>
                    <a:pt x="217652" y="128905"/>
                  </a:lnTo>
                  <a:close/>
                </a:path>
                <a:path w="537845" h="260350">
                  <a:moveTo>
                    <a:pt x="217652" y="99631"/>
                  </a:moveTo>
                  <a:lnTo>
                    <a:pt x="159461" y="99631"/>
                  </a:lnTo>
                  <a:lnTo>
                    <a:pt x="159461" y="4381"/>
                  </a:lnTo>
                  <a:lnTo>
                    <a:pt x="125069" y="4381"/>
                  </a:lnTo>
                  <a:lnTo>
                    <a:pt x="125069" y="99631"/>
                  </a:lnTo>
                  <a:lnTo>
                    <a:pt x="125069" y="128841"/>
                  </a:lnTo>
                  <a:lnTo>
                    <a:pt x="125069" y="248221"/>
                  </a:lnTo>
                  <a:lnTo>
                    <a:pt x="159461" y="248221"/>
                  </a:lnTo>
                  <a:lnTo>
                    <a:pt x="159461" y="128841"/>
                  </a:lnTo>
                  <a:lnTo>
                    <a:pt x="217652" y="128841"/>
                  </a:lnTo>
                  <a:lnTo>
                    <a:pt x="217652" y="99631"/>
                  </a:lnTo>
                  <a:close/>
                </a:path>
                <a:path w="537845" h="260350">
                  <a:moveTo>
                    <a:pt x="217652" y="0"/>
                  </a:moveTo>
                  <a:lnTo>
                    <a:pt x="182854" y="0"/>
                  </a:lnTo>
                  <a:lnTo>
                    <a:pt x="182854" y="99250"/>
                  </a:lnTo>
                  <a:lnTo>
                    <a:pt x="217652" y="99250"/>
                  </a:lnTo>
                  <a:lnTo>
                    <a:pt x="217652" y="0"/>
                  </a:lnTo>
                  <a:close/>
                </a:path>
                <a:path w="537845" h="260350">
                  <a:moveTo>
                    <a:pt x="400024" y="120129"/>
                  </a:moveTo>
                  <a:lnTo>
                    <a:pt x="372846" y="109296"/>
                  </a:lnTo>
                  <a:lnTo>
                    <a:pt x="363829" y="102171"/>
                  </a:lnTo>
                  <a:lnTo>
                    <a:pt x="353491" y="94005"/>
                  </a:lnTo>
                  <a:lnTo>
                    <a:pt x="341718" y="75755"/>
                  </a:lnTo>
                  <a:lnTo>
                    <a:pt x="337299" y="56070"/>
                  </a:lnTo>
                  <a:lnTo>
                    <a:pt x="390448" y="56070"/>
                  </a:lnTo>
                  <a:lnTo>
                    <a:pt x="390448" y="27432"/>
                  </a:lnTo>
                  <a:lnTo>
                    <a:pt x="337591" y="27432"/>
                  </a:lnTo>
                  <a:lnTo>
                    <a:pt x="337591" y="393"/>
                  </a:lnTo>
                  <a:lnTo>
                    <a:pt x="300786" y="393"/>
                  </a:lnTo>
                  <a:lnTo>
                    <a:pt x="300786" y="27432"/>
                  </a:lnTo>
                  <a:lnTo>
                    <a:pt x="247624" y="27432"/>
                  </a:lnTo>
                  <a:lnTo>
                    <a:pt x="247624" y="56070"/>
                  </a:lnTo>
                  <a:lnTo>
                    <a:pt x="300786" y="56070"/>
                  </a:lnTo>
                  <a:lnTo>
                    <a:pt x="296430" y="77495"/>
                  </a:lnTo>
                  <a:lnTo>
                    <a:pt x="284848" y="97370"/>
                  </a:lnTo>
                  <a:lnTo>
                    <a:pt x="265684" y="113957"/>
                  </a:lnTo>
                  <a:lnTo>
                    <a:pt x="238645" y="125564"/>
                  </a:lnTo>
                  <a:lnTo>
                    <a:pt x="256197" y="154012"/>
                  </a:lnTo>
                  <a:lnTo>
                    <a:pt x="277596" y="145643"/>
                  </a:lnTo>
                  <a:lnTo>
                    <a:pt x="295338" y="133883"/>
                  </a:lnTo>
                  <a:lnTo>
                    <a:pt x="309448" y="119214"/>
                  </a:lnTo>
                  <a:lnTo>
                    <a:pt x="319938" y="102171"/>
                  </a:lnTo>
                  <a:lnTo>
                    <a:pt x="330758" y="117398"/>
                  </a:lnTo>
                  <a:lnTo>
                    <a:pt x="344906" y="130441"/>
                  </a:lnTo>
                  <a:lnTo>
                    <a:pt x="362381" y="140868"/>
                  </a:lnTo>
                  <a:lnTo>
                    <a:pt x="383184" y="148259"/>
                  </a:lnTo>
                  <a:lnTo>
                    <a:pt x="400024" y="120129"/>
                  </a:lnTo>
                  <a:close/>
                </a:path>
                <a:path w="537845" h="260350">
                  <a:moveTo>
                    <a:pt x="453796" y="393"/>
                  </a:moveTo>
                  <a:lnTo>
                    <a:pt x="417283" y="393"/>
                  </a:lnTo>
                  <a:lnTo>
                    <a:pt x="417283" y="156933"/>
                  </a:lnTo>
                  <a:lnTo>
                    <a:pt x="453796" y="156933"/>
                  </a:lnTo>
                  <a:lnTo>
                    <a:pt x="453796" y="393"/>
                  </a:lnTo>
                  <a:close/>
                </a:path>
                <a:path w="537845" h="260350">
                  <a:moveTo>
                    <a:pt x="454596" y="210502"/>
                  </a:moveTo>
                  <a:lnTo>
                    <a:pt x="448297" y="189636"/>
                  </a:lnTo>
                  <a:lnTo>
                    <a:pt x="447687" y="189115"/>
                  </a:lnTo>
                  <a:lnTo>
                    <a:pt x="430517" y="174155"/>
                  </a:lnTo>
                  <a:lnTo>
                    <a:pt x="418693" y="170091"/>
                  </a:lnTo>
                  <a:lnTo>
                    <a:pt x="418693" y="210502"/>
                  </a:lnTo>
                  <a:lnTo>
                    <a:pt x="415201" y="219849"/>
                  </a:lnTo>
                  <a:lnTo>
                    <a:pt x="405041" y="226580"/>
                  </a:lnTo>
                  <a:lnTo>
                    <a:pt x="388378" y="230670"/>
                  </a:lnTo>
                  <a:lnTo>
                    <a:pt x="365429" y="232079"/>
                  </a:lnTo>
                  <a:lnTo>
                    <a:pt x="342455" y="230670"/>
                  </a:lnTo>
                  <a:lnTo>
                    <a:pt x="325932" y="226580"/>
                  </a:lnTo>
                  <a:lnTo>
                    <a:pt x="315976" y="219849"/>
                  </a:lnTo>
                  <a:lnTo>
                    <a:pt x="312686" y="210502"/>
                  </a:lnTo>
                  <a:lnTo>
                    <a:pt x="315976" y="201244"/>
                  </a:lnTo>
                  <a:lnTo>
                    <a:pt x="325932" y="194551"/>
                  </a:lnTo>
                  <a:lnTo>
                    <a:pt x="342455" y="190487"/>
                  </a:lnTo>
                  <a:lnTo>
                    <a:pt x="365429" y="189115"/>
                  </a:lnTo>
                  <a:lnTo>
                    <a:pt x="388378" y="190487"/>
                  </a:lnTo>
                  <a:lnTo>
                    <a:pt x="405041" y="194551"/>
                  </a:lnTo>
                  <a:lnTo>
                    <a:pt x="415201" y="201244"/>
                  </a:lnTo>
                  <a:lnTo>
                    <a:pt x="418693" y="210502"/>
                  </a:lnTo>
                  <a:lnTo>
                    <a:pt x="418693" y="170091"/>
                  </a:lnTo>
                  <a:lnTo>
                    <a:pt x="402488" y="164503"/>
                  </a:lnTo>
                  <a:lnTo>
                    <a:pt x="365429" y="161175"/>
                  </a:lnTo>
                  <a:lnTo>
                    <a:pt x="328091" y="164503"/>
                  </a:lnTo>
                  <a:lnTo>
                    <a:pt x="299948" y="174155"/>
                  </a:lnTo>
                  <a:lnTo>
                    <a:pt x="282206" y="189636"/>
                  </a:lnTo>
                  <a:lnTo>
                    <a:pt x="276072" y="210502"/>
                  </a:lnTo>
                  <a:lnTo>
                    <a:pt x="282206" y="231394"/>
                  </a:lnTo>
                  <a:lnTo>
                    <a:pt x="299948" y="246875"/>
                  </a:lnTo>
                  <a:lnTo>
                    <a:pt x="328091" y="256463"/>
                  </a:lnTo>
                  <a:lnTo>
                    <a:pt x="365429" y="259715"/>
                  </a:lnTo>
                  <a:lnTo>
                    <a:pt x="402488" y="256463"/>
                  </a:lnTo>
                  <a:lnTo>
                    <a:pt x="430517" y="246875"/>
                  </a:lnTo>
                  <a:lnTo>
                    <a:pt x="447509" y="232079"/>
                  </a:lnTo>
                  <a:lnTo>
                    <a:pt x="448297" y="231394"/>
                  </a:lnTo>
                  <a:lnTo>
                    <a:pt x="454596" y="210502"/>
                  </a:lnTo>
                  <a:close/>
                </a:path>
                <a:path w="537845" h="260350">
                  <a:moveTo>
                    <a:pt x="537718" y="143014"/>
                  </a:moveTo>
                  <a:lnTo>
                    <a:pt x="535724" y="133781"/>
                  </a:lnTo>
                  <a:lnTo>
                    <a:pt x="530491" y="126250"/>
                  </a:lnTo>
                  <a:lnTo>
                    <a:pt x="522897" y="121183"/>
                  </a:lnTo>
                  <a:lnTo>
                    <a:pt x="513816" y="119316"/>
                  </a:lnTo>
                  <a:lnTo>
                    <a:pt x="504456" y="121183"/>
                  </a:lnTo>
                  <a:lnTo>
                    <a:pt x="496785" y="126250"/>
                  </a:lnTo>
                  <a:lnTo>
                    <a:pt x="491617" y="133781"/>
                  </a:lnTo>
                  <a:lnTo>
                    <a:pt x="489813" y="143014"/>
                  </a:lnTo>
                  <a:lnTo>
                    <a:pt x="491617" y="152374"/>
                  </a:lnTo>
                  <a:lnTo>
                    <a:pt x="496785" y="159969"/>
                  </a:lnTo>
                  <a:lnTo>
                    <a:pt x="504456" y="165061"/>
                  </a:lnTo>
                  <a:lnTo>
                    <a:pt x="513816" y="166928"/>
                  </a:lnTo>
                  <a:lnTo>
                    <a:pt x="522897" y="165061"/>
                  </a:lnTo>
                  <a:lnTo>
                    <a:pt x="530491" y="159969"/>
                  </a:lnTo>
                  <a:lnTo>
                    <a:pt x="535724" y="152374"/>
                  </a:lnTo>
                  <a:lnTo>
                    <a:pt x="537718" y="14301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571373" y="3036248"/>
              <a:ext cx="173787" cy="20656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767262" y="3016580"/>
              <a:ext cx="504038" cy="257302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5288356" y="3009721"/>
              <a:ext cx="470534" cy="258445"/>
            </a:xfrm>
            <a:custGeom>
              <a:avLst/>
              <a:gdLst/>
              <a:ahLst/>
              <a:cxnLst/>
              <a:rect l="l" t="t" r="r" b="b"/>
              <a:pathLst>
                <a:path w="470535" h="258445">
                  <a:moveTo>
                    <a:pt x="112864" y="144043"/>
                  </a:moveTo>
                  <a:lnTo>
                    <a:pt x="110299" y="122250"/>
                  </a:lnTo>
                  <a:lnTo>
                    <a:pt x="109537" y="115697"/>
                  </a:lnTo>
                  <a:lnTo>
                    <a:pt x="91668" y="118618"/>
                  </a:lnTo>
                  <a:lnTo>
                    <a:pt x="74041" y="120561"/>
                  </a:lnTo>
                  <a:lnTo>
                    <a:pt x="55676" y="121704"/>
                  </a:lnTo>
                  <a:lnTo>
                    <a:pt x="35598" y="122250"/>
                  </a:lnTo>
                  <a:lnTo>
                    <a:pt x="35598" y="96837"/>
                  </a:lnTo>
                  <a:lnTo>
                    <a:pt x="99047" y="96837"/>
                  </a:lnTo>
                  <a:lnTo>
                    <a:pt x="99047" y="17754"/>
                  </a:lnTo>
                  <a:lnTo>
                    <a:pt x="0" y="17754"/>
                  </a:lnTo>
                  <a:lnTo>
                    <a:pt x="0" y="46812"/>
                  </a:lnTo>
                  <a:lnTo>
                    <a:pt x="64046" y="46812"/>
                  </a:lnTo>
                  <a:lnTo>
                    <a:pt x="64046" y="70612"/>
                  </a:lnTo>
                  <a:lnTo>
                    <a:pt x="393" y="70612"/>
                  </a:lnTo>
                  <a:lnTo>
                    <a:pt x="393" y="150799"/>
                  </a:lnTo>
                  <a:lnTo>
                    <a:pt x="18351" y="150799"/>
                  </a:lnTo>
                  <a:lnTo>
                    <a:pt x="45427" y="150609"/>
                  </a:lnTo>
                  <a:lnTo>
                    <a:pt x="69088" y="149720"/>
                  </a:lnTo>
                  <a:lnTo>
                    <a:pt x="91008" y="147688"/>
                  </a:lnTo>
                  <a:lnTo>
                    <a:pt x="112864" y="144043"/>
                  </a:lnTo>
                  <a:close/>
                </a:path>
                <a:path w="470535" h="258445">
                  <a:moveTo>
                    <a:pt x="212915" y="0"/>
                  </a:moveTo>
                  <a:lnTo>
                    <a:pt x="178422" y="0"/>
                  </a:lnTo>
                  <a:lnTo>
                    <a:pt x="178422" y="62941"/>
                  </a:lnTo>
                  <a:lnTo>
                    <a:pt x="155829" y="62941"/>
                  </a:lnTo>
                  <a:lnTo>
                    <a:pt x="155829" y="4546"/>
                  </a:lnTo>
                  <a:lnTo>
                    <a:pt x="121945" y="4546"/>
                  </a:lnTo>
                  <a:lnTo>
                    <a:pt x="121945" y="152920"/>
                  </a:lnTo>
                  <a:lnTo>
                    <a:pt x="155829" y="152920"/>
                  </a:lnTo>
                  <a:lnTo>
                    <a:pt x="155829" y="92087"/>
                  </a:lnTo>
                  <a:lnTo>
                    <a:pt x="178422" y="92087"/>
                  </a:lnTo>
                  <a:lnTo>
                    <a:pt x="178422" y="174396"/>
                  </a:lnTo>
                  <a:lnTo>
                    <a:pt x="212915" y="174396"/>
                  </a:lnTo>
                  <a:lnTo>
                    <a:pt x="212915" y="92087"/>
                  </a:lnTo>
                  <a:lnTo>
                    <a:pt x="212915" y="62941"/>
                  </a:lnTo>
                  <a:lnTo>
                    <a:pt x="212915" y="0"/>
                  </a:lnTo>
                  <a:close/>
                </a:path>
                <a:path w="470535" h="258445">
                  <a:moveTo>
                    <a:pt x="224815" y="229971"/>
                  </a:moveTo>
                  <a:lnTo>
                    <a:pt x="188087" y="221145"/>
                  </a:lnTo>
                  <a:lnTo>
                    <a:pt x="169303" y="210604"/>
                  </a:lnTo>
                  <a:lnTo>
                    <a:pt x="161886" y="206451"/>
                  </a:lnTo>
                  <a:lnTo>
                    <a:pt x="146189" y="187934"/>
                  </a:lnTo>
                  <a:lnTo>
                    <a:pt x="141008" y="167640"/>
                  </a:lnTo>
                  <a:lnTo>
                    <a:pt x="141008" y="162801"/>
                  </a:lnTo>
                  <a:lnTo>
                    <a:pt x="104597" y="162801"/>
                  </a:lnTo>
                  <a:lnTo>
                    <a:pt x="104597" y="167640"/>
                  </a:lnTo>
                  <a:lnTo>
                    <a:pt x="99288" y="187934"/>
                  </a:lnTo>
                  <a:lnTo>
                    <a:pt x="83553" y="206451"/>
                  </a:lnTo>
                  <a:lnTo>
                    <a:pt x="57429" y="221145"/>
                  </a:lnTo>
                  <a:lnTo>
                    <a:pt x="20980" y="229971"/>
                  </a:lnTo>
                  <a:lnTo>
                    <a:pt x="35394" y="258216"/>
                  </a:lnTo>
                  <a:lnTo>
                    <a:pt x="64173" y="251714"/>
                  </a:lnTo>
                  <a:lnTo>
                    <a:pt x="88544" y="241300"/>
                  </a:lnTo>
                  <a:lnTo>
                    <a:pt x="108204" y="227431"/>
                  </a:lnTo>
                  <a:lnTo>
                    <a:pt x="122847" y="210604"/>
                  </a:lnTo>
                  <a:lnTo>
                    <a:pt x="137414" y="227431"/>
                  </a:lnTo>
                  <a:lnTo>
                    <a:pt x="157048" y="241300"/>
                  </a:lnTo>
                  <a:lnTo>
                    <a:pt x="181470" y="251714"/>
                  </a:lnTo>
                  <a:lnTo>
                    <a:pt x="210400" y="258216"/>
                  </a:lnTo>
                  <a:lnTo>
                    <a:pt x="224815" y="229971"/>
                  </a:lnTo>
                  <a:close/>
                </a:path>
                <a:path w="470535" h="258445">
                  <a:moveTo>
                    <a:pt x="442087" y="171627"/>
                  </a:moveTo>
                  <a:lnTo>
                    <a:pt x="261137" y="171627"/>
                  </a:lnTo>
                  <a:lnTo>
                    <a:pt x="261137" y="200837"/>
                  </a:lnTo>
                  <a:lnTo>
                    <a:pt x="261137" y="227507"/>
                  </a:lnTo>
                  <a:lnTo>
                    <a:pt x="261137" y="256717"/>
                  </a:lnTo>
                  <a:lnTo>
                    <a:pt x="442087" y="256717"/>
                  </a:lnTo>
                  <a:lnTo>
                    <a:pt x="442087" y="227507"/>
                  </a:lnTo>
                  <a:lnTo>
                    <a:pt x="296951" y="227507"/>
                  </a:lnTo>
                  <a:lnTo>
                    <a:pt x="296951" y="200837"/>
                  </a:lnTo>
                  <a:lnTo>
                    <a:pt x="406590" y="200837"/>
                  </a:lnTo>
                  <a:lnTo>
                    <a:pt x="406590" y="227355"/>
                  </a:lnTo>
                  <a:lnTo>
                    <a:pt x="442087" y="227355"/>
                  </a:lnTo>
                  <a:lnTo>
                    <a:pt x="442087" y="200837"/>
                  </a:lnTo>
                  <a:lnTo>
                    <a:pt x="442087" y="200520"/>
                  </a:lnTo>
                  <a:lnTo>
                    <a:pt x="442087" y="171627"/>
                  </a:lnTo>
                  <a:close/>
                </a:path>
                <a:path w="470535" h="258445">
                  <a:moveTo>
                    <a:pt x="470535" y="125679"/>
                  </a:moveTo>
                  <a:lnTo>
                    <a:pt x="369874" y="125679"/>
                  </a:lnTo>
                  <a:lnTo>
                    <a:pt x="369874" y="104698"/>
                  </a:lnTo>
                  <a:lnTo>
                    <a:pt x="447535" y="104698"/>
                  </a:lnTo>
                  <a:lnTo>
                    <a:pt x="447535" y="75552"/>
                  </a:lnTo>
                  <a:lnTo>
                    <a:pt x="415467" y="75552"/>
                  </a:lnTo>
                  <a:lnTo>
                    <a:pt x="415467" y="36118"/>
                  </a:lnTo>
                  <a:lnTo>
                    <a:pt x="449249" y="36118"/>
                  </a:lnTo>
                  <a:lnTo>
                    <a:pt x="449249" y="6858"/>
                  </a:lnTo>
                  <a:lnTo>
                    <a:pt x="378853" y="6858"/>
                  </a:lnTo>
                  <a:lnTo>
                    <a:pt x="378853" y="36118"/>
                  </a:lnTo>
                  <a:lnTo>
                    <a:pt x="378853" y="75552"/>
                  </a:lnTo>
                  <a:lnTo>
                    <a:pt x="324485" y="75552"/>
                  </a:lnTo>
                  <a:lnTo>
                    <a:pt x="324485" y="36118"/>
                  </a:lnTo>
                  <a:lnTo>
                    <a:pt x="378853" y="36118"/>
                  </a:lnTo>
                  <a:lnTo>
                    <a:pt x="378853" y="6858"/>
                  </a:lnTo>
                  <a:lnTo>
                    <a:pt x="254482" y="6858"/>
                  </a:lnTo>
                  <a:lnTo>
                    <a:pt x="254482" y="36118"/>
                  </a:lnTo>
                  <a:lnTo>
                    <a:pt x="288175" y="36118"/>
                  </a:lnTo>
                  <a:lnTo>
                    <a:pt x="288175" y="75552"/>
                  </a:lnTo>
                  <a:lnTo>
                    <a:pt x="256197" y="75552"/>
                  </a:lnTo>
                  <a:lnTo>
                    <a:pt x="256197" y="104698"/>
                  </a:lnTo>
                  <a:lnTo>
                    <a:pt x="333362" y="104698"/>
                  </a:lnTo>
                  <a:lnTo>
                    <a:pt x="333362" y="125679"/>
                  </a:lnTo>
                  <a:lnTo>
                    <a:pt x="233705" y="125679"/>
                  </a:lnTo>
                  <a:lnTo>
                    <a:pt x="233705" y="154228"/>
                  </a:lnTo>
                  <a:lnTo>
                    <a:pt x="470535" y="154228"/>
                  </a:lnTo>
                  <a:lnTo>
                    <a:pt x="470535" y="12567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/>
          <p:nvPr/>
        </p:nvSpPr>
        <p:spPr>
          <a:xfrm>
            <a:off x="5821273" y="3009328"/>
            <a:ext cx="482600" cy="260350"/>
          </a:xfrm>
          <a:custGeom>
            <a:avLst/>
            <a:gdLst/>
            <a:ahLst/>
            <a:cxnLst/>
            <a:rect l="l" t="t" r="r" b="b"/>
            <a:pathLst>
              <a:path w="482600" h="260350">
                <a:moveTo>
                  <a:pt x="159169" y="119113"/>
                </a:moveTo>
                <a:lnTo>
                  <a:pt x="122453" y="95923"/>
                </a:lnTo>
                <a:lnTo>
                  <a:pt x="99453" y="43573"/>
                </a:lnTo>
                <a:lnTo>
                  <a:pt x="151193" y="43573"/>
                </a:lnTo>
                <a:lnTo>
                  <a:pt x="151193" y="14617"/>
                </a:lnTo>
                <a:lnTo>
                  <a:pt x="10388" y="14617"/>
                </a:lnTo>
                <a:lnTo>
                  <a:pt x="10388" y="43573"/>
                </a:lnTo>
                <a:lnTo>
                  <a:pt x="62433" y="43573"/>
                </a:lnTo>
                <a:lnTo>
                  <a:pt x="58610" y="67779"/>
                </a:lnTo>
                <a:lnTo>
                  <a:pt x="47180" y="90627"/>
                </a:lnTo>
                <a:lnTo>
                  <a:pt x="27774" y="109982"/>
                </a:lnTo>
                <a:lnTo>
                  <a:pt x="0" y="123748"/>
                </a:lnTo>
                <a:lnTo>
                  <a:pt x="18669" y="152501"/>
                </a:lnTo>
                <a:lnTo>
                  <a:pt x="39751" y="143129"/>
                </a:lnTo>
                <a:lnTo>
                  <a:pt x="57213" y="130225"/>
                </a:lnTo>
                <a:lnTo>
                  <a:pt x="71081" y="114300"/>
                </a:lnTo>
                <a:lnTo>
                  <a:pt x="81394" y="95923"/>
                </a:lnTo>
                <a:lnTo>
                  <a:pt x="91465" y="112522"/>
                </a:lnTo>
                <a:lnTo>
                  <a:pt x="104762" y="126911"/>
                </a:lnTo>
                <a:lnTo>
                  <a:pt x="121323" y="138607"/>
                </a:lnTo>
                <a:lnTo>
                  <a:pt x="141211" y="147154"/>
                </a:lnTo>
                <a:lnTo>
                  <a:pt x="159169" y="119113"/>
                </a:lnTo>
                <a:close/>
              </a:path>
              <a:path w="482600" h="260350">
                <a:moveTo>
                  <a:pt x="220294" y="166217"/>
                </a:moveTo>
                <a:lnTo>
                  <a:pt x="41859" y="166217"/>
                </a:lnTo>
                <a:lnTo>
                  <a:pt x="41859" y="195364"/>
                </a:lnTo>
                <a:lnTo>
                  <a:pt x="183972" y="195364"/>
                </a:lnTo>
                <a:lnTo>
                  <a:pt x="183972" y="259816"/>
                </a:lnTo>
                <a:lnTo>
                  <a:pt x="220294" y="259816"/>
                </a:lnTo>
                <a:lnTo>
                  <a:pt x="220294" y="166217"/>
                </a:lnTo>
                <a:close/>
              </a:path>
              <a:path w="482600" h="260350">
                <a:moveTo>
                  <a:pt x="220294" y="0"/>
                </a:moveTo>
                <a:lnTo>
                  <a:pt x="183972" y="0"/>
                </a:lnTo>
                <a:lnTo>
                  <a:pt x="183972" y="62534"/>
                </a:lnTo>
                <a:lnTo>
                  <a:pt x="143738" y="62534"/>
                </a:lnTo>
                <a:lnTo>
                  <a:pt x="143738" y="92290"/>
                </a:lnTo>
                <a:lnTo>
                  <a:pt x="183972" y="92290"/>
                </a:lnTo>
                <a:lnTo>
                  <a:pt x="183972" y="154825"/>
                </a:lnTo>
                <a:lnTo>
                  <a:pt x="220294" y="154825"/>
                </a:lnTo>
                <a:lnTo>
                  <a:pt x="220294" y="0"/>
                </a:lnTo>
                <a:close/>
              </a:path>
              <a:path w="482600" h="260350">
                <a:moveTo>
                  <a:pt x="453694" y="212509"/>
                </a:moveTo>
                <a:lnTo>
                  <a:pt x="447611" y="193255"/>
                </a:lnTo>
                <a:lnTo>
                  <a:pt x="447382" y="192519"/>
                </a:lnTo>
                <a:lnTo>
                  <a:pt x="429450" y="177850"/>
                </a:lnTo>
                <a:lnTo>
                  <a:pt x="417182" y="173964"/>
                </a:lnTo>
                <a:lnTo>
                  <a:pt x="417182" y="212509"/>
                </a:lnTo>
                <a:lnTo>
                  <a:pt x="413677" y="221145"/>
                </a:lnTo>
                <a:lnTo>
                  <a:pt x="403402" y="227355"/>
                </a:lnTo>
                <a:lnTo>
                  <a:pt x="386537" y="231076"/>
                </a:lnTo>
                <a:lnTo>
                  <a:pt x="363220" y="232283"/>
                </a:lnTo>
                <a:lnTo>
                  <a:pt x="339648" y="231076"/>
                </a:lnTo>
                <a:lnTo>
                  <a:pt x="322808" y="227355"/>
                </a:lnTo>
                <a:lnTo>
                  <a:pt x="312724" y="221145"/>
                </a:lnTo>
                <a:lnTo>
                  <a:pt x="309460" y="212509"/>
                </a:lnTo>
                <a:lnTo>
                  <a:pt x="312724" y="204038"/>
                </a:lnTo>
                <a:lnTo>
                  <a:pt x="322808" y="198081"/>
                </a:lnTo>
                <a:lnTo>
                  <a:pt x="339648" y="194513"/>
                </a:lnTo>
                <a:lnTo>
                  <a:pt x="363220" y="193255"/>
                </a:lnTo>
                <a:lnTo>
                  <a:pt x="386537" y="194513"/>
                </a:lnTo>
                <a:lnTo>
                  <a:pt x="403402" y="198081"/>
                </a:lnTo>
                <a:lnTo>
                  <a:pt x="413677" y="204038"/>
                </a:lnTo>
                <a:lnTo>
                  <a:pt x="417182" y="212509"/>
                </a:lnTo>
                <a:lnTo>
                  <a:pt x="417182" y="173964"/>
                </a:lnTo>
                <a:lnTo>
                  <a:pt x="401027" y="168846"/>
                </a:lnTo>
                <a:lnTo>
                  <a:pt x="363220" y="165811"/>
                </a:lnTo>
                <a:lnTo>
                  <a:pt x="325069" y="168846"/>
                </a:lnTo>
                <a:lnTo>
                  <a:pt x="296494" y="177850"/>
                </a:lnTo>
                <a:lnTo>
                  <a:pt x="278561" y="192519"/>
                </a:lnTo>
                <a:lnTo>
                  <a:pt x="272351" y="212509"/>
                </a:lnTo>
                <a:lnTo>
                  <a:pt x="278561" y="232702"/>
                </a:lnTo>
                <a:lnTo>
                  <a:pt x="296494" y="247421"/>
                </a:lnTo>
                <a:lnTo>
                  <a:pt x="325069" y="256413"/>
                </a:lnTo>
                <a:lnTo>
                  <a:pt x="363220" y="259410"/>
                </a:lnTo>
                <a:lnTo>
                  <a:pt x="401027" y="256413"/>
                </a:lnTo>
                <a:lnTo>
                  <a:pt x="429450" y="247421"/>
                </a:lnTo>
                <a:lnTo>
                  <a:pt x="447382" y="232702"/>
                </a:lnTo>
                <a:lnTo>
                  <a:pt x="447509" y="232283"/>
                </a:lnTo>
                <a:lnTo>
                  <a:pt x="453694" y="212509"/>
                </a:lnTo>
                <a:close/>
              </a:path>
              <a:path w="482600" h="260350">
                <a:moveTo>
                  <a:pt x="482142" y="123253"/>
                </a:moveTo>
                <a:lnTo>
                  <a:pt x="427469" y="123253"/>
                </a:lnTo>
                <a:lnTo>
                  <a:pt x="427469" y="101358"/>
                </a:lnTo>
                <a:lnTo>
                  <a:pt x="427469" y="92290"/>
                </a:lnTo>
                <a:lnTo>
                  <a:pt x="455853" y="65913"/>
                </a:lnTo>
                <a:lnTo>
                  <a:pt x="457936" y="53962"/>
                </a:lnTo>
                <a:lnTo>
                  <a:pt x="451231" y="32943"/>
                </a:lnTo>
                <a:lnTo>
                  <a:pt x="449922" y="31864"/>
                </a:lnTo>
                <a:lnTo>
                  <a:pt x="432257" y="17208"/>
                </a:lnTo>
                <a:lnTo>
                  <a:pt x="420408" y="13271"/>
                </a:lnTo>
                <a:lnTo>
                  <a:pt x="420408" y="53962"/>
                </a:lnTo>
                <a:lnTo>
                  <a:pt x="416636" y="63411"/>
                </a:lnTo>
                <a:lnTo>
                  <a:pt x="405587" y="70154"/>
                </a:lnTo>
                <a:lnTo>
                  <a:pt x="391261" y="73406"/>
                </a:lnTo>
                <a:lnTo>
                  <a:pt x="391261" y="101358"/>
                </a:lnTo>
                <a:lnTo>
                  <a:pt x="391261" y="123253"/>
                </a:lnTo>
                <a:lnTo>
                  <a:pt x="335381" y="123253"/>
                </a:lnTo>
                <a:lnTo>
                  <a:pt x="335381" y="101358"/>
                </a:lnTo>
                <a:lnTo>
                  <a:pt x="342023" y="102082"/>
                </a:lnTo>
                <a:lnTo>
                  <a:pt x="348932" y="102590"/>
                </a:lnTo>
                <a:lnTo>
                  <a:pt x="356095" y="102882"/>
                </a:lnTo>
                <a:lnTo>
                  <a:pt x="363524" y="102971"/>
                </a:lnTo>
                <a:lnTo>
                  <a:pt x="370827" y="102882"/>
                </a:lnTo>
                <a:lnTo>
                  <a:pt x="377888" y="102590"/>
                </a:lnTo>
                <a:lnTo>
                  <a:pt x="384708" y="102082"/>
                </a:lnTo>
                <a:lnTo>
                  <a:pt x="391261" y="101358"/>
                </a:lnTo>
                <a:lnTo>
                  <a:pt x="391261" y="73406"/>
                </a:lnTo>
                <a:lnTo>
                  <a:pt x="387731" y="74193"/>
                </a:lnTo>
                <a:lnTo>
                  <a:pt x="363524" y="75539"/>
                </a:lnTo>
                <a:lnTo>
                  <a:pt x="339191" y="74193"/>
                </a:lnTo>
                <a:lnTo>
                  <a:pt x="321373" y="70154"/>
                </a:lnTo>
                <a:lnTo>
                  <a:pt x="310464" y="63411"/>
                </a:lnTo>
                <a:lnTo>
                  <a:pt x="306844" y="53962"/>
                </a:lnTo>
                <a:lnTo>
                  <a:pt x="310464" y="44373"/>
                </a:lnTo>
                <a:lnTo>
                  <a:pt x="321373" y="37465"/>
                </a:lnTo>
                <a:lnTo>
                  <a:pt x="339191" y="33274"/>
                </a:lnTo>
                <a:lnTo>
                  <a:pt x="363524" y="31864"/>
                </a:lnTo>
                <a:lnTo>
                  <a:pt x="387731" y="33274"/>
                </a:lnTo>
                <a:lnTo>
                  <a:pt x="405587" y="37465"/>
                </a:lnTo>
                <a:lnTo>
                  <a:pt x="416636" y="44373"/>
                </a:lnTo>
                <a:lnTo>
                  <a:pt x="420408" y="53962"/>
                </a:lnTo>
                <a:lnTo>
                  <a:pt x="420408" y="13271"/>
                </a:lnTo>
                <a:lnTo>
                  <a:pt x="402513" y="7302"/>
                </a:lnTo>
                <a:lnTo>
                  <a:pt x="363524" y="3822"/>
                </a:lnTo>
                <a:lnTo>
                  <a:pt x="324408" y="7302"/>
                </a:lnTo>
                <a:lnTo>
                  <a:pt x="294601" y="17208"/>
                </a:lnTo>
                <a:lnTo>
                  <a:pt x="275628" y="32943"/>
                </a:lnTo>
                <a:lnTo>
                  <a:pt x="269011" y="53962"/>
                </a:lnTo>
                <a:lnTo>
                  <a:pt x="270941" y="65747"/>
                </a:lnTo>
                <a:lnTo>
                  <a:pt x="276682" y="76073"/>
                </a:lnTo>
                <a:lnTo>
                  <a:pt x="285978" y="84848"/>
                </a:lnTo>
                <a:lnTo>
                  <a:pt x="298577" y="91986"/>
                </a:lnTo>
                <a:lnTo>
                  <a:pt x="298577" y="123253"/>
                </a:lnTo>
                <a:lnTo>
                  <a:pt x="245313" y="123253"/>
                </a:lnTo>
                <a:lnTo>
                  <a:pt x="245313" y="152298"/>
                </a:lnTo>
                <a:lnTo>
                  <a:pt x="482142" y="152298"/>
                </a:lnTo>
                <a:lnTo>
                  <a:pt x="482142" y="12325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368745" y="3009328"/>
            <a:ext cx="469265" cy="260350"/>
          </a:xfrm>
          <a:custGeom>
            <a:avLst/>
            <a:gdLst/>
            <a:ahLst/>
            <a:cxnLst/>
            <a:rect l="l" t="t" r="r" b="b"/>
            <a:pathLst>
              <a:path w="469265" h="260350">
                <a:moveTo>
                  <a:pt x="140995" y="115785"/>
                </a:moveTo>
                <a:lnTo>
                  <a:pt x="136296" y="95199"/>
                </a:lnTo>
                <a:lnTo>
                  <a:pt x="134645" y="93192"/>
                </a:lnTo>
                <a:lnTo>
                  <a:pt x="123151" y="79311"/>
                </a:lnTo>
                <a:lnTo>
                  <a:pt x="106502" y="70878"/>
                </a:lnTo>
                <a:lnTo>
                  <a:pt x="106502" y="115785"/>
                </a:lnTo>
                <a:lnTo>
                  <a:pt x="104317" y="125209"/>
                </a:lnTo>
                <a:lnTo>
                  <a:pt x="98298" y="132067"/>
                </a:lnTo>
                <a:lnTo>
                  <a:pt x="89039" y="136258"/>
                </a:lnTo>
                <a:lnTo>
                  <a:pt x="77152" y="137680"/>
                </a:lnTo>
                <a:lnTo>
                  <a:pt x="65252" y="136258"/>
                </a:lnTo>
                <a:lnTo>
                  <a:pt x="56083" y="132067"/>
                </a:lnTo>
                <a:lnTo>
                  <a:pt x="50190" y="125209"/>
                </a:lnTo>
                <a:lnTo>
                  <a:pt x="48107" y="115785"/>
                </a:lnTo>
                <a:lnTo>
                  <a:pt x="50190" y="106146"/>
                </a:lnTo>
                <a:lnTo>
                  <a:pt x="56083" y="99085"/>
                </a:lnTo>
                <a:lnTo>
                  <a:pt x="65252" y="94729"/>
                </a:lnTo>
                <a:lnTo>
                  <a:pt x="77152" y="93192"/>
                </a:lnTo>
                <a:lnTo>
                  <a:pt x="89039" y="94729"/>
                </a:lnTo>
                <a:lnTo>
                  <a:pt x="98298" y="99085"/>
                </a:lnTo>
                <a:lnTo>
                  <a:pt x="104317" y="106146"/>
                </a:lnTo>
                <a:lnTo>
                  <a:pt x="106502" y="115785"/>
                </a:lnTo>
                <a:lnTo>
                  <a:pt x="106502" y="70878"/>
                </a:lnTo>
                <a:lnTo>
                  <a:pt x="102958" y="69075"/>
                </a:lnTo>
                <a:lnTo>
                  <a:pt x="77152" y="65455"/>
                </a:lnTo>
                <a:lnTo>
                  <a:pt x="51066" y="69075"/>
                </a:lnTo>
                <a:lnTo>
                  <a:pt x="30670" y="79311"/>
                </a:lnTo>
                <a:lnTo>
                  <a:pt x="17399" y="95199"/>
                </a:lnTo>
                <a:lnTo>
                  <a:pt x="12700" y="115785"/>
                </a:lnTo>
                <a:lnTo>
                  <a:pt x="17399" y="136131"/>
                </a:lnTo>
                <a:lnTo>
                  <a:pt x="30670" y="151777"/>
                </a:lnTo>
                <a:lnTo>
                  <a:pt x="51066" y="161810"/>
                </a:lnTo>
                <a:lnTo>
                  <a:pt x="77152" y="165315"/>
                </a:lnTo>
                <a:lnTo>
                  <a:pt x="102958" y="161810"/>
                </a:lnTo>
                <a:lnTo>
                  <a:pt x="123151" y="151777"/>
                </a:lnTo>
                <a:lnTo>
                  <a:pt x="135001" y="137680"/>
                </a:lnTo>
                <a:lnTo>
                  <a:pt x="136296" y="136131"/>
                </a:lnTo>
                <a:lnTo>
                  <a:pt x="140995" y="115785"/>
                </a:lnTo>
                <a:close/>
              </a:path>
              <a:path w="469265" h="260350">
                <a:moveTo>
                  <a:pt x="154114" y="27635"/>
                </a:moveTo>
                <a:lnTo>
                  <a:pt x="95313" y="27635"/>
                </a:lnTo>
                <a:lnTo>
                  <a:pt x="95313" y="0"/>
                </a:lnTo>
                <a:lnTo>
                  <a:pt x="59004" y="0"/>
                </a:lnTo>
                <a:lnTo>
                  <a:pt x="59004" y="27635"/>
                </a:lnTo>
                <a:lnTo>
                  <a:pt x="0" y="27635"/>
                </a:lnTo>
                <a:lnTo>
                  <a:pt x="0" y="56273"/>
                </a:lnTo>
                <a:lnTo>
                  <a:pt x="154114" y="56273"/>
                </a:lnTo>
                <a:lnTo>
                  <a:pt x="154114" y="27635"/>
                </a:lnTo>
                <a:close/>
              </a:path>
              <a:path w="469265" h="260350">
                <a:moveTo>
                  <a:pt x="215341" y="225933"/>
                </a:moveTo>
                <a:lnTo>
                  <a:pt x="73926" y="225933"/>
                </a:lnTo>
                <a:lnTo>
                  <a:pt x="73926" y="179235"/>
                </a:lnTo>
                <a:lnTo>
                  <a:pt x="37617" y="179235"/>
                </a:lnTo>
                <a:lnTo>
                  <a:pt x="37617" y="255282"/>
                </a:lnTo>
                <a:lnTo>
                  <a:pt x="215341" y="255282"/>
                </a:lnTo>
                <a:lnTo>
                  <a:pt x="215341" y="225933"/>
                </a:lnTo>
                <a:close/>
              </a:path>
              <a:path w="469265" h="260350">
                <a:moveTo>
                  <a:pt x="240957" y="79984"/>
                </a:moveTo>
                <a:lnTo>
                  <a:pt x="206057" y="79984"/>
                </a:lnTo>
                <a:lnTo>
                  <a:pt x="206057" y="393"/>
                </a:lnTo>
                <a:lnTo>
                  <a:pt x="169545" y="393"/>
                </a:lnTo>
                <a:lnTo>
                  <a:pt x="169545" y="194259"/>
                </a:lnTo>
                <a:lnTo>
                  <a:pt x="206057" y="194259"/>
                </a:lnTo>
                <a:lnTo>
                  <a:pt x="206057" y="109842"/>
                </a:lnTo>
                <a:lnTo>
                  <a:pt x="240957" y="109842"/>
                </a:lnTo>
                <a:lnTo>
                  <a:pt x="240957" y="79984"/>
                </a:lnTo>
                <a:close/>
              </a:path>
              <a:path w="469265" h="260350">
                <a:moveTo>
                  <a:pt x="414655" y="5943"/>
                </a:moveTo>
                <a:lnTo>
                  <a:pt x="380263" y="5943"/>
                </a:lnTo>
                <a:lnTo>
                  <a:pt x="380263" y="68580"/>
                </a:lnTo>
                <a:lnTo>
                  <a:pt x="354241" y="68580"/>
                </a:lnTo>
                <a:lnTo>
                  <a:pt x="355295" y="59423"/>
                </a:lnTo>
                <a:lnTo>
                  <a:pt x="356057" y="50114"/>
                </a:lnTo>
                <a:lnTo>
                  <a:pt x="356501" y="40627"/>
                </a:lnTo>
                <a:lnTo>
                  <a:pt x="356654" y="30962"/>
                </a:lnTo>
                <a:lnTo>
                  <a:pt x="254990" y="30962"/>
                </a:lnTo>
                <a:lnTo>
                  <a:pt x="254990" y="60210"/>
                </a:lnTo>
                <a:lnTo>
                  <a:pt x="320649" y="60210"/>
                </a:lnTo>
                <a:lnTo>
                  <a:pt x="313296" y="96050"/>
                </a:lnTo>
                <a:lnTo>
                  <a:pt x="298081" y="127584"/>
                </a:lnTo>
                <a:lnTo>
                  <a:pt x="273989" y="155409"/>
                </a:lnTo>
                <a:lnTo>
                  <a:pt x="239966" y="180136"/>
                </a:lnTo>
                <a:lnTo>
                  <a:pt x="261239" y="205651"/>
                </a:lnTo>
                <a:lnTo>
                  <a:pt x="293547" y="182791"/>
                </a:lnTo>
                <a:lnTo>
                  <a:pt x="318325" y="157187"/>
                </a:lnTo>
                <a:lnTo>
                  <a:pt x="336308" y="128955"/>
                </a:lnTo>
                <a:lnTo>
                  <a:pt x="348183" y="98132"/>
                </a:lnTo>
                <a:lnTo>
                  <a:pt x="380263" y="98132"/>
                </a:lnTo>
                <a:lnTo>
                  <a:pt x="380263" y="133235"/>
                </a:lnTo>
                <a:lnTo>
                  <a:pt x="343446" y="133235"/>
                </a:lnTo>
                <a:lnTo>
                  <a:pt x="343446" y="162687"/>
                </a:lnTo>
                <a:lnTo>
                  <a:pt x="380263" y="162687"/>
                </a:lnTo>
                <a:lnTo>
                  <a:pt x="380263" y="248221"/>
                </a:lnTo>
                <a:lnTo>
                  <a:pt x="414655" y="248221"/>
                </a:lnTo>
                <a:lnTo>
                  <a:pt x="414655" y="98132"/>
                </a:lnTo>
                <a:lnTo>
                  <a:pt x="414655" y="68580"/>
                </a:lnTo>
                <a:lnTo>
                  <a:pt x="414655" y="5943"/>
                </a:lnTo>
                <a:close/>
              </a:path>
              <a:path w="469265" h="260350">
                <a:moveTo>
                  <a:pt x="468820" y="0"/>
                </a:moveTo>
                <a:lnTo>
                  <a:pt x="434530" y="0"/>
                </a:lnTo>
                <a:lnTo>
                  <a:pt x="434530" y="259816"/>
                </a:lnTo>
                <a:lnTo>
                  <a:pt x="468820" y="259816"/>
                </a:lnTo>
                <a:lnTo>
                  <a:pt x="468820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5" name="object 9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7595259" y="9534827"/>
            <a:ext cx="138297" cy="1992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521565" cy="8737600"/>
            </a:xfrm>
            <a:custGeom>
              <a:avLst/>
              <a:gdLst/>
              <a:ahLst/>
              <a:cxnLst/>
              <a:rect l="l" t="t" r="r" b="b"/>
              <a:pathLst>
                <a:path w="12521565" h="8737600">
                  <a:moveTo>
                    <a:pt x="7181051" y="8610600"/>
                  </a:moveTo>
                  <a:lnTo>
                    <a:pt x="4485253" y="8610600"/>
                  </a:lnTo>
                  <a:lnTo>
                    <a:pt x="3970475" y="8483600"/>
                  </a:lnTo>
                  <a:lnTo>
                    <a:pt x="3919877" y="8458200"/>
                  </a:lnTo>
                  <a:lnTo>
                    <a:pt x="3769092" y="8420100"/>
                  </a:lnTo>
                  <a:lnTo>
                    <a:pt x="3719172" y="8394700"/>
                  </a:lnTo>
                  <a:lnTo>
                    <a:pt x="3619854" y="8369300"/>
                  </a:lnTo>
                  <a:lnTo>
                    <a:pt x="3570461" y="8343900"/>
                  </a:lnTo>
                  <a:lnTo>
                    <a:pt x="3521246" y="8331200"/>
                  </a:lnTo>
                  <a:lnTo>
                    <a:pt x="3472212" y="8305800"/>
                  </a:lnTo>
                  <a:lnTo>
                    <a:pt x="3374692" y="8280400"/>
                  </a:lnTo>
                  <a:lnTo>
                    <a:pt x="3277916" y="8229600"/>
                  </a:lnTo>
                  <a:lnTo>
                    <a:pt x="3229811" y="8216900"/>
                  </a:lnTo>
                  <a:lnTo>
                    <a:pt x="3181897" y="8191500"/>
                  </a:lnTo>
                  <a:lnTo>
                    <a:pt x="3134175" y="8178800"/>
                  </a:lnTo>
                  <a:lnTo>
                    <a:pt x="3039317" y="8128000"/>
                  </a:lnTo>
                  <a:lnTo>
                    <a:pt x="2992184" y="8115300"/>
                  </a:lnTo>
                  <a:lnTo>
                    <a:pt x="2759547" y="7988300"/>
                  </a:lnTo>
                  <a:lnTo>
                    <a:pt x="2713637" y="7975600"/>
                  </a:lnTo>
                  <a:lnTo>
                    <a:pt x="2398242" y="7797800"/>
                  </a:lnTo>
                  <a:lnTo>
                    <a:pt x="2354060" y="7759700"/>
                  </a:lnTo>
                  <a:lnTo>
                    <a:pt x="2136537" y="7632700"/>
                  </a:lnTo>
                  <a:lnTo>
                    <a:pt x="2093722" y="7594600"/>
                  </a:lnTo>
                  <a:lnTo>
                    <a:pt x="2008797" y="7543800"/>
                  </a:lnTo>
                  <a:lnTo>
                    <a:pt x="1966689" y="7505700"/>
                  </a:lnTo>
                  <a:lnTo>
                    <a:pt x="1883194" y="7454900"/>
                  </a:lnTo>
                  <a:lnTo>
                    <a:pt x="1841809" y="7416800"/>
                  </a:lnTo>
                  <a:lnTo>
                    <a:pt x="1800669" y="7391400"/>
                  </a:lnTo>
                  <a:lnTo>
                    <a:pt x="1759774" y="7353300"/>
                  </a:lnTo>
                  <a:lnTo>
                    <a:pt x="1719128" y="7327900"/>
                  </a:lnTo>
                  <a:lnTo>
                    <a:pt x="1678730" y="7289800"/>
                  </a:lnTo>
                  <a:lnTo>
                    <a:pt x="1638585" y="7264400"/>
                  </a:lnTo>
                  <a:lnTo>
                    <a:pt x="1598692" y="7226300"/>
                  </a:lnTo>
                  <a:lnTo>
                    <a:pt x="1559053" y="7200900"/>
                  </a:lnTo>
                  <a:lnTo>
                    <a:pt x="1480547" y="7124700"/>
                  </a:lnTo>
                  <a:lnTo>
                    <a:pt x="1441683" y="7099300"/>
                  </a:lnTo>
                  <a:lnTo>
                    <a:pt x="1364742" y="7023100"/>
                  </a:lnTo>
                  <a:lnTo>
                    <a:pt x="1326667" y="6997700"/>
                  </a:lnTo>
                  <a:lnTo>
                    <a:pt x="1288860" y="6959600"/>
                  </a:lnTo>
                  <a:lnTo>
                    <a:pt x="1214052" y="6883400"/>
                  </a:lnTo>
                  <a:lnTo>
                    <a:pt x="1177055" y="6858000"/>
                  </a:lnTo>
                  <a:lnTo>
                    <a:pt x="1103883" y="6781800"/>
                  </a:lnTo>
                  <a:lnTo>
                    <a:pt x="1031819" y="6705600"/>
                  </a:lnTo>
                  <a:lnTo>
                    <a:pt x="960878" y="6629400"/>
                  </a:lnTo>
                  <a:lnTo>
                    <a:pt x="891072" y="6553200"/>
                  </a:lnTo>
                  <a:lnTo>
                    <a:pt x="822415" y="6477000"/>
                  </a:lnTo>
                  <a:lnTo>
                    <a:pt x="754922" y="6400800"/>
                  </a:lnTo>
                  <a:lnTo>
                    <a:pt x="721616" y="6362700"/>
                  </a:lnTo>
                  <a:lnTo>
                    <a:pt x="688605" y="6324600"/>
                  </a:lnTo>
                  <a:lnTo>
                    <a:pt x="655893" y="6286500"/>
                  </a:lnTo>
                  <a:lnTo>
                    <a:pt x="623480" y="6248400"/>
                  </a:lnTo>
                  <a:lnTo>
                    <a:pt x="591368" y="6210300"/>
                  </a:lnTo>
                  <a:lnTo>
                    <a:pt x="559559" y="6172200"/>
                  </a:lnTo>
                  <a:lnTo>
                    <a:pt x="528054" y="6121400"/>
                  </a:lnTo>
                  <a:lnTo>
                    <a:pt x="496856" y="6083300"/>
                  </a:lnTo>
                  <a:lnTo>
                    <a:pt x="465966" y="6045200"/>
                  </a:lnTo>
                  <a:lnTo>
                    <a:pt x="435385" y="6007100"/>
                  </a:lnTo>
                  <a:lnTo>
                    <a:pt x="405116" y="5956300"/>
                  </a:lnTo>
                  <a:lnTo>
                    <a:pt x="375160" y="5918200"/>
                  </a:lnTo>
                  <a:lnTo>
                    <a:pt x="345519" y="5880100"/>
                  </a:lnTo>
                  <a:lnTo>
                    <a:pt x="316195" y="5829300"/>
                  </a:lnTo>
                  <a:lnTo>
                    <a:pt x="287189" y="5791200"/>
                  </a:lnTo>
                  <a:lnTo>
                    <a:pt x="258503" y="5753100"/>
                  </a:lnTo>
                  <a:lnTo>
                    <a:pt x="230139" y="5702300"/>
                  </a:lnTo>
                  <a:lnTo>
                    <a:pt x="202098" y="5664200"/>
                  </a:lnTo>
                  <a:lnTo>
                    <a:pt x="174383" y="5613400"/>
                  </a:lnTo>
                  <a:lnTo>
                    <a:pt x="146994" y="5575300"/>
                  </a:lnTo>
                  <a:lnTo>
                    <a:pt x="119935" y="5537200"/>
                  </a:lnTo>
                  <a:lnTo>
                    <a:pt x="93205" y="5486400"/>
                  </a:lnTo>
                  <a:lnTo>
                    <a:pt x="66808" y="5448300"/>
                  </a:lnTo>
                  <a:lnTo>
                    <a:pt x="40745" y="5397500"/>
                  </a:lnTo>
                  <a:lnTo>
                    <a:pt x="15017" y="5359400"/>
                  </a:lnTo>
                  <a:lnTo>
                    <a:pt x="0" y="5321300"/>
                  </a:lnTo>
                  <a:lnTo>
                    <a:pt x="0" y="0"/>
                  </a:lnTo>
                  <a:lnTo>
                    <a:pt x="12198450" y="0"/>
                  </a:lnTo>
                  <a:lnTo>
                    <a:pt x="12212809" y="38100"/>
                  </a:lnTo>
                  <a:lnTo>
                    <a:pt x="12228442" y="88900"/>
                  </a:lnTo>
                  <a:lnTo>
                    <a:pt x="12243690" y="139700"/>
                  </a:lnTo>
                  <a:lnTo>
                    <a:pt x="12258551" y="190500"/>
                  </a:lnTo>
                  <a:lnTo>
                    <a:pt x="12273023" y="241300"/>
                  </a:lnTo>
                  <a:lnTo>
                    <a:pt x="12287104" y="292100"/>
                  </a:lnTo>
                  <a:lnTo>
                    <a:pt x="12300793" y="342900"/>
                  </a:lnTo>
                  <a:lnTo>
                    <a:pt x="12314087" y="393700"/>
                  </a:lnTo>
                  <a:lnTo>
                    <a:pt x="12326986" y="444500"/>
                  </a:lnTo>
                  <a:lnTo>
                    <a:pt x="12339488" y="495300"/>
                  </a:lnTo>
                  <a:lnTo>
                    <a:pt x="12351590" y="546100"/>
                  </a:lnTo>
                  <a:lnTo>
                    <a:pt x="12363291" y="596900"/>
                  </a:lnTo>
                  <a:lnTo>
                    <a:pt x="12374589" y="647700"/>
                  </a:lnTo>
                  <a:lnTo>
                    <a:pt x="12385483" y="698500"/>
                  </a:lnTo>
                  <a:lnTo>
                    <a:pt x="12395971" y="762000"/>
                  </a:lnTo>
                  <a:lnTo>
                    <a:pt x="12406051" y="812800"/>
                  </a:lnTo>
                  <a:lnTo>
                    <a:pt x="12415722" y="863600"/>
                  </a:lnTo>
                  <a:lnTo>
                    <a:pt x="12424981" y="914400"/>
                  </a:lnTo>
                  <a:lnTo>
                    <a:pt x="12433827" y="965200"/>
                  </a:lnTo>
                  <a:lnTo>
                    <a:pt x="12442259" y="1016000"/>
                  </a:lnTo>
                  <a:lnTo>
                    <a:pt x="12450274" y="1079500"/>
                  </a:lnTo>
                  <a:lnTo>
                    <a:pt x="12457870" y="1130300"/>
                  </a:lnTo>
                  <a:lnTo>
                    <a:pt x="12465047" y="1181100"/>
                  </a:lnTo>
                  <a:lnTo>
                    <a:pt x="12471802" y="1231900"/>
                  </a:lnTo>
                  <a:lnTo>
                    <a:pt x="12478134" y="1282700"/>
                  </a:lnTo>
                  <a:lnTo>
                    <a:pt x="12484041" y="1346200"/>
                  </a:lnTo>
                  <a:lnTo>
                    <a:pt x="12489521" y="1397000"/>
                  </a:lnTo>
                  <a:lnTo>
                    <a:pt x="12494573" y="1447800"/>
                  </a:lnTo>
                  <a:lnTo>
                    <a:pt x="12499194" y="1498600"/>
                  </a:lnTo>
                  <a:lnTo>
                    <a:pt x="12503383" y="1562100"/>
                  </a:lnTo>
                  <a:lnTo>
                    <a:pt x="12507139" y="1612900"/>
                  </a:lnTo>
                  <a:lnTo>
                    <a:pt x="12510459" y="1663700"/>
                  </a:lnTo>
                  <a:lnTo>
                    <a:pt x="12513342" y="1727200"/>
                  </a:lnTo>
                  <a:lnTo>
                    <a:pt x="12515787" y="1778000"/>
                  </a:lnTo>
                  <a:lnTo>
                    <a:pt x="12517790" y="1828800"/>
                  </a:lnTo>
                  <a:lnTo>
                    <a:pt x="12519352" y="1892300"/>
                  </a:lnTo>
                  <a:lnTo>
                    <a:pt x="12520469" y="1943100"/>
                  </a:lnTo>
                  <a:lnTo>
                    <a:pt x="12521141" y="1993900"/>
                  </a:lnTo>
                  <a:lnTo>
                    <a:pt x="12521365" y="2057400"/>
                  </a:lnTo>
                  <a:lnTo>
                    <a:pt x="12521141" y="2108200"/>
                  </a:lnTo>
                  <a:lnTo>
                    <a:pt x="12520469" y="2159000"/>
                  </a:lnTo>
                  <a:lnTo>
                    <a:pt x="12519352" y="2222500"/>
                  </a:lnTo>
                  <a:lnTo>
                    <a:pt x="12517790" y="2273300"/>
                  </a:lnTo>
                  <a:lnTo>
                    <a:pt x="12515787" y="2324100"/>
                  </a:lnTo>
                  <a:lnTo>
                    <a:pt x="12513342" y="2387600"/>
                  </a:lnTo>
                  <a:lnTo>
                    <a:pt x="12510459" y="2438400"/>
                  </a:lnTo>
                  <a:lnTo>
                    <a:pt x="12507139" y="2489200"/>
                  </a:lnTo>
                  <a:lnTo>
                    <a:pt x="12503383" y="2552700"/>
                  </a:lnTo>
                  <a:lnTo>
                    <a:pt x="12499194" y="2603500"/>
                  </a:lnTo>
                  <a:lnTo>
                    <a:pt x="12494573" y="2654300"/>
                  </a:lnTo>
                  <a:lnTo>
                    <a:pt x="12489521" y="2705100"/>
                  </a:lnTo>
                  <a:lnTo>
                    <a:pt x="12484041" y="2768600"/>
                  </a:lnTo>
                  <a:lnTo>
                    <a:pt x="12478134" y="2819400"/>
                  </a:lnTo>
                  <a:lnTo>
                    <a:pt x="12471802" y="2870200"/>
                  </a:lnTo>
                  <a:lnTo>
                    <a:pt x="12465047" y="2921000"/>
                  </a:lnTo>
                  <a:lnTo>
                    <a:pt x="12457870" y="2971800"/>
                  </a:lnTo>
                  <a:lnTo>
                    <a:pt x="12450274" y="3035300"/>
                  </a:lnTo>
                  <a:lnTo>
                    <a:pt x="12442259" y="3086100"/>
                  </a:lnTo>
                  <a:lnTo>
                    <a:pt x="12433827" y="3136900"/>
                  </a:lnTo>
                  <a:lnTo>
                    <a:pt x="12424981" y="3187700"/>
                  </a:lnTo>
                  <a:lnTo>
                    <a:pt x="12415722" y="3238500"/>
                  </a:lnTo>
                  <a:lnTo>
                    <a:pt x="12406051" y="3289300"/>
                  </a:lnTo>
                  <a:lnTo>
                    <a:pt x="12395971" y="3352800"/>
                  </a:lnTo>
                  <a:lnTo>
                    <a:pt x="12385483" y="3403600"/>
                  </a:lnTo>
                  <a:lnTo>
                    <a:pt x="12374589" y="3454400"/>
                  </a:lnTo>
                  <a:lnTo>
                    <a:pt x="12363291" y="3505200"/>
                  </a:lnTo>
                  <a:lnTo>
                    <a:pt x="12351590" y="3556000"/>
                  </a:lnTo>
                  <a:lnTo>
                    <a:pt x="12339488" y="3606800"/>
                  </a:lnTo>
                  <a:lnTo>
                    <a:pt x="12326986" y="3657600"/>
                  </a:lnTo>
                  <a:lnTo>
                    <a:pt x="12314087" y="3708400"/>
                  </a:lnTo>
                  <a:lnTo>
                    <a:pt x="12300793" y="3759200"/>
                  </a:lnTo>
                  <a:lnTo>
                    <a:pt x="12287104" y="3810000"/>
                  </a:lnTo>
                  <a:lnTo>
                    <a:pt x="12273023" y="3860800"/>
                  </a:lnTo>
                  <a:lnTo>
                    <a:pt x="12258551" y="3911600"/>
                  </a:lnTo>
                  <a:lnTo>
                    <a:pt x="12243690" y="3962400"/>
                  </a:lnTo>
                  <a:lnTo>
                    <a:pt x="12228442" y="4013200"/>
                  </a:lnTo>
                  <a:lnTo>
                    <a:pt x="12212809" y="4064000"/>
                  </a:lnTo>
                  <a:lnTo>
                    <a:pt x="12196792" y="4114800"/>
                  </a:lnTo>
                  <a:lnTo>
                    <a:pt x="12180393" y="4165600"/>
                  </a:lnTo>
                  <a:lnTo>
                    <a:pt x="12163613" y="4216400"/>
                  </a:lnTo>
                  <a:lnTo>
                    <a:pt x="12146455" y="4267200"/>
                  </a:lnTo>
                  <a:lnTo>
                    <a:pt x="12128920" y="4318000"/>
                  </a:lnTo>
                  <a:lnTo>
                    <a:pt x="12111010" y="4368800"/>
                  </a:lnTo>
                  <a:lnTo>
                    <a:pt x="12092727" y="4419600"/>
                  </a:lnTo>
                  <a:lnTo>
                    <a:pt x="12074072" y="4457700"/>
                  </a:lnTo>
                  <a:lnTo>
                    <a:pt x="12055046" y="4508500"/>
                  </a:lnTo>
                  <a:lnTo>
                    <a:pt x="12035653" y="4559300"/>
                  </a:lnTo>
                  <a:lnTo>
                    <a:pt x="12015893" y="4610100"/>
                  </a:lnTo>
                  <a:lnTo>
                    <a:pt x="11995768" y="4660900"/>
                  </a:lnTo>
                  <a:lnTo>
                    <a:pt x="11975280" y="4699000"/>
                  </a:lnTo>
                  <a:lnTo>
                    <a:pt x="11954431" y="4749800"/>
                  </a:lnTo>
                  <a:lnTo>
                    <a:pt x="11933222" y="4800600"/>
                  </a:lnTo>
                  <a:lnTo>
                    <a:pt x="11911655" y="4851400"/>
                  </a:lnTo>
                  <a:lnTo>
                    <a:pt x="11889732" y="4889500"/>
                  </a:lnTo>
                  <a:lnTo>
                    <a:pt x="11867454" y="4940300"/>
                  </a:lnTo>
                  <a:lnTo>
                    <a:pt x="11844824" y="4991100"/>
                  </a:lnTo>
                  <a:lnTo>
                    <a:pt x="11821842" y="5029200"/>
                  </a:lnTo>
                  <a:lnTo>
                    <a:pt x="11798512" y="5080000"/>
                  </a:lnTo>
                  <a:lnTo>
                    <a:pt x="11774833" y="5130800"/>
                  </a:lnTo>
                  <a:lnTo>
                    <a:pt x="11750809" y="5168900"/>
                  </a:lnTo>
                  <a:lnTo>
                    <a:pt x="11726441" y="5219700"/>
                  </a:lnTo>
                  <a:lnTo>
                    <a:pt x="11701730" y="5257800"/>
                  </a:lnTo>
                  <a:lnTo>
                    <a:pt x="11676678" y="5308600"/>
                  </a:lnTo>
                  <a:lnTo>
                    <a:pt x="11651288" y="5359400"/>
                  </a:lnTo>
                  <a:lnTo>
                    <a:pt x="11625560" y="5397500"/>
                  </a:lnTo>
                  <a:lnTo>
                    <a:pt x="11599496" y="5448300"/>
                  </a:lnTo>
                  <a:lnTo>
                    <a:pt x="11573099" y="5486400"/>
                  </a:lnTo>
                  <a:lnTo>
                    <a:pt x="11546370" y="5537200"/>
                  </a:lnTo>
                  <a:lnTo>
                    <a:pt x="11519310" y="5575300"/>
                  </a:lnTo>
                  <a:lnTo>
                    <a:pt x="11491921" y="5613400"/>
                  </a:lnTo>
                  <a:lnTo>
                    <a:pt x="11464206" y="5664200"/>
                  </a:lnTo>
                  <a:lnTo>
                    <a:pt x="11436165" y="5702300"/>
                  </a:lnTo>
                  <a:lnTo>
                    <a:pt x="11407801" y="5753100"/>
                  </a:lnTo>
                  <a:lnTo>
                    <a:pt x="11379115" y="5791200"/>
                  </a:lnTo>
                  <a:lnTo>
                    <a:pt x="11350109" y="5829300"/>
                  </a:lnTo>
                  <a:lnTo>
                    <a:pt x="11320785" y="5880100"/>
                  </a:lnTo>
                  <a:lnTo>
                    <a:pt x="11291144" y="5918200"/>
                  </a:lnTo>
                  <a:lnTo>
                    <a:pt x="11261188" y="5956300"/>
                  </a:lnTo>
                  <a:lnTo>
                    <a:pt x="11230919" y="6007100"/>
                  </a:lnTo>
                  <a:lnTo>
                    <a:pt x="11200339" y="6045200"/>
                  </a:lnTo>
                  <a:lnTo>
                    <a:pt x="11169448" y="6083300"/>
                  </a:lnTo>
                  <a:lnTo>
                    <a:pt x="11138250" y="6121400"/>
                  </a:lnTo>
                  <a:lnTo>
                    <a:pt x="11106746" y="6172200"/>
                  </a:lnTo>
                  <a:lnTo>
                    <a:pt x="11074936" y="6210300"/>
                  </a:lnTo>
                  <a:lnTo>
                    <a:pt x="11042824" y="6248400"/>
                  </a:lnTo>
                  <a:lnTo>
                    <a:pt x="11010411" y="6286500"/>
                  </a:lnTo>
                  <a:lnTo>
                    <a:pt x="10977699" y="6324600"/>
                  </a:lnTo>
                  <a:lnTo>
                    <a:pt x="10944689" y="6362700"/>
                  </a:lnTo>
                  <a:lnTo>
                    <a:pt x="10911382" y="6400800"/>
                  </a:lnTo>
                  <a:lnTo>
                    <a:pt x="10843889" y="6477000"/>
                  </a:lnTo>
                  <a:lnTo>
                    <a:pt x="10775232" y="6553200"/>
                  </a:lnTo>
                  <a:lnTo>
                    <a:pt x="10705426" y="6629400"/>
                  </a:lnTo>
                  <a:lnTo>
                    <a:pt x="10634485" y="6705600"/>
                  </a:lnTo>
                  <a:lnTo>
                    <a:pt x="10562421" y="6781800"/>
                  </a:lnTo>
                  <a:lnTo>
                    <a:pt x="10489249" y="6858000"/>
                  </a:lnTo>
                  <a:lnTo>
                    <a:pt x="10452252" y="6883400"/>
                  </a:lnTo>
                  <a:lnTo>
                    <a:pt x="10377444" y="6959600"/>
                  </a:lnTo>
                  <a:lnTo>
                    <a:pt x="10339637" y="6997700"/>
                  </a:lnTo>
                  <a:lnTo>
                    <a:pt x="10301562" y="7023100"/>
                  </a:lnTo>
                  <a:lnTo>
                    <a:pt x="10224621" y="7099300"/>
                  </a:lnTo>
                  <a:lnTo>
                    <a:pt x="10185757" y="7124700"/>
                  </a:lnTo>
                  <a:lnTo>
                    <a:pt x="10107251" y="7200900"/>
                  </a:lnTo>
                  <a:lnTo>
                    <a:pt x="10067613" y="7226300"/>
                  </a:lnTo>
                  <a:lnTo>
                    <a:pt x="10027720" y="7264400"/>
                  </a:lnTo>
                  <a:lnTo>
                    <a:pt x="9987574" y="7289800"/>
                  </a:lnTo>
                  <a:lnTo>
                    <a:pt x="9947177" y="7327900"/>
                  </a:lnTo>
                  <a:lnTo>
                    <a:pt x="9906530" y="7353300"/>
                  </a:lnTo>
                  <a:lnTo>
                    <a:pt x="9865636" y="7391400"/>
                  </a:lnTo>
                  <a:lnTo>
                    <a:pt x="9824495" y="7416800"/>
                  </a:lnTo>
                  <a:lnTo>
                    <a:pt x="9783110" y="7454900"/>
                  </a:lnTo>
                  <a:lnTo>
                    <a:pt x="9699615" y="7505700"/>
                  </a:lnTo>
                  <a:lnTo>
                    <a:pt x="9657507" y="7543800"/>
                  </a:lnTo>
                  <a:lnTo>
                    <a:pt x="9572582" y="7594600"/>
                  </a:lnTo>
                  <a:lnTo>
                    <a:pt x="9529767" y="7632700"/>
                  </a:lnTo>
                  <a:lnTo>
                    <a:pt x="9312245" y="7759700"/>
                  </a:lnTo>
                  <a:lnTo>
                    <a:pt x="9268062" y="7797800"/>
                  </a:lnTo>
                  <a:lnTo>
                    <a:pt x="8952667" y="7975600"/>
                  </a:lnTo>
                  <a:lnTo>
                    <a:pt x="8906757" y="7988300"/>
                  </a:lnTo>
                  <a:lnTo>
                    <a:pt x="8674120" y="8115300"/>
                  </a:lnTo>
                  <a:lnTo>
                    <a:pt x="8626987" y="8128000"/>
                  </a:lnTo>
                  <a:lnTo>
                    <a:pt x="8532129" y="8178800"/>
                  </a:lnTo>
                  <a:lnTo>
                    <a:pt x="8484407" y="8191500"/>
                  </a:lnTo>
                  <a:lnTo>
                    <a:pt x="8436493" y="8216900"/>
                  </a:lnTo>
                  <a:lnTo>
                    <a:pt x="8388388" y="8229600"/>
                  </a:lnTo>
                  <a:lnTo>
                    <a:pt x="8291612" y="8280400"/>
                  </a:lnTo>
                  <a:lnTo>
                    <a:pt x="8194092" y="8305800"/>
                  </a:lnTo>
                  <a:lnTo>
                    <a:pt x="8145058" y="8331200"/>
                  </a:lnTo>
                  <a:lnTo>
                    <a:pt x="8095843" y="8343900"/>
                  </a:lnTo>
                  <a:lnTo>
                    <a:pt x="8046450" y="8369300"/>
                  </a:lnTo>
                  <a:lnTo>
                    <a:pt x="7947133" y="8394700"/>
                  </a:lnTo>
                  <a:lnTo>
                    <a:pt x="7897212" y="8420100"/>
                  </a:lnTo>
                  <a:lnTo>
                    <a:pt x="7746427" y="8458200"/>
                  </a:lnTo>
                  <a:lnTo>
                    <a:pt x="7695829" y="8483600"/>
                  </a:lnTo>
                  <a:lnTo>
                    <a:pt x="7181051" y="8610600"/>
                  </a:lnTo>
                  <a:close/>
                </a:path>
                <a:path w="12521565" h="8737600">
                  <a:moveTo>
                    <a:pt x="6970902" y="8648700"/>
                  </a:moveTo>
                  <a:lnTo>
                    <a:pt x="4695403" y="8648700"/>
                  </a:lnTo>
                  <a:lnTo>
                    <a:pt x="4537573" y="8610600"/>
                  </a:lnTo>
                  <a:lnTo>
                    <a:pt x="7128731" y="8610600"/>
                  </a:lnTo>
                  <a:lnTo>
                    <a:pt x="6970902" y="8648700"/>
                  </a:lnTo>
                  <a:close/>
                </a:path>
                <a:path w="12521565" h="8737600">
                  <a:moveTo>
                    <a:pt x="6811802" y="8674100"/>
                  </a:moveTo>
                  <a:lnTo>
                    <a:pt x="4854502" y="8674100"/>
                  </a:lnTo>
                  <a:lnTo>
                    <a:pt x="4748297" y="8648700"/>
                  </a:lnTo>
                  <a:lnTo>
                    <a:pt x="6918007" y="8648700"/>
                  </a:lnTo>
                  <a:lnTo>
                    <a:pt x="6811802" y="8674100"/>
                  </a:lnTo>
                  <a:close/>
                </a:path>
                <a:path w="12521565" h="8737600">
                  <a:moveTo>
                    <a:pt x="6705054" y="8686800"/>
                  </a:moveTo>
                  <a:lnTo>
                    <a:pt x="4961250" y="8686800"/>
                  </a:lnTo>
                  <a:lnTo>
                    <a:pt x="4907809" y="8674100"/>
                  </a:lnTo>
                  <a:lnTo>
                    <a:pt x="6758495" y="8674100"/>
                  </a:lnTo>
                  <a:lnTo>
                    <a:pt x="6705054" y="8686800"/>
                  </a:lnTo>
                  <a:close/>
                </a:path>
                <a:path w="12521565" h="8737600">
                  <a:moveTo>
                    <a:pt x="6597776" y="8699500"/>
                  </a:moveTo>
                  <a:lnTo>
                    <a:pt x="5068528" y="8699500"/>
                  </a:lnTo>
                  <a:lnTo>
                    <a:pt x="5014824" y="8686800"/>
                  </a:lnTo>
                  <a:lnTo>
                    <a:pt x="6651480" y="8686800"/>
                  </a:lnTo>
                  <a:lnTo>
                    <a:pt x="6597776" y="8699500"/>
                  </a:lnTo>
                  <a:close/>
                </a:path>
                <a:path w="12521565" h="8737600">
                  <a:moveTo>
                    <a:pt x="6489982" y="8712200"/>
                  </a:moveTo>
                  <a:lnTo>
                    <a:pt x="5176323" y="8712200"/>
                  </a:lnTo>
                  <a:lnTo>
                    <a:pt x="5122362" y="8699500"/>
                  </a:lnTo>
                  <a:lnTo>
                    <a:pt x="6543942" y="8699500"/>
                  </a:lnTo>
                  <a:lnTo>
                    <a:pt x="6489982" y="8712200"/>
                  </a:lnTo>
                  <a:close/>
                </a:path>
                <a:path w="12521565" h="8737600">
                  <a:moveTo>
                    <a:pt x="6381685" y="8724900"/>
                  </a:moveTo>
                  <a:lnTo>
                    <a:pt x="5284619" y="8724900"/>
                  </a:lnTo>
                  <a:lnTo>
                    <a:pt x="5230409" y="8712200"/>
                  </a:lnTo>
                  <a:lnTo>
                    <a:pt x="6435895" y="8712200"/>
                  </a:lnTo>
                  <a:lnTo>
                    <a:pt x="6381685" y="8724900"/>
                  </a:lnTo>
                  <a:close/>
                </a:path>
                <a:path w="12521565" h="8737600">
                  <a:moveTo>
                    <a:pt x="6163641" y="8737600"/>
                  </a:moveTo>
                  <a:lnTo>
                    <a:pt x="5502663" y="8737600"/>
                  </a:lnTo>
                  <a:lnTo>
                    <a:pt x="5447975" y="8724900"/>
                  </a:lnTo>
                  <a:lnTo>
                    <a:pt x="6218329" y="8724900"/>
                  </a:lnTo>
                  <a:lnTo>
                    <a:pt x="6163641" y="8737600"/>
                  </a:lnTo>
                  <a:close/>
                </a:path>
              </a:pathLst>
            </a:custGeom>
            <a:solidFill>
              <a:srgbClr val="FAFAFA">
                <a:alpha val="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9880" y="4033367"/>
              <a:ext cx="853440" cy="582930"/>
            </a:xfrm>
            <a:custGeom>
              <a:avLst/>
              <a:gdLst/>
              <a:ahLst/>
              <a:cxnLst/>
              <a:rect l="l" t="t" r="r" b="b"/>
              <a:pathLst>
                <a:path w="853439" h="582929">
                  <a:moveTo>
                    <a:pt x="415239" y="290918"/>
                  </a:moveTo>
                  <a:lnTo>
                    <a:pt x="412381" y="232410"/>
                  </a:lnTo>
                  <a:lnTo>
                    <a:pt x="404012" y="179997"/>
                  </a:lnTo>
                  <a:lnTo>
                    <a:pt x="390296" y="133718"/>
                  </a:lnTo>
                  <a:lnTo>
                    <a:pt x="371436" y="93878"/>
                  </a:lnTo>
                  <a:lnTo>
                    <a:pt x="347662" y="60744"/>
                  </a:lnTo>
                  <a:lnTo>
                    <a:pt x="329590" y="44119"/>
                  </a:lnTo>
                  <a:lnTo>
                    <a:pt x="329590" y="290918"/>
                  </a:lnTo>
                  <a:lnTo>
                    <a:pt x="325869" y="356069"/>
                  </a:lnTo>
                  <a:lnTo>
                    <a:pt x="314947" y="410108"/>
                  </a:lnTo>
                  <a:lnTo>
                    <a:pt x="297230" y="452716"/>
                  </a:lnTo>
                  <a:lnTo>
                    <a:pt x="273151" y="483552"/>
                  </a:lnTo>
                  <a:lnTo>
                    <a:pt x="207479" y="508622"/>
                  </a:lnTo>
                  <a:lnTo>
                    <a:pt x="171958" y="502297"/>
                  </a:lnTo>
                  <a:lnTo>
                    <a:pt x="117856" y="452716"/>
                  </a:lnTo>
                  <a:lnTo>
                    <a:pt x="100164" y="410108"/>
                  </a:lnTo>
                  <a:lnTo>
                    <a:pt x="89281" y="356069"/>
                  </a:lnTo>
                  <a:lnTo>
                    <a:pt x="85636" y="290918"/>
                  </a:lnTo>
                  <a:lnTo>
                    <a:pt x="89408" y="225869"/>
                  </a:lnTo>
                  <a:lnTo>
                    <a:pt x="100406" y="171856"/>
                  </a:lnTo>
                  <a:lnTo>
                    <a:pt x="118173" y="129222"/>
                  </a:lnTo>
                  <a:lnTo>
                    <a:pt x="142252" y="98336"/>
                  </a:lnTo>
                  <a:lnTo>
                    <a:pt x="207479" y="73215"/>
                  </a:lnTo>
                  <a:lnTo>
                    <a:pt x="242900" y="79552"/>
                  </a:lnTo>
                  <a:lnTo>
                    <a:pt x="297027" y="129222"/>
                  </a:lnTo>
                  <a:lnTo>
                    <a:pt x="314820" y="171856"/>
                  </a:lnTo>
                  <a:lnTo>
                    <a:pt x="325818" y="225869"/>
                  </a:lnTo>
                  <a:lnTo>
                    <a:pt x="329590" y="290918"/>
                  </a:lnTo>
                  <a:lnTo>
                    <a:pt x="329590" y="44119"/>
                  </a:lnTo>
                  <a:lnTo>
                    <a:pt x="319176" y="34531"/>
                  </a:lnTo>
                  <a:lnTo>
                    <a:pt x="286181" y="15506"/>
                  </a:lnTo>
                  <a:lnTo>
                    <a:pt x="248881" y="3911"/>
                  </a:lnTo>
                  <a:lnTo>
                    <a:pt x="207479" y="0"/>
                  </a:lnTo>
                  <a:lnTo>
                    <a:pt x="166141" y="3911"/>
                  </a:lnTo>
                  <a:lnTo>
                    <a:pt x="128930" y="15481"/>
                  </a:lnTo>
                  <a:lnTo>
                    <a:pt x="67525" y="60642"/>
                  </a:lnTo>
                  <a:lnTo>
                    <a:pt x="43764" y="93764"/>
                  </a:lnTo>
                  <a:lnTo>
                    <a:pt x="24930" y="133591"/>
                  </a:lnTo>
                  <a:lnTo>
                    <a:pt x="11214" y="179882"/>
                  </a:lnTo>
                  <a:lnTo>
                    <a:pt x="2832" y="232486"/>
                  </a:lnTo>
                  <a:lnTo>
                    <a:pt x="0" y="290918"/>
                  </a:lnTo>
                  <a:lnTo>
                    <a:pt x="2730" y="349745"/>
                  </a:lnTo>
                  <a:lnTo>
                    <a:pt x="11010" y="402501"/>
                  </a:lnTo>
                  <a:lnTo>
                    <a:pt x="24625" y="448945"/>
                  </a:lnTo>
                  <a:lnTo>
                    <a:pt x="43383" y="488873"/>
                  </a:lnTo>
                  <a:lnTo>
                    <a:pt x="67094" y="522033"/>
                  </a:lnTo>
                  <a:lnTo>
                    <a:pt x="95542" y="548220"/>
                  </a:lnTo>
                  <a:lnTo>
                    <a:pt x="165938" y="578764"/>
                  </a:lnTo>
                  <a:lnTo>
                    <a:pt x="207479" y="582663"/>
                  </a:lnTo>
                  <a:lnTo>
                    <a:pt x="249097" y="578764"/>
                  </a:lnTo>
                  <a:lnTo>
                    <a:pt x="286512" y="567207"/>
                  </a:lnTo>
                  <a:lnTo>
                    <a:pt x="319544" y="548220"/>
                  </a:lnTo>
                  <a:lnTo>
                    <a:pt x="348005" y="522033"/>
                  </a:lnTo>
                  <a:lnTo>
                    <a:pt x="357593" y="508622"/>
                  </a:lnTo>
                  <a:lnTo>
                    <a:pt x="371716" y="488873"/>
                  </a:lnTo>
                  <a:lnTo>
                    <a:pt x="390474" y="448945"/>
                  </a:lnTo>
                  <a:lnTo>
                    <a:pt x="404114" y="402501"/>
                  </a:lnTo>
                  <a:lnTo>
                    <a:pt x="412432" y="349745"/>
                  </a:lnTo>
                  <a:lnTo>
                    <a:pt x="415239" y="290918"/>
                  </a:lnTo>
                  <a:close/>
                </a:path>
                <a:path w="853439" h="582929">
                  <a:moveTo>
                    <a:pt x="852944" y="418287"/>
                  </a:moveTo>
                  <a:lnTo>
                    <a:pt x="845019" y="368465"/>
                  </a:lnTo>
                  <a:lnTo>
                    <a:pt x="821309" y="328117"/>
                  </a:lnTo>
                  <a:lnTo>
                    <a:pt x="783082" y="299199"/>
                  </a:lnTo>
                  <a:lnTo>
                    <a:pt x="731659" y="283730"/>
                  </a:lnTo>
                  <a:lnTo>
                    <a:pt x="731659" y="279311"/>
                  </a:lnTo>
                  <a:lnTo>
                    <a:pt x="772998" y="262597"/>
                  </a:lnTo>
                  <a:lnTo>
                    <a:pt x="804659" y="235318"/>
                  </a:lnTo>
                  <a:lnTo>
                    <a:pt x="824826" y="198818"/>
                  </a:lnTo>
                  <a:lnTo>
                    <a:pt x="831672" y="154432"/>
                  </a:lnTo>
                  <a:lnTo>
                    <a:pt x="826185" y="113830"/>
                  </a:lnTo>
                  <a:lnTo>
                    <a:pt x="809752" y="77063"/>
                  </a:lnTo>
                  <a:lnTo>
                    <a:pt x="783183" y="45720"/>
                  </a:lnTo>
                  <a:lnTo>
                    <a:pt x="747306" y="21374"/>
                  </a:lnTo>
                  <a:lnTo>
                    <a:pt x="702970" y="5600"/>
                  </a:lnTo>
                  <a:lnTo>
                    <a:pt x="650976" y="0"/>
                  </a:lnTo>
                  <a:lnTo>
                    <a:pt x="600113" y="5067"/>
                  </a:lnTo>
                  <a:lnTo>
                    <a:pt x="554431" y="19659"/>
                  </a:lnTo>
                  <a:lnTo>
                    <a:pt x="515645" y="42849"/>
                  </a:lnTo>
                  <a:lnTo>
                    <a:pt x="485444" y="73710"/>
                  </a:lnTo>
                  <a:lnTo>
                    <a:pt x="465518" y="111302"/>
                  </a:lnTo>
                  <a:lnTo>
                    <a:pt x="457593" y="154711"/>
                  </a:lnTo>
                  <a:lnTo>
                    <a:pt x="540473" y="154711"/>
                  </a:lnTo>
                  <a:lnTo>
                    <a:pt x="550532" y="120243"/>
                  </a:lnTo>
                  <a:lnTo>
                    <a:pt x="574802" y="94246"/>
                  </a:lnTo>
                  <a:lnTo>
                    <a:pt x="609320" y="77825"/>
                  </a:lnTo>
                  <a:lnTo>
                    <a:pt x="650151" y="72110"/>
                  </a:lnTo>
                  <a:lnTo>
                    <a:pt x="690702" y="78359"/>
                  </a:lnTo>
                  <a:lnTo>
                    <a:pt x="721715" y="95999"/>
                  </a:lnTo>
                  <a:lnTo>
                    <a:pt x="741527" y="123393"/>
                  </a:lnTo>
                  <a:lnTo>
                    <a:pt x="748512" y="158851"/>
                  </a:lnTo>
                  <a:lnTo>
                    <a:pt x="740460" y="195770"/>
                  </a:lnTo>
                  <a:lnTo>
                    <a:pt x="717905" y="224193"/>
                  </a:lnTo>
                  <a:lnTo>
                    <a:pt x="683234" y="242468"/>
                  </a:lnTo>
                  <a:lnTo>
                    <a:pt x="638822" y="248920"/>
                  </a:lnTo>
                  <a:lnTo>
                    <a:pt x="590753" y="248920"/>
                  </a:lnTo>
                  <a:lnTo>
                    <a:pt x="590753" y="319100"/>
                  </a:lnTo>
                  <a:lnTo>
                    <a:pt x="638822" y="319100"/>
                  </a:lnTo>
                  <a:lnTo>
                    <a:pt x="693026" y="326237"/>
                  </a:lnTo>
                  <a:lnTo>
                    <a:pt x="733069" y="346138"/>
                  </a:lnTo>
                  <a:lnTo>
                    <a:pt x="757834" y="376555"/>
                  </a:lnTo>
                  <a:lnTo>
                    <a:pt x="766191" y="415239"/>
                  </a:lnTo>
                  <a:lnTo>
                    <a:pt x="757504" y="452691"/>
                  </a:lnTo>
                  <a:lnTo>
                    <a:pt x="733005" y="481761"/>
                  </a:lnTo>
                  <a:lnTo>
                    <a:pt x="695591" y="500557"/>
                  </a:lnTo>
                  <a:lnTo>
                    <a:pt x="648220" y="507238"/>
                  </a:lnTo>
                  <a:lnTo>
                    <a:pt x="604024" y="501497"/>
                  </a:lnTo>
                  <a:lnTo>
                    <a:pt x="567994" y="485140"/>
                  </a:lnTo>
                  <a:lnTo>
                    <a:pt x="543204" y="459460"/>
                  </a:lnTo>
                  <a:lnTo>
                    <a:pt x="532739" y="425742"/>
                  </a:lnTo>
                  <a:lnTo>
                    <a:pt x="445706" y="425742"/>
                  </a:lnTo>
                  <a:lnTo>
                    <a:pt x="453707" y="469404"/>
                  </a:lnTo>
                  <a:lnTo>
                    <a:pt x="473811" y="507199"/>
                  </a:lnTo>
                  <a:lnTo>
                    <a:pt x="504698" y="538226"/>
                  </a:lnTo>
                  <a:lnTo>
                    <a:pt x="545071" y="561530"/>
                  </a:lnTo>
                  <a:lnTo>
                    <a:pt x="593623" y="576186"/>
                  </a:lnTo>
                  <a:lnTo>
                    <a:pt x="649046" y="581291"/>
                  </a:lnTo>
                  <a:lnTo>
                    <a:pt x="704964" y="575754"/>
                  </a:lnTo>
                  <a:lnTo>
                    <a:pt x="754214" y="559955"/>
                  </a:lnTo>
                  <a:lnTo>
                    <a:pt x="795235" y="535114"/>
                  </a:lnTo>
                  <a:lnTo>
                    <a:pt x="826414" y="502412"/>
                  </a:lnTo>
                  <a:lnTo>
                    <a:pt x="846188" y="463067"/>
                  </a:lnTo>
                  <a:lnTo>
                    <a:pt x="852944" y="418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1860" y="4501649"/>
              <a:ext cx="110787" cy="1105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99120" y="4769916"/>
              <a:ext cx="3977004" cy="1195705"/>
            </a:xfrm>
            <a:custGeom>
              <a:avLst/>
              <a:gdLst/>
              <a:ahLst/>
              <a:cxnLst/>
              <a:rect l="l" t="t" r="r" b="b"/>
              <a:pathLst>
                <a:path w="3977004" h="1195704">
                  <a:moveTo>
                    <a:pt x="154432" y="1006043"/>
                  </a:moveTo>
                  <a:lnTo>
                    <a:pt x="0" y="1006043"/>
                  </a:lnTo>
                  <a:lnTo>
                    <a:pt x="0" y="1039063"/>
                  </a:lnTo>
                  <a:lnTo>
                    <a:pt x="57924" y="1039063"/>
                  </a:lnTo>
                  <a:lnTo>
                    <a:pt x="57924" y="1195273"/>
                  </a:lnTo>
                  <a:lnTo>
                    <a:pt x="96697" y="1195273"/>
                  </a:lnTo>
                  <a:lnTo>
                    <a:pt x="96697" y="1039063"/>
                  </a:lnTo>
                  <a:lnTo>
                    <a:pt x="154432" y="1039063"/>
                  </a:lnTo>
                  <a:lnTo>
                    <a:pt x="154432" y="1006043"/>
                  </a:lnTo>
                  <a:close/>
                </a:path>
                <a:path w="3977004" h="1195704">
                  <a:moveTo>
                    <a:pt x="338988" y="1006043"/>
                  </a:moveTo>
                  <a:lnTo>
                    <a:pt x="299758" y="1006043"/>
                  </a:lnTo>
                  <a:lnTo>
                    <a:pt x="299758" y="1084783"/>
                  </a:lnTo>
                  <a:lnTo>
                    <a:pt x="218071" y="1084783"/>
                  </a:lnTo>
                  <a:lnTo>
                    <a:pt x="218071" y="1006043"/>
                  </a:lnTo>
                  <a:lnTo>
                    <a:pt x="178930" y="1006043"/>
                  </a:lnTo>
                  <a:lnTo>
                    <a:pt x="178930" y="1084783"/>
                  </a:lnTo>
                  <a:lnTo>
                    <a:pt x="178930" y="1116533"/>
                  </a:lnTo>
                  <a:lnTo>
                    <a:pt x="178930" y="1195273"/>
                  </a:lnTo>
                  <a:lnTo>
                    <a:pt x="218071" y="1195273"/>
                  </a:lnTo>
                  <a:lnTo>
                    <a:pt x="218071" y="1116533"/>
                  </a:lnTo>
                  <a:lnTo>
                    <a:pt x="299758" y="1116533"/>
                  </a:lnTo>
                  <a:lnTo>
                    <a:pt x="299758" y="1195273"/>
                  </a:lnTo>
                  <a:lnTo>
                    <a:pt x="338988" y="1195273"/>
                  </a:lnTo>
                  <a:lnTo>
                    <a:pt x="338988" y="1116533"/>
                  </a:lnTo>
                  <a:lnTo>
                    <a:pt x="338988" y="1084783"/>
                  </a:lnTo>
                  <a:lnTo>
                    <a:pt x="338988" y="1006043"/>
                  </a:lnTo>
                  <a:close/>
                </a:path>
                <a:path w="3977004" h="1195704">
                  <a:moveTo>
                    <a:pt x="403174" y="301421"/>
                  </a:moveTo>
                  <a:lnTo>
                    <a:pt x="398653" y="240601"/>
                  </a:lnTo>
                  <a:lnTo>
                    <a:pt x="385622" y="187172"/>
                  </a:lnTo>
                  <a:lnTo>
                    <a:pt x="364947" y="141859"/>
                  </a:lnTo>
                  <a:lnTo>
                    <a:pt x="350075" y="122123"/>
                  </a:lnTo>
                  <a:lnTo>
                    <a:pt x="337451" y="105359"/>
                  </a:lnTo>
                  <a:lnTo>
                    <a:pt x="331343" y="100444"/>
                  </a:lnTo>
                  <a:lnTo>
                    <a:pt x="331343" y="301421"/>
                  </a:lnTo>
                  <a:lnTo>
                    <a:pt x="326224" y="362750"/>
                  </a:lnTo>
                  <a:lnTo>
                    <a:pt x="311645" y="412610"/>
                  </a:lnTo>
                  <a:lnTo>
                    <a:pt x="288734" y="449783"/>
                  </a:lnTo>
                  <a:lnTo>
                    <a:pt x="258635" y="472986"/>
                  </a:lnTo>
                  <a:lnTo>
                    <a:pt x="222491" y="480999"/>
                  </a:lnTo>
                  <a:lnTo>
                    <a:pt x="186283" y="472986"/>
                  </a:lnTo>
                  <a:lnTo>
                    <a:pt x="156057" y="449783"/>
                  </a:lnTo>
                  <a:lnTo>
                    <a:pt x="132981" y="412610"/>
                  </a:lnTo>
                  <a:lnTo>
                    <a:pt x="118262" y="362750"/>
                  </a:lnTo>
                  <a:lnTo>
                    <a:pt x="113080" y="301421"/>
                  </a:lnTo>
                  <a:lnTo>
                    <a:pt x="118262" y="240499"/>
                  </a:lnTo>
                  <a:lnTo>
                    <a:pt x="132981" y="190842"/>
                  </a:lnTo>
                  <a:lnTo>
                    <a:pt x="156057" y="153720"/>
                  </a:lnTo>
                  <a:lnTo>
                    <a:pt x="186283" y="130390"/>
                  </a:lnTo>
                  <a:lnTo>
                    <a:pt x="222491" y="122123"/>
                  </a:lnTo>
                  <a:lnTo>
                    <a:pt x="258635" y="130390"/>
                  </a:lnTo>
                  <a:lnTo>
                    <a:pt x="288734" y="153720"/>
                  </a:lnTo>
                  <a:lnTo>
                    <a:pt x="311645" y="190842"/>
                  </a:lnTo>
                  <a:lnTo>
                    <a:pt x="326224" y="240499"/>
                  </a:lnTo>
                  <a:lnTo>
                    <a:pt x="331343" y="301421"/>
                  </a:lnTo>
                  <a:lnTo>
                    <a:pt x="331343" y="100444"/>
                  </a:lnTo>
                  <a:lnTo>
                    <a:pt x="303987" y="78384"/>
                  </a:lnTo>
                  <a:lnTo>
                    <a:pt x="265379" y="61633"/>
                  </a:lnTo>
                  <a:lnTo>
                    <a:pt x="222491" y="55816"/>
                  </a:lnTo>
                  <a:lnTo>
                    <a:pt x="179235" y="61633"/>
                  </a:lnTo>
                  <a:lnTo>
                    <a:pt x="140462" y="78384"/>
                  </a:lnTo>
                  <a:lnTo>
                    <a:pt x="106959" y="105359"/>
                  </a:lnTo>
                  <a:lnTo>
                    <a:pt x="79527" y="141859"/>
                  </a:lnTo>
                  <a:lnTo>
                    <a:pt x="58940" y="187172"/>
                  </a:lnTo>
                  <a:lnTo>
                    <a:pt x="46012" y="240601"/>
                  </a:lnTo>
                  <a:lnTo>
                    <a:pt x="41529" y="301421"/>
                  </a:lnTo>
                  <a:lnTo>
                    <a:pt x="46012" y="362559"/>
                  </a:lnTo>
                  <a:lnTo>
                    <a:pt x="58940" y="416191"/>
                  </a:lnTo>
                  <a:lnTo>
                    <a:pt x="79527" y="461645"/>
                  </a:lnTo>
                  <a:lnTo>
                    <a:pt x="106959" y="498195"/>
                  </a:lnTo>
                  <a:lnTo>
                    <a:pt x="140462" y="525170"/>
                  </a:lnTo>
                  <a:lnTo>
                    <a:pt x="179235" y="541870"/>
                  </a:lnTo>
                  <a:lnTo>
                    <a:pt x="222491" y="547585"/>
                  </a:lnTo>
                  <a:lnTo>
                    <a:pt x="265379" y="541870"/>
                  </a:lnTo>
                  <a:lnTo>
                    <a:pt x="303987" y="525170"/>
                  </a:lnTo>
                  <a:lnTo>
                    <a:pt x="337451" y="498195"/>
                  </a:lnTo>
                  <a:lnTo>
                    <a:pt x="350380" y="480999"/>
                  </a:lnTo>
                  <a:lnTo>
                    <a:pt x="364947" y="461645"/>
                  </a:lnTo>
                  <a:lnTo>
                    <a:pt x="385622" y="416191"/>
                  </a:lnTo>
                  <a:lnTo>
                    <a:pt x="398653" y="362559"/>
                  </a:lnTo>
                  <a:lnTo>
                    <a:pt x="403174" y="301421"/>
                  </a:lnTo>
                  <a:close/>
                </a:path>
                <a:path w="3977004" h="1195704">
                  <a:moveTo>
                    <a:pt x="409905" y="1006665"/>
                  </a:moveTo>
                  <a:lnTo>
                    <a:pt x="370763" y="1006665"/>
                  </a:lnTo>
                  <a:lnTo>
                    <a:pt x="370763" y="1195260"/>
                  </a:lnTo>
                  <a:lnTo>
                    <a:pt x="409905" y="1195260"/>
                  </a:lnTo>
                  <a:lnTo>
                    <a:pt x="409905" y="1006665"/>
                  </a:lnTo>
                  <a:close/>
                </a:path>
                <a:path w="3977004" h="1195704">
                  <a:moveTo>
                    <a:pt x="597395" y="3314"/>
                  </a:moveTo>
                  <a:lnTo>
                    <a:pt x="522808" y="3314"/>
                  </a:lnTo>
                  <a:lnTo>
                    <a:pt x="522808" y="704786"/>
                  </a:lnTo>
                  <a:lnTo>
                    <a:pt x="597395" y="704786"/>
                  </a:lnTo>
                  <a:lnTo>
                    <a:pt x="597395" y="3314"/>
                  </a:lnTo>
                  <a:close/>
                </a:path>
                <a:path w="3977004" h="1195704">
                  <a:moveTo>
                    <a:pt x="1009688" y="50012"/>
                  </a:moveTo>
                  <a:lnTo>
                    <a:pt x="936193" y="50012"/>
                  </a:lnTo>
                  <a:lnTo>
                    <a:pt x="936193" y="168808"/>
                  </a:lnTo>
                  <a:lnTo>
                    <a:pt x="1009688" y="168808"/>
                  </a:lnTo>
                  <a:lnTo>
                    <a:pt x="1009688" y="50012"/>
                  </a:lnTo>
                  <a:close/>
                </a:path>
                <a:path w="3977004" h="1195704">
                  <a:moveTo>
                    <a:pt x="1236789" y="3873"/>
                  </a:moveTo>
                  <a:lnTo>
                    <a:pt x="1162735" y="3873"/>
                  </a:lnTo>
                  <a:lnTo>
                    <a:pt x="1162735" y="197053"/>
                  </a:lnTo>
                  <a:lnTo>
                    <a:pt x="1009688" y="197053"/>
                  </a:lnTo>
                  <a:lnTo>
                    <a:pt x="1009688" y="169113"/>
                  </a:lnTo>
                  <a:lnTo>
                    <a:pt x="936193" y="169113"/>
                  </a:lnTo>
                  <a:lnTo>
                    <a:pt x="936193" y="226263"/>
                  </a:lnTo>
                  <a:lnTo>
                    <a:pt x="936193" y="258013"/>
                  </a:lnTo>
                  <a:lnTo>
                    <a:pt x="936193" y="345655"/>
                  </a:lnTo>
                  <a:lnTo>
                    <a:pt x="760755" y="345655"/>
                  </a:lnTo>
                  <a:lnTo>
                    <a:pt x="760755" y="226263"/>
                  </a:lnTo>
                  <a:lnTo>
                    <a:pt x="936193" y="226263"/>
                  </a:lnTo>
                  <a:lnTo>
                    <a:pt x="936193" y="169113"/>
                  </a:lnTo>
                  <a:lnTo>
                    <a:pt x="760755" y="169113"/>
                  </a:lnTo>
                  <a:lnTo>
                    <a:pt x="760755" y="49733"/>
                  </a:lnTo>
                  <a:lnTo>
                    <a:pt x="686435" y="49733"/>
                  </a:lnTo>
                  <a:lnTo>
                    <a:pt x="686435" y="405333"/>
                  </a:lnTo>
                  <a:lnTo>
                    <a:pt x="1009688" y="405333"/>
                  </a:lnTo>
                  <a:lnTo>
                    <a:pt x="1009688" y="345655"/>
                  </a:lnTo>
                  <a:lnTo>
                    <a:pt x="1009688" y="258013"/>
                  </a:lnTo>
                  <a:lnTo>
                    <a:pt x="1162735" y="258013"/>
                  </a:lnTo>
                  <a:lnTo>
                    <a:pt x="1162735" y="521335"/>
                  </a:lnTo>
                  <a:lnTo>
                    <a:pt x="1236789" y="521335"/>
                  </a:lnTo>
                  <a:lnTo>
                    <a:pt x="1236789" y="258013"/>
                  </a:lnTo>
                  <a:lnTo>
                    <a:pt x="1236789" y="257771"/>
                  </a:lnTo>
                  <a:lnTo>
                    <a:pt x="1236789" y="226263"/>
                  </a:lnTo>
                  <a:lnTo>
                    <a:pt x="1236789" y="197269"/>
                  </a:lnTo>
                  <a:lnTo>
                    <a:pt x="1236789" y="197053"/>
                  </a:lnTo>
                  <a:lnTo>
                    <a:pt x="1236789" y="3873"/>
                  </a:lnTo>
                  <a:close/>
                </a:path>
                <a:path w="3977004" h="1195704">
                  <a:moveTo>
                    <a:pt x="1252537" y="628853"/>
                  </a:moveTo>
                  <a:lnTo>
                    <a:pt x="854417" y="628853"/>
                  </a:lnTo>
                  <a:lnTo>
                    <a:pt x="854417" y="470103"/>
                  </a:lnTo>
                  <a:lnTo>
                    <a:pt x="779538" y="470103"/>
                  </a:lnTo>
                  <a:lnTo>
                    <a:pt x="779538" y="628853"/>
                  </a:lnTo>
                  <a:lnTo>
                    <a:pt x="779538" y="688543"/>
                  </a:lnTo>
                  <a:lnTo>
                    <a:pt x="1252537" y="688543"/>
                  </a:lnTo>
                  <a:lnTo>
                    <a:pt x="1252537" y="628853"/>
                  </a:lnTo>
                  <a:close/>
                </a:path>
                <a:path w="3977004" h="1195704">
                  <a:moveTo>
                    <a:pt x="1668132" y="292862"/>
                  </a:moveTo>
                  <a:lnTo>
                    <a:pt x="1660067" y="250177"/>
                  </a:lnTo>
                  <a:lnTo>
                    <a:pt x="1641944" y="222135"/>
                  </a:lnTo>
                  <a:lnTo>
                    <a:pt x="1637347" y="215011"/>
                  </a:lnTo>
                  <a:lnTo>
                    <a:pt x="1601685" y="188442"/>
                  </a:lnTo>
                  <a:lnTo>
                    <a:pt x="1597952" y="187109"/>
                  </a:lnTo>
                  <a:lnTo>
                    <a:pt x="1597952" y="292862"/>
                  </a:lnTo>
                  <a:lnTo>
                    <a:pt x="1590497" y="321830"/>
                  </a:lnTo>
                  <a:lnTo>
                    <a:pt x="1570189" y="343560"/>
                  </a:lnTo>
                  <a:lnTo>
                    <a:pt x="1538897" y="357200"/>
                  </a:lnTo>
                  <a:lnTo>
                    <a:pt x="1498498" y="361924"/>
                  </a:lnTo>
                  <a:lnTo>
                    <a:pt x="1457782" y="357200"/>
                  </a:lnTo>
                  <a:lnTo>
                    <a:pt x="1426451" y="343560"/>
                  </a:lnTo>
                  <a:lnTo>
                    <a:pt x="1406423" y="321830"/>
                  </a:lnTo>
                  <a:lnTo>
                    <a:pt x="1399590" y="292862"/>
                  </a:lnTo>
                  <a:lnTo>
                    <a:pt x="1406423" y="263588"/>
                  </a:lnTo>
                  <a:lnTo>
                    <a:pt x="1426451" y="241439"/>
                  </a:lnTo>
                  <a:lnTo>
                    <a:pt x="1457782" y="227317"/>
                  </a:lnTo>
                  <a:lnTo>
                    <a:pt x="1498498" y="222135"/>
                  </a:lnTo>
                  <a:lnTo>
                    <a:pt x="1538897" y="227317"/>
                  </a:lnTo>
                  <a:lnTo>
                    <a:pt x="1570189" y="241439"/>
                  </a:lnTo>
                  <a:lnTo>
                    <a:pt x="1590497" y="263588"/>
                  </a:lnTo>
                  <a:lnTo>
                    <a:pt x="1597952" y="292862"/>
                  </a:lnTo>
                  <a:lnTo>
                    <a:pt x="1597952" y="187109"/>
                  </a:lnTo>
                  <a:lnTo>
                    <a:pt x="1554835" y="171577"/>
                  </a:lnTo>
                  <a:lnTo>
                    <a:pt x="1498498" y="165493"/>
                  </a:lnTo>
                  <a:lnTo>
                    <a:pt x="1441805" y="171577"/>
                  </a:lnTo>
                  <a:lnTo>
                    <a:pt x="1394612" y="188442"/>
                  </a:lnTo>
                  <a:lnTo>
                    <a:pt x="1358709" y="215011"/>
                  </a:lnTo>
                  <a:lnTo>
                    <a:pt x="1335925" y="250177"/>
                  </a:lnTo>
                  <a:lnTo>
                    <a:pt x="1328026" y="292862"/>
                  </a:lnTo>
                  <a:lnTo>
                    <a:pt x="1335925" y="335432"/>
                  </a:lnTo>
                  <a:lnTo>
                    <a:pt x="1358709" y="370560"/>
                  </a:lnTo>
                  <a:lnTo>
                    <a:pt x="1394612" y="397078"/>
                  </a:lnTo>
                  <a:lnTo>
                    <a:pt x="1441805" y="413829"/>
                  </a:lnTo>
                  <a:lnTo>
                    <a:pt x="1498498" y="419671"/>
                  </a:lnTo>
                  <a:lnTo>
                    <a:pt x="1554835" y="413829"/>
                  </a:lnTo>
                  <a:lnTo>
                    <a:pt x="1601685" y="397078"/>
                  </a:lnTo>
                  <a:lnTo>
                    <a:pt x="1637347" y="370560"/>
                  </a:lnTo>
                  <a:lnTo>
                    <a:pt x="1642922" y="361924"/>
                  </a:lnTo>
                  <a:lnTo>
                    <a:pt x="1660067" y="335432"/>
                  </a:lnTo>
                  <a:lnTo>
                    <a:pt x="1668132" y="292862"/>
                  </a:lnTo>
                  <a:close/>
                </a:path>
                <a:path w="3977004" h="1195704">
                  <a:moveTo>
                    <a:pt x="1706537" y="74320"/>
                  </a:moveTo>
                  <a:lnTo>
                    <a:pt x="1535518" y="74320"/>
                  </a:lnTo>
                  <a:lnTo>
                    <a:pt x="1535518" y="0"/>
                  </a:lnTo>
                  <a:lnTo>
                    <a:pt x="1461744" y="0"/>
                  </a:lnTo>
                  <a:lnTo>
                    <a:pt x="1461744" y="74320"/>
                  </a:lnTo>
                  <a:lnTo>
                    <a:pt x="1289900" y="74320"/>
                  </a:lnTo>
                  <a:lnTo>
                    <a:pt x="1289900" y="133451"/>
                  </a:lnTo>
                  <a:lnTo>
                    <a:pt x="1706537" y="133451"/>
                  </a:lnTo>
                  <a:lnTo>
                    <a:pt x="1706537" y="74320"/>
                  </a:lnTo>
                  <a:close/>
                </a:path>
                <a:path w="3977004" h="1195704">
                  <a:moveTo>
                    <a:pt x="1839150" y="476859"/>
                  </a:moveTo>
                  <a:lnTo>
                    <a:pt x="1376375" y="476859"/>
                  </a:lnTo>
                  <a:lnTo>
                    <a:pt x="1376375" y="537083"/>
                  </a:lnTo>
                  <a:lnTo>
                    <a:pt x="1764830" y="537083"/>
                  </a:lnTo>
                  <a:lnTo>
                    <a:pt x="1764830" y="703402"/>
                  </a:lnTo>
                  <a:lnTo>
                    <a:pt x="1839150" y="703402"/>
                  </a:lnTo>
                  <a:lnTo>
                    <a:pt x="1839150" y="476859"/>
                  </a:lnTo>
                  <a:close/>
                </a:path>
                <a:path w="3977004" h="1195704">
                  <a:moveTo>
                    <a:pt x="1940534" y="193395"/>
                  </a:moveTo>
                  <a:lnTo>
                    <a:pt x="1839150" y="193395"/>
                  </a:lnTo>
                  <a:lnTo>
                    <a:pt x="1839150" y="3314"/>
                  </a:lnTo>
                  <a:lnTo>
                    <a:pt x="1764830" y="3314"/>
                  </a:lnTo>
                  <a:lnTo>
                    <a:pt x="1764830" y="441223"/>
                  </a:lnTo>
                  <a:lnTo>
                    <a:pt x="1839150" y="441223"/>
                  </a:lnTo>
                  <a:lnTo>
                    <a:pt x="1839150" y="254736"/>
                  </a:lnTo>
                  <a:lnTo>
                    <a:pt x="1940534" y="254736"/>
                  </a:lnTo>
                  <a:lnTo>
                    <a:pt x="1940534" y="193395"/>
                  </a:lnTo>
                  <a:close/>
                </a:path>
                <a:path w="3977004" h="1195704">
                  <a:moveTo>
                    <a:pt x="2298674" y="78740"/>
                  </a:moveTo>
                  <a:lnTo>
                    <a:pt x="1965477" y="78740"/>
                  </a:lnTo>
                  <a:lnTo>
                    <a:pt x="1965477" y="137871"/>
                  </a:lnTo>
                  <a:lnTo>
                    <a:pt x="2222970" y="137871"/>
                  </a:lnTo>
                  <a:lnTo>
                    <a:pt x="2216277" y="185737"/>
                  </a:lnTo>
                  <a:lnTo>
                    <a:pt x="2204910" y="231381"/>
                  </a:lnTo>
                  <a:lnTo>
                    <a:pt x="2188756" y="274802"/>
                  </a:lnTo>
                  <a:lnTo>
                    <a:pt x="2167674" y="315976"/>
                  </a:lnTo>
                  <a:lnTo>
                    <a:pt x="2141575" y="354914"/>
                  </a:lnTo>
                  <a:lnTo>
                    <a:pt x="2110321" y="391604"/>
                  </a:lnTo>
                  <a:lnTo>
                    <a:pt x="2073808" y="426046"/>
                  </a:lnTo>
                  <a:lnTo>
                    <a:pt x="2031911" y="458228"/>
                  </a:lnTo>
                  <a:lnTo>
                    <a:pt x="1984514" y="488162"/>
                  </a:lnTo>
                  <a:lnTo>
                    <a:pt x="1931504" y="515810"/>
                  </a:lnTo>
                  <a:lnTo>
                    <a:pt x="1970735" y="575767"/>
                  </a:lnTo>
                  <a:lnTo>
                    <a:pt x="2023503" y="548208"/>
                  </a:lnTo>
                  <a:lnTo>
                    <a:pt x="2071027" y="518502"/>
                  </a:lnTo>
                  <a:lnTo>
                    <a:pt x="2113457" y="486765"/>
                  </a:lnTo>
                  <a:lnTo>
                    <a:pt x="2150999" y="453085"/>
                  </a:lnTo>
                  <a:lnTo>
                    <a:pt x="2183828" y="417563"/>
                  </a:lnTo>
                  <a:lnTo>
                    <a:pt x="2212124" y="380288"/>
                  </a:lnTo>
                  <a:lnTo>
                    <a:pt x="2236076" y="341376"/>
                  </a:lnTo>
                  <a:lnTo>
                    <a:pt x="2255850" y="300901"/>
                  </a:lnTo>
                  <a:lnTo>
                    <a:pt x="2271649" y="258978"/>
                  </a:lnTo>
                  <a:lnTo>
                    <a:pt x="2283650" y="215709"/>
                  </a:lnTo>
                  <a:lnTo>
                    <a:pt x="2292032" y="171183"/>
                  </a:lnTo>
                  <a:lnTo>
                    <a:pt x="2296985" y="125488"/>
                  </a:lnTo>
                  <a:lnTo>
                    <a:pt x="2298674" y="78740"/>
                  </a:lnTo>
                  <a:close/>
                </a:path>
                <a:path w="3977004" h="1195704">
                  <a:moveTo>
                    <a:pt x="2506713" y="3314"/>
                  </a:moveTo>
                  <a:lnTo>
                    <a:pt x="2432113" y="3314"/>
                  </a:lnTo>
                  <a:lnTo>
                    <a:pt x="2432113" y="703402"/>
                  </a:lnTo>
                  <a:lnTo>
                    <a:pt x="2506713" y="703402"/>
                  </a:lnTo>
                  <a:lnTo>
                    <a:pt x="2506713" y="3314"/>
                  </a:lnTo>
                  <a:close/>
                </a:path>
                <a:path w="3977004" h="1195704">
                  <a:moveTo>
                    <a:pt x="3256673" y="90893"/>
                  </a:moveTo>
                  <a:lnTo>
                    <a:pt x="3183458" y="90893"/>
                  </a:lnTo>
                  <a:lnTo>
                    <a:pt x="3183458" y="213017"/>
                  </a:lnTo>
                  <a:lnTo>
                    <a:pt x="3256673" y="213017"/>
                  </a:lnTo>
                  <a:lnTo>
                    <a:pt x="3256673" y="90893"/>
                  </a:lnTo>
                  <a:close/>
                </a:path>
                <a:path w="3977004" h="1195704">
                  <a:moveTo>
                    <a:pt x="3256673" y="31953"/>
                  </a:moveTo>
                  <a:lnTo>
                    <a:pt x="2781198" y="31953"/>
                  </a:lnTo>
                  <a:lnTo>
                    <a:pt x="2781198" y="90373"/>
                  </a:lnTo>
                  <a:lnTo>
                    <a:pt x="2781198" y="213575"/>
                  </a:lnTo>
                  <a:lnTo>
                    <a:pt x="2781198" y="271983"/>
                  </a:lnTo>
                  <a:lnTo>
                    <a:pt x="3256673" y="271983"/>
                  </a:lnTo>
                  <a:lnTo>
                    <a:pt x="3256673" y="213575"/>
                  </a:lnTo>
                  <a:lnTo>
                    <a:pt x="2853855" y="213575"/>
                  </a:lnTo>
                  <a:lnTo>
                    <a:pt x="2853855" y="90373"/>
                  </a:lnTo>
                  <a:lnTo>
                    <a:pt x="3256673" y="90373"/>
                  </a:lnTo>
                  <a:lnTo>
                    <a:pt x="3256673" y="31953"/>
                  </a:lnTo>
                  <a:close/>
                </a:path>
                <a:path w="3977004" h="1195704">
                  <a:moveTo>
                    <a:pt x="3259709" y="480275"/>
                  </a:moveTo>
                  <a:lnTo>
                    <a:pt x="2770695" y="480275"/>
                  </a:lnTo>
                  <a:lnTo>
                    <a:pt x="2770695" y="538683"/>
                  </a:lnTo>
                  <a:lnTo>
                    <a:pt x="3185109" y="538683"/>
                  </a:lnTo>
                  <a:lnTo>
                    <a:pt x="3185109" y="703783"/>
                  </a:lnTo>
                  <a:lnTo>
                    <a:pt x="3259709" y="703783"/>
                  </a:lnTo>
                  <a:lnTo>
                    <a:pt x="3259709" y="538683"/>
                  </a:lnTo>
                  <a:lnTo>
                    <a:pt x="3259709" y="480275"/>
                  </a:lnTo>
                  <a:close/>
                </a:path>
                <a:path w="3977004" h="1195704">
                  <a:moveTo>
                    <a:pt x="3338169" y="353910"/>
                  </a:moveTo>
                  <a:lnTo>
                    <a:pt x="3055543" y="353910"/>
                  </a:lnTo>
                  <a:lnTo>
                    <a:pt x="3055543" y="272415"/>
                  </a:lnTo>
                  <a:lnTo>
                    <a:pt x="2981769" y="272415"/>
                  </a:lnTo>
                  <a:lnTo>
                    <a:pt x="2981769" y="353910"/>
                  </a:lnTo>
                  <a:lnTo>
                    <a:pt x="2699969" y="353910"/>
                  </a:lnTo>
                  <a:lnTo>
                    <a:pt x="2699969" y="413867"/>
                  </a:lnTo>
                  <a:lnTo>
                    <a:pt x="3338169" y="413867"/>
                  </a:lnTo>
                  <a:lnTo>
                    <a:pt x="3338169" y="353910"/>
                  </a:lnTo>
                  <a:close/>
                </a:path>
                <a:path w="3977004" h="1195704">
                  <a:moveTo>
                    <a:pt x="3976446" y="560019"/>
                  </a:moveTo>
                  <a:lnTo>
                    <a:pt x="3800462" y="560019"/>
                  </a:lnTo>
                  <a:lnTo>
                    <a:pt x="3800462" y="404469"/>
                  </a:lnTo>
                  <a:lnTo>
                    <a:pt x="3915664" y="404469"/>
                  </a:lnTo>
                  <a:lnTo>
                    <a:pt x="3915664" y="343700"/>
                  </a:lnTo>
                  <a:lnTo>
                    <a:pt x="3810685" y="343700"/>
                  </a:lnTo>
                  <a:lnTo>
                    <a:pt x="3810685" y="125984"/>
                  </a:lnTo>
                  <a:lnTo>
                    <a:pt x="3917886" y="125984"/>
                  </a:lnTo>
                  <a:lnTo>
                    <a:pt x="3917886" y="65481"/>
                  </a:lnTo>
                  <a:lnTo>
                    <a:pt x="3737749" y="65481"/>
                  </a:lnTo>
                  <a:lnTo>
                    <a:pt x="3737749" y="125984"/>
                  </a:lnTo>
                  <a:lnTo>
                    <a:pt x="3737749" y="343700"/>
                  </a:lnTo>
                  <a:lnTo>
                    <a:pt x="3726142" y="343700"/>
                  </a:lnTo>
                  <a:lnTo>
                    <a:pt x="3726142" y="404469"/>
                  </a:lnTo>
                  <a:lnTo>
                    <a:pt x="3726142" y="560019"/>
                  </a:lnTo>
                  <a:lnTo>
                    <a:pt x="3581920" y="560019"/>
                  </a:lnTo>
                  <a:lnTo>
                    <a:pt x="3581920" y="404469"/>
                  </a:lnTo>
                  <a:lnTo>
                    <a:pt x="3726142" y="404469"/>
                  </a:lnTo>
                  <a:lnTo>
                    <a:pt x="3726142" y="343700"/>
                  </a:lnTo>
                  <a:lnTo>
                    <a:pt x="3570046" y="343700"/>
                  </a:lnTo>
                  <a:lnTo>
                    <a:pt x="3570046" y="125984"/>
                  </a:lnTo>
                  <a:lnTo>
                    <a:pt x="3737749" y="125984"/>
                  </a:lnTo>
                  <a:lnTo>
                    <a:pt x="3737749" y="65481"/>
                  </a:lnTo>
                  <a:lnTo>
                    <a:pt x="3390188" y="65481"/>
                  </a:lnTo>
                  <a:lnTo>
                    <a:pt x="3390188" y="125984"/>
                  </a:lnTo>
                  <a:lnTo>
                    <a:pt x="3496284" y="125984"/>
                  </a:lnTo>
                  <a:lnTo>
                    <a:pt x="3496284" y="343700"/>
                  </a:lnTo>
                  <a:lnTo>
                    <a:pt x="3391852" y="343700"/>
                  </a:lnTo>
                  <a:lnTo>
                    <a:pt x="3391852" y="404469"/>
                  </a:lnTo>
                  <a:lnTo>
                    <a:pt x="3507613" y="404469"/>
                  </a:lnTo>
                  <a:lnTo>
                    <a:pt x="3507613" y="560019"/>
                  </a:lnTo>
                  <a:lnTo>
                    <a:pt x="3335769" y="560019"/>
                  </a:lnTo>
                  <a:lnTo>
                    <a:pt x="3335769" y="620522"/>
                  </a:lnTo>
                  <a:lnTo>
                    <a:pt x="3976446" y="620522"/>
                  </a:lnTo>
                  <a:lnTo>
                    <a:pt x="3976446" y="5600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4628" y="5773992"/>
              <a:ext cx="148729" cy="19385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64093" y="5773992"/>
              <a:ext cx="148729" cy="1938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38413" y="5775959"/>
              <a:ext cx="127000" cy="189230"/>
            </a:xfrm>
            <a:custGeom>
              <a:avLst/>
              <a:gdLst/>
              <a:ahLst/>
              <a:cxnLst/>
              <a:rect l="l" t="t" r="r" b="b"/>
              <a:pathLst>
                <a:path w="127000" h="189229">
                  <a:moveTo>
                    <a:pt x="126911" y="156210"/>
                  </a:moveTo>
                  <a:lnTo>
                    <a:pt x="39141" y="156210"/>
                  </a:lnTo>
                  <a:lnTo>
                    <a:pt x="39141" y="110490"/>
                  </a:lnTo>
                  <a:lnTo>
                    <a:pt x="120002" y="110490"/>
                  </a:lnTo>
                  <a:lnTo>
                    <a:pt x="120002" y="78740"/>
                  </a:lnTo>
                  <a:lnTo>
                    <a:pt x="39141" y="78740"/>
                  </a:lnTo>
                  <a:lnTo>
                    <a:pt x="39141" y="33020"/>
                  </a:lnTo>
                  <a:lnTo>
                    <a:pt x="126542" y="33020"/>
                  </a:lnTo>
                  <a:lnTo>
                    <a:pt x="126542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7874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9230"/>
                  </a:lnTo>
                  <a:lnTo>
                    <a:pt x="126911" y="189230"/>
                  </a:lnTo>
                  <a:lnTo>
                    <a:pt x="126911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5442" y="5776571"/>
              <a:ext cx="203616" cy="1886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30830" y="5775959"/>
              <a:ext cx="127000" cy="189230"/>
            </a:xfrm>
            <a:custGeom>
              <a:avLst/>
              <a:gdLst/>
              <a:ahLst/>
              <a:cxnLst/>
              <a:rect l="l" t="t" r="r" b="b"/>
              <a:pathLst>
                <a:path w="127000" h="189229">
                  <a:moveTo>
                    <a:pt x="126898" y="156210"/>
                  </a:moveTo>
                  <a:lnTo>
                    <a:pt x="39128" y="156210"/>
                  </a:lnTo>
                  <a:lnTo>
                    <a:pt x="39128" y="110490"/>
                  </a:lnTo>
                  <a:lnTo>
                    <a:pt x="119989" y="110490"/>
                  </a:lnTo>
                  <a:lnTo>
                    <a:pt x="119989" y="78740"/>
                  </a:lnTo>
                  <a:lnTo>
                    <a:pt x="39128" y="78740"/>
                  </a:lnTo>
                  <a:lnTo>
                    <a:pt x="39128" y="33020"/>
                  </a:lnTo>
                  <a:lnTo>
                    <a:pt x="126530" y="33020"/>
                  </a:lnTo>
                  <a:lnTo>
                    <a:pt x="126530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7874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9230"/>
                  </a:lnTo>
                  <a:lnTo>
                    <a:pt x="126898" y="189230"/>
                  </a:lnTo>
                  <a:lnTo>
                    <a:pt x="126898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1586" y="5773992"/>
              <a:ext cx="321310" cy="19385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27387" y="5775959"/>
              <a:ext cx="127000" cy="189230"/>
            </a:xfrm>
            <a:custGeom>
              <a:avLst/>
              <a:gdLst/>
              <a:ahLst/>
              <a:cxnLst/>
              <a:rect l="l" t="t" r="r" b="b"/>
              <a:pathLst>
                <a:path w="127000" h="189229">
                  <a:moveTo>
                    <a:pt x="126898" y="156210"/>
                  </a:moveTo>
                  <a:lnTo>
                    <a:pt x="39141" y="156210"/>
                  </a:lnTo>
                  <a:lnTo>
                    <a:pt x="39141" y="110490"/>
                  </a:lnTo>
                  <a:lnTo>
                    <a:pt x="120002" y="110490"/>
                  </a:lnTo>
                  <a:lnTo>
                    <a:pt x="120002" y="78740"/>
                  </a:lnTo>
                  <a:lnTo>
                    <a:pt x="39141" y="78740"/>
                  </a:lnTo>
                  <a:lnTo>
                    <a:pt x="39141" y="33020"/>
                  </a:lnTo>
                  <a:lnTo>
                    <a:pt x="126530" y="33020"/>
                  </a:lnTo>
                  <a:lnTo>
                    <a:pt x="126530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7874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9230"/>
                  </a:lnTo>
                  <a:lnTo>
                    <a:pt x="126898" y="189230"/>
                  </a:lnTo>
                  <a:lnTo>
                    <a:pt x="126898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84411" y="5776570"/>
              <a:ext cx="212641" cy="1886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16760" y="5773992"/>
              <a:ext cx="148729" cy="19385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49116" y="5773992"/>
              <a:ext cx="170278" cy="19376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44537" y="5773992"/>
              <a:ext cx="374632" cy="19376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40443" y="5773992"/>
              <a:ext cx="287973" cy="1938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52801" y="6273422"/>
            <a:ext cx="13345160" cy="2466975"/>
            <a:chOff x="2552801" y="6273422"/>
            <a:chExt cx="13345160" cy="2466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2801" y="6273422"/>
              <a:ext cx="13344704" cy="24664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72397" y="6493016"/>
              <a:ext cx="12743815" cy="1864995"/>
            </a:xfrm>
            <a:custGeom>
              <a:avLst/>
              <a:gdLst/>
              <a:ahLst/>
              <a:cxnLst/>
              <a:rect l="l" t="t" r="r" b="b"/>
              <a:pathLst>
                <a:path w="12743815" h="1864995">
                  <a:moveTo>
                    <a:pt x="6371614" y="0"/>
                  </a:moveTo>
                  <a:lnTo>
                    <a:pt x="6185520" y="186093"/>
                  </a:lnTo>
                  <a:lnTo>
                    <a:pt x="223312" y="186093"/>
                  </a:lnTo>
                  <a:lnTo>
                    <a:pt x="178293" y="190628"/>
                  </a:lnTo>
                  <a:lnTo>
                    <a:pt x="136369" y="203636"/>
                  </a:lnTo>
                  <a:lnTo>
                    <a:pt x="98435" y="224219"/>
                  </a:lnTo>
                  <a:lnTo>
                    <a:pt x="65388" y="251482"/>
                  </a:lnTo>
                  <a:lnTo>
                    <a:pt x="38125" y="284529"/>
                  </a:lnTo>
                  <a:lnTo>
                    <a:pt x="17542" y="322462"/>
                  </a:lnTo>
                  <a:lnTo>
                    <a:pt x="4534" y="364387"/>
                  </a:lnTo>
                  <a:lnTo>
                    <a:pt x="0" y="409406"/>
                  </a:lnTo>
                  <a:lnTo>
                    <a:pt x="0" y="1641664"/>
                  </a:lnTo>
                  <a:lnTo>
                    <a:pt x="4534" y="1686683"/>
                  </a:lnTo>
                  <a:lnTo>
                    <a:pt x="17542" y="1728608"/>
                  </a:lnTo>
                  <a:lnTo>
                    <a:pt x="38125" y="1766542"/>
                  </a:lnTo>
                  <a:lnTo>
                    <a:pt x="65388" y="1799588"/>
                  </a:lnTo>
                  <a:lnTo>
                    <a:pt x="98435" y="1826851"/>
                  </a:lnTo>
                  <a:lnTo>
                    <a:pt x="136369" y="1847435"/>
                  </a:lnTo>
                  <a:lnTo>
                    <a:pt x="178293" y="1860442"/>
                  </a:lnTo>
                  <a:lnTo>
                    <a:pt x="223312" y="1864977"/>
                  </a:lnTo>
                  <a:lnTo>
                    <a:pt x="12519897" y="1864977"/>
                  </a:lnTo>
                  <a:lnTo>
                    <a:pt x="12564916" y="1860442"/>
                  </a:lnTo>
                  <a:lnTo>
                    <a:pt x="12606840" y="1847435"/>
                  </a:lnTo>
                  <a:lnTo>
                    <a:pt x="12644774" y="1826851"/>
                  </a:lnTo>
                  <a:lnTo>
                    <a:pt x="12677820" y="1799588"/>
                  </a:lnTo>
                  <a:lnTo>
                    <a:pt x="12705084" y="1766542"/>
                  </a:lnTo>
                  <a:lnTo>
                    <a:pt x="12725667" y="1728608"/>
                  </a:lnTo>
                  <a:lnTo>
                    <a:pt x="12738674" y="1686683"/>
                  </a:lnTo>
                  <a:lnTo>
                    <a:pt x="12743209" y="1641664"/>
                  </a:lnTo>
                  <a:lnTo>
                    <a:pt x="12743209" y="409406"/>
                  </a:lnTo>
                  <a:lnTo>
                    <a:pt x="12738674" y="364387"/>
                  </a:lnTo>
                  <a:lnTo>
                    <a:pt x="12725667" y="322462"/>
                  </a:lnTo>
                  <a:lnTo>
                    <a:pt x="12705084" y="284529"/>
                  </a:lnTo>
                  <a:lnTo>
                    <a:pt x="12677820" y="251482"/>
                  </a:lnTo>
                  <a:lnTo>
                    <a:pt x="12644774" y="224219"/>
                  </a:lnTo>
                  <a:lnTo>
                    <a:pt x="12606840" y="203636"/>
                  </a:lnTo>
                  <a:lnTo>
                    <a:pt x="12564916" y="190628"/>
                  </a:lnTo>
                  <a:lnTo>
                    <a:pt x="12519897" y="186093"/>
                  </a:lnTo>
                  <a:lnTo>
                    <a:pt x="6557708" y="186093"/>
                  </a:lnTo>
                  <a:lnTo>
                    <a:pt x="6371614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8920" y="4469545"/>
            <a:ext cx="4076768" cy="15208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93333" y="4469545"/>
            <a:ext cx="4076768" cy="152083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0970" y="4469545"/>
            <a:ext cx="4076768" cy="152083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9343" y="758964"/>
              <a:ext cx="774700" cy="465455"/>
            </a:xfrm>
            <a:custGeom>
              <a:avLst/>
              <a:gdLst/>
              <a:ahLst/>
              <a:cxnLst/>
              <a:rect l="l" t="t" r="r" b="b"/>
              <a:pathLst>
                <a:path w="77470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74700" h="465455">
                  <a:moveTo>
                    <a:pt x="774077" y="329336"/>
                  </a:moveTo>
                  <a:lnTo>
                    <a:pt x="767473" y="290499"/>
                  </a:lnTo>
                  <a:lnTo>
                    <a:pt x="747458" y="259143"/>
                  </a:lnTo>
                  <a:lnTo>
                    <a:pt x="714692" y="236804"/>
                  </a:lnTo>
                  <a:lnTo>
                    <a:pt x="669848" y="224967"/>
                  </a:lnTo>
                  <a:lnTo>
                    <a:pt x="669848" y="221462"/>
                  </a:lnTo>
                  <a:lnTo>
                    <a:pt x="705307" y="209892"/>
                  </a:lnTo>
                  <a:lnTo>
                    <a:pt x="732891" y="189420"/>
                  </a:lnTo>
                  <a:lnTo>
                    <a:pt x="750709" y="161175"/>
                  </a:lnTo>
                  <a:lnTo>
                    <a:pt x="756856" y="126301"/>
                  </a:lnTo>
                  <a:lnTo>
                    <a:pt x="749681" y="85966"/>
                  </a:lnTo>
                  <a:lnTo>
                    <a:pt x="728675" y="51244"/>
                  </a:lnTo>
                  <a:lnTo>
                    <a:pt x="695388" y="24066"/>
                  </a:lnTo>
                  <a:lnTo>
                    <a:pt x="651408" y="6337"/>
                  </a:lnTo>
                  <a:lnTo>
                    <a:pt x="598284" y="0"/>
                  </a:lnTo>
                  <a:lnTo>
                    <a:pt x="545033" y="6210"/>
                  </a:lnTo>
                  <a:lnTo>
                    <a:pt x="499503" y="23850"/>
                  </a:lnTo>
                  <a:lnTo>
                    <a:pt x="463931" y="51485"/>
                  </a:lnTo>
                  <a:lnTo>
                    <a:pt x="440575" y="87655"/>
                  </a:lnTo>
                  <a:lnTo>
                    <a:pt x="431660" y="130898"/>
                  </a:lnTo>
                  <a:lnTo>
                    <a:pt x="522909" y="130898"/>
                  </a:lnTo>
                  <a:lnTo>
                    <a:pt x="529488" y="107543"/>
                  </a:lnTo>
                  <a:lnTo>
                    <a:pt x="545693" y="89712"/>
                  </a:lnTo>
                  <a:lnTo>
                    <a:pt x="569239" y="78333"/>
                  </a:lnTo>
                  <a:lnTo>
                    <a:pt x="597839" y="74333"/>
                  </a:lnTo>
                  <a:lnTo>
                    <a:pt x="625462" y="78536"/>
                  </a:lnTo>
                  <a:lnTo>
                    <a:pt x="646760" y="90335"/>
                  </a:lnTo>
                  <a:lnTo>
                    <a:pt x="660425" y="108559"/>
                  </a:lnTo>
                  <a:lnTo>
                    <a:pt x="665162" y="132003"/>
                  </a:lnTo>
                  <a:lnTo>
                    <a:pt x="659650" y="156311"/>
                  </a:lnTo>
                  <a:lnTo>
                    <a:pt x="643915" y="175145"/>
                  </a:lnTo>
                  <a:lnTo>
                    <a:pt x="619620" y="187312"/>
                  </a:lnTo>
                  <a:lnTo>
                    <a:pt x="588441" y="191643"/>
                  </a:lnTo>
                  <a:lnTo>
                    <a:pt x="545947" y="191643"/>
                  </a:lnTo>
                  <a:lnTo>
                    <a:pt x="545947" y="260705"/>
                  </a:lnTo>
                  <a:lnTo>
                    <a:pt x="588441" y="260705"/>
                  </a:lnTo>
                  <a:lnTo>
                    <a:pt x="624776" y="265328"/>
                  </a:lnTo>
                  <a:lnTo>
                    <a:pt x="652132" y="278231"/>
                  </a:lnTo>
                  <a:lnTo>
                    <a:pt x="669340" y="297992"/>
                  </a:lnTo>
                  <a:lnTo>
                    <a:pt x="675220" y="323202"/>
                  </a:lnTo>
                  <a:lnTo>
                    <a:pt x="669531" y="347992"/>
                  </a:lnTo>
                  <a:lnTo>
                    <a:pt x="653389" y="367245"/>
                  </a:lnTo>
                  <a:lnTo>
                    <a:pt x="628637" y="379717"/>
                  </a:lnTo>
                  <a:lnTo>
                    <a:pt x="597166" y="384162"/>
                  </a:lnTo>
                  <a:lnTo>
                    <a:pt x="566496" y="380187"/>
                  </a:lnTo>
                  <a:lnTo>
                    <a:pt x="541870" y="368947"/>
                  </a:lnTo>
                  <a:lnTo>
                    <a:pt x="525208" y="351510"/>
                  </a:lnTo>
                  <a:lnTo>
                    <a:pt x="518439" y="328904"/>
                  </a:lnTo>
                  <a:lnTo>
                    <a:pt x="422490" y="328904"/>
                  </a:lnTo>
                  <a:lnTo>
                    <a:pt x="431558" y="372732"/>
                  </a:lnTo>
                  <a:lnTo>
                    <a:pt x="455523" y="409333"/>
                  </a:lnTo>
                  <a:lnTo>
                    <a:pt x="492417" y="437273"/>
                  </a:lnTo>
                  <a:lnTo>
                    <a:pt x="540219" y="455079"/>
                  </a:lnTo>
                  <a:lnTo>
                    <a:pt x="596938" y="461340"/>
                  </a:lnTo>
                  <a:lnTo>
                    <a:pt x="655002" y="454977"/>
                  </a:lnTo>
                  <a:lnTo>
                    <a:pt x="703961" y="436981"/>
                  </a:lnTo>
                  <a:lnTo>
                    <a:pt x="741616" y="408965"/>
                  </a:lnTo>
                  <a:lnTo>
                    <a:pt x="765721" y="372541"/>
                  </a:lnTo>
                  <a:lnTo>
                    <a:pt x="774077" y="32933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6281" y="1115928"/>
              <a:ext cx="106235" cy="10371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13470" y="737780"/>
              <a:ext cx="3884929" cy="508000"/>
            </a:xfrm>
            <a:custGeom>
              <a:avLst/>
              <a:gdLst/>
              <a:ahLst/>
              <a:cxnLst/>
              <a:rect l="l" t="t" r="r" b="b"/>
              <a:pathLst>
                <a:path w="3884929" h="508000">
                  <a:moveTo>
                    <a:pt x="263055" y="217068"/>
                  </a:moveTo>
                  <a:lnTo>
                    <a:pt x="256667" y="156730"/>
                  </a:lnTo>
                  <a:lnTo>
                    <a:pt x="238633" y="107340"/>
                  </a:lnTo>
                  <a:lnTo>
                    <a:pt x="229247" y="94919"/>
                  </a:lnTo>
                  <a:lnTo>
                    <a:pt x="210667" y="70307"/>
                  </a:lnTo>
                  <a:lnTo>
                    <a:pt x="203060" y="65417"/>
                  </a:lnTo>
                  <a:lnTo>
                    <a:pt x="203060" y="217068"/>
                  </a:lnTo>
                  <a:lnTo>
                    <a:pt x="197878" y="268935"/>
                  </a:lnTo>
                  <a:lnTo>
                    <a:pt x="183286" y="307428"/>
                  </a:lnTo>
                  <a:lnTo>
                    <a:pt x="160769" y="331381"/>
                  </a:lnTo>
                  <a:lnTo>
                    <a:pt x="131826" y="339623"/>
                  </a:lnTo>
                  <a:lnTo>
                    <a:pt x="102425" y="331381"/>
                  </a:lnTo>
                  <a:lnTo>
                    <a:pt x="79679" y="307428"/>
                  </a:lnTo>
                  <a:lnTo>
                    <a:pt x="64998" y="268935"/>
                  </a:lnTo>
                  <a:lnTo>
                    <a:pt x="59791" y="217068"/>
                  </a:lnTo>
                  <a:lnTo>
                    <a:pt x="64998" y="165519"/>
                  </a:lnTo>
                  <a:lnTo>
                    <a:pt x="79679" y="127127"/>
                  </a:lnTo>
                  <a:lnTo>
                    <a:pt x="102425" y="103174"/>
                  </a:lnTo>
                  <a:lnTo>
                    <a:pt x="131826" y="94919"/>
                  </a:lnTo>
                  <a:lnTo>
                    <a:pt x="160769" y="103174"/>
                  </a:lnTo>
                  <a:lnTo>
                    <a:pt x="183286" y="127127"/>
                  </a:lnTo>
                  <a:lnTo>
                    <a:pt x="197878" y="165519"/>
                  </a:lnTo>
                  <a:lnTo>
                    <a:pt x="203060" y="217068"/>
                  </a:lnTo>
                  <a:lnTo>
                    <a:pt x="203060" y="65417"/>
                  </a:lnTo>
                  <a:lnTo>
                    <a:pt x="174498" y="47028"/>
                  </a:lnTo>
                  <a:lnTo>
                    <a:pt x="131826" y="38874"/>
                  </a:lnTo>
                  <a:lnTo>
                    <a:pt x="88696" y="47028"/>
                  </a:lnTo>
                  <a:lnTo>
                    <a:pt x="52285" y="70307"/>
                  </a:lnTo>
                  <a:lnTo>
                    <a:pt x="24269" y="107340"/>
                  </a:lnTo>
                  <a:lnTo>
                    <a:pt x="6286" y="156730"/>
                  </a:lnTo>
                  <a:lnTo>
                    <a:pt x="0" y="217068"/>
                  </a:lnTo>
                  <a:lnTo>
                    <a:pt x="6286" y="277799"/>
                  </a:lnTo>
                  <a:lnTo>
                    <a:pt x="24269" y="327393"/>
                  </a:lnTo>
                  <a:lnTo>
                    <a:pt x="52285" y="364490"/>
                  </a:lnTo>
                  <a:lnTo>
                    <a:pt x="88696" y="387705"/>
                  </a:lnTo>
                  <a:lnTo>
                    <a:pt x="131826" y="395668"/>
                  </a:lnTo>
                  <a:lnTo>
                    <a:pt x="174498" y="387705"/>
                  </a:lnTo>
                  <a:lnTo>
                    <a:pt x="210667" y="364490"/>
                  </a:lnTo>
                  <a:lnTo>
                    <a:pt x="229412" y="339623"/>
                  </a:lnTo>
                  <a:lnTo>
                    <a:pt x="238633" y="327393"/>
                  </a:lnTo>
                  <a:lnTo>
                    <a:pt x="256667" y="277799"/>
                  </a:lnTo>
                  <a:lnTo>
                    <a:pt x="263055" y="217068"/>
                  </a:lnTo>
                  <a:close/>
                </a:path>
                <a:path w="3884929" h="508000">
                  <a:moveTo>
                    <a:pt x="403567" y="2362"/>
                  </a:moveTo>
                  <a:lnTo>
                    <a:pt x="341007" y="2362"/>
                  </a:lnTo>
                  <a:lnTo>
                    <a:pt x="341007" y="507555"/>
                  </a:lnTo>
                  <a:lnTo>
                    <a:pt x="403567" y="507555"/>
                  </a:lnTo>
                  <a:lnTo>
                    <a:pt x="403567" y="2362"/>
                  </a:lnTo>
                  <a:close/>
                </a:path>
                <a:path w="3884929" h="508000">
                  <a:moveTo>
                    <a:pt x="889038" y="2755"/>
                  </a:moveTo>
                  <a:lnTo>
                    <a:pt x="827074" y="2755"/>
                  </a:lnTo>
                  <a:lnTo>
                    <a:pt x="827074" y="138518"/>
                  </a:lnTo>
                  <a:lnTo>
                    <a:pt x="725639" y="138518"/>
                  </a:lnTo>
                  <a:lnTo>
                    <a:pt x="725639" y="117221"/>
                  </a:lnTo>
                  <a:lnTo>
                    <a:pt x="725639" y="116928"/>
                  </a:lnTo>
                  <a:lnTo>
                    <a:pt x="725639" y="35915"/>
                  </a:lnTo>
                  <a:lnTo>
                    <a:pt x="664273" y="35915"/>
                  </a:lnTo>
                  <a:lnTo>
                    <a:pt x="664273" y="116928"/>
                  </a:lnTo>
                  <a:lnTo>
                    <a:pt x="664273" y="165188"/>
                  </a:lnTo>
                  <a:lnTo>
                    <a:pt x="664273" y="189318"/>
                  </a:lnTo>
                  <a:lnTo>
                    <a:pt x="664273" y="243928"/>
                  </a:lnTo>
                  <a:lnTo>
                    <a:pt x="551586" y="243928"/>
                  </a:lnTo>
                  <a:lnTo>
                    <a:pt x="551586" y="165188"/>
                  </a:lnTo>
                  <a:lnTo>
                    <a:pt x="664273" y="165188"/>
                  </a:lnTo>
                  <a:lnTo>
                    <a:pt x="664273" y="116928"/>
                  </a:lnTo>
                  <a:lnTo>
                    <a:pt x="551586" y="116928"/>
                  </a:lnTo>
                  <a:lnTo>
                    <a:pt x="551586" y="35648"/>
                  </a:lnTo>
                  <a:lnTo>
                    <a:pt x="489229" y="35648"/>
                  </a:lnTo>
                  <a:lnTo>
                    <a:pt x="489229" y="293458"/>
                  </a:lnTo>
                  <a:lnTo>
                    <a:pt x="725639" y="293458"/>
                  </a:lnTo>
                  <a:lnTo>
                    <a:pt x="725639" y="243928"/>
                  </a:lnTo>
                  <a:lnTo>
                    <a:pt x="725639" y="189318"/>
                  </a:lnTo>
                  <a:lnTo>
                    <a:pt x="827074" y="189318"/>
                  </a:lnTo>
                  <a:lnTo>
                    <a:pt x="827074" y="374942"/>
                  </a:lnTo>
                  <a:lnTo>
                    <a:pt x="889038" y="374942"/>
                  </a:lnTo>
                  <a:lnTo>
                    <a:pt x="889038" y="189318"/>
                  </a:lnTo>
                  <a:lnTo>
                    <a:pt x="889038" y="165188"/>
                  </a:lnTo>
                  <a:lnTo>
                    <a:pt x="889038" y="139115"/>
                  </a:lnTo>
                  <a:lnTo>
                    <a:pt x="889038" y="138518"/>
                  </a:lnTo>
                  <a:lnTo>
                    <a:pt x="889038" y="2755"/>
                  </a:lnTo>
                  <a:close/>
                </a:path>
                <a:path w="3884929" h="508000">
                  <a:moveTo>
                    <a:pt x="900087" y="447128"/>
                  </a:moveTo>
                  <a:lnTo>
                    <a:pt x="619277" y="447128"/>
                  </a:lnTo>
                  <a:lnTo>
                    <a:pt x="619277" y="337908"/>
                  </a:lnTo>
                  <a:lnTo>
                    <a:pt x="556514" y="337908"/>
                  </a:lnTo>
                  <a:lnTo>
                    <a:pt x="556514" y="447128"/>
                  </a:lnTo>
                  <a:lnTo>
                    <a:pt x="556514" y="496658"/>
                  </a:lnTo>
                  <a:lnTo>
                    <a:pt x="900087" y="496658"/>
                  </a:lnTo>
                  <a:lnTo>
                    <a:pt x="900087" y="447128"/>
                  </a:lnTo>
                  <a:close/>
                </a:path>
                <a:path w="3884929" h="508000">
                  <a:moveTo>
                    <a:pt x="1222565" y="211543"/>
                  </a:moveTo>
                  <a:lnTo>
                    <a:pt x="1213485" y="173837"/>
                  </a:lnTo>
                  <a:lnTo>
                    <a:pt x="1206830" y="166154"/>
                  </a:lnTo>
                  <a:lnTo>
                    <a:pt x="1188250" y="144716"/>
                  </a:lnTo>
                  <a:lnTo>
                    <a:pt x="1163751" y="132867"/>
                  </a:lnTo>
                  <a:lnTo>
                    <a:pt x="1163751" y="211543"/>
                  </a:lnTo>
                  <a:lnTo>
                    <a:pt x="1158925" y="230466"/>
                  </a:lnTo>
                  <a:lnTo>
                    <a:pt x="1145819" y="244373"/>
                  </a:lnTo>
                  <a:lnTo>
                    <a:pt x="1125651" y="252920"/>
                  </a:lnTo>
                  <a:lnTo>
                    <a:pt x="1099616" y="255752"/>
                  </a:lnTo>
                  <a:lnTo>
                    <a:pt x="1073365" y="252920"/>
                  </a:lnTo>
                  <a:lnTo>
                    <a:pt x="1053172" y="244373"/>
                  </a:lnTo>
                  <a:lnTo>
                    <a:pt x="1040257" y="230466"/>
                  </a:lnTo>
                  <a:lnTo>
                    <a:pt x="1035875" y="211543"/>
                  </a:lnTo>
                  <a:lnTo>
                    <a:pt x="1040257" y="192405"/>
                  </a:lnTo>
                  <a:lnTo>
                    <a:pt x="1053172" y="178193"/>
                  </a:lnTo>
                  <a:lnTo>
                    <a:pt x="1073365" y="169303"/>
                  </a:lnTo>
                  <a:lnTo>
                    <a:pt x="1099616" y="166154"/>
                  </a:lnTo>
                  <a:lnTo>
                    <a:pt x="1125651" y="169303"/>
                  </a:lnTo>
                  <a:lnTo>
                    <a:pt x="1145819" y="178193"/>
                  </a:lnTo>
                  <a:lnTo>
                    <a:pt x="1158925" y="192405"/>
                  </a:lnTo>
                  <a:lnTo>
                    <a:pt x="1163751" y="211543"/>
                  </a:lnTo>
                  <a:lnTo>
                    <a:pt x="1163751" y="132867"/>
                  </a:lnTo>
                  <a:lnTo>
                    <a:pt x="1149438" y="125933"/>
                  </a:lnTo>
                  <a:lnTo>
                    <a:pt x="1099616" y="119189"/>
                  </a:lnTo>
                  <a:lnTo>
                    <a:pt x="1049337" y="125933"/>
                  </a:lnTo>
                  <a:lnTo>
                    <a:pt x="1010119" y="144716"/>
                  </a:lnTo>
                  <a:lnTo>
                    <a:pt x="984669" y="173837"/>
                  </a:lnTo>
                  <a:lnTo>
                    <a:pt x="975690" y="211543"/>
                  </a:lnTo>
                  <a:lnTo>
                    <a:pt x="984669" y="249250"/>
                  </a:lnTo>
                  <a:lnTo>
                    <a:pt x="1010119" y="278345"/>
                  </a:lnTo>
                  <a:lnTo>
                    <a:pt x="1049337" y="297078"/>
                  </a:lnTo>
                  <a:lnTo>
                    <a:pt x="1099616" y="303707"/>
                  </a:lnTo>
                  <a:lnTo>
                    <a:pt x="1149438" y="297078"/>
                  </a:lnTo>
                  <a:lnTo>
                    <a:pt x="1188250" y="278345"/>
                  </a:lnTo>
                  <a:lnTo>
                    <a:pt x="1207846" y="255752"/>
                  </a:lnTo>
                  <a:lnTo>
                    <a:pt x="1213485" y="249250"/>
                  </a:lnTo>
                  <a:lnTo>
                    <a:pt x="1222565" y="211543"/>
                  </a:lnTo>
                  <a:close/>
                </a:path>
                <a:path w="3884929" h="508000">
                  <a:moveTo>
                    <a:pt x="1249006" y="50520"/>
                  </a:moveTo>
                  <a:lnTo>
                    <a:pt x="1130401" y="50520"/>
                  </a:lnTo>
                  <a:lnTo>
                    <a:pt x="1130401" y="0"/>
                  </a:lnTo>
                  <a:lnTo>
                    <a:pt x="1068641" y="0"/>
                  </a:lnTo>
                  <a:lnTo>
                    <a:pt x="1068641" y="50520"/>
                  </a:lnTo>
                  <a:lnTo>
                    <a:pt x="949642" y="50520"/>
                  </a:lnTo>
                  <a:lnTo>
                    <a:pt x="949642" y="99656"/>
                  </a:lnTo>
                  <a:lnTo>
                    <a:pt x="1249006" y="99656"/>
                  </a:lnTo>
                  <a:lnTo>
                    <a:pt x="1249006" y="50520"/>
                  </a:lnTo>
                  <a:close/>
                </a:path>
                <a:path w="3884929" h="508000">
                  <a:moveTo>
                    <a:pt x="1347279" y="341591"/>
                  </a:moveTo>
                  <a:lnTo>
                    <a:pt x="1011008" y="341591"/>
                  </a:lnTo>
                  <a:lnTo>
                    <a:pt x="1011008" y="391515"/>
                  </a:lnTo>
                  <a:lnTo>
                    <a:pt x="1284922" y="391515"/>
                  </a:lnTo>
                  <a:lnTo>
                    <a:pt x="1284922" y="506374"/>
                  </a:lnTo>
                  <a:lnTo>
                    <a:pt x="1347279" y="506374"/>
                  </a:lnTo>
                  <a:lnTo>
                    <a:pt x="1347279" y="341591"/>
                  </a:lnTo>
                  <a:close/>
                </a:path>
                <a:path w="3884929" h="508000">
                  <a:moveTo>
                    <a:pt x="1417726" y="136359"/>
                  </a:moveTo>
                  <a:lnTo>
                    <a:pt x="1347279" y="136359"/>
                  </a:lnTo>
                  <a:lnTo>
                    <a:pt x="1347279" y="2362"/>
                  </a:lnTo>
                  <a:lnTo>
                    <a:pt x="1284922" y="2362"/>
                  </a:lnTo>
                  <a:lnTo>
                    <a:pt x="1284922" y="318109"/>
                  </a:lnTo>
                  <a:lnTo>
                    <a:pt x="1347279" y="318109"/>
                  </a:lnTo>
                  <a:lnTo>
                    <a:pt x="1347279" y="187071"/>
                  </a:lnTo>
                  <a:lnTo>
                    <a:pt x="1417726" y="187071"/>
                  </a:lnTo>
                  <a:lnTo>
                    <a:pt x="1417726" y="136359"/>
                  </a:lnTo>
                  <a:close/>
                </a:path>
                <a:path w="3884929" h="508000">
                  <a:moveTo>
                    <a:pt x="1702714" y="55841"/>
                  </a:moveTo>
                  <a:lnTo>
                    <a:pt x="1460969" y="55841"/>
                  </a:lnTo>
                  <a:lnTo>
                    <a:pt x="1460969" y="104978"/>
                  </a:lnTo>
                  <a:lnTo>
                    <a:pt x="1639557" y="104978"/>
                  </a:lnTo>
                  <a:lnTo>
                    <a:pt x="1631696" y="152400"/>
                  </a:lnTo>
                  <a:lnTo>
                    <a:pt x="1617332" y="196303"/>
                  </a:lnTo>
                  <a:lnTo>
                    <a:pt x="1596097" y="236816"/>
                  </a:lnTo>
                  <a:lnTo>
                    <a:pt x="1567649" y="274078"/>
                  </a:lnTo>
                  <a:lnTo>
                    <a:pt x="1531607" y="308216"/>
                  </a:lnTo>
                  <a:lnTo>
                    <a:pt x="1487614" y="339356"/>
                  </a:lnTo>
                  <a:lnTo>
                    <a:pt x="1435315" y="367639"/>
                  </a:lnTo>
                  <a:lnTo>
                    <a:pt x="1467878" y="417372"/>
                  </a:lnTo>
                  <a:lnTo>
                    <a:pt x="1517307" y="390918"/>
                  </a:lnTo>
                  <a:lnTo>
                    <a:pt x="1560017" y="361988"/>
                  </a:lnTo>
                  <a:lnTo>
                    <a:pt x="1596364" y="330682"/>
                  </a:lnTo>
                  <a:lnTo>
                    <a:pt x="1626692" y="297129"/>
                  </a:lnTo>
                  <a:lnTo>
                    <a:pt x="1651381" y="261467"/>
                  </a:lnTo>
                  <a:lnTo>
                    <a:pt x="1670773" y="223824"/>
                  </a:lnTo>
                  <a:lnTo>
                    <a:pt x="1685239" y="184315"/>
                  </a:lnTo>
                  <a:lnTo>
                    <a:pt x="1695145" y="143052"/>
                  </a:lnTo>
                  <a:lnTo>
                    <a:pt x="1700847" y="100190"/>
                  </a:lnTo>
                  <a:lnTo>
                    <a:pt x="1702714" y="55841"/>
                  </a:lnTo>
                  <a:close/>
                </a:path>
                <a:path w="3884929" h="508000">
                  <a:moveTo>
                    <a:pt x="1853082" y="2362"/>
                  </a:moveTo>
                  <a:lnTo>
                    <a:pt x="1790522" y="2362"/>
                  </a:lnTo>
                  <a:lnTo>
                    <a:pt x="1790522" y="506374"/>
                  </a:lnTo>
                  <a:lnTo>
                    <a:pt x="1853082" y="506374"/>
                  </a:lnTo>
                  <a:lnTo>
                    <a:pt x="1853082" y="2362"/>
                  </a:lnTo>
                  <a:close/>
                </a:path>
                <a:path w="3884929" h="508000">
                  <a:moveTo>
                    <a:pt x="2442553" y="344258"/>
                  </a:moveTo>
                  <a:lnTo>
                    <a:pt x="2089899" y="344258"/>
                  </a:lnTo>
                  <a:lnTo>
                    <a:pt x="2089899" y="392518"/>
                  </a:lnTo>
                  <a:lnTo>
                    <a:pt x="2380196" y="392518"/>
                  </a:lnTo>
                  <a:lnTo>
                    <a:pt x="2380196" y="506818"/>
                  </a:lnTo>
                  <a:lnTo>
                    <a:pt x="2442553" y="506818"/>
                  </a:lnTo>
                  <a:lnTo>
                    <a:pt x="2442553" y="392518"/>
                  </a:lnTo>
                  <a:lnTo>
                    <a:pt x="2442553" y="344258"/>
                  </a:lnTo>
                  <a:close/>
                </a:path>
                <a:path w="3884929" h="508000">
                  <a:moveTo>
                    <a:pt x="2498598" y="251206"/>
                  </a:moveTo>
                  <a:lnTo>
                    <a:pt x="2299474" y="251206"/>
                  </a:lnTo>
                  <a:lnTo>
                    <a:pt x="2299474" y="198208"/>
                  </a:lnTo>
                  <a:lnTo>
                    <a:pt x="2440178" y="198208"/>
                  </a:lnTo>
                  <a:lnTo>
                    <a:pt x="2440178" y="148793"/>
                  </a:lnTo>
                  <a:lnTo>
                    <a:pt x="2440178" y="71437"/>
                  </a:lnTo>
                  <a:lnTo>
                    <a:pt x="2379002" y="71437"/>
                  </a:lnTo>
                  <a:lnTo>
                    <a:pt x="2379002" y="148678"/>
                  </a:lnTo>
                  <a:lnTo>
                    <a:pt x="2157387" y="148678"/>
                  </a:lnTo>
                  <a:lnTo>
                    <a:pt x="2157387" y="71208"/>
                  </a:lnTo>
                  <a:lnTo>
                    <a:pt x="2440178" y="71208"/>
                  </a:lnTo>
                  <a:lnTo>
                    <a:pt x="2440178" y="22948"/>
                  </a:lnTo>
                  <a:lnTo>
                    <a:pt x="2096808" y="22948"/>
                  </a:lnTo>
                  <a:lnTo>
                    <a:pt x="2096808" y="71208"/>
                  </a:lnTo>
                  <a:lnTo>
                    <a:pt x="2096808" y="148678"/>
                  </a:lnTo>
                  <a:lnTo>
                    <a:pt x="2096808" y="198208"/>
                  </a:lnTo>
                  <a:lnTo>
                    <a:pt x="2237321" y="198208"/>
                  </a:lnTo>
                  <a:lnTo>
                    <a:pt x="2237321" y="251206"/>
                  </a:lnTo>
                  <a:lnTo>
                    <a:pt x="2038985" y="251206"/>
                  </a:lnTo>
                  <a:lnTo>
                    <a:pt x="2038985" y="301332"/>
                  </a:lnTo>
                  <a:lnTo>
                    <a:pt x="2498598" y="301332"/>
                  </a:lnTo>
                  <a:lnTo>
                    <a:pt x="2498598" y="251206"/>
                  </a:lnTo>
                  <a:close/>
                </a:path>
                <a:path w="3884929" h="508000">
                  <a:moveTo>
                    <a:pt x="2982887" y="398424"/>
                  </a:moveTo>
                  <a:lnTo>
                    <a:pt x="2861322" y="398424"/>
                  </a:lnTo>
                  <a:lnTo>
                    <a:pt x="2861322" y="294627"/>
                  </a:lnTo>
                  <a:lnTo>
                    <a:pt x="2940659" y="294627"/>
                  </a:lnTo>
                  <a:lnTo>
                    <a:pt x="2940659" y="244297"/>
                  </a:lnTo>
                  <a:lnTo>
                    <a:pt x="2868625" y="244297"/>
                  </a:lnTo>
                  <a:lnTo>
                    <a:pt x="2868625" y="95110"/>
                  </a:lnTo>
                  <a:lnTo>
                    <a:pt x="2942628" y="95110"/>
                  </a:lnTo>
                  <a:lnTo>
                    <a:pt x="2942628" y="44983"/>
                  </a:lnTo>
                  <a:lnTo>
                    <a:pt x="2807449" y="44983"/>
                  </a:lnTo>
                  <a:lnTo>
                    <a:pt x="2807449" y="95110"/>
                  </a:lnTo>
                  <a:lnTo>
                    <a:pt x="2807449" y="244297"/>
                  </a:lnTo>
                  <a:lnTo>
                    <a:pt x="2798965" y="244297"/>
                  </a:lnTo>
                  <a:lnTo>
                    <a:pt x="2798965" y="294627"/>
                  </a:lnTo>
                  <a:lnTo>
                    <a:pt x="2798965" y="398424"/>
                  </a:lnTo>
                  <a:lnTo>
                    <a:pt x="2703055" y="398424"/>
                  </a:lnTo>
                  <a:lnTo>
                    <a:pt x="2703055" y="294627"/>
                  </a:lnTo>
                  <a:lnTo>
                    <a:pt x="2798965" y="294627"/>
                  </a:lnTo>
                  <a:lnTo>
                    <a:pt x="2798965" y="244297"/>
                  </a:lnTo>
                  <a:lnTo>
                    <a:pt x="2694178" y="244297"/>
                  </a:lnTo>
                  <a:lnTo>
                    <a:pt x="2694178" y="95110"/>
                  </a:lnTo>
                  <a:lnTo>
                    <a:pt x="2807449" y="95110"/>
                  </a:lnTo>
                  <a:lnTo>
                    <a:pt x="2807449" y="44983"/>
                  </a:lnTo>
                  <a:lnTo>
                    <a:pt x="2559393" y="44983"/>
                  </a:lnTo>
                  <a:lnTo>
                    <a:pt x="2559393" y="95110"/>
                  </a:lnTo>
                  <a:lnTo>
                    <a:pt x="2632405" y="95110"/>
                  </a:lnTo>
                  <a:lnTo>
                    <a:pt x="2632405" y="244297"/>
                  </a:lnTo>
                  <a:lnTo>
                    <a:pt x="2560967" y="244297"/>
                  </a:lnTo>
                  <a:lnTo>
                    <a:pt x="2560967" y="294627"/>
                  </a:lnTo>
                  <a:lnTo>
                    <a:pt x="2640888" y="294627"/>
                  </a:lnTo>
                  <a:lnTo>
                    <a:pt x="2640888" y="398424"/>
                  </a:lnTo>
                  <a:lnTo>
                    <a:pt x="2521699" y="398424"/>
                  </a:lnTo>
                  <a:lnTo>
                    <a:pt x="2521699" y="448551"/>
                  </a:lnTo>
                  <a:lnTo>
                    <a:pt x="2982887" y="448551"/>
                  </a:lnTo>
                  <a:lnTo>
                    <a:pt x="2982887" y="398424"/>
                  </a:lnTo>
                  <a:close/>
                </a:path>
                <a:path w="3884929" h="508000">
                  <a:moveTo>
                    <a:pt x="3534079" y="139776"/>
                  </a:moveTo>
                  <a:lnTo>
                    <a:pt x="3503142" y="139776"/>
                  </a:lnTo>
                  <a:lnTo>
                    <a:pt x="3503142" y="362902"/>
                  </a:lnTo>
                  <a:lnTo>
                    <a:pt x="3534079" y="362902"/>
                  </a:lnTo>
                  <a:lnTo>
                    <a:pt x="3534079" y="139776"/>
                  </a:lnTo>
                  <a:close/>
                </a:path>
                <a:path w="3884929" h="508000">
                  <a:moveTo>
                    <a:pt x="3884777" y="161493"/>
                  </a:moveTo>
                  <a:lnTo>
                    <a:pt x="3740632" y="161493"/>
                  </a:lnTo>
                  <a:lnTo>
                    <a:pt x="3740632" y="192278"/>
                  </a:lnTo>
                  <a:lnTo>
                    <a:pt x="3794696" y="192278"/>
                  </a:lnTo>
                  <a:lnTo>
                    <a:pt x="3794696" y="341083"/>
                  </a:lnTo>
                  <a:lnTo>
                    <a:pt x="3830878" y="341083"/>
                  </a:lnTo>
                  <a:lnTo>
                    <a:pt x="3830878" y="192278"/>
                  </a:lnTo>
                  <a:lnTo>
                    <a:pt x="3884777" y="192278"/>
                  </a:lnTo>
                  <a:lnTo>
                    <a:pt x="3884777" y="16149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7770" y="899300"/>
              <a:ext cx="121623" cy="1796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63033" y="889214"/>
              <a:ext cx="175176" cy="1923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07569" y="896844"/>
              <a:ext cx="279780" cy="18471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07465" y="942452"/>
              <a:ext cx="191245" cy="13647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18398" y="911930"/>
              <a:ext cx="487707" cy="1696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26222" y="899388"/>
              <a:ext cx="269727" cy="18216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67501" y="896844"/>
              <a:ext cx="438281" cy="18471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030627" y="899300"/>
              <a:ext cx="36195" cy="179705"/>
            </a:xfrm>
            <a:custGeom>
              <a:avLst/>
              <a:gdLst/>
              <a:ahLst/>
              <a:cxnLst/>
              <a:rect l="l" t="t" r="r" b="b"/>
              <a:pathLst>
                <a:path w="36195" h="179705">
                  <a:moveTo>
                    <a:pt x="36013" y="0"/>
                  </a:moveTo>
                  <a:lnTo>
                    <a:pt x="0" y="0"/>
                  </a:lnTo>
                  <a:lnTo>
                    <a:pt x="0" y="179624"/>
                  </a:lnTo>
                  <a:lnTo>
                    <a:pt x="36013" y="179624"/>
                  </a:lnTo>
                  <a:lnTo>
                    <a:pt x="3601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86242" y="942452"/>
              <a:ext cx="118013" cy="139103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2838791" y="5016848"/>
            <a:ext cx="453390" cy="453390"/>
            <a:chOff x="2838791" y="5016848"/>
            <a:chExt cx="453390" cy="453390"/>
          </a:xfrm>
        </p:grpSpPr>
        <p:sp>
          <p:nvSpPr>
            <p:cNvPr id="23" name="object 23"/>
            <p:cNvSpPr/>
            <p:nvPr/>
          </p:nvSpPr>
          <p:spPr>
            <a:xfrm>
              <a:off x="2838791" y="5016848"/>
              <a:ext cx="453390" cy="453390"/>
            </a:xfrm>
            <a:custGeom>
              <a:avLst/>
              <a:gdLst/>
              <a:ahLst/>
              <a:cxnLst/>
              <a:rect l="l" t="t" r="r" b="b"/>
              <a:pathLst>
                <a:path w="453389" h="453389">
                  <a:moveTo>
                    <a:pt x="226690" y="453380"/>
                  </a:moveTo>
                  <a:lnTo>
                    <a:pt x="181004" y="448774"/>
                  </a:lnTo>
                  <a:lnTo>
                    <a:pt x="138452" y="435565"/>
                  </a:lnTo>
                  <a:lnTo>
                    <a:pt x="99946" y="414665"/>
                  </a:lnTo>
                  <a:lnTo>
                    <a:pt x="66396" y="386984"/>
                  </a:lnTo>
                  <a:lnTo>
                    <a:pt x="38715" y="353434"/>
                  </a:lnTo>
                  <a:lnTo>
                    <a:pt x="17814" y="314927"/>
                  </a:lnTo>
                  <a:lnTo>
                    <a:pt x="4605" y="272375"/>
                  </a:lnTo>
                  <a:lnTo>
                    <a:pt x="0" y="226690"/>
                  </a:lnTo>
                  <a:lnTo>
                    <a:pt x="4605" y="181004"/>
                  </a:lnTo>
                  <a:lnTo>
                    <a:pt x="17814" y="138452"/>
                  </a:lnTo>
                  <a:lnTo>
                    <a:pt x="38715" y="99946"/>
                  </a:lnTo>
                  <a:lnTo>
                    <a:pt x="66396" y="66396"/>
                  </a:lnTo>
                  <a:lnTo>
                    <a:pt x="99946" y="38715"/>
                  </a:lnTo>
                  <a:lnTo>
                    <a:pt x="138452" y="17814"/>
                  </a:lnTo>
                  <a:lnTo>
                    <a:pt x="181004" y="4605"/>
                  </a:lnTo>
                  <a:lnTo>
                    <a:pt x="226690" y="0"/>
                  </a:lnTo>
                  <a:lnTo>
                    <a:pt x="272375" y="4605"/>
                  </a:lnTo>
                  <a:lnTo>
                    <a:pt x="314927" y="17814"/>
                  </a:lnTo>
                  <a:lnTo>
                    <a:pt x="353434" y="38715"/>
                  </a:lnTo>
                  <a:lnTo>
                    <a:pt x="386984" y="66396"/>
                  </a:lnTo>
                  <a:lnTo>
                    <a:pt x="414665" y="99946"/>
                  </a:lnTo>
                  <a:lnTo>
                    <a:pt x="435565" y="138452"/>
                  </a:lnTo>
                  <a:lnTo>
                    <a:pt x="448774" y="181004"/>
                  </a:lnTo>
                  <a:lnTo>
                    <a:pt x="453380" y="226690"/>
                  </a:lnTo>
                  <a:lnTo>
                    <a:pt x="448774" y="272375"/>
                  </a:lnTo>
                  <a:lnTo>
                    <a:pt x="435565" y="314927"/>
                  </a:lnTo>
                  <a:lnTo>
                    <a:pt x="414665" y="353434"/>
                  </a:lnTo>
                  <a:lnTo>
                    <a:pt x="386984" y="386984"/>
                  </a:lnTo>
                  <a:lnTo>
                    <a:pt x="353434" y="414665"/>
                  </a:lnTo>
                  <a:lnTo>
                    <a:pt x="314927" y="435565"/>
                  </a:lnTo>
                  <a:lnTo>
                    <a:pt x="272375" y="448774"/>
                  </a:lnTo>
                  <a:lnTo>
                    <a:pt x="226690" y="45338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08588" y="5127831"/>
              <a:ext cx="94764" cy="213742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3654221" y="5073992"/>
            <a:ext cx="587375" cy="319405"/>
          </a:xfrm>
          <a:custGeom>
            <a:avLst/>
            <a:gdLst/>
            <a:ahLst/>
            <a:cxnLst/>
            <a:rect l="l" t="t" r="r" b="b"/>
            <a:pathLst>
              <a:path w="587375" h="319404">
                <a:moveTo>
                  <a:pt x="192125" y="28816"/>
                </a:moveTo>
                <a:lnTo>
                  <a:pt x="119989" y="28816"/>
                </a:lnTo>
                <a:lnTo>
                  <a:pt x="119989" y="0"/>
                </a:lnTo>
                <a:lnTo>
                  <a:pt x="80657" y="0"/>
                </a:lnTo>
                <a:lnTo>
                  <a:pt x="80657" y="28816"/>
                </a:lnTo>
                <a:lnTo>
                  <a:pt x="8267" y="28816"/>
                </a:lnTo>
                <a:lnTo>
                  <a:pt x="8267" y="57492"/>
                </a:lnTo>
                <a:lnTo>
                  <a:pt x="192125" y="57492"/>
                </a:lnTo>
                <a:lnTo>
                  <a:pt x="192125" y="28816"/>
                </a:lnTo>
                <a:close/>
              </a:path>
              <a:path w="587375" h="319404">
                <a:moveTo>
                  <a:pt x="203517" y="203403"/>
                </a:moveTo>
                <a:lnTo>
                  <a:pt x="201485" y="183984"/>
                </a:lnTo>
                <a:lnTo>
                  <a:pt x="200647" y="175971"/>
                </a:lnTo>
                <a:lnTo>
                  <a:pt x="181063" y="178638"/>
                </a:lnTo>
                <a:lnTo>
                  <a:pt x="160972" y="180822"/>
                </a:lnTo>
                <a:lnTo>
                  <a:pt x="140550" y="182587"/>
                </a:lnTo>
                <a:lnTo>
                  <a:pt x="119989" y="183984"/>
                </a:lnTo>
                <a:lnTo>
                  <a:pt x="119989" y="165455"/>
                </a:lnTo>
                <a:lnTo>
                  <a:pt x="143713" y="159575"/>
                </a:lnTo>
                <a:lnTo>
                  <a:pt x="161721" y="149390"/>
                </a:lnTo>
                <a:lnTo>
                  <a:pt x="169557" y="139776"/>
                </a:lnTo>
                <a:lnTo>
                  <a:pt x="173215" y="135293"/>
                </a:lnTo>
                <a:lnTo>
                  <a:pt x="177342" y="117729"/>
                </a:lnTo>
                <a:lnTo>
                  <a:pt x="171704" y="96735"/>
                </a:lnTo>
                <a:lnTo>
                  <a:pt x="169519" y="94564"/>
                </a:lnTo>
                <a:lnTo>
                  <a:pt x="156019" y="81089"/>
                </a:lnTo>
                <a:lnTo>
                  <a:pt x="139522" y="74485"/>
                </a:lnTo>
                <a:lnTo>
                  <a:pt x="139522" y="117729"/>
                </a:lnTo>
                <a:lnTo>
                  <a:pt x="136829" y="126987"/>
                </a:lnTo>
                <a:lnTo>
                  <a:pt x="129032" y="133921"/>
                </a:lnTo>
                <a:lnTo>
                  <a:pt x="116598" y="138264"/>
                </a:lnTo>
                <a:lnTo>
                  <a:pt x="99949" y="139776"/>
                </a:lnTo>
                <a:lnTo>
                  <a:pt x="83235" y="138264"/>
                </a:lnTo>
                <a:lnTo>
                  <a:pt x="70777" y="133921"/>
                </a:lnTo>
                <a:lnTo>
                  <a:pt x="63055" y="126987"/>
                </a:lnTo>
                <a:lnTo>
                  <a:pt x="60490" y="117729"/>
                </a:lnTo>
                <a:lnTo>
                  <a:pt x="63055" y="107784"/>
                </a:lnTo>
                <a:lnTo>
                  <a:pt x="70777" y="100558"/>
                </a:lnTo>
                <a:lnTo>
                  <a:pt x="83235" y="96126"/>
                </a:lnTo>
                <a:lnTo>
                  <a:pt x="99949" y="94564"/>
                </a:lnTo>
                <a:lnTo>
                  <a:pt x="116598" y="96126"/>
                </a:lnTo>
                <a:lnTo>
                  <a:pt x="129032" y="100558"/>
                </a:lnTo>
                <a:lnTo>
                  <a:pt x="136829" y="107784"/>
                </a:lnTo>
                <a:lnTo>
                  <a:pt x="139522" y="117729"/>
                </a:lnTo>
                <a:lnTo>
                  <a:pt x="139522" y="74485"/>
                </a:lnTo>
                <a:lnTo>
                  <a:pt x="131660" y="71323"/>
                </a:lnTo>
                <a:lnTo>
                  <a:pt x="99949" y="68008"/>
                </a:lnTo>
                <a:lnTo>
                  <a:pt x="68249" y="71323"/>
                </a:lnTo>
                <a:lnTo>
                  <a:pt x="43853" y="81089"/>
                </a:lnTo>
                <a:lnTo>
                  <a:pt x="28206" y="96735"/>
                </a:lnTo>
                <a:lnTo>
                  <a:pt x="22796" y="117729"/>
                </a:lnTo>
                <a:lnTo>
                  <a:pt x="26733" y="135445"/>
                </a:lnTo>
                <a:lnTo>
                  <a:pt x="38290" y="149580"/>
                </a:lnTo>
                <a:lnTo>
                  <a:pt x="56578" y="159715"/>
                </a:lnTo>
                <a:lnTo>
                  <a:pt x="80657" y="165455"/>
                </a:lnTo>
                <a:lnTo>
                  <a:pt x="80657" y="185864"/>
                </a:lnTo>
                <a:lnTo>
                  <a:pt x="38354" y="186753"/>
                </a:lnTo>
                <a:lnTo>
                  <a:pt x="0" y="186994"/>
                </a:lnTo>
                <a:lnTo>
                  <a:pt x="4267" y="217805"/>
                </a:lnTo>
                <a:lnTo>
                  <a:pt x="49237" y="217081"/>
                </a:lnTo>
                <a:lnTo>
                  <a:pt x="99288" y="215163"/>
                </a:lnTo>
                <a:lnTo>
                  <a:pt x="151638" y="210947"/>
                </a:lnTo>
                <a:lnTo>
                  <a:pt x="203517" y="203403"/>
                </a:lnTo>
                <a:close/>
              </a:path>
              <a:path w="587375" h="319404">
                <a:moveTo>
                  <a:pt x="267893" y="282930"/>
                </a:moveTo>
                <a:lnTo>
                  <a:pt x="85547" y="282930"/>
                </a:lnTo>
                <a:lnTo>
                  <a:pt x="85547" y="234213"/>
                </a:lnTo>
                <a:lnTo>
                  <a:pt x="45961" y="234213"/>
                </a:lnTo>
                <a:lnTo>
                  <a:pt x="45961" y="314871"/>
                </a:lnTo>
                <a:lnTo>
                  <a:pt x="267893" y="314871"/>
                </a:lnTo>
                <a:lnTo>
                  <a:pt x="267893" y="282930"/>
                </a:lnTo>
                <a:close/>
              </a:path>
              <a:path w="587375" h="319404">
                <a:moveTo>
                  <a:pt x="299834" y="108343"/>
                </a:moveTo>
                <a:lnTo>
                  <a:pt x="256628" y="108343"/>
                </a:lnTo>
                <a:lnTo>
                  <a:pt x="256628" y="1003"/>
                </a:lnTo>
                <a:lnTo>
                  <a:pt x="217170" y="1003"/>
                </a:lnTo>
                <a:lnTo>
                  <a:pt x="217170" y="250863"/>
                </a:lnTo>
                <a:lnTo>
                  <a:pt x="256628" y="250863"/>
                </a:lnTo>
                <a:lnTo>
                  <a:pt x="256628" y="140906"/>
                </a:lnTo>
                <a:lnTo>
                  <a:pt x="299834" y="140906"/>
                </a:lnTo>
                <a:lnTo>
                  <a:pt x="299834" y="108343"/>
                </a:lnTo>
                <a:close/>
              </a:path>
              <a:path w="587375" h="319404">
                <a:moveTo>
                  <a:pt x="584644" y="1257"/>
                </a:moveTo>
                <a:lnTo>
                  <a:pt x="545312" y="1257"/>
                </a:lnTo>
                <a:lnTo>
                  <a:pt x="545312" y="55232"/>
                </a:lnTo>
                <a:lnTo>
                  <a:pt x="480936" y="55232"/>
                </a:lnTo>
                <a:lnTo>
                  <a:pt x="482092" y="47548"/>
                </a:lnTo>
                <a:lnTo>
                  <a:pt x="482904" y="39712"/>
                </a:lnTo>
                <a:lnTo>
                  <a:pt x="483400" y="31673"/>
                </a:lnTo>
                <a:lnTo>
                  <a:pt x="483565" y="23431"/>
                </a:lnTo>
                <a:lnTo>
                  <a:pt x="336651" y="23431"/>
                </a:lnTo>
                <a:lnTo>
                  <a:pt x="336651" y="55486"/>
                </a:lnTo>
                <a:lnTo>
                  <a:pt x="440728" y="55486"/>
                </a:lnTo>
                <a:lnTo>
                  <a:pt x="429704" y="89255"/>
                </a:lnTo>
                <a:lnTo>
                  <a:pt x="405930" y="118656"/>
                </a:lnTo>
                <a:lnTo>
                  <a:pt x="369316" y="142963"/>
                </a:lnTo>
                <a:lnTo>
                  <a:pt x="319747" y="161442"/>
                </a:lnTo>
                <a:lnTo>
                  <a:pt x="335407" y="192506"/>
                </a:lnTo>
                <a:lnTo>
                  <a:pt x="383374" y="174904"/>
                </a:lnTo>
                <a:lnTo>
                  <a:pt x="422389" y="151295"/>
                </a:lnTo>
                <a:lnTo>
                  <a:pt x="452107" y="121767"/>
                </a:lnTo>
                <a:lnTo>
                  <a:pt x="472173" y="86423"/>
                </a:lnTo>
                <a:lnTo>
                  <a:pt x="545312" y="86423"/>
                </a:lnTo>
                <a:lnTo>
                  <a:pt x="545312" y="121119"/>
                </a:lnTo>
                <a:lnTo>
                  <a:pt x="469036" y="121119"/>
                </a:lnTo>
                <a:lnTo>
                  <a:pt x="469036" y="152920"/>
                </a:lnTo>
                <a:lnTo>
                  <a:pt x="545312" y="152920"/>
                </a:lnTo>
                <a:lnTo>
                  <a:pt x="545312" y="188239"/>
                </a:lnTo>
                <a:lnTo>
                  <a:pt x="584644" y="188239"/>
                </a:lnTo>
                <a:lnTo>
                  <a:pt x="584644" y="86423"/>
                </a:lnTo>
                <a:lnTo>
                  <a:pt x="584644" y="55232"/>
                </a:lnTo>
                <a:lnTo>
                  <a:pt x="584644" y="1257"/>
                </a:lnTo>
                <a:close/>
              </a:path>
              <a:path w="587375" h="319404">
                <a:moveTo>
                  <a:pt x="586765" y="255371"/>
                </a:moveTo>
                <a:lnTo>
                  <a:pt x="578954" y="228917"/>
                </a:lnTo>
                <a:lnTo>
                  <a:pt x="572249" y="222808"/>
                </a:lnTo>
                <a:lnTo>
                  <a:pt x="557009" y="208927"/>
                </a:lnTo>
                <a:lnTo>
                  <a:pt x="547446" y="205384"/>
                </a:lnTo>
                <a:lnTo>
                  <a:pt x="547446" y="255371"/>
                </a:lnTo>
                <a:lnTo>
                  <a:pt x="542544" y="269417"/>
                </a:lnTo>
                <a:lnTo>
                  <a:pt x="528840" y="279654"/>
                </a:lnTo>
                <a:lnTo>
                  <a:pt x="507250" y="285927"/>
                </a:lnTo>
                <a:lnTo>
                  <a:pt x="478688" y="288061"/>
                </a:lnTo>
                <a:lnTo>
                  <a:pt x="449668" y="285927"/>
                </a:lnTo>
                <a:lnTo>
                  <a:pt x="427850" y="279654"/>
                </a:lnTo>
                <a:lnTo>
                  <a:pt x="414134" y="269417"/>
                </a:lnTo>
                <a:lnTo>
                  <a:pt x="409422" y="255371"/>
                </a:lnTo>
                <a:lnTo>
                  <a:pt x="414134" y="241325"/>
                </a:lnTo>
                <a:lnTo>
                  <a:pt x="427850" y="231063"/>
                </a:lnTo>
                <a:lnTo>
                  <a:pt x="449668" y="224815"/>
                </a:lnTo>
                <a:lnTo>
                  <a:pt x="478688" y="222808"/>
                </a:lnTo>
                <a:lnTo>
                  <a:pt x="507250" y="224815"/>
                </a:lnTo>
                <a:lnTo>
                  <a:pt x="528840" y="231063"/>
                </a:lnTo>
                <a:lnTo>
                  <a:pt x="542544" y="241325"/>
                </a:lnTo>
                <a:lnTo>
                  <a:pt x="547446" y="255371"/>
                </a:lnTo>
                <a:lnTo>
                  <a:pt x="547446" y="205384"/>
                </a:lnTo>
                <a:lnTo>
                  <a:pt x="522922" y="196291"/>
                </a:lnTo>
                <a:lnTo>
                  <a:pt x="478688" y="191871"/>
                </a:lnTo>
                <a:lnTo>
                  <a:pt x="434009" y="196291"/>
                </a:lnTo>
                <a:lnTo>
                  <a:pt x="399732" y="208927"/>
                </a:lnTo>
                <a:lnTo>
                  <a:pt x="377786" y="228917"/>
                </a:lnTo>
                <a:lnTo>
                  <a:pt x="370090" y="255371"/>
                </a:lnTo>
                <a:lnTo>
                  <a:pt x="377786" y="282041"/>
                </a:lnTo>
                <a:lnTo>
                  <a:pt x="399732" y="302221"/>
                </a:lnTo>
                <a:lnTo>
                  <a:pt x="434009" y="314972"/>
                </a:lnTo>
                <a:lnTo>
                  <a:pt x="478688" y="319379"/>
                </a:lnTo>
                <a:lnTo>
                  <a:pt x="522922" y="314972"/>
                </a:lnTo>
                <a:lnTo>
                  <a:pt x="557009" y="302221"/>
                </a:lnTo>
                <a:lnTo>
                  <a:pt x="572401" y="288061"/>
                </a:lnTo>
                <a:lnTo>
                  <a:pt x="578954" y="282041"/>
                </a:lnTo>
                <a:lnTo>
                  <a:pt x="586765" y="255371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67593" y="5072493"/>
            <a:ext cx="614045" cy="322580"/>
          </a:xfrm>
          <a:custGeom>
            <a:avLst/>
            <a:gdLst/>
            <a:ahLst/>
            <a:cxnLst/>
            <a:rect l="l" t="t" r="r" b="b"/>
            <a:pathLst>
              <a:path w="614045" h="322579">
                <a:moveTo>
                  <a:pt x="192125" y="28054"/>
                </a:moveTo>
                <a:lnTo>
                  <a:pt x="119976" y="28054"/>
                </a:lnTo>
                <a:lnTo>
                  <a:pt x="119976" y="0"/>
                </a:lnTo>
                <a:lnTo>
                  <a:pt x="80657" y="0"/>
                </a:lnTo>
                <a:lnTo>
                  <a:pt x="80657" y="28054"/>
                </a:lnTo>
                <a:lnTo>
                  <a:pt x="8267" y="28054"/>
                </a:lnTo>
                <a:lnTo>
                  <a:pt x="8267" y="56984"/>
                </a:lnTo>
                <a:lnTo>
                  <a:pt x="192125" y="56984"/>
                </a:lnTo>
                <a:lnTo>
                  <a:pt x="192125" y="28054"/>
                </a:lnTo>
                <a:close/>
              </a:path>
              <a:path w="614045" h="322579">
                <a:moveTo>
                  <a:pt x="203517" y="199136"/>
                </a:moveTo>
                <a:lnTo>
                  <a:pt x="201371" y="178600"/>
                </a:lnTo>
                <a:lnTo>
                  <a:pt x="200634" y="171589"/>
                </a:lnTo>
                <a:lnTo>
                  <a:pt x="181063" y="173913"/>
                </a:lnTo>
                <a:lnTo>
                  <a:pt x="160959" y="175844"/>
                </a:lnTo>
                <a:lnTo>
                  <a:pt x="140538" y="177393"/>
                </a:lnTo>
                <a:lnTo>
                  <a:pt x="119976" y="178600"/>
                </a:lnTo>
                <a:lnTo>
                  <a:pt x="119976" y="160058"/>
                </a:lnTo>
                <a:lnTo>
                  <a:pt x="143700" y="154406"/>
                </a:lnTo>
                <a:lnTo>
                  <a:pt x="161721" y="144462"/>
                </a:lnTo>
                <a:lnTo>
                  <a:pt x="169595" y="135013"/>
                </a:lnTo>
                <a:lnTo>
                  <a:pt x="173202" y="130683"/>
                </a:lnTo>
                <a:lnTo>
                  <a:pt x="177342" y="113474"/>
                </a:lnTo>
                <a:lnTo>
                  <a:pt x="171691" y="93675"/>
                </a:lnTo>
                <a:lnTo>
                  <a:pt x="170522" y="92557"/>
                </a:lnTo>
                <a:lnTo>
                  <a:pt x="156019" y="78701"/>
                </a:lnTo>
                <a:lnTo>
                  <a:pt x="139522" y="72301"/>
                </a:lnTo>
                <a:lnTo>
                  <a:pt x="139522" y="113474"/>
                </a:lnTo>
                <a:lnTo>
                  <a:pt x="136817" y="122504"/>
                </a:lnTo>
                <a:lnTo>
                  <a:pt x="129032" y="129311"/>
                </a:lnTo>
                <a:lnTo>
                  <a:pt x="116586" y="133578"/>
                </a:lnTo>
                <a:lnTo>
                  <a:pt x="99936" y="135013"/>
                </a:lnTo>
                <a:lnTo>
                  <a:pt x="83223" y="133578"/>
                </a:lnTo>
                <a:lnTo>
                  <a:pt x="70777" y="129311"/>
                </a:lnTo>
                <a:lnTo>
                  <a:pt x="63042" y="122504"/>
                </a:lnTo>
                <a:lnTo>
                  <a:pt x="60490" y="113474"/>
                </a:lnTo>
                <a:lnTo>
                  <a:pt x="63042" y="104394"/>
                </a:lnTo>
                <a:lnTo>
                  <a:pt x="70777" y="97840"/>
                </a:lnTo>
                <a:lnTo>
                  <a:pt x="83223" y="93891"/>
                </a:lnTo>
                <a:lnTo>
                  <a:pt x="99936" y="92557"/>
                </a:lnTo>
                <a:lnTo>
                  <a:pt x="116586" y="93891"/>
                </a:lnTo>
                <a:lnTo>
                  <a:pt x="129032" y="97840"/>
                </a:lnTo>
                <a:lnTo>
                  <a:pt x="136817" y="104394"/>
                </a:lnTo>
                <a:lnTo>
                  <a:pt x="139522" y="113474"/>
                </a:lnTo>
                <a:lnTo>
                  <a:pt x="139522" y="72301"/>
                </a:lnTo>
                <a:lnTo>
                  <a:pt x="131660" y="69240"/>
                </a:lnTo>
                <a:lnTo>
                  <a:pt x="99936" y="66001"/>
                </a:lnTo>
                <a:lnTo>
                  <a:pt x="68249" y="69240"/>
                </a:lnTo>
                <a:lnTo>
                  <a:pt x="43853" y="78701"/>
                </a:lnTo>
                <a:lnTo>
                  <a:pt x="28206" y="93675"/>
                </a:lnTo>
                <a:lnTo>
                  <a:pt x="22796" y="113474"/>
                </a:lnTo>
                <a:lnTo>
                  <a:pt x="26720" y="130822"/>
                </a:lnTo>
                <a:lnTo>
                  <a:pt x="38290" y="144678"/>
                </a:lnTo>
                <a:lnTo>
                  <a:pt x="56565" y="154597"/>
                </a:lnTo>
                <a:lnTo>
                  <a:pt x="80657" y="160185"/>
                </a:lnTo>
                <a:lnTo>
                  <a:pt x="80657" y="179971"/>
                </a:lnTo>
                <a:lnTo>
                  <a:pt x="59232" y="180428"/>
                </a:lnTo>
                <a:lnTo>
                  <a:pt x="0" y="180848"/>
                </a:lnTo>
                <a:lnTo>
                  <a:pt x="4254" y="211785"/>
                </a:lnTo>
                <a:lnTo>
                  <a:pt x="49606" y="211429"/>
                </a:lnTo>
                <a:lnTo>
                  <a:pt x="99517" y="209880"/>
                </a:lnTo>
                <a:lnTo>
                  <a:pt x="151612" y="206121"/>
                </a:lnTo>
                <a:lnTo>
                  <a:pt x="203517" y="199136"/>
                </a:lnTo>
                <a:close/>
              </a:path>
              <a:path w="614045" h="322579">
                <a:moveTo>
                  <a:pt x="256616" y="232956"/>
                </a:moveTo>
                <a:lnTo>
                  <a:pt x="40195" y="232956"/>
                </a:lnTo>
                <a:lnTo>
                  <a:pt x="40195" y="263639"/>
                </a:lnTo>
                <a:lnTo>
                  <a:pt x="217170" y="263639"/>
                </a:lnTo>
                <a:lnTo>
                  <a:pt x="217170" y="322376"/>
                </a:lnTo>
                <a:lnTo>
                  <a:pt x="256616" y="322376"/>
                </a:lnTo>
                <a:lnTo>
                  <a:pt x="256616" y="232956"/>
                </a:lnTo>
                <a:close/>
              </a:path>
              <a:path w="614045" h="322579">
                <a:moveTo>
                  <a:pt x="299834" y="96062"/>
                </a:moveTo>
                <a:lnTo>
                  <a:pt x="256616" y="96062"/>
                </a:lnTo>
                <a:lnTo>
                  <a:pt x="256616" y="2755"/>
                </a:lnTo>
                <a:lnTo>
                  <a:pt x="217170" y="2755"/>
                </a:lnTo>
                <a:lnTo>
                  <a:pt x="217170" y="219176"/>
                </a:lnTo>
                <a:lnTo>
                  <a:pt x="256616" y="219176"/>
                </a:lnTo>
                <a:lnTo>
                  <a:pt x="256616" y="128498"/>
                </a:lnTo>
                <a:lnTo>
                  <a:pt x="299834" y="128498"/>
                </a:lnTo>
                <a:lnTo>
                  <a:pt x="299834" y="96062"/>
                </a:lnTo>
                <a:close/>
              </a:path>
              <a:path w="614045" h="322579">
                <a:moveTo>
                  <a:pt x="506603" y="151422"/>
                </a:moveTo>
                <a:lnTo>
                  <a:pt x="473760" y="136220"/>
                </a:lnTo>
                <a:lnTo>
                  <a:pt x="455409" y="119481"/>
                </a:lnTo>
                <a:lnTo>
                  <a:pt x="450227" y="114757"/>
                </a:lnTo>
                <a:lnTo>
                  <a:pt x="436067" y="88823"/>
                </a:lnTo>
                <a:lnTo>
                  <a:pt x="431380" y="60490"/>
                </a:lnTo>
                <a:lnTo>
                  <a:pt x="431330" y="56489"/>
                </a:lnTo>
                <a:lnTo>
                  <a:pt x="497713" y="56489"/>
                </a:lnTo>
                <a:lnTo>
                  <a:pt x="497713" y="24676"/>
                </a:lnTo>
                <a:lnTo>
                  <a:pt x="323875" y="24676"/>
                </a:lnTo>
                <a:lnTo>
                  <a:pt x="323875" y="56489"/>
                </a:lnTo>
                <a:lnTo>
                  <a:pt x="391756" y="56489"/>
                </a:lnTo>
                <a:lnTo>
                  <a:pt x="391756" y="60490"/>
                </a:lnTo>
                <a:lnTo>
                  <a:pt x="386575" y="91871"/>
                </a:lnTo>
                <a:lnTo>
                  <a:pt x="371563" y="120624"/>
                </a:lnTo>
                <a:lnTo>
                  <a:pt x="346913" y="144526"/>
                </a:lnTo>
                <a:lnTo>
                  <a:pt x="312851" y="161315"/>
                </a:lnTo>
                <a:lnTo>
                  <a:pt x="332892" y="192493"/>
                </a:lnTo>
                <a:lnTo>
                  <a:pt x="359549" y="180365"/>
                </a:lnTo>
                <a:lnTo>
                  <a:pt x="381774" y="163741"/>
                </a:lnTo>
                <a:lnTo>
                  <a:pt x="399427" y="143243"/>
                </a:lnTo>
                <a:lnTo>
                  <a:pt x="412419" y="119481"/>
                </a:lnTo>
                <a:lnTo>
                  <a:pt x="425132" y="139877"/>
                </a:lnTo>
                <a:lnTo>
                  <a:pt x="442010" y="157492"/>
                </a:lnTo>
                <a:lnTo>
                  <a:pt x="462965" y="171831"/>
                </a:lnTo>
                <a:lnTo>
                  <a:pt x="487946" y="182359"/>
                </a:lnTo>
                <a:lnTo>
                  <a:pt x="506603" y="151422"/>
                </a:lnTo>
                <a:close/>
              </a:path>
              <a:path w="614045" h="322579">
                <a:moveTo>
                  <a:pt x="571982" y="261010"/>
                </a:moveTo>
                <a:lnTo>
                  <a:pt x="564591" y="235369"/>
                </a:lnTo>
                <a:lnTo>
                  <a:pt x="560070" y="231330"/>
                </a:lnTo>
                <a:lnTo>
                  <a:pt x="543331" y="216331"/>
                </a:lnTo>
                <a:lnTo>
                  <a:pt x="533285" y="212801"/>
                </a:lnTo>
                <a:lnTo>
                  <a:pt x="533285" y="261010"/>
                </a:lnTo>
                <a:lnTo>
                  <a:pt x="528764" y="274091"/>
                </a:lnTo>
                <a:lnTo>
                  <a:pt x="515531" y="283565"/>
                </a:lnTo>
                <a:lnTo>
                  <a:pt x="494080" y="289306"/>
                </a:lnTo>
                <a:lnTo>
                  <a:pt x="464896" y="291185"/>
                </a:lnTo>
                <a:lnTo>
                  <a:pt x="435559" y="289306"/>
                </a:lnTo>
                <a:lnTo>
                  <a:pt x="413867" y="283565"/>
                </a:lnTo>
                <a:lnTo>
                  <a:pt x="400443" y="274091"/>
                </a:lnTo>
                <a:lnTo>
                  <a:pt x="395884" y="261010"/>
                </a:lnTo>
                <a:lnTo>
                  <a:pt x="400443" y="248183"/>
                </a:lnTo>
                <a:lnTo>
                  <a:pt x="413867" y="238887"/>
                </a:lnTo>
                <a:lnTo>
                  <a:pt x="435559" y="233235"/>
                </a:lnTo>
                <a:lnTo>
                  <a:pt x="464896" y="231330"/>
                </a:lnTo>
                <a:lnTo>
                  <a:pt x="494080" y="233235"/>
                </a:lnTo>
                <a:lnTo>
                  <a:pt x="515531" y="238887"/>
                </a:lnTo>
                <a:lnTo>
                  <a:pt x="528764" y="248183"/>
                </a:lnTo>
                <a:lnTo>
                  <a:pt x="533285" y="261010"/>
                </a:lnTo>
                <a:lnTo>
                  <a:pt x="533285" y="212801"/>
                </a:lnTo>
                <a:lnTo>
                  <a:pt x="509638" y="204470"/>
                </a:lnTo>
                <a:lnTo>
                  <a:pt x="464896" y="200393"/>
                </a:lnTo>
                <a:lnTo>
                  <a:pt x="419684" y="204470"/>
                </a:lnTo>
                <a:lnTo>
                  <a:pt x="385559" y="216331"/>
                </a:lnTo>
                <a:lnTo>
                  <a:pt x="364020" y="235369"/>
                </a:lnTo>
                <a:lnTo>
                  <a:pt x="356565" y="261010"/>
                </a:lnTo>
                <a:lnTo>
                  <a:pt x="364020" y="286842"/>
                </a:lnTo>
                <a:lnTo>
                  <a:pt x="385559" y="306082"/>
                </a:lnTo>
                <a:lnTo>
                  <a:pt x="419684" y="318058"/>
                </a:lnTo>
                <a:lnTo>
                  <a:pt x="464896" y="322122"/>
                </a:lnTo>
                <a:lnTo>
                  <a:pt x="509638" y="318058"/>
                </a:lnTo>
                <a:lnTo>
                  <a:pt x="543331" y="306082"/>
                </a:lnTo>
                <a:lnTo>
                  <a:pt x="559790" y="291185"/>
                </a:lnTo>
                <a:lnTo>
                  <a:pt x="564591" y="286842"/>
                </a:lnTo>
                <a:lnTo>
                  <a:pt x="571982" y="261010"/>
                </a:lnTo>
                <a:close/>
              </a:path>
              <a:path w="614045" h="322579">
                <a:moveTo>
                  <a:pt x="613816" y="79273"/>
                </a:moveTo>
                <a:lnTo>
                  <a:pt x="569099" y="79273"/>
                </a:lnTo>
                <a:lnTo>
                  <a:pt x="569099" y="2501"/>
                </a:lnTo>
                <a:lnTo>
                  <a:pt x="529526" y="2501"/>
                </a:lnTo>
                <a:lnTo>
                  <a:pt x="529526" y="193370"/>
                </a:lnTo>
                <a:lnTo>
                  <a:pt x="569099" y="193370"/>
                </a:lnTo>
                <a:lnTo>
                  <a:pt x="569099" y="111594"/>
                </a:lnTo>
                <a:lnTo>
                  <a:pt x="613816" y="111594"/>
                </a:lnTo>
                <a:lnTo>
                  <a:pt x="613816" y="79273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198955" y="5074996"/>
            <a:ext cx="612140" cy="320040"/>
          </a:xfrm>
          <a:custGeom>
            <a:avLst/>
            <a:gdLst/>
            <a:ahLst/>
            <a:cxnLst/>
            <a:rect l="l" t="t" r="r" b="b"/>
            <a:pathLst>
              <a:path w="612140" h="320039">
                <a:moveTo>
                  <a:pt x="267893" y="0"/>
                </a:moveTo>
                <a:lnTo>
                  <a:pt x="228574" y="0"/>
                </a:lnTo>
                <a:lnTo>
                  <a:pt x="228574" y="53860"/>
                </a:lnTo>
                <a:lnTo>
                  <a:pt x="184480" y="53860"/>
                </a:lnTo>
                <a:lnTo>
                  <a:pt x="184480" y="85166"/>
                </a:lnTo>
                <a:lnTo>
                  <a:pt x="228574" y="85166"/>
                </a:lnTo>
                <a:lnTo>
                  <a:pt x="228574" y="112852"/>
                </a:lnTo>
                <a:lnTo>
                  <a:pt x="184480" y="112852"/>
                </a:lnTo>
                <a:lnTo>
                  <a:pt x="184480" y="141655"/>
                </a:lnTo>
                <a:lnTo>
                  <a:pt x="176123" y="142570"/>
                </a:lnTo>
                <a:lnTo>
                  <a:pt x="158953" y="144208"/>
                </a:lnTo>
                <a:lnTo>
                  <a:pt x="150164" y="144907"/>
                </a:lnTo>
                <a:lnTo>
                  <a:pt x="150164" y="53987"/>
                </a:lnTo>
                <a:lnTo>
                  <a:pt x="178473" y="53987"/>
                </a:lnTo>
                <a:lnTo>
                  <a:pt x="178473" y="22174"/>
                </a:lnTo>
                <a:lnTo>
                  <a:pt x="112471" y="22174"/>
                </a:lnTo>
                <a:lnTo>
                  <a:pt x="112471" y="53987"/>
                </a:lnTo>
                <a:lnTo>
                  <a:pt x="112471" y="147294"/>
                </a:lnTo>
                <a:lnTo>
                  <a:pt x="102908" y="147713"/>
                </a:lnTo>
                <a:lnTo>
                  <a:pt x="74523" y="148666"/>
                </a:lnTo>
                <a:lnTo>
                  <a:pt x="74523" y="53987"/>
                </a:lnTo>
                <a:lnTo>
                  <a:pt x="112471" y="53987"/>
                </a:lnTo>
                <a:lnTo>
                  <a:pt x="112471" y="22174"/>
                </a:lnTo>
                <a:lnTo>
                  <a:pt x="8394" y="22174"/>
                </a:lnTo>
                <a:lnTo>
                  <a:pt x="8394" y="53987"/>
                </a:lnTo>
                <a:lnTo>
                  <a:pt x="36322" y="53987"/>
                </a:lnTo>
                <a:lnTo>
                  <a:pt x="36322" y="149288"/>
                </a:lnTo>
                <a:lnTo>
                  <a:pt x="0" y="149542"/>
                </a:lnTo>
                <a:lnTo>
                  <a:pt x="4381" y="181851"/>
                </a:lnTo>
                <a:lnTo>
                  <a:pt x="45859" y="181508"/>
                </a:lnTo>
                <a:lnTo>
                  <a:pt x="91973" y="179997"/>
                </a:lnTo>
                <a:lnTo>
                  <a:pt x="139941" y="176631"/>
                </a:lnTo>
                <a:lnTo>
                  <a:pt x="186994" y="170713"/>
                </a:lnTo>
                <a:lnTo>
                  <a:pt x="185724" y="148666"/>
                </a:lnTo>
                <a:lnTo>
                  <a:pt x="185508" y="144907"/>
                </a:lnTo>
                <a:lnTo>
                  <a:pt x="185483" y="144411"/>
                </a:lnTo>
                <a:lnTo>
                  <a:pt x="228574" y="144411"/>
                </a:lnTo>
                <a:lnTo>
                  <a:pt x="228574" y="196265"/>
                </a:lnTo>
                <a:lnTo>
                  <a:pt x="267893" y="196265"/>
                </a:lnTo>
                <a:lnTo>
                  <a:pt x="267893" y="144411"/>
                </a:lnTo>
                <a:lnTo>
                  <a:pt x="267893" y="0"/>
                </a:lnTo>
                <a:close/>
              </a:path>
              <a:path w="612140" h="320039">
                <a:moveTo>
                  <a:pt x="268770" y="261010"/>
                </a:moveTo>
                <a:lnTo>
                  <a:pt x="261302" y="235800"/>
                </a:lnTo>
                <a:lnTo>
                  <a:pt x="256857" y="231952"/>
                </a:lnTo>
                <a:lnTo>
                  <a:pt x="239763" y="217195"/>
                </a:lnTo>
                <a:lnTo>
                  <a:pt x="229692" y="213817"/>
                </a:lnTo>
                <a:lnTo>
                  <a:pt x="229692" y="261010"/>
                </a:lnTo>
                <a:lnTo>
                  <a:pt x="225005" y="273253"/>
                </a:lnTo>
                <a:lnTo>
                  <a:pt x="211442" y="282117"/>
                </a:lnTo>
                <a:lnTo>
                  <a:pt x="189471" y="287502"/>
                </a:lnTo>
                <a:lnTo>
                  <a:pt x="159562" y="289318"/>
                </a:lnTo>
                <a:lnTo>
                  <a:pt x="129705" y="287502"/>
                </a:lnTo>
                <a:lnTo>
                  <a:pt x="107772" y="282117"/>
                </a:lnTo>
                <a:lnTo>
                  <a:pt x="94284" y="273253"/>
                </a:lnTo>
                <a:lnTo>
                  <a:pt x="89801" y="261010"/>
                </a:lnTo>
                <a:lnTo>
                  <a:pt x="94284" y="248386"/>
                </a:lnTo>
                <a:lnTo>
                  <a:pt x="107772" y="239293"/>
                </a:lnTo>
                <a:lnTo>
                  <a:pt x="129705" y="233794"/>
                </a:lnTo>
                <a:lnTo>
                  <a:pt x="159562" y="231952"/>
                </a:lnTo>
                <a:lnTo>
                  <a:pt x="189471" y="233794"/>
                </a:lnTo>
                <a:lnTo>
                  <a:pt x="211442" y="239293"/>
                </a:lnTo>
                <a:lnTo>
                  <a:pt x="225005" y="248386"/>
                </a:lnTo>
                <a:lnTo>
                  <a:pt x="229692" y="261010"/>
                </a:lnTo>
                <a:lnTo>
                  <a:pt x="229692" y="213817"/>
                </a:lnTo>
                <a:lnTo>
                  <a:pt x="205422" y="205651"/>
                </a:lnTo>
                <a:lnTo>
                  <a:pt x="159562" y="201650"/>
                </a:lnTo>
                <a:lnTo>
                  <a:pt x="113830" y="205651"/>
                </a:lnTo>
                <a:lnTo>
                  <a:pt x="79527" y="217195"/>
                </a:lnTo>
                <a:lnTo>
                  <a:pt x="58013" y="235800"/>
                </a:lnTo>
                <a:lnTo>
                  <a:pt x="50596" y="261010"/>
                </a:lnTo>
                <a:lnTo>
                  <a:pt x="58013" y="285724"/>
                </a:lnTo>
                <a:lnTo>
                  <a:pt x="79527" y="304177"/>
                </a:lnTo>
                <a:lnTo>
                  <a:pt x="113830" y="315696"/>
                </a:lnTo>
                <a:lnTo>
                  <a:pt x="159562" y="319620"/>
                </a:lnTo>
                <a:lnTo>
                  <a:pt x="205422" y="315696"/>
                </a:lnTo>
                <a:lnTo>
                  <a:pt x="239763" y="304177"/>
                </a:lnTo>
                <a:lnTo>
                  <a:pt x="257111" y="289318"/>
                </a:lnTo>
                <a:lnTo>
                  <a:pt x="261302" y="285724"/>
                </a:lnTo>
                <a:lnTo>
                  <a:pt x="268770" y="261010"/>
                </a:lnTo>
                <a:close/>
              </a:path>
              <a:path w="612140" h="320039">
                <a:moveTo>
                  <a:pt x="479552" y="33197"/>
                </a:moveTo>
                <a:lnTo>
                  <a:pt x="328764" y="33197"/>
                </a:lnTo>
                <a:lnTo>
                  <a:pt x="328764" y="65633"/>
                </a:lnTo>
                <a:lnTo>
                  <a:pt x="439483" y="65633"/>
                </a:lnTo>
                <a:lnTo>
                  <a:pt x="430695" y="107162"/>
                </a:lnTo>
                <a:lnTo>
                  <a:pt x="413588" y="144411"/>
                </a:lnTo>
                <a:lnTo>
                  <a:pt x="388112" y="177520"/>
                </a:lnTo>
                <a:lnTo>
                  <a:pt x="354190" y="206654"/>
                </a:lnTo>
                <a:lnTo>
                  <a:pt x="311734" y="231952"/>
                </a:lnTo>
                <a:lnTo>
                  <a:pt x="333895" y="262267"/>
                </a:lnTo>
                <a:lnTo>
                  <a:pt x="381635" y="233654"/>
                </a:lnTo>
                <a:lnTo>
                  <a:pt x="418922" y="200507"/>
                </a:lnTo>
                <a:lnTo>
                  <a:pt x="446557" y="163372"/>
                </a:lnTo>
                <a:lnTo>
                  <a:pt x="465340" y="122745"/>
                </a:lnTo>
                <a:lnTo>
                  <a:pt x="476072" y="79184"/>
                </a:lnTo>
                <a:lnTo>
                  <a:pt x="479552" y="33197"/>
                </a:lnTo>
                <a:close/>
              </a:path>
              <a:path w="612140" h="320039">
                <a:moveTo>
                  <a:pt x="611568" y="124993"/>
                </a:moveTo>
                <a:lnTo>
                  <a:pt x="564095" y="124993"/>
                </a:lnTo>
                <a:lnTo>
                  <a:pt x="564095" y="0"/>
                </a:lnTo>
                <a:lnTo>
                  <a:pt x="524649" y="0"/>
                </a:lnTo>
                <a:lnTo>
                  <a:pt x="524649" y="319379"/>
                </a:lnTo>
                <a:lnTo>
                  <a:pt x="564095" y="319379"/>
                </a:lnTo>
                <a:lnTo>
                  <a:pt x="564095" y="157683"/>
                </a:lnTo>
                <a:lnTo>
                  <a:pt x="611568" y="157683"/>
                </a:lnTo>
                <a:lnTo>
                  <a:pt x="611568" y="124993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922969" y="5074996"/>
            <a:ext cx="569595" cy="320675"/>
          </a:xfrm>
          <a:custGeom>
            <a:avLst/>
            <a:gdLst/>
            <a:ahLst/>
            <a:cxnLst/>
            <a:rect l="l" t="t" r="r" b="b"/>
            <a:pathLst>
              <a:path w="569595" h="320675">
                <a:moveTo>
                  <a:pt x="152920" y="20040"/>
                </a:moveTo>
                <a:lnTo>
                  <a:pt x="113588" y="20040"/>
                </a:lnTo>
                <a:lnTo>
                  <a:pt x="113588" y="63373"/>
                </a:lnTo>
                <a:lnTo>
                  <a:pt x="113588" y="94056"/>
                </a:lnTo>
                <a:lnTo>
                  <a:pt x="113588" y="138277"/>
                </a:lnTo>
                <a:lnTo>
                  <a:pt x="38950" y="138277"/>
                </a:lnTo>
                <a:lnTo>
                  <a:pt x="38950" y="94056"/>
                </a:lnTo>
                <a:lnTo>
                  <a:pt x="113588" y="94056"/>
                </a:lnTo>
                <a:lnTo>
                  <a:pt x="113588" y="63373"/>
                </a:lnTo>
                <a:lnTo>
                  <a:pt x="38950" y="63373"/>
                </a:lnTo>
                <a:lnTo>
                  <a:pt x="38950" y="20040"/>
                </a:lnTo>
                <a:lnTo>
                  <a:pt x="0" y="20040"/>
                </a:lnTo>
                <a:lnTo>
                  <a:pt x="0" y="169456"/>
                </a:lnTo>
                <a:lnTo>
                  <a:pt x="152920" y="169456"/>
                </a:lnTo>
                <a:lnTo>
                  <a:pt x="152920" y="138277"/>
                </a:lnTo>
                <a:lnTo>
                  <a:pt x="152920" y="94056"/>
                </a:lnTo>
                <a:lnTo>
                  <a:pt x="152920" y="63373"/>
                </a:lnTo>
                <a:lnTo>
                  <a:pt x="152920" y="20040"/>
                </a:lnTo>
                <a:close/>
              </a:path>
              <a:path w="569595" h="320675">
                <a:moveTo>
                  <a:pt x="244602" y="258508"/>
                </a:moveTo>
                <a:lnTo>
                  <a:pt x="237197" y="232702"/>
                </a:lnTo>
                <a:lnTo>
                  <a:pt x="232333" y="228320"/>
                </a:lnTo>
                <a:lnTo>
                  <a:pt x="215950" y="213563"/>
                </a:lnTo>
                <a:lnTo>
                  <a:pt x="205892" y="210019"/>
                </a:lnTo>
                <a:lnTo>
                  <a:pt x="205892" y="258508"/>
                </a:lnTo>
                <a:lnTo>
                  <a:pt x="201383" y="271627"/>
                </a:lnTo>
                <a:lnTo>
                  <a:pt x="188150" y="281203"/>
                </a:lnTo>
                <a:lnTo>
                  <a:pt x="166687" y="287070"/>
                </a:lnTo>
                <a:lnTo>
                  <a:pt x="137515" y="289064"/>
                </a:lnTo>
                <a:lnTo>
                  <a:pt x="108165" y="287070"/>
                </a:lnTo>
                <a:lnTo>
                  <a:pt x="86474" y="281203"/>
                </a:lnTo>
                <a:lnTo>
                  <a:pt x="73050" y="271627"/>
                </a:lnTo>
                <a:lnTo>
                  <a:pt x="68503" y="258508"/>
                </a:lnTo>
                <a:lnTo>
                  <a:pt x="73050" y="245452"/>
                </a:lnTo>
                <a:lnTo>
                  <a:pt x="86474" y="236042"/>
                </a:lnTo>
                <a:lnTo>
                  <a:pt x="108165" y="230314"/>
                </a:lnTo>
                <a:lnTo>
                  <a:pt x="137515" y="228320"/>
                </a:lnTo>
                <a:lnTo>
                  <a:pt x="166687" y="230314"/>
                </a:lnTo>
                <a:lnTo>
                  <a:pt x="188150" y="236042"/>
                </a:lnTo>
                <a:lnTo>
                  <a:pt x="201383" y="245452"/>
                </a:lnTo>
                <a:lnTo>
                  <a:pt x="205892" y="258508"/>
                </a:lnTo>
                <a:lnTo>
                  <a:pt x="205892" y="210019"/>
                </a:lnTo>
                <a:lnTo>
                  <a:pt x="182245" y="201676"/>
                </a:lnTo>
                <a:lnTo>
                  <a:pt x="137515" y="197637"/>
                </a:lnTo>
                <a:lnTo>
                  <a:pt x="92303" y="201676"/>
                </a:lnTo>
                <a:lnTo>
                  <a:pt x="58178" y="213563"/>
                </a:lnTo>
                <a:lnTo>
                  <a:pt x="36626" y="232702"/>
                </a:lnTo>
                <a:lnTo>
                  <a:pt x="29184" y="258508"/>
                </a:lnTo>
                <a:lnTo>
                  <a:pt x="36626" y="284543"/>
                </a:lnTo>
                <a:lnTo>
                  <a:pt x="58178" y="303872"/>
                </a:lnTo>
                <a:lnTo>
                  <a:pt x="92303" y="315925"/>
                </a:lnTo>
                <a:lnTo>
                  <a:pt x="137515" y="320128"/>
                </a:lnTo>
                <a:lnTo>
                  <a:pt x="182245" y="315925"/>
                </a:lnTo>
                <a:lnTo>
                  <a:pt x="215950" y="303872"/>
                </a:lnTo>
                <a:lnTo>
                  <a:pt x="232232" y="289064"/>
                </a:lnTo>
                <a:lnTo>
                  <a:pt x="237197" y="284543"/>
                </a:lnTo>
                <a:lnTo>
                  <a:pt x="244602" y="258508"/>
                </a:lnTo>
                <a:close/>
              </a:path>
              <a:path w="569595" h="320675">
                <a:moveTo>
                  <a:pt x="286435" y="76403"/>
                </a:moveTo>
                <a:lnTo>
                  <a:pt x="241719" y="76403"/>
                </a:lnTo>
                <a:lnTo>
                  <a:pt x="241719" y="0"/>
                </a:lnTo>
                <a:lnTo>
                  <a:pt x="202145" y="0"/>
                </a:lnTo>
                <a:lnTo>
                  <a:pt x="202145" y="189877"/>
                </a:lnTo>
                <a:lnTo>
                  <a:pt x="241719" y="189877"/>
                </a:lnTo>
                <a:lnTo>
                  <a:pt x="241719" y="109461"/>
                </a:lnTo>
                <a:lnTo>
                  <a:pt x="286435" y="109461"/>
                </a:lnTo>
                <a:lnTo>
                  <a:pt x="286435" y="76403"/>
                </a:lnTo>
                <a:close/>
              </a:path>
              <a:path w="569595" h="320675">
                <a:moveTo>
                  <a:pt x="499338" y="143535"/>
                </a:moveTo>
                <a:lnTo>
                  <a:pt x="465747" y="127406"/>
                </a:lnTo>
                <a:lnTo>
                  <a:pt x="443750" y="106464"/>
                </a:lnTo>
                <a:lnTo>
                  <a:pt x="441553" y="104381"/>
                </a:lnTo>
                <a:lnTo>
                  <a:pt x="426974" y="76441"/>
                </a:lnTo>
                <a:lnTo>
                  <a:pt x="422198" y="45593"/>
                </a:lnTo>
                <a:lnTo>
                  <a:pt x="422198" y="14909"/>
                </a:lnTo>
                <a:lnTo>
                  <a:pt x="381482" y="14909"/>
                </a:lnTo>
                <a:lnTo>
                  <a:pt x="381482" y="45593"/>
                </a:lnTo>
                <a:lnTo>
                  <a:pt x="376491" y="77609"/>
                </a:lnTo>
                <a:lnTo>
                  <a:pt x="361619" y="106972"/>
                </a:lnTo>
                <a:lnTo>
                  <a:pt x="337058" y="131483"/>
                </a:lnTo>
                <a:lnTo>
                  <a:pt x="302958" y="148920"/>
                </a:lnTo>
                <a:lnTo>
                  <a:pt x="322872" y="179730"/>
                </a:lnTo>
                <a:lnTo>
                  <a:pt x="349173" y="167576"/>
                </a:lnTo>
                <a:lnTo>
                  <a:pt x="371233" y="150888"/>
                </a:lnTo>
                <a:lnTo>
                  <a:pt x="388899" y="130302"/>
                </a:lnTo>
                <a:lnTo>
                  <a:pt x="402031" y="106464"/>
                </a:lnTo>
                <a:lnTo>
                  <a:pt x="415061" y="128625"/>
                </a:lnTo>
                <a:lnTo>
                  <a:pt x="432447" y="147650"/>
                </a:lnTo>
                <a:lnTo>
                  <a:pt x="454037" y="163080"/>
                </a:lnTo>
                <a:lnTo>
                  <a:pt x="479679" y="174472"/>
                </a:lnTo>
                <a:lnTo>
                  <a:pt x="499338" y="143535"/>
                </a:lnTo>
                <a:close/>
              </a:path>
              <a:path w="569595" h="320675">
                <a:moveTo>
                  <a:pt x="569226" y="206032"/>
                </a:moveTo>
                <a:lnTo>
                  <a:pt x="350926" y="206032"/>
                </a:lnTo>
                <a:lnTo>
                  <a:pt x="350926" y="237718"/>
                </a:lnTo>
                <a:lnTo>
                  <a:pt x="529780" y="237718"/>
                </a:lnTo>
                <a:lnTo>
                  <a:pt x="529780" y="319874"/>
                </a:lnTo>
                <a:lnTo>
                  <a:pt x="569226" y="319874"/>
                </a:lnTo>
                <a:lnTo>
                  <a:pt x="569226" y="206032"/>
                </a:lnTo>
                <a:close/>
              </a:path>
              <a:path w="569595" h="320675">
                <a:moveTo>
                  <a:pt x="569226" y="0"/>
                </a:moveTo>
                <a:lnTo>
                  <a:pt x="529780" y="0"/>
                </a:lnTo>
                <a:lnTo>
                  <a:pt x="529780" y="191503"/>
                </a:lnTo>
                <a:lnTo>
                  <a:pt x="569226" y="191503"/>
                </a:lnTo>
                <a:lnTo>
                  <a:pt x="569226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625431" y="5074996"/>
            <a:ext cx="925830" cy="320040"/>
          </a:xfrm>
          <a:custGeom>
            <a:avLst/>
            <a:gdLst/>
            <a:ahLst/>
            <a:cxnLst/>
            <a:rect l="l" t="t" r="r" b="b"/>
            <a:pathLst>
              <a:path w="925829" h="320039">
                <a:moveTo>
                  <a:pt x="261264" y="29184"/>
                </a:moveTo>
                <a:lnTo>
                  <a:pt x="30441" y="29184"/>
                </a:lnTo>
                <a:lnTo>
                  <a:pt x="30441" y="60871"/>
                </a:lnTo>
                <a:lnTo>
                  <a:pt x="221691" y="60871"/>
                </a:lnTo>
                <a:lnTo>
                  <a:pt x="221399" y="91249"/>
                </a:lnTo>
                <a:lnTo>
                  <a:pt x="219951" y="125120"/>
                </a:lnTo>
                <a:lnTo>
                  <a:pt x="216166" y="163410"/>
                </a:lnTo>
                <a:lnTo>
                  <a:pt x="208915" y="207035"/>
                </a:lnTo>
                <a:lnTo>
                  <a:pt x="248742" y="211289"/>
                </a:lnTo>
                <a:lnTo>
                  <a:pt x="255905" y="165036"/>
                </a:lnTo>
                <a:lnTo>
                  <a:pt x="259600" y="125501"/>
                </a:lnTo>
                <a:lnTo>
                  <a:pt x="260997" y="91033"/>
                </a:lnTo>
                <a:lnTo>
                  <a:pt x="261251" y="60871"/>
                </a:lnTo>
                <a:lnTo>
                  <a:pt x="261264" y="29184"/>
                </a:lnTo>
                <a:close/>
              </a:path>
              <a:path w="925829" h="320039">
                <a:moveTo>
                  <a:pt x="291693" y="246481"/>
                </a:moveTo>
                <a:lnTo>
                  <a:pt x="146786" y="246481"/>
                </a:lnTo>
                <a:lnTo>
                  <a:pt x="146786" y="135140"/>
                </a:lnTo>
                <a:lnTo>
                  <a:pt x="107708" y="135140"/>
                </a:lnTo>
                <a:lnTo>
                  <a:pt x="107708" y="246481"/>
                </a:lnTo>
                <a:lnTo>
                  <a:pt x="0" y="246481"/>
                </a:lnTo>
                <a:lnTo>
                  <a:pt x="0" y="278790"/>
                </a:lnTo>
                <a:lnTo>
                  <a:pt x="291693" y="278790"/>
                </a:lnTo>
                <a:lnTo>
                  <a:pt x="291693" y="246481"/>
                </a:lnTo>
                <a:close/>
              </a:path>
              <a:path w="925829" h="320039">
                <a:moveTo>
                  <a:pt x="606310" y="250126"/>
                </a:moveTo>
                <a:lnTo>
                  <a:pt x="478815" y="250126"/>
                </a:lnTo>
                <a:lnTo>
                  <a:pt x="478815" y="176453"/>
                </a:lnTo>
                <a:lnTo>
                  <a:pt x="573493" y="176453"/>
                </a:lnTo>
                <a:lnTo>
                  <a:pt x="573493" y="145973"/>
                </a:lnTo>
                <a:lnTo>
                  <a:pt x="388505" y="145973"/>
                </a:lnTo>
                <a:lnTo>
                  <a:pt x="388505" y="55803"/>
                </a:lnTo>
                <a:lnTo>
                  <a:pt x="570992" y="55803"/>
                </a:lnTo>
                <a:lnTo>
                  <a:pt x="570992" y="24053"/>
                </a:lnTo>
                <a:lnTo>
                  <a:pt x="349059" y="24053"/>
                </a:lnTo>
                <a:lnTo>
                  <a:pt x="349059" y="55803"/>
                </a:lnTo>
                <a:lnTo>
                  <a:pt x="349059" y="145973"/>
                </a:lnTo>
                <a:lnTo>
                  <a:pt x="349059" y="176453"/>
                </a:lnTo>
                <a:lnTo>
                  <a:pt x="439737" y="176453"/>
                </a:lnTo>
                <a:lnTo>
                  <a:pt x="439737" y="250126"/>
                </a:lnTo>
                <a:lnTo>
                  <a:pt x="313613" y="250126"/>
                </a:lnTo>
                <a:lnTo>
                  <a:pt x="313613" y="281863"/>
                </a:lnTo>
                <a:lnTo>
                  <a:pt x="606310" y="281863"/>
                </a:lnTo>
                <a:lnTo>
                  <a:pt x="606310" y="250126"/>
                </a:lnTo>
                <a:close/>
              </a:path>
              <a:path w="925829" h="320039">
                <a:moveTo>
                  <a:pt x="820216" y="36830"/>
                </a:moveTo>
                <a:lnTo>
                  <a:pt x="744829" y="36830"/>
                </a:lnTo>
                <a:lnTo>
                  <a:pt x="744829" y="1257"/>
                </a:lnTo>
                <a:lnTo>
                  <a:pt x="705243" y="1257"/>
                </a:lnTo>
                <a:lnTo>
                  <a:pt x="705243" y="36830"/>
                </a:lnTo>
                <a:lnTo>
                  <a:pt x="629348" y="36830"/>
                </a:lnTo>
                <a:lnTo>
                  <a:pt x="629348" y="68008"/>
                </a:lnTo>
                <a:lnTo>
                  <a:pt x="820216" y="68008"/>
                </a:lnTo>
                <a:lnTo>
                  <a:pt x="820216" y="36830"/>
                </a:lnTo>
                <a:close/>
              </a:path>
              <a:path w="925829" h="320039">
                <a:moveTo>
                  <a:pt x="826363" y="250736"/>
                </a:moveTo>
                <a:lnTo>
                  <a:pt x="824382" y="228942"/>
                </a:lnTo>
                <a:lnTo>
                  <a:pt x="823734" y="221805"/>
                </a:lnTo>
                <a:lnTo>
                  <a:pt x="804545" y="224205"/>
                </a:lnTo>
                <a:lnTo>
                  <a:pt x="784885" y="226174"/>
                </a:lnTo>
                <a:lnTo>
                  <a:pt x="764921" y="227749"/>
                </a:lnTo>
                <a:lnTo>
                  <a:pt x="744829" y="228942"/>
                </a:lnTo>
                <a:lnTo>
                  <a:pt x="744829" y="200520"/>
                </a:lnTo>
                <a:lnTo>
                  <a:pt x="768604" y="193217"/>
                </a:lnTo>
                <a:lnTo>
                  <a:pt x="786968" y="180632"/>
                </a:lnTo>
                <a:lnTo>
                  <a:pt x="793076" y="171843"/>
                </a:lnTo>
                <a:lnTo>
                  <a:pt x="798868" y="163474"/>
                </a:lnTo>
                <a:lnTo>
                  <a:pt x="803186" y="142532"/>
                </a:lnTo>
                <a:lnTo>
                  <a:pt x="797306" y="117995"/>
                </a:lnTo>
                <a:lnTo>
                  <a:pt x="792822" y="112725"/>
                </a:lnTo>
                <a:lnTo>
                  <a:pt x="781189" y="99060"/>
                </a:lnTo>
                <a:lnTo>
                  <a:pt x="765365" y="91211"/>
                </a:lnTo>
                <a:lnTo>
                  <a:pt x="765365" y="142532"/>
                </a:lnTo>
                <a:lnTo>
                  <a:pt x="762469" y="154952"/>
                </a:lnTo>
                <a:lnTo>
                  <a:pt x="754303" y="164185"/>
                </a:lnTo>
                <a:lnTo>
                  <a:pt x="741641" y="169913"/>
                </a:lnTo>
                <a:lnTo>
                  <a:pt x="725284" y="171843"/>
                </a:lnTo>
                <a:lnTo>
                  <a:pt x="708723" y="169913"/>
                </a:lnTo>
                <a:lnTo>
                  <a:pt x="695960" y="164185"/>
                </a:lnTo>
                <a:lnTo>
                  <a:pt x="687793" y="154952"/>
                </a:lnTo>
                <a:lnTo>
                  <a:pt x="684961" y="142532"/>
                </a:lnTo>
                <a:lnTo>
                  <a:pt x="687793" y="130048"/>
                </a:lnTo>
                <a:lnTo>
                  <a:pt x="695960" y="120675"/>
                </a:lnTo>
                <a:lnTo>
                  <a:pt x="708723" y="114769"/>
                </a:lnTo>
                <a:lnTo>
                  <a:pt x="725284" y="112725"/>
                </a:lnTo>
                <a:lnTo>
                  <a:pt x="741641" y="114769"/>
                </a:lnTo>
                <a:lnTo>
                  <a:pt x="754303" y="120675"/>
                </a:lnTo>
                <a:lnTo>
                  <a:pt x="762469" y="130048"/>
                </a:lnTo>
                <a:lnTo>
                  <a:pt x="765365" y="142532"/>
                </a:lnTo>
                <a:lnTo>
                  <a:pt x="765365" y="91211"/>
                </a:lnTo>
                <a:lnTo>
                  <a:pt x="756602" y="86855"/>
                </a:lnTo>
                <a:lnTo>
                  <a:pt x="725284" y="82537"/>
                </a:lnTo>
                <a:lnTo>
                  <a:pt x="693699" y="86855"/>
                </a:lnTo>
                <a:lnTo>
                  <a:pt x="669137" y="99060"/>
                </a:lnTo>
                <a:lnTo>
                  <a:pt x="653237" y="117995"/>
                </a:lnTo>
                <a:lnTo>
                  <a:pt x="647636" y="142532"/>
                </a:lnTo>
                <a:lnTo>
                  <a:pt x="651687" y="163499"/>
                </a:lnTo>
                <a:lnTo>
                  <a:pt x="663295" y="180568"/>
                </a:lnTo>
                <a:lnTo>
                  <a:pt x="681482" y="193116"/>
                </a:lnTo>
                <a:lnTo>
                  <a:pt x="705243" y="200393"/>
                </a:lnTo>
                <a:lnTo>
                  <a:pt x="705243" y="230454"/>
                </a:lnTo>
                <a:lnTo>
                  <a:pt x="683450" y="230911"/>
                </a:lnTo>
                <a:lnTo>
                  <a:pt x="623341" y="231330"/>
                </a:lnTo>
                <a:lnTo>
                  <a:pt x="628980" y="263766"/>
                </a:lnTo>
                <a:lnTo>
                  <a:pt x="673138" y="263474"/>
                </a:lnTo>
                <a:lnTo>
                  <a:pt x="722312" y="261899"/>
                </a:lnTo>
                <a:lnTo>
                  <a:pt x="774166" y="258000"/>
                </a:lnTo>
                <a:lnTo>
                  <a:pt x="826363" y="250736"/>
                </a:lnTo>
                <a:close/>
              </a:path>
              <a:path w="925829" h="320039">
                <a:moveTo>
                  <a:pt x="925296" y="132130"/>
                </a:moveTo>
                <a:lnTo>
                  <a:pt x="880465" y="132130"/>
                </a:lnTo>
                <a:lnTo>
                  <a:pt x="880465" y="0"/>
                </a:lnTo>
                <a:lnTo>
                  <a:pt x="840892" y="0"/>
                </a:lnTo>
                <a:lnTo>
                  <a:pt x="840892" y="319874"/>
                </a:lnTo>
                <a:lnTo>
                  <a:pt x="880465" y="319874"/>
                </a:lnTo>
                <a:lnTo>
                  <a:pt x="880465" y="164820"/>
                </a:lnTo>
                <a:lnTo>
                  <a:pt x="925296" y="164820"/>
                </a:lnTo>
                <a:lnTo>
                  <a:pt x="925296" y="13213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479856" y="5075262"/>
            <a:ext cx="895985" cy="319405"/>
          </a:xfrm>
          <a:custGeom>
            <a:avLst/>
            <a:gdLst/>
            <a:ahLst/>
            <a:cxnLst/>
            <a:rect l="l" t="t" r="r" b="b"/>
            <a:pathLst>
              <a:path w="895984" h="319404">
                <a:moveTo>
                  <a:pt x="258864" y="55981"/>
                </a:moveTo>
                <a:lnTo>
                  <a:pt x="220040" y="55981"/>
                </a:lnTo>
                <a:lnTo>
                  <a:pt x="220040" y="147904"/>
                </a:lnTo>
                <a:lnTo>
                  <a:pt x="258864" y="147904"/>
                </a:lnTo>
                <a:lnTo>
                  <a:pt x="258864" y="55981"/>
                </a:lnTo>
                <a:close/>
              </a:path>
              <a:path w="895984" h="319404">
                <a:moveTo>
                  <a:pt x="258864" y="23787"/>
                </a:moveTo>
                <a:lnTo>
                  <a:pt x="32181" y="23787"/>
                </a:lnTo>
                <a:lnTo>
                  <a:pt x="32181" y="55537"/>
                </a:lnTo>
                <a:lnTo>
                  <a:pt x="32181" y="148247"/>
                </a:lnTo>
                <a:lnTo>
                  <a:pt x="32181" y="178727"/>
                </a:lnTo>
                <a:lnTo>
                  <a:pt x="258864" y="178727"/>
                </a:lnTo>
                <a:lnTo>
                  <a:pt x="258864" y="148247"/>
                </a:lnTo>
                <a:lnTo>
                  <a:pt x="70878" y="148247"/>
                </a:lnTo>
                <a:lnTo>
                  <a:pt x="70878" y="55537"/>
                </a:lnTo>
                <a:lnTo>
                  <a:pt x="258864" y="55537"/>
                </a:lnTo>
                <a:lnTo>
                  <a:pt x="258864" y="23787"/>
                </a:lnTo>
                <a:close/>
              </a:path>
              <a:path w="895984" h="319404">
                <a:moveTo>
                  <a:pt x="292684" y="248602"/>
                </a:moveTo>
                <a:lnTo>
                  <a:pt x="165188" y="248602"/>
                </a:lnTo>
                <a:lnTo>
                  <a:pt x="165188" y="178841"/>
                </a:lnTo>
                <a:lnTo>
                  <a:pt x="126111" y="178841"/>
                </a:lnTo>
                <a:lnTo>
                  <a:pt x="126111" y="248602"/>
                </a:lnTo>
                <a:lnTo>
                  <a:pt x="0" y="248602"/>
                </a:lnTo>
                <a:lnTo>
                  <a:pt x="0" y="280911"/>
                </a:lnTo>
                <a:lnTo>
                  <a:pt x="292684" y="280911"/>
                </a:lnTo>
                <a:lnTo>
                  <a:pt x="292684" y="248602"/>
                </a:lnTo>
                <a:close/>
              </a:path>
              <a:path w="895984" h="319404">
                <a:moveTo>
                  <a:pt x="465632" y="150533"/>
                </a:moveTo>
                <a:lnTo>
                  <a:pt x="463778" y="126111"/>
                </a:lnTo>
                <a:lnTo>
                  <a:pt x="463257" y="119227"/>
                </a:lnTo>
                <a:lnTo>
                  <a:pt x="440499" y="122542"/>
                </a:lnTo>
                <a:lnTo>
                  <a:pt x="417957" y="124599"/>
                </a:lnTo>
                <a:lnTo>
                  <a:pt x="394042" y="125691"/>
                </a:lnTo>
                <a:lnTo>
                  <a:pt x="367195" y="126111"/>
                </a:lnTo>
                <a:lnTo>
                  <a:pt x="367195" y="47332"/>
                </a:lnTo>
                <a:lnTo>
                  <a:pt x="451866" y="47332"/>
                </a:lnTo>
                <a:lnTo>
                  <a:pt x="451866" y="16408"/>
                </a:lnTo>
                <a:lnTo>
                  <a:pt x="328002" y="16408"/>
                </a:lnTo>
                <a:lnTo>
                  <a:pt x="328002" y="157543"/>
                </a:lnTo>
                <a:lnTo>
                  <a:pt x="349288" y="157543"/>
                </a:lnTo>
                <a:lnTo>
                  <a:pt x="383527" y="157302"/>
                </a:lnTo>
                <a:lnTo>
                  <a:pt x="412724" y="156298"/>
                </a:lnTo>
                <a:lnTo>
                  <a:pt x="439280" y="154165"/>
                </a:lnTo>
                <a:lnTo>
                  <a:pt x="465632" y="150533"/>
                </a:lnTo>
                <a:close/>
              </a:path>
              <a:path w="895984" h="319404">
                <a:moveTo>
                  <a:pt x="525373" y="5880"/>
                </a:moveTo>
                <a:lnTo>
                  <a:pt x="488061" y="5880"/>
                </a:lnTo>
                <a:lnTo>
                  <a:pt x="488061" y="68008"/>
                </a:lnTo>
                <a:lnTo>
                  <a:pt x="432828" y="68008"/>
                </a:lnTo>
                <a:lnTo>
                  <a:pt x="432828" y="98056"/>
                </a:lnTo>
                <a:lnTo>
                  <a:pt x="488061" y="98056"/>
                </a:lnTo>
                <a:lnTo>
                  <a:pt x="488061" y="166446"/>
                </a:lnTo>
                <a:lnTo>
                  <a:pt x="525373" y="166446"/>
                </a:lnTo>
                <a:lnTo>
                  <a:pt x="525373" y="5880"/>
                </a:lnTo>
                <a:close/>
              </a:path>
              <a:path w="895984" h="319404">
                <a:moveTo>
                  <a:pt x="588873" y="0"/>
                </a:moveTo>
                <a:lnTo>
                  <a:pt x="551421" y="0"/>
                </a:lnTo>
                <a:lnTo>
                  <a:pt x="551421" y="168313"/>
                </a:lnTo>
                <a:lnTo>
                  <a:pt x="588873" y="168313"/>
                </a:lnTo>
                <a:lnTo>
                  <a:pt x="588873" y="0"/>
                </a:lnTo>
                <a:close/>
              </a:path>
              <a:path w="895984" h="319404">
                <a:moveTo>
                  <a:pt x="599262" y="284670"/>
                </a:moveTo>
                <a:lnTo>
                  <a:pt x="410286" y="284670"/>
                </a:lnTo>
                <a:lnTo>
                  <a:pt x="410286" y="261251"/>
                </a:lnTo>
                <a:lnTo>
                  <a:pt x="588873" y="261251"/>
                </a:lnTo>
                <a:lnTo>
                  <a:pt x="588873" y="179844"/>
                </a:lnTo>
                <a:lnTo>
                  <a:pt x="370586" y="179844"/>
                </a:lnTo>
                <a:lnTo>
                  <a:pt x="370586" y="210769"/>
                </a:lnTo>
                <a:lnTo>
                  <a:pt x="550176" y="210769"/>
                </a:lnTo>
                <a:lnTo>
                  <a:pt x="550176" y="231940"/>
                </a:lnTo>
                <a:lnTo>
                  <a:pt x="371081" y="231940"/>
                </a:lnTo>
                <a:lnTo>
                  <a:pt x="371081" y="315849"/>
                </a:lnTo>
                <a:lnTo>
                  <a:pt x="599262" y="315849"/>
                </a:lnTo>
                <a:lnTo>
                  <a:pt x="599262" y="284670"/>
                </a:lnTo>
                <a:close/>
              </a:path>
              <a:path w="895984" h="319404">
                <a:moveTo>
                  <a:pt x="827455" y="170078"/>
                </a:moveTo>
                <a:lnTo>
                  <a:pt x="823887" y="147408"/>
                </a:lnTo>
                <a:lnTo>
                  <a:pt x="822439" y="138264"/>
                </a:lnTo>
                <a:lnTo>
                  <a:pt x="789012" y="142671"/>
                </a:lnTo>
                <a:lnTo>
                  <a:pt x="755942" y="145415"/>
                </a:lnTo>
                <a:lnTo>
                  <a:pt x="721182" y="146875"/>
                </a:lnTo>
                <a:lnTo>
                  <a:pt x="682675" y="147408"/>
                </a:lnTo>
                <a:lnTo>
                  <a:pt x="682675" y="113093"/>
                </a:lnTo>
                <a:lnTo>
                  <a:pt x="791133" y="113093"/>
                </a:lnTo>
                <a:lnTo>
                  <a:pt x="791133" y="19278"/>
                </a:lnTo>
                <a:lnTo>
                  <a:pt x="643470" y="19278"/>
                </a:lnTo>
                <a:lnTo>
                  <a:pt x="643470" y="51346"/>
                </a:lnTo>
                <a:lnTo>
                  <a:pt x="752182" y="51346"/>
                </a:lnTo>
                <a:lnTo>
                  <a:pt x="752182" y="83400"/>
                </a:lnTo>
                <a:lnTo>
                  <a:pt x="644105" y="83400"/>
                </a:lnTo>
                <a:lnTo>
                  <a:pt x="644105" y="179717"/>
                </a:lnTo>
                <a:lnTo>
                  <a:pt x="671410" y="179717"/>
                </a:lnTo>
                <a:lnTo>
                  <a:pt x="714832" y="179349"/>
                </a:lnTo>
                <a:lnTo>
                  <a:pt x="753706" y="177952"/>
                </a:lnTo>
                <a:lnTo>
                  <a:pt x="790448" y="175018"/>
                </a:lnTo>
                <a:lnTo>
                  <a:pt x="827455" y="170078"/>
                </a:lnTo>
                <a:close/>
              </a:path>
              <a:path w="895984" h="319404">
                <a:moveTo>
                  <a:pt x="893711" y="0"/>
                </a:moveTo>
                <a:lnTo>
                  <a:pt x="854252" y="0"/>
                </a:lnTo>
                <a:lnTo>
                  <a:pt x="854252" y="195249"/>
                </a:lnTo>
                <a:lnTo>
                  <a:pt x="893711" y="195249"/>
                </a:lnTo>
                <a:lnTo>
                  <a:pt x="893711" y="0"/>
                </a:lnTo>
                <a:close/>
              </a:path>
              <a:path w="895984" h="319404">
                <a:moveTo>
                  <a:pt x="895705" y="260121"/>
                </a:moveTo>
                <a:lnTo>
                  <a:pt x="888149" y="234911"/>
                </a:lnTo>
                <a:lnTo>
                  <a:pt x="884389" y="231686"/>
                </a:lnTo>
                <a:lnTo>
                  <a:pt x="866419" y="216319"/>
                </a:lnTo>
                <a:lnTo>
                  <a:pt x="856386" y="212979"/>
                </a:lnTo>
                <a:lnTo>
                  <a:pt x="856386" y="260121"/>
                </a:lnTo>
                <a:lnTo>
                  <a:pt x="851687" y="272427"/>
                </a:lnTo>
                <a:lnTo>
                  <a:pt x="838111" y="281317"/>
                </a:lnTo>
                <a:lnTo>
                  <a:pt x="816102" y="286677"/>
                </a:lnTo>
                <a:lnTo>
                  <a:pt x="786130" y="288429"/>
                </a:lnTo>
                <a:lnTo>
                  <a:pt x="756056" y="286677"/>
                </a:lnTo>
                <a:lnTo>
                  <a:pt x="733983" y="281317"/>
                </a:lnTo>
                <a:lnTo>
                  <a:pt x="720382" y="272427"/>
                </a:lnTo>
                <a:lnTo>
                  <a:pt x="715733" y="260121"/>
                </a:lnTo>
                <a:lnTo>
                  <a:pt x="720382" y="247853"/>
                </a:lnTo>
                <a:lnTo>
                  <a:pt x="733983" y="238950"/>
                </a:lnTo>
                <a:lnTo>
                  <a:pt x="756056" y="233527"/>
                </a:lnTo>
                <a:lnTo>
                  <a:pt x="786130" y="231686"/>
                </a:lnTo>
                <a:lnTo>
                  <a:pt x="816102" y="233527"/>
                </a:lnTo>
                <a:lnTo>
                  <a:pt x="838111" y="238950"/>
                </a:lnTo>
                <a:lnTo>
                  <a:pt x="851687" y="247853"/>
                </a:lnTo>
                <a:lnTo>
                  <a:pt x="856386" y="260121"/>
                </a:lnTo>
                <a:lnTo>
                  <a:pt x="856386" y="212979"/>
                </a:lnTo>
                <a:lnTo>
                  <a:pt x="831938" y="204812"/>
                </a:lnTo>
                <a:lnTo>
                  <a:pt x="786130" y="200875"/>
                </a:lnTo>
                <a:lnTo>
                  <a:pt x="740283" y="204812"/>
                </a:lnTo>
                <a:lnTo>
                  <a:pt x="705840" y="216319"/>
                </a:lnTo>
                <a:lnTo>
                  <a:pt x="684187" y="234911"/>
                </a:lnTo>
                <a:lnTo>
                  <a:pt x="676668" y="260121"/>
                </a:lnTo>
                <a:lnTo>
                  <a:pt x="684187" y="285191"/>
                </a:lnTo>
                <a:lnTo>
                  <a:pt x="705840" y="303822"/>
                </a:lnTo>
                <a:lnTo>
                  <a:pt x="740283" y="315417"/>
                </a:lnTo>
                <a:lnTo>
                  <a:pt x="786130" y="319354"/>
                </a:lnTo>
                <a:lnTo>
                  <a:pt x="831938" y="315417"/>
                </a:lnTo>
                <a:lnTo>
                  <a:pt x="866419" y="303822"/>
                </a:lnTo>
                <a:lnTo>
                  <a:pt x="884377" y="288429"/>
                </a:lnTo>
                <a:lnTo>
                  <a:pt x="888149" y="285191"/>
                </a:lnTo>
                <a:lnTo>
                  <a:pt x="895705" y="260121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503832" y="5075008"/>
            <a:ext cx="591820" cy="320040"/>
          </a:xfrm>
          <a:custGeom>
            <a:avLst/>
            <a:gdLst/>
            <a:ahLst/>
            <a:cxnLst/>
            <a:rect l="l" t="t" r="r" b="b"/>
            <a:pathLst>
              <a:path w="591819" h="320039">
                <a:moveTo>
                  <a:pt x="141147" y="40081"/>
                </a:moveTo>
                <a:lnTo>
                  <a:pt x="14770" y="40081"/>
                </a:lnTo>
                <a:lnTo>
                  <a:pt x="14770" y="72009"/>
                </a:lnTo>
                <a:lnTo>
                  <a:pt x="102692" y="72009"/>
                </a:lnTo>
                <a:lnTo>
                  <a:pt x="93853" y="117525"/>
                </a:lnTo>
                <a:lnTo>
                  <a:pt x="74777" y="158191"/>
                </a:lnTo>
                <a:lnTo>
                  <a:pt x="43992" y="194183"/>
                </a:lnTo>
                <a:lnTo>
                  <a:pt x="0" y="225679"/>
                </a:lnTo>
                <a:lnTo>
                  <a:pt x="22796" y="253111"/>
                </a:lnTo>
                <a:lnTo>
                  <a:pt x="69938" y="219316"/>
                </a:lnTo>
                <a:lnTo>
                  <a:pt x="103606" y="180632"/>
                </a:lnTo>
                <a:lnTo>
                  <a:pt x="125526" y="137541"/>
                </a:lnTo>
                <a:lnTo>
                  <a:pt x="137452" y="90525"/>
                </a:lnTo>
                <a:lnTo>
                  <a:pt x="141147" y="40081"/>
                </a:lnTo>
                <a:close/>
              </a:path>
              <a:path w="591819" h="320039">
                <a:moveTo>
                  <a:pt x="277406" y="0"/>
                </a:moveTo>
                <a:lnTo>
                  <a:pt x="239458" y="0"/>
                </a:lnTo>
                <a:lnTo>
                  <a:pt x="239458" y="123736"/>
                </a:lnTo>
                <a:lnTo>
                  <a:pt x="205016" y="123736"/>
                </a:lnTo>
                <a:lnTo>
                  <a:pt x="205016" y="8521"/>
                </a:lnTo>
                <a:lnTo>
                  <a:pt x="168325" y="8521"/>
                </a:lnTo>
                <a:lnTo>
                  <a:pt x="168325" y="305079"/>
                </a:lnTo>
                <a:lnTo>
                  <a:pt x="205016" y="305079"/>
                </a:lnTo>
                <a:lnTo>
                  <a:pt x="205016" y="155676"/>
                </a:lnTo>
                <a:lnTo>
                  <a:pt x="239458" y="155676"/>
                </a:lnTo>
                <a:lnTo>
                  <a:pt x="239458" y="319862"/>
                </a:lnTo>
                <a:lnTo>
                  <a:pt x="277406" y="319862"/>
                </a:lnTo>
                <a:lnTo>
                  <a:pt x="277406" y="155676"/>
                </a:lnTo>
                <a:lnTo>
                  <a:pt x="277406" y="123736"/>
                </a:lnTo>
                <a:lnTo>
                  <a:pt x="277406" y="0"/>
                </a:lnTo>
                <a:close/>
              </a:path>
              <a:path w="591819" h="320039">
                <a:moveTo>
                  <a:pt x="507593" y="157556"/>
                </a:moveTo>
                <a:lnTo>
                  <a:pt x="474929" y="140563"/>
                </a:lnTo>
                <a:lnTo>
                  <a:pt x="453745" y="118973"/>
                </a:lnTo>
                <a:lnTo>
                  <a:pt x="451421" y="116611"/>
                </a:lnTo>
                <a:lnTo>
                  <a:pt x="437210" y="87896"/>
                </a:lnTo>
                <a:lnTo>
                  <a:pt x="432447" y="56603"/>
                </a:lnTo>
                <a:lnTo>
                  <a:pt x="432447" y="19659"/>
                </a:lnTo>
                <a:lnTo>
                  <a:pt x="393001" y="19659"/>
                </a:lnTo>
                <a:lnTo>
                  <a:pt x="387946" y="90424"/>
                </a:lnTo>
                <a:lnTo>
                  <a:pt x="348843" y="146875"/>
                </a:lnTo>
                <a:lnTo>
                  <a:pt x="314972" y="164566"/>
                </a:lnTo>
                <a:lnTo>
                  <a:pt x="336016" y="195872"/>
                </a:lnTo>
                <a:lnTo>
                  <a:pt x="361950" y="182892"/>
                </a:lnTo>
                <a:lnTo>
                  <a:pt x="383527" y="165366"/>
                </a:lnTo>
                <a:lnTo>
                  <a:pt x="400672" y="143865"/>
                </a:lnTo>
                <a:lnTo>
                  <a:pt x="413283" y="118973"/>
                </a:lnTo>
                <a:lnTo>
                  <a:pt x="425577" y="141249"/>
                </a:lnTo>
                <a:lnTo>
                  <a:pt x="441871" y="160553"/>
                </a:lnTo>
                <a:lnTo>
                  <a:pt x="462076" y="176390"/>
                </a:lnTo>
                <a:lnTo>
                  <a:pt x="486054" y="188239"/>
                </a:lnTo>
                <a:lnTo>
                  <a:pt x="507593" y="157556"/>
                </a:lnTo>
                <a:close/>
              </a:path>
              <a:path w="591819" h="320039">
                <a:moveTo>
                  <a:pt x="584238" y="254"/>
                </a:moveTo>
                <a:lnTo>
                  <a:pt x="544918" y="254"/>
                </a:lnTo>
                <a:lnTo>
                  <a:pt x="544918" y="70764"/>
                </a:lnTo>
                <a:lnTo>
                  <a:pt x="481291" y="70764"/>
                </a:lnTo>
                <a:lnTo>
                  <a:pt x="481291" y="102819"/>
                </a:lnTo>
                <a:lnTo>
                  <a:pt x="544918" y="102819"/>
                </a:lnTo>
                <a:lnTo>
                  <a:pt x="544918" y="237705"/>
                </a:lnTo>
                <a:lnTo>
                  <a:pt x="584238" y="237705"/>
                </a:lnTo>
                <a:lnTo>
                  <a:pt x="584238" y="254"/>
                </a:lnTo>
                <a:close/>
              </a:path>
              <a:path w="591819" h="320039">
                <a:moveTo>
                  <a:pt x="591248" y="281914"/>
                </a:moveTo>
                <a:lnTo>
                  <a:pt x="413042" y="281914"/>
                </a:lnTo>
                <a:lnTo>
                  <a:pt x="413042" y="212026"/>
                </a:lnTo>
                <a:lnTo>
                  <a:pt x="373214" y="212026"/>
                </a:lnTo>
                <a:lnTo>
                  <a:pt x="373214" y="313855"/>
                </a:lnTo>
                <a:lnTo>
                  <a:pt x="591248" y="313855"/>
                </a:lnTo>
                <a:lnTo>
                  <a:pt x="591248" y="281914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509011" y="7169250"/>
            <a:ext cx="102866" cy="102866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6764567" y="7097739"/>
            <a:ext cx="407034" cy="224790"/>
            <a:chOff x="6764567" y="7097739"/>
            <a:chExt cx="407034" cy="224790"/>
          </a:xfrm>
        </p:grpSpPr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64567" y="7097739"/>
              <a:ext cx="193562" cy="22215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85406" y="7097739"/>
              <a:ext cx="185669" cy="224522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7268709" y="7117736"/>
            <a:ext cx="339725" cy="184785"/>
            <a:chOff x="7268709" y="7117736"/>
            <a:chExt cx="339725" cy="184785"/>
          </a:xfrm>
        </p:grpSpPr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68709" y="7117736"/>
              <a:ext cx="158129" cy="18452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49993" y="7117736"/>
              <a:ext cx="158130" cy="184529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7627945" y="7097564"/>
            <a:ext cx="854710" cy="229870"/>
            <a:chOff x="7627945" y="7097564"/>
            <a:chExt cx="854710" cy="229870"/>
          </a:xfrm>
        </p:grpSpPr>
        <p:sp>
          <p:nvSpPr>
            <p:cNvPr id="40" name="object 40"/>
            <p:cNvSpPr/>
            <p:nvPr/>
          </p:nvSpPr>
          <p:spPr>
            <a:xfrm>
              <a:off x="7627938" y="7097572"/>
              <a:ext cx="619760" cy="229870"/>
            </a:xfrm>
            <a:custGeom>
              <a:avLst/>
              <a:gdLst/>
              <a:ahLst/>
              <a:cxnLst/>
              <a:rect l="l" t="t" r="r" b="b"/>
              <a:pathLst>
                <a:path w="619759" h="229870">
                  <a:moveTo>
                    <a:pt x="143040" y="22059"/>
                  </a:moveTo>
                  <a:lnTo>
                    <a:pt x="0" y="22059"/>
                  </a:lnTo>
                  <a:lnTo>
                    <a:pt x="0" y="49987"/>
                  </a:lnTo>
                  <a:lnTo>
                    <a:pt x="55511" y="49987"/>
                  </a:lnTo>
                  <a:lnTo>
                    <a:pt x="55511" y="202387"/>
                  </a:lnTo>
                  <a:lnTo>
                    <a:pt x="87617" y="202387"/>
                  </a:lnTo>
                  <a:lnTo>
                    <a:pt x="87617" y="49987"/>
                  </a:lnTo>
                  <a:lnTo>
                    <a:pt x="143040" y="49987"/>
                  </a:lnTo>
                  <a:lnTo>
                    <a:pt x="143040" y="22059"/>
                  </a:lnTo>
                  <a:close/>
                </a:path>
                <a:path w="619759" h="229870">
                  <a:moveTo>
                    <a:pt x="323100" y="22631"/>
                  </a:moveTo>
                  <a:lnTo>
                    <a:pt x="287667" y="22631"/>
                  </a:lnTo>
                  <a:lnTo>
                    <a:pt x="240830" y="164261"/>
                  </a:lnTo>
                  <a:lnTo>
                    <a:pt x="238988" y="164261"/>
                  </a:lnTo>
                  <a:lnTo>
                    <a:pt x="192163" y="22631"/>
                  </a:lnTo>
                  <a:lnTo>
                    <a:pt x="156641" y="22631"/>
                  </a:lnTo>
                  <a:lnTo>
                    <a:pt x="219964" y="202247"/>
                  </a:lnTo>
                  <a:lnTo>
                    <a:pt x="259778" y="202247"/>
                  </a:lnTo>
                  <a:lnTo>
                    <a:pt x="323100" y="22631"/>
                  </a:lnTo>
                  <a:close/>
                </a:path>
                <a:path w="619759" h="229870">
                  <a:moveTo>
                    <a:pt x="416242" y="14211"/>
                  </a:moveTo>
                  <a:lnTo>
                    <a:pt x="388620" y="14211"/>
                  </a:lnTo>
                  <a:lnTo>
                    <a:pt x="330733" y="229260"/>
                  </a:lnTo>
                  <a:lnTo>
                    <a:pt x="358355" y="229260"/>
                  </a:lnTo>
                  <a:lnTo>
                    <a:pt x="416242" y="14211"/>
                  </a:lnTo>
                  <a:close/>
                </a:path>
                <a:path w="619759" h="229870">
                  <a:moveTo>
                    <a:pt x="543064" y="100063"/>
                  </a:moveTo>
                  <a:lnTo>
                    <a:pt x="539076" y="82423"/>
                  </a:lnTo>
                  <a:lnTo>
                    <a:pt x="535559" y="77965"/>
                  </a:lnTo>
                  <a:lnTo>
                    <a:pt x="528193" y="68643"/>
                  </a:lnTo>
                  <a:lnTo>
                    <a:pt x="517105" y="62649"/>
                  </a:lnTo>
                  <a:lnTo>
                    <a:pt x="517105" y="100063"/>
                  </a:lnTo>
                  <a:lnTo>
                    <a:pt x="515048" y="109474"/>
                  </a:lnTo>
                  <a:lnTo>
                    <a:pt x="509549" y="116471"/>
                  </a:lnTo>
                  <a:lnTo>
                    <a:pt x="501205" y="120840"/>
                  </a:lnTo>
                  <a:lnTo>
                    <a:pt x="490613" y="122339"/>
                  </a:lnTo>
                  <a:lnTo>
                    <a:pt x="479958" y="120840"/>
                  </a:lnTo>
                  <a:lnTo>
                    <a:pt x="471652" y="116471"/>
                  </a:lnTo>
                  <a:lnTo>
                    <a:pt x="466267" y="109474"/>
                  </a:lnTo>
                  <a:lnTo>
                    <a:pt x="464388" y="100063"/>
                  </a:lnTo>
                  <a:lnTo>
                    <a:pt x="466267" y="90868"/>
                  </a:lnTo>
                  <a:lnTo>
                    <a:pt x="471652" y="83947"/>
                  </a:lnTo>
                  <a:lnTo>
                    <a:pt x="479958" y="79565"/>
                  </a:lnTo>
                  <a:lnTo>
                    <a:pt x="490613" y="77965"/>
                  </a:lnTo>
                  <a:lnTo>
                    <a:pt x="501205" y="79565"/>
                  </a:lnTo>
                  <a:lnTo>
                    <a:pt x="509549" y="83947"/>
                  </a:lnTo>
                  <a:lnTo>
                    <a:pt x="515048" y="90868"/>
                  </a:lnTo>
                  <a:lnTo>
                    <a:pt x="517105" y="100063"/>
                  </a:lnTo>
                  <a:lnTo>
                    <a:pt x="517105" y="62649"/>
                  </a:lnTo>
                  <a:lnTo>
                    <a:pt x="511632" y="59677"/>
                  </a:lnTo>
                  <a:lnTo>
                    <a:pt x="490613" y="56476"/>
                  </a:lnTo>
                  <a:lnTo>
                    <a:pt x="469684" y="59677"/>
                  </a:lnTo>
                  <a:lnTo>
                    <a:pt x="453212" y="68643"/>
                  </a:lnTo>
                  <a:lnTo>
                    <a:pt x="442468" y="82423"/>
                  </a:lnTo>
                  <a:lnTo>
                    <a:pt x="438696" y="100063"/>
                  </a:lnTo>
                  <a:lnTo>
                    <a:pt x="442468" y="117754"/>
                  </a:lnTo>
                  <a:lnTo>
                    <a:pt x="453212" y="131533"/>
                  </a:lnTo>
                  <a:lnTo>
                    <a:pt x="469684" y="140474"/>
                  </a:lnTo>
                  <a:lnTo>
                    <a:pt x="490613" y="143662"/>
                  </a:lnTo>
                  <a:lnTo>
                    <a:pt x="511632" y="140474"/>
                  </a:lnTo>
                  <a:lnTo>
                    <a:pt x="528193" y="131533"/>
                  </a:lnTo>
                  <a:lnTo>
                    <a:pt x="535444" y="122339"/>
                  </a:lnTo>
                  <a:lnTo>
                    <a:pt x="539076" y="117754"/>
                  </a:lnTo>
                  <a:lnTo>
                    <a:pt x="543064" y="100063"/>
                  </a:lnTo>
                  <a:close/>
                </a:path>
                <a:path w="619759" h="229870">
                  <a:moveTo>
                    <a:pt x="552094" y="25171"/>
                  </a:moveTo>
                  <a:lnTo>
                    <a:pt x="504558" y="25171"/>
                  </a:lnTo>
                  <a:lnTo>
                    <a:pt x="504558" y="0"/>
                  </a:lnTo>
                  <a:lnTo>
                    <a:pt x="477113" y="0"/>
                  </a:lnTo>
                  <a:lnTo>
                    <a:pt x="477113" y="25171"/>
                  </a:lnTo>
                  <a:lnTo>
                    <a:pt x="426948" y="25171"/>
                  </a:lnTo>
                  <a:lnTo>
                    <a:pt x="426948" y="47091"/>
                  </a:lnTo>
                  <a:lnTo>
                    <a:pt x="552094" y="47091"/>
                  </a:lnTo>
                  <a:lnTo>
                    <a:pt x="552094" y="25171"/>
                  </a:lnTo>
                  <a:close/>
                </a:path>
                <a:path w="619759" h="229870">
                  <a:moveTo>
                    <a:pt x="614286" y="342"/>
                  </a:moveTo>
                  <a:lnTo>
                    <a:pt x="586740" y="342"/>
                  </a:lnTo>
                  <a:lnTo>
                    <a:pt x="586740" y="57442"/>
                  </a:lnTo>
                  <a:lnTo>
                    <a:pt x="553593" y="57442"/>
                  </a:lnTo>
                  <a:lnTo>
                    <a:pt x="553593" y="79806"/>
                  </a:lnTo>
                  <a:lnTo>
                    <a:pt x="586740" y="79806"/>
                  </a:lnTo>
                  <a:lnTo>
                    <a:pt x="586740" y="104889"/>
                  </a:lnTo>
                  <a:lnTo>
                    <a:pt x="553593" y="104889"/>
                  </a:lnTo>
                  <a:lnTo>
                    <a:pt x="553593" y="126911"/>
                  </a:lnTo>
                  <a:lnTo>
                    <a:pt x="586740" y="126911"/>
                  </a:lnTo>
                  <a:lnTo>
                    <a:pt x="586740" y="171107"/>
                  </a:lnTo>
                  <a:lnTo>
                    <a:pt x="614286" y="171107"/>
                  </a:lnTo>
                  <a:lnTo>
                    <a:pt x="614286" y="342"/>
                  </a:lnTo>
                  <a:close/>
                </a:path>
                <a:path w="619759" h="229870">
                  <a:moveTo>
                    <a:pt x="619188" y="197599"/>
                  </a:moveTo>
                  <a:lnTo>
                    <a:pt x="494385" y="197599"/>
                  </a:lnTo>
                  <a:lnTo>
                    <a:pt x="494385" y="156375"/>
                  </a:lnTo>
                  <a:lnTo>
                    <a:pt x="466496" y="156375"/>
                  </a:lnTo>
                  <a:lnTo>
                    <a:pt x="466496" y="219964"/>
                  </a:lnTo>
                  <a:lnTo>
                    <a:pt x="619188" y="219964"/>
                  </a:lnTo>
                  <a:lnTo>
                    <a:pt x="619188" y="1975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71517" y="7097739"/>
              <a:ext cx="210752" cy="223820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8556577" y="7097739"/>
            <a:ext cx="640715" cy="224154"/>
            <a:chOff x="8556577" y="7097739"/>
            <a:chExt cx="640715" cy="224154"/>
          </a:xfrm>
        </p:grpSpPr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556577" y="7097739"/>
              <a:ext cx="185318" cy="22382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770575" y="7097739"/>
              <a:ext cx="426416" cy="22382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9281531" y="7097739"/>
            <a:ext cx="476884" cy="224154"/>
            <a:chOff x="9281531" y="7097739"/>
            <a:chExt cx="476884" cy="224154"/>
          </a:xfrm>
        </p:grpSpPr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281531" y="7097739"/>
              <a:ext cx="397123" cy="2239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719700" y="7202107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4" h="38734">
                  <a:moveTo>
                    <a:pt x="19206" y="0"/>
                  </a:moveTo>
                  <a:lnTo>
                    <a:pt x="11704" y="1506"/>
                  </a:lnTo>
                  <a:lnTo>
                    <a:pt x="5558" y="5602"/>
                  </a:lnTo>
                  <a:lnTo>
                    <a:pt x="1434" y="11655"/>
                  </a:lnTo>
                  <a:lnTo>
                    <a:pt x="0" y="19031"/>
                  </a:lnTo>
                  <a:lnTo>
                    <a:pt x="1434" y="26510"/>
                  </a:lnTo>
                  <a:lnTo>
                    <a:pt x="5558" y="32615"/>
                  </a:lnTo>
                  <a:lnTo>
                    <a:pt x="11704" y="36730"/>
                  </a:lnTo>
                  <a:lnTo>
                    <a:pt x="19206" y="38238"/>
                  </a:lnTo>
                  <a:lnTo>
                    <a:pt x="26561" y="36730"/>
                  </a:lnTo>
                  <a:lnTo>
                    <a:pt x="32658" y="32615"/>
                  </a:lnTo>
                  <a:lnTo>
                    <a:pt x="36831" y="26510"/>
                  </a:lnTo>
                  <a:lnTo>
                    <a:pt x="38413" y="19031"/>
                  </a:lnTo>
                  <a:lnTo>
                    <a:pt x="36831" y="11655"/>
                  </a:lnTo>
                  <a:lnTo>
                    <a:pt x="32658" y="5602"/>
                  </a:lnTo>
                  <a:lnTo>
                    <a:pt x="26561" y="1506"/>
                  </a:lnTo>
                  <a:lnTo>
                    <a:pt x="192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9787932" y="7097739"/>
            <a:ext cx="400050" cy="224154"/>
            <a:chOff x="9787932" y="7097739"/>
            <a:chExt cx="400050" cy="224154"/>
          </a:xfrm>
        </p:grpSpPr>
        <p:sp>
          <p:nvSpPr>
            <p:cNvPr id="49" name="object 49"/>
            <p:cNvSpPr/>
            <p:nvPr/>
          </p:nvSpPr>
          <p:spPr>
            <a:xfrm>
              <a:off x="9787928" y="7097750"/>
              <a:ext cx="186690" cy="224154"/>
            </a:xfrm>
            <a:custGeom>
              <a:avLst/>
              <a:gdLst/>
              <a:ahLst/>
              <a:cxnLst/>
              <a:rect l="l" t="t" r="r" b="b"/>
              <a:pathLst>
                <a:path w="186690" h="224154">
                  <a:moveTo>
                    <a:pt x="88049" y="24409"/>
                  </a:moveTo>
                  <a:lnTo>
                    <a:pt x="0" y="24409"/>
                  </a:lnTo>
                  <a:lnTo>
                    <a:pt x="0" y="45999"/>
                  </a:lnTo>
                  <a:lnTo>
                    <a:pt x="0" y="145059"/>
                  </a:lnTo>
                  <a:lnTo>
                    <a:pt x="0" y="166649"/>
                  </a:lnTo>
                  <a:lnTo>
                    <a:pt x="88049" y="166649"/>
                  </a:lnTo>
                  <a:lnTo>
                    <a:pt x="88049" y="145059"/>
                  </a:lnTo>
                  <a:lnTo>
                    <a:pt x="25869" y="145059"/>
                  </a:lnTo>
                  <a:lnTo>
                    <a:pt x="25869" y="45999"/>
                  </a:lnTo>
                  <a:lnTo>
                    <a:pt x="62179" y="45999"/>
                  </a:lnTo>
                  <a:lnTo>
                    <a:pt x="62179" y="144614"/>
                  </a:lnTo>
                  <a:lnTo>
                    <a:pt x="88049" y="144614"/>
                  </a:lnTo>
                  <a:lnTo>
                    <a:pt x="88049" y="45999"/>
                  </a:lnTo>
                  <a:lnTo>
                    <a:pt x="88049" y="24409"/>
                  </a:lnTo>
                  <a:close/>
                </a:path>
                <a:path w="186690" h="224154">
                  <a:moveTo>
                    <a:pt x="186461" y="86639"/>
                  </a:moveTo>
                  <a:lnTo>
                    <a:pt x="136118" y="86639"/>
                  </a:lnTo>
                  <a:lnTo>
                    <a:pt x="136118" y="4102"/>
                  </a:lnTo>
                  <a:lnTo>
                    <a:pt x="109982" y="4102"/>
                  </a:lnTo>
                  <a:lnTo>
                    <a:pt x="109982" y="86639"/>
                  </a:lnTo>
                  <a:lnTo>
                    <a:pt x="109982" y="109499"/>
                  </a:lnTo>
                  <a:lnTo>
                    <a:pt x="109982" y="213652"/>
                  </a:lnTo>
                  <a:lnTo>
                    <a:pt x="136118" y="213652"/>
                  </a:lnTo>
                  <a:lnTo>
                    <a:pt x="136118" y="109499"/>
                  </a:lnTo>
                  <a:lnTo>
                    <a:pt x="159969" y="109499"/>
                  </a:lnTo>
                  <a:lnTo>
                    <a:pt x="159969" y="223989"/>
                  </a:lnTo>
                  <a:lnTo>
                    <a:pt x="186461" y="223989"/>
                  </a:lnTo>
                  <a:lnTo>
                    <a:pt x="186461" y="109499"/>
                  </a:lnTo>
                  <a:lnTo>
                    <a:pt x="186461" y="109181"/>
                  </a:lnTo>
                  <a:lnTo>
                    <a:pt x="186461" y="86639"/>
                  </a:lnTo>
                  <a:close/>
                </a:path>
                <a:path w="186690" h="224154">
                  <a:moveTo>
                    <a:pt x="186461" y="0"/>
                  </a:moveTo>
                  <a:lnTo>
                    <a:pt x="159969" y="0"/>
                  </a:lnTo>
                  <a:lnTo>
                    <a:pt x="159969" y="86563"/>
                  </a:lnTo>
                  <a:lnTo>
                    <a:pt x="186461" y="86563"/>
                  </a:lnTo>
                  <a:lnTo>
                    <a:pt x="1864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003334" y="7097827"/>
              <a:ext cx="184616" cy="223732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277169" y="7097739"/>
            <a:ext cx="409051" cy="224522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10719285" y="7097739"/>
            <a:ext cx="632460" cy="224790"/>
            <a:chOff x="10719285" y="7097739"/>
            <a:chExt cx="632460" cy="224790"/>
          </a:xfrm>
        </p:grpSpPr>
        <p:sp>
          <p:nvSpPr>
            <p:cNvPr id="53" name="object 53"/>
            <p:cNvSpPr/>
            <p:nvPr/>
          </p:nvSpPr>
          <p:spPr>
            <a:xfrm>
              <a:off x="10719282" y="7118438"/>
              <a:ext cx="205104" cy="176530"/>
            </a:xfrm>
            <a:custGeom>
              <a:avLst/>
              <a:gdLst/>
              <a:ahLst/>
              <a:cxnLst/>
              <a:rect l="l" t="t" r="r" b="b"/>
              <a:pathLst>
                <a:path w="205104" h="176529">
                  <a:moveTo>
                    <a:pt x="187071" y="0"/>
                  </a:moveTo>
                  <a:lnTo>
                    <a:pt x="126987" y="0"/>
                  </a:lnTo>
                  <a:lnTo>
                    <a:pt x="126987" y="22288"/>
                  </a:lnTo>
                  <a:lnTo>
                    <a:pt x="126987" y="93586"/>
                  </a:lnTo>
                  <a:lnTo>
                    <a:pt x="76644" y="93586"/>
                  </a:lnTo>
                  <a:lnTo>
                    <a:pt x="76644" y="22288"/>
                  </a:lnTo>
                  <a:lnTo>
                    <a:pt x="126987" y="22288"/>
                  </a:lnTo>
                  <a:lnTo>
                    <a:pt x="126987" y="0"/>
                  </a:lnTo>
                  <a:lnTo>
                    <a:pt x="16751" y="0"/>
                  </a:lnTo>
                  <a:lnTo>
                    <a:pt x="16751" y="22288"/>
                  </a:lnTo>
                  <a:lnTo>
                    <a:pt x="49199" y="22288"/>
                  </a:lnTo>
                  <a:lnTo>
                    <a:pt x="49199" y="93586"/>
                  </a:lnTo>
                  <a:lnTo>
                    <a:pt x="17449" y="93586"/>
                  </a:lnTo>
                  <a:lnTo>
                    <a:pt x="17449" y="115506"/>
                  </a:lnTo>
                  <a:lnTo>
                    <a:pt x="186194" y="115506"/>
                  </a:lnTo>
                  <a:lnTo>
                    <a:pt x="186194" y="93586"/>
                  </a:lnTo>
                  <a:lnTo>
                    <a:pt x="154178" y="93586"/>
                  </a:lnTo>
                  <a:lnTo>
                    <a:pt x="154178" y="22288"/>
                  </a:lnTo>
                  <a:lnTo>
                    <a:pt x="187071" y="22288"/>
                  </a:lnTo>
                  <a:lnTo>
                    <a:pt x="187071" y="0"/>
                  </a:lnTo>
                  <a:close/>
                </a:path>
                <a:path w="205104" h="176529">
                  <a:moveTo>
                    <a:pt x="204965" y="153314"/>
                  </a:moveTo>
                  <a:lnTo>
                    <a:pt x="0" y="153314"/>
                  </a:lnTo>
                  <a:lnTo>
                    <a:pt x="0" y="176377"/>
                  </a:lnTo>
                  <a:lnTo>
                    <a:pt x="204965" y="176377"/>
                  </a:lnTo>
                  <a:lnTo>
                    <a:pt x="204965" y="153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947841" y="7097739"/>
              <a:ext cx="403613" cy="224522"/>
            </a:xfrm>
            <a:prstGeom prst="rect">
              <a:avLst/>
            </a:prstGeom>
          </p:spPr>
        </p:pic>
      </p:grpSp>
      <p:sp>
        <p:nvSpPr>
          <p:cNvPr id="55" name="object 55"/>
          <p:cNvSpPr/>
          <p:nvPr/>
        </p:nvSpPr>
        <p:spPr>
          <a:xfrm>
            <a:off x="11438090" y="7097750"/>
            <a:ext cx="648335" cy="224154"/>
          </a:xfrm>
          <a:custGeom>
            <a:avLst/>
            <a:gdLst/>
            <a:ahLst/>
            <a:cxnLst/>
            <a:rect l="l" t="t" r="r" b="b"/>
            <a:pathLst>
              <a:path w="648334" h="224154">
                <a:moveTo>
                  <a:pt x="182943" y="20434"/>
                </a:moveTo>
                <a:lnTo>
                  <a:pt x="21310" y="20434"/>
                </a:lnTo>
                <a:lnTo>
                  <a:pt x="21310" y="42621"/>
                </a:lnTo>
                <a:lnTo>
                  <a:pt x="155232" y="42621"/>
                </a:lnTo>
                <a:lnTo>
                  <a:pt x="155028" y="63893"/>
                </a:lnTo>
                <a:lnTo>
                  <a:pt x="154012" y="87617"/>
                </a:lnTo>
                <a:lnTo>
                  <a:pt x="151371" y="114427"/>
                </a:lnTo>
                <a:lnTo>
                  <a:pt x="146291" y="144970"/>
                </a:lnTo>
                <a:lnTo>
                  <a:pt x="174180" y="147955"/>
                </a:lnTo>
                <a:lnTo>
                  <a:pt x="179197" y="115557"/>
                </a:lnTo>
                <a:lnTo>
                  <a:pt x="181787" y="87871"/>
                </a:lnTo>
                <a:lnTo>
                  <a:pt x="182765" y="63741"/>
                </a:lnTo>
                <a:lnTo>
                  <a:pt x="182943" y="42621"/>
                </a:lnTo>
                <a:lnTo>
                  <a:pt x="182943" y="20434"/>
                </a:lnTo>
                <a:close/>
              </a:path>
              <a:path w="648334" h="224154">
                <a:moveTo>
                  <a:pt x="204266" y="172593"/>
                </a:moveTo>
                <a:lnTo>
                  <a:pt x="102793" y="172593"/>
                </a:lnTo>
                <a:lnTo>
                  <a:pt x="102793" y="94627"/>
                </a:lnTo>
                <a:lnTo>
                  <a:pt x="75425" y="94627"/>
                </a:lnTo>
                <a:lnTo>
                  <a:pt x="75425" y="172593"/>
                </a:lnTo>
                <a:lnTo>
                  <a:pt x="0" y="172593"/>
                </a:lnTo>
                <a:lnTo>
                  <a:pt x="0" y="195224"/>
                </a:lnTo>
                <a:lnTo>
                  <a:pt x="204266" y="195224"/>
                </a:lnTo>
                <a:lnTo>
                  <a:pt x="204266" y="172593"/>
                </a:lnTo>
                <a:close/>
              </a:path>
              <a:path w="648334" h="224154">
                <a:moveTo>
                  <a:pt x="424573" y="175552"/>
                </a:moveTo>
                <a:lnTo>
                  <a:pt x="335292" y="175552"/>
                </a:lnTo>
                <a:lnTo>
                  <a:pt x="335292" y="123469"/>
                </a:lnTo>
                <a:lnTo>
                  <a:pt x="401599" y="123469"/>
                </a:lnTo>
                <a:lnTo>
                  <a:pt x="401599" y="101879"/>
                </a:lnTo>
                <a:lnTo>
                  <a:pt x="272059" y="101879"/>
                </a:lnTo>
                <a:lnTo>
                  <a:pt x="272059" y="38379"/>
                </a:lnTo>
                <a:lnTo>
                  <a:pt x="399846" y="38379"/>
                </a:lnTo>
                <a:lnTo>
                  <a:pt x="399846" y="16789"/>
                </a:lnTo>
                <a:lnTo>
                  <a:pt x="244424" y="16789"/>
                </a:lnTo>
                <a:lnTo>
                  <a:pt x="244424" y="38379"/>
                </a:lnTo>
                <a:lnTo>
                  <a:pt x="244424" y="101879"/>
                </a:lnTo>
                <a:lnTo>
                  <a:pt x="244424" y="123469"/>
                </a:lnTo>
                <a:lnTo>
                  <a:pt x="307924" y="123469"/>
                </a:lnTo>
                <a:lnTo>
                  <a:pt x="307924" y="175552"/>
                </a:lnTo>
                <a:lnTo>
                  <a:pt x="219608" y="175552"/>
                </a:lnTo>
                <a:lnTo>
                  <a:pt x="219608" y="197129"/>
                </a:lnTo>
                <a:lnTo>
                  <a:pt x="424573" y="197129"/>
                </a:lnTo>
                <a:lnTo>
                  <a:pt x="424573" y="175552"/>
                </a:lnTo>
                <a:close/>
              </a:path>
              <a:path w="648334" h="224154">
                <a:moveTo>
                  <a:pt x="574370" y="25781"/>
                </a:moveTo>
                <a:lnTo>
                  <a:pt x="521576" y="25781"/>
                </a:lnTo>
                <a:lnTo>
                  <a:pt x="521576" y="876"/>
                </a:lnTo>
                <a:lnTo>
                  <a:pt x="493864" y="876"/>
                </a:lnTo>
                <a:lnTo>
                  <a:pt x="493864" y="25781"/>
                </a:lnTo>
                <a:lnTo>
                  <a:pt x="440715" y="25781"/>
                </a:lnTo>
                <a:lnTo>
                  <a:pt x="440715" y="47625"/>
                </a:lnTo>
                <a:lnTo>
                  <a:pt x="574370" y="47625"/>
                </a:lnTo>
                <a:lnTo>
                  <a:pt x="574370" y="25781"/>
                </a:lnTo>
                <a:close/>
              </a:path>
              <a:path w="648334" h="224154">
                <a:moveTo>
                  <a:pt x="578675" y="175577"/>
                </a:moveTo>
                <a:lnTo>
                  <a:pt x="577278" y="160324"/>
                </a:lnTo>
                <a:lnTo>
                  <a:pt x="576834" y="155321"/>
                </a:lnTo>
                <a:lnTo>
                  <a:pt x="563397" y="156997"/>
                </a:lnTo>
                <a:lnTo>
                  <a:pt x="549630" y="158381"/>
                </a:lnTo>
                <a:lnTo>
                  <a:pt x="535647" y="159473"/>
                </a:lnTo>
                <a:lnTo>
                  <a:pt x="521576" y="160324"/>
                </a:lnTo>
                <a:lnTo>
                  <a:pt x="521576" y="140411"/>
                </a:lnTo>
                <a:lnTo>
                  <a:pt x="538226" y="135293"/>
                </a:lnTo>
                <a:lnTo>
                  <a:pt x="551091" y="126492"/>
                </a:lnTo>
                <a:lnTo>
                  <a:pt x="555358" y="120319"/>
                </a:lnTo>
                <a:lnTo>
                  <a:pt x="559422" y="114465"/>
                </a:lnTo>
                <a:lnTo>
                  <a:pt x="562444" y="99809"/>
                </a:lnTo>
                <a:lnTo>
                  <a:pt x="558330" y="82613"/>
                </a:lnTo>
                <a:lnTo>
                  <a:pt x="555180" y="78930"/>
                </a:lnTo>
                <a:lnTo>
                  <a:pt x="547039" y="69354"/>
                </a:lnTo>
                <a:lnTo>
                  <a:pt x="535952" y="63868"/>
                </a:lnTo>
                <a:lnTo>
                  <a:pt x="535952" y="99809"/>
                </a:lnTo>
                <a:lnTo>
                  <a:pt x="533933" y="108496"/>
                </a:lnTo>
                <a:lnTo>
                  <a:pt x="528205" y="114960"/>
                </a:lnTo>
                <a:lnTo>
                  <a:pt x="519341" y="118986"/>
                </a:lnTo>
                <a:lnTo>
                  <a:pt x="507898" y="120319"/>
                </a:lnTo>
                <a:lnTo>
                  <a:pt x="496290" y="118986"/>
                </a:lnTo>
                <a:lnTo>
                  <a:pt x="487362" y="114960"/>
                </a:lnTo>
                <a:lnTo>
                  <a:pt x="481634" y="108496"/>
                </a:lnTo>
                <a:lnTo>
                  <a:pt x="479653" y="99809"/>
                </a:lnTo>
                <a:lnTo>
                  <a:pt x="481634" y="91071"/>
                </a:lnTo>
                <a:lnTo>
                  <a:pt x="487362" y="84493"/>
                </a:lnTo>
                <a:lnTo>
                  <a:pt x="496290" y="80365"/>
                </a:lnTo>
                <a:lnTo>
                  <a:pt x="507898" y="78930"/>
                </a:lnTo>
                <a:lnTo>
                  <a:pt x="519341" y="80365"/>
                </a:lnTo>
                <a:lnTo>
                  <a:pt x="528205" y="84493"/>
                </a:lnTo>
                <a:lnTo>
                  <a:pt x="533933" y="91071"/>
                </a:lnTo>
                <a:lnTo>
                  <a:pt x="535952" y="99809"/>
                </a:lnTo>
                <a:lnTo>
                  <a:pt x="535952" y="63868"/>
                </a:lnTo>
                <a:lnTo>
                  <a:pt x="529818" y="60820"/>
                </a:lnTo>
                <a:lnTo>
                  <a:pt x="507898" y="57797"/>
                </a:lnTo>
                <a:lnTo>
                  <a:pt x="485762" y="60820"/>
                </a:lnTo>
                <a:lnTo>
                  <a:pt x="468566" y="69354"/>
                </a:lnTo>
                <a:lnTo>
                  <a:pt x="457441" y="82613"/>
                </a:lnTo>
                <a:lnTo>
                  <a:pt x="453517" y="99809"/>
                </a:lnTo>
                <a:lnTo>
                  <a:pt x="456349" y="114490"/>
                </a:lnTo>
                <a:lnTo>
                  <a:pt x="464477" y="126441"/>
                </a:lnTo>
                <a:lnTo>
                  <a:pt x="477215" y="135229"/>
                </a:lnTo>
                <a:lnTo>
                  <a:pt x="493864" y="140322"/>
                </a:lnTo>
                <a:lnTo>
                  <a:pt x="493864" y="161366"/>
                </a:lnTo>
                <a:lnTo>
                  <a:pt x="478599" y="161683"/>
                </a:lnTo>
                <a:lnTo>
                  <a:pt x="436499" y="161988"/>
                </a:lnTo>
                <a:lnTo>
                  <a:pt x="440448" y="184696"/>
                </a:lnTo>
                <a:lnTo>
                  <a:pt x="471373" y="184492"/>
                </a:lnTo>
                <a:lnTo>
                  <a:pt x="505815" y="183400"/>
                </a:lnTo>
                <a:lnTo>
                  <a:pt x="542124" y="180670"/>
                </a:lnTo>
                <a:lnTo>
                  <a:pt x="578675" y="175577"/>
                </a:lnTo>
                <a:close/>
              </a:path>
              <a:path w="648334" h="224154">
                <a:moveTo>
                  <a:pt x="647954" y="92519"/>
                </a:moveTo>
                <a:lnTo>
                  <a:pt x="616559" y="92519"/>
                </a:lnTo>
                <a:lnTo>
                  <a:pt x="616559" y="0"/>
                </a:lnTo>
                <a:lnTo>
                  <a:pt x="588848" y="0"/>
                </a:lnTo>
                <a:lnTo>
                  <a:pt x="588848" y="223989"/>
                </a:lnTo>
                <a:lnTo>
                  <a:pt x="616559" y="223989"/>
                </a:lnTo>
                <a:lnTo>
                  <a:pt x="616559" y="115417"/>
                </a:lnTo>
                <a:lnTo>
                  <a:pt x="647954" y="115417"/>
                </a:lnTo>
                <a:lnTo>
                  <a:pt x="647954" y="925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2317669" y="7200617"/>
            <a:ext cx="27940" cy="121920"/>
          </a:xfrm>
          <a:custGeom>
            <a:avLst/>
            <a:gdLst/>
            <a:ahLst/>
            <a:cxnLst/>
            <a:rect l="l" t="t" r="r" b="b"/>
            <a:pathLst>
              <a:path w="27940" h="121920">
                <a:moveTo>
                  <a:pt x="27364" y="0"/>
                </a:moveTo>
                <a:lnTo>
                  <a:pt x="0" y="0"/>
                </a:lnTo>
                <a:lnTo>
                  <a:pt x="0" y="121645"/>
                </a:lnTo>
                <a:lnTo>
                  <a:pt x="27364" y="121645"/>
                </a:lnTo>
                <a:lnTo>
                  <a:pt x="273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12165591" y="7097739"/>
            <a:ext cx="404495" cy="220345"/>
            <a:chOff x="12165591" y="7097739"/>
            <a:chExt cx="404495" cy="220345"/>
          </a:xfrm>
        </p:grpSpPr>
        <p:sp>
          <p:nvSpPr>
            <p:cNvPr id="58" name="object 58"/>
            <p:cNvSpPr/>
            <p:nvPr/>
          </p:nvSpPr>
          <p:spPr>
            <a:xfrm>
              <a:off x="12165584" y="7097750"/>
              <a:ext cx="179705" cy="170815"/>
            </a:xfrm>
            <a:custGeom>
              <a:avLst/>
              <a:gdLst/>
              <a:ahLst/>
              <a:cxnLst/>
              <a:rect l="l" t="t" r="r" b="b"/>
              <a:pathLst>
                <a:path w="179704" h="170815">
                  <a:moveTo>
                    <a:pt x="179438" y="0"/>
                  </a:moveTo>
                  <a:lnTo>
                    <a:pt x="152082" y="0"/>
                  </a:lnTo>
                  <a:lnTo>
                    <a:pt x="152082" y="80302"/>
                  </a:lnTo>
                  <a:lnTo>
                    <a:pt x="106476" y="80302"/>
                  </a:lnTo>
                  <a:lnTo>
                    <a:pt x="106476" y="73050"/>
                  </a:lnTo>
                  <a:lnTo>
                    <a:pt x="106476" y="72669"/>
                  </a:lnTo>
                  <a:lnTo>
                    <a:pt x="106476" y="17360"/>
                  </a:lnTo>
                  <a:lnTo>
                    <a:pt x="79552" y="17360"/>
                  </a:lnTo>
                  <a:lnTo>
                    <a:pt x="79552" y="72669"/>
                  </a:lnTo>
                  <a:lnTo>
                    <a:pt x="79552" y="94259"/>
                  </a:lnTo>
                  <a:lnTo>
                    <a:pt x="79552" y="103149"/>
                  </a:lnTo>
                  <a:lnTo>
                    <a:pt x="79552" y="147599"/>
                  </a:lnTo>
                  <a:lnTo>
                    <a:pt x="27622" y="147599"/>
                  </a:lnTo>
                  <a:lnTo>
                    <a:pt x="27622" y="94259"/>
                  </a:lnTo>
                  <a:lnTo>
                    <a:pt x="79552" y="94259"/>
                  </a:lnTo>
                  <a:lnTo>
                    <a:pt x="79552" y="72669"/>
                  </a:lnTo>
                  <a:lnTo>
                    <a:pt x="27622" y="72669"/>
                  </a:lnTo>
                  <a:lnTo>
                    <a:pt x="27622" y="16789"/>
                  </a:lnTo>
                  <a:lnTo>
                    <a:pt x="0" y="16789"/>
                  </a:lnTo>
                  <a:lnTo>
                    <a:pt x="0" y="170459"/>
                  </a:lnTo>
                  <a:lnTo>
                    <a:pt x="106476" y="170459"/>
                  </a:lnTo>
                  <a:lnTo>
                    <a:pt x="106476" y="147599"/>
                  </a:lnTo>
                  <a:lnTo>
                    <a:pt x="106476" y="103149"/>
                  </a:lnTo>
                  <a:lnTo>
                    <a:pt x="179438" y="103149"/>
                  </a:lnTo>
                  <a:lnTo>
                    <a:pt x="179438" y="94259"/>
                  </a:lnTo>
                  <a:lnTo>
                    <a:pt x="179438" y="80416"/>
                  </a:lnTo>
                  <a:lnTo>
                    <a:pt x="1794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376168" y="7097915"/>
              <a:ext cx="193913" cy="219610"/>
            </a:xfrm>
            <a:prstGeom prst="rect">
              <a:avLst/>
            </a:prstGeom>
          </p:spPr>
        </p:pic>
      </p:grpSp>
      <p:pic>
        <p:nvPicPr>
          <p:cNvPr id="60" name="object 6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509011" y="7524801"/>
            <a:ext cx="102866" cy="102866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6763691" y="7453290"/>
            <a:ext cx="426084" cy="224154"/>
            <a:chOff x="6763691" y="7453290"/>
            <a:chExt cx="426084" cy="224154"/>
          </a:xfrm>
        </p:grpSpPr>
        <p:pic>
          <p:nvPicPr>
            <p:cNvPr id="62" name="object 6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763691" y="7453290"/>
              <a:ext cx="187598" cy="223996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984352" y="7472235"/>
              <a:ext cx="205104" cy="179705"/>
            </a:xfrm>
            <a:custGeom>
              <a:avLst/>
              <a:gdLst/>
              <a:ahLst/>
              <a:cxnLst/>
              <a:rect l="l" t="t" r="r" b="b"/>
              <a:pathLst>
                <a:path w="205104" h="179704">
                  <a:moveTo>
                    <a:pt x="204965" y="157086"/>
                  </a:moveTo>
                  <a:lnTo>
                    <a:pt x="150939" y="157086"/>
                  </a:lnTo>
                  <a:lnTo>
                    <a:pt x="150939" y="110947"/>
                  </a:lnTo>
                  <a:lnTo>
                    <a:pt x="186194" y="110947"/>
                  </a:lnTo>
                  <a:lnTo>
                    <a:pt x="186194" y="88582"/>
                  </a:lnTo>
                  <a:lnTo>
                    <a:pt x="154178" y="88582"/>
                  </a:lnTo>
                  <a:lnTo>
                    <a:pt x="154178" y="22288"/>
                  </a:lnTo>
                  <a:lnTo>
                    <a:pt x="187071" y="22288"/>
                  </a:lnTo>
                  <a:lnTo>
                    <a:pt x="187071" y="0"/>
                  </a:lnTo>
                  <a:lnTo>
                    <a:pt x="126987" y="0"/>
                  </a:lnTo>
                  <a:lnTo>
                    <a:pt x="126987" y="22288"/>
                  </a:lnTo>
                  <a:lnTo>
                    <a:pt x="126987" y="88582"/>
                  </a:lnTo>
                  <a:lnTo>
                    <a:pt x="123215" y="88582"/>
                  </a:lnTo>
                  <a:lnTo>
                    <a:pt x="123215" y="110947"/>
                  </a:lnTo>
                  <a:lnTo>
                    <a:pt x="123215" y="157086"/>
                  </a:lnTo>
                  <a:lnTo>
                    <a:pt x="80594" y="157086"/>
                  </a:lnTo>
                  <a:lnTo>
                    <a:pt x="80594" y="110947"/>
                  </a:lnTo>
                  <a:lnTo>
                    <a:pt x="123215" y="110947"/>
                  </a:lnTo>
                  <a:lnTo>
                    <a:pt x="123215" y="88582"/>
                  </a:lnTo>
                  <a:lnTo>
                    <a:pt x="76644" y="88582"/>
                  </a:lnTo>
                  <a:lnTo>
                    <a:pt x="76644" y="22288"/>
                  </a:lnTo>
                  <a:lnTo>
                    <a:pt x="126987" y="22288"/>
                  </a:lnTo>
                  <a:lnTo>
                    <a:pt x="126987" y="0"/>
                  </a:lnTo>
                  <a:lnTo>
                    <a:pt x="16751" y="0"/>
                  </a:lnTo>
                  <a:lnTo>
                    <a:pt x="16751" y="22288"/>
                  </a:lnTo>
                  <a:lnTo>
                    <a:pt x="49199" y="22288"/>
                  </a:lnTo>
                  <a:lnTo>
                    <a:pt x="49199" y="88582"/>
                  </a:lnTo>
                  <a:lnTo>
                    <a:pt x="17449" y="88582"/>
                  </a:lnTo>
                  <a:lnTo>
                    <a:pt x="17449" y="110947"/>
                  </a:lnTo>
                  <a:lnTo>
                    <a:pt x="52971" y="110947"/>
                  </a:lnTo>
                  <a:lnTo>
                    <a:pt x="52971" y="157086"/>
                  </a:lnTo>
                  <a:lnTo>
                    <a:pt x="0" y="157086"/>
                  </a:lnTo>
                  <a:lnTo>
                    <a:pt x="0" y="179362"/>
                  </a:lnTo>
                  <a:lnTo>
                    <a:pt x="204965" y="179362"/>
                  </a:lnTo>
                  <a:lnTo>
                    <a:pt x="204965" y="1570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7268884" y="7463113"/>
            <a:ext cx="478155" cy="213995"/>
            <a:chOff x="7268884" y="7463113"/>
            <a:chExt cx="478155" cy="213995"/>
          </a:xfrm>
        </p:grpSpPr>
        <p:pic>
          <p:nvPicPr>
            <p:cNvPr id="65" name="object 6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268884" y="7475743"/>
              <a:ext cx="75513" cy="17961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385181" y="7473287"/>
              <a:ext cx="138046" cy="18549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542697" y="7463113"/>
              <a:ext cx="204263" cy="213997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7822640" y="7453290"/>
            <a:ext cx="428625" cy="224154"/>
            <a:chOff x="7822640" y="7453290"/>
            <a:chExt cx="428625" cy="224154"/>
          </a:xfrm>
        </p:grpSpPr>
        <p:pic>
          <p:nvPicPr>
            <p:cNvPr id="69" name="object 6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822640" y="7453290"/>
              <a:ext cx="188212" cy="22382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040935" y="7453290"/>
              <a:ext cx="209963" cy="223645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8333973" y="7453290"/>
            <a:ext cx="1386205" cy="240665"/>
            <a:chOff x="8333973" y="7453290"/>
            <a:chExt cx="1386205" cy="240665"/>
          </a:xfrm>
        </p:grpSpPr>
        <p:pic>
          <p:nvPicPr>
            <p:cNvPr id="72" name="object 7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333973" y="7453290"/>
              <a:ext cx="174619" cy="22452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8541385" y="7471409"/>
              <a:ext cx="424815" cy="180340"/>
            </a:xfrm>
            <a:custGeom>
              <a:avLst/>
              <a:gdLst/>
              <a:ahLst/>
              <a:cxnLst/>
              <a:rect l="l" t="t" r="r" b="b"/>
              <a:pathLst>
                <a:path w="424815" h="180340">
                  <a:moveTo>
                    <a:pt x="204965" y="156857"/>
                  </a:moveTo>
                  <a:lnTo>
                    <a:pt x="115328" y="156857"/>
                  </a:lnTo>
                  <a:lnTo>
                    <a:pt x="115328" y="112737"/>
                  </a:lnTo>
                  <a:lnTo>
                    <a:pt x="186194" y="112737"/>
                  </a:lnTo>
                  <a:lnTo>
                    <a:pt x="186194" y="91084"/>
                  </a:lnTo>
                  <a:lnTo>
                    <a:pt x="154190" y="91084"/>
                  </a:lnTo>
                  <a:lnTo>
                    <a:pt x="154190" y="23901"/>
                  </a:lnTo>
                  <a:lnTo>
                    <a:pt x="187071" y="23901"/>
                  </a:lnTo>
                  <a:lnTo>
                    <a:pt x="187071" y="1701"/>
                  </a:lnTo>
                  <a:lnTo>
                    <a:pt x="127000" y="1701"/>
                  </a:lnTo>
                  <a:lnTo>
                    <a:pt x="127000" y="23901"/>
                  </a:lnTo>
                  <a:lnTo>
                    <a:pt x="127000" y="91084"/>
                  </a:lnTo>
                  <a:lnTo>
                    <a:pt x="76657" y="91084"/>
                  </a:lnTo>
                  <a:lnTo>
                    <a:pt x="76657" y="23901"/>
                  </a:lnTo>
                  <a:lnTo>
                    <a:pt x="127000" y="23901"/>
                  </a:lnTo>
                  <a:lnTo>
                    <a:pt x="127000" y="1701"/>
                  </a:lnTo>
                  <a:lnTo>
                    <a:pt x="16751" y="1701"/>
                  </a:lnTo>
                  <a:lnTo>
                    <a:pt x="16751" y="23901"/>
                  </a:lnTo>
                  <a:lnTo>
                    <a:pt x="49199" y="23901"/>
                  </a:lnTo>
                  <a:lnTo>
                    <a:pt x="49199" y="91084"/>
                  </a:lnTo>
                  <a:lnTo>
                    <a:pt x="17449" y="91084"/>
                  </a:lnTo>
                  <a:lnTo>
                    <a:pt x="17449" y="112737"/>
                  </a:lnTo>
                  <a:lnTo>
                    <a:pt x="88061" y="112737"/>
                  </a:lnTo>
                  <a:lnTo>
                    <a:pt x="88061" y="156857"/>
                  </a:lnTo>
                  <a:lnTo>
                    <a:pt x="0" y="156857"/>
                  </a:lnTo>
                  <a:lnTo>
                    <a:pt x="0" y="180009"/>
                  </a:lnTo>
                  <a:lnTo>
                    <a:pt x="204965" y="180009"/>
                  </a:lnTo>
                  <a:lnTo>
                    <a:pt x="204965" y="156857"/>
                  </a:lnTo>
                  <a:close/>
                </a:path>
                <a:path w="424815" h="180340">
                  <a:moveTo>
                    <a:pt x="401866" y="99060"/>
                  </a:moveTo>
                  <a:lnTo>
                    <a:pt x="272592" y="99060"/>
                  </a:lnTo>
                  <a:lnTo>
                    <a:pt x="272592" y="69850"/>
                  </a:lnTo>
                  <a:lnTo>
                    <a:pt x="394754" y="69850"/>
                  </a:lnTo>
                  <a:lnTo>
                    <a:pt x="394754" y="48272"/>
                  </a:lnTo>
                  <a:lnTo>
                    <a:pt x="272592" y="48272"/>
                  </a:lnTo>
                  <a:lnTo>
                    <a:pt x="272592" y="21590"/>
                  </a:lnTo>
                  <a:lnTo>
                    <a:pt x="399846" y="21590"/>
                  </a:lnTo>
                  <a:lnTo>
                    <a:pt x="399846" y="0"/>
                  </a:lnTo>
                  <a:lnTo>
                    <a:pt x="244614" y="0"/>
                  </a:lnTo>
                  <a:lnTo>
                    <a:pt x="244614" y="21590"/>
                  </a:lnTo>
                  <a:lnTo>
                    <a:pt x="244614" y="48272"/>
                  </a:lnTo>
                  <a:lnTo>
                    <a:pt x="244614" y="69850"/>
                  </a:lnTo>
                  <a:lnTo>
                    <a:pt x="244614" y="99060"/>
                  </a:lnTo>
                  <a:lnTo>
                    <a:pt x="244614" y="120650"/>
                  </a:lnTo>
                  <a:lnTo>
                    <a:pt x="401866" y="120650"/>
                  </a:lnTo>
                  <a:lnTo>
                    <a:pt x="401866" y="99060"/>
                  </a:lnTo>
                  <a:close/>
                </a:path>
                <a:path w="424815" h="180340">
                  <a:moveTo>
                    <a:pt x="424573" y="156248"/>
                  </a:moveTo>
                  <a:lnTo>
                    <a:pt x="219608" y="156248"/>
                  </a:lnTo>
                  <a:lnTo>
                    <a:pt x="219608" y="178777"/>
                  </a:lnTo>
                  <a:lnTo>
                    <a:pt x="424573" y="178777"/>
                  </a:lnTo>
                  <a:lnTo>
                    <a:pt x="424573" y="156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996314" y="7470567"/>
              <a:ext cx="64374" cy="22294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084895" y="7453465"/>
              <a:ext cx="182336" cy="22382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9295117" y="7467421"/>
              <a:ext cx="424815" cy="182880"/>
            </a:xfrm>
            <a:custGeom>
              <a:avLst/>
              <a:gdLst/>
              <a:ahLst/>
              <a:cxnLst/>
              <a:rect l="l" t="t" r="r" b="b"/>
              <a:pathLst>
                <a:path w="424815" h="182879">
                  <a:moveTo>
                    <a:pt x="196634" y="94183"/>
                  </a:moveTo>
                  <a:lnTo>
                    <a:pt x="138620" y="65265"/>
                  </a:lnTo>
                  <a:lnTo>
                    <a:pt x="115849" y="16484"/>
                  </a:lnTo>
                  <a:lnTo>
                    <a:pt x="115849" y="0"/>
                  </a:lnTo>
                  <a:lnTo>
                    <a:pt x="86563" y="0"/>
                  </a:lnTo>
                  <a:lnTo>
                    <a:pt x="86563" y="16484"/>
                  </a:lnTo>
                  <a:lnTo>
                    <a:pt x="80429" y="42024"/>
                  </a:lnTo>
                  <a:lnTo>
                    <a:pt x="63665" y="65138"/>
                  </a:lnTo>
                  <a:lnTo>
                    <a:pt x="38252" y="83350"/>
                  </a:lnTo>
                  <a:lnTo>
                    <a:pt x="6223" y="94183"/>
                  </a:lnTo>
                  <a:lnTo>
                    <a:pt x="18326" y="117170"/>
                  </a:lnTo>
                  <a:lnTo>
                    <a:pt x="45021" y="108521"/>
                  </a:lnTo>
                  <a:lnTo>
                    <a:pt x="68326" y="95046"/>
                  </a:lnTo>
                  <a:lnTo>
                    <a:pt x="87388" y="77457"/>
                  </a:lnTo>
                  <a:lnTo>
                    <a:pt x="101295" y="56476"/>
                  </a:lnTo>
                  <a:lnTo>
                    <a:pt x="115112" y="77584"/>
                  </a:lnTo>
                  <a:lnTo>
                    <a:pt x="134124" y="95211"/>
                  </a:lnTo>
                  <a:lnTo>
                    <a:pt x="157480" y="108635"/>
                  </a:lnTo>
                  <a:lnTo>
                    <a:pt x="184264" y="117170"/>
                  </a:lnTo>
                  <a:lnTo>
                    <a:pt x="196634" y="94183"/>
                  </a:lnTo>
                  <a:close/>
                </a:path>
                <a:path w="424815" h="182879">
                  <a:moveTo>
                    <a:pt x="204965" y="158648"/>
                  </a:moveTo>
                  <a:lnTo>
                    <a:pt x="0" y="158648"/>
                  </a:lnTo>
                  <a:lnTo>
                    <a:pt x="0" y="181457"/>
                  </a:lnTo>
                  <a:lnTo>
                    <a:pt x="204965" y="181457"/>
                  </a:lnTo>
                  <a:lnTo>
                    <a:pt x="204965" y="158648"/>
                  </a:lnTo>
                  <a:close/>
                </a:path>
                <a:path w="424815" h="182879">
                  <a:moveTo>
                    <a:pt x="401853" y="103047"/>
                  </a:moveTo>
                  <a:lnTo>
                    <a:pt x="272580" y="103047"/>
                  </a:lnTo>
                  <a:lnTo>
                    <a:pt x="272580" y="73837"/>
                  </a:lnTo>
                  <a:lnTo>
                    <a:pt x="394754" y="73837"/>
                  </a:lnTo>
                  <a:lnTo>
                    <a:pt x="394754" y="52260"/>
                  </a:lnTo>
                  <a:lnTo>
                    <a:pt x="272580" y="52260"/>
                  </a:lnTo>
                  <a:lnTo>
                    <a:pt x="272580" y="25577"/>
                  </a:lnTo>
                  <a:lnTo>
                    <a:pt x="399846" y="25577"/>
                  </a:lnTo>
                  <a:lnTo>
                    <a:pt x="399846" y="3987"/>
                  </a:lnTo>
                  <a:lnTo>
                    <a:pt x="244602" y="3987"/>
                  </a:lnTo>
                  <a:lnTo>
                    <a:pt x="244602" y="25577"/>
                  </a:lnTo>
                  <a:lnTo>
                    <a:pt x="244602" y="52260"/>
                  </a:lnTo>
                  <a:lnTo>
                    <a:pt x="244602" y="73837"/>
                  </a:lnTo>
                  <a:lnTo>
                    <a:pt x="244602" y="103047"/>
                  </a:lnTo>
                  <a:lnTo>
                    <a:pt x="244602" y="124637"/>
                  </a:lnTo>
                  <a:lnTo>
                    <a:pt x="401853" y="124637"/>
                  </a:lnTo>
                  <a:lnTo>
                    <a:pt x="401853" y="103047"/>
                  </a:lnTo>
                  <a:close/>
                </a:path>
                <a:path w="424815" h="182879">
                  <a:moveTo>
                    <a:pt x="424573" y="160235"/>
                  </a:moveTo>
                  <a:lnTo>
                    <a:pt x="219608" y="160235"/>
                  </a:lnTo>
                  <a:lnTo>
                    <a:pt x="219608" y="182765"/>
                  </a:lnTo>
                  <a:lnTo>
                    <a:pt x="424573" y="182765"/>
                  </a:lnTo>
                  <a:lnTo>
                    <a:pt x="424573" y="1602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/>
          <p:nvPr/>
        </p:nvSpPr>
        <p:spPr>
          <a:xfrm>
            <a:off x="9793871" y="7453299"/>
            <a:ext cx="644525" cy="224154"/>
          </a:xfrm>
          <a:custGeom>
            <a:avLst/>
            <a:gdLst/>
            <a:ahLst/>
            <a:cxnLst/>
            <a:rect l="l" t="t" r="r" b="b"/>
            <a:pathLst>
              <a:path w="644525" h="224154">
                <a:moveTo>
                  <a:pt x="182689" y="58051"/>
                </a:moveTo>
                <a:lnTo>
                  <a:pt x="176784" y="37350"/>
                </a:lnTo>
                <a:lnTo>
                  <a:pt x="169240" y="30162"/>
                </a:lnTo>
                <a:lnTo>
                  <a:pt x="160223" y="21577"/>
                </a:lnTo>
                <a:lnTo>
                  <a:pt x="154266" y="19227"/>
                </a:lnTo>
                <a:lnTo>
                  <a:pt x="154266" y="58051"/>
                </a:lnTo>
                <a:lnTo>
                  <a:pt x="150533" y="69507"/>
                </a:lnTo>
                <a:lnTo>
                  <a:pt x="139992" y="78016"/>
                </a:lnTo>
                <a:lnTo>
                  <a:pt x="123507" y="83324"/>
                </a:lnTo>
                <a:lnTo>
                  <a:pt x="101904" y="85153"/>
                </a:lnTo>
                <a:lnTo>
                  <a:pt x="80403" y="83324"/>
                </a:lnTo>
                <a:lnTo>
                  <a:pt x="63969" y="78016"/>
                </a:lnTo>
                <a:lnTo>
                  <a:pt x="53505" y="69507"/>
                </a:lnTo>
                <a:lnTo>
                  <a:pt x="49898" y="58051"/>
                </a:lnTo>
                <a:lnTo>
                  <a:pt x="53505" y="46266"/>
                </a:lnTo>
                <a:lnTo>
                  <a:pt x="63969" y="37503"/>
                </a:lnTo>
                <a:lnTo>
                  <a:pt x="80403" y="32042"/>
                </a:lnTo>
                <a:lnTo>
                  <a:pt x="101904" y="30162"/>
                </a:lnTo>
                <a:lnTo>
                  <a:pt x="123507" y="32042"/>
                </a:lnTo>
                <a:lnTo>
                  <a:pt x="139992" y="37503"/>
                </a:lnTo>
                <a:lnTo>
                  <a:pt x="150533" y="46266"/>
                </a:lnTo>
                <a:lnTo>
                  <a:pt x="154266" y="58051"/>
                </a:lnTo>
                <a:lnTo>
                  <a:pt x="154266" y="19227"/>
                </a:lnTo>
                <a:lnTo>
                  <a:pt x="134696" y="11506"/>
                </a:lnTo>
                <a:lnTo>
                  <a:pt x="101904" y="7975"/>
                </a:lnTo>
                <a:lnTo>
                  <a:pt x="69202" y="11506"/>
                </a:lnTo>
                <a:lnTo>
                  <a:pt x="43776" y="21577"/>
                </a:lnTo>
                <a:lnTo>
                  <a:pt x="27305" y="37350"/>
                </a:lnTo>
                <a:lnTo>
                  <a:pt x="21488" y="58051"/>
                </a:lnTo>
                <a:lnTo>
                  <a:pt x="27305" y="78371"/>
                </a:lnTo>
                <a:lnTo>
                  <a:pt x="43776" y="93802"/>
                </a:lnTo>
                <a:lnTo>
                  <a:pt x="69202" y="103606"/>
                </a:lnTo>
                <a:lnTo>
                  <a:pt x="101904" y="106997"/>
                </a:lnTo>
                <a:lnTo>
                  <a:pt x="134696" y="103606"/>
                </a:lnTo>
                <a:lnTo>
                  <a:pt x="160223" y="93802"/>
                </a:lnTo>
                <a:lnTo>
                  <a:pt x="169506" y="85153"/>
                </a:lnTo>
                <a:lnTo>
                  <a:pt x="176784" y="78371"/>
                </a:lnTo>
                <a:lnTo>
                  <a:pt x="182689" y="58051"/>
                </a:lnTo>
                <a:close/>
              </a:path>
              <a:path w="644525" h="224154">
                <a:moveTo>
                  <a:pt x="204965" y="125590"/>
                </a:moveTo>
                <a:lnTo>
                  <a:pt x="0" y="125590"/>
                </a:lnTo>
                <a:lnTo>
                  <a:pt x="0" y="147955"/>
                </a:lnTo>
                <a:lnTo>
                  <a:pt x="49022" y="147955"/>
                </a:lnTo>
                <a:lnTo>
                  <a:pt x="49022" y="223989"/>
                </a:lnTo>
                <a:lnTo>
                  <a:pt x="77266" y="223989"/>
                </a:lnTo>
                <a:lnTo>
                  <a:pt x="77266" y="147955"/>
                </a:lnTo>
                <a:lnTo>
                  <a:pt x="127076" y="147955"/>
                </a:lnTo>
                <a:lnTo>
                  <a:pt x="127076" y="223989"/>
                </a:lnTo>
                <a:lnTo>
                  <a:pt x="154978" y="223989"/>
                </a:lnTo>
                <a:lnTo>
                  <a:pt x="154978" y="147955"/>
                </a:lnTo>
                <a:lnTo>
                  <a:pt x="204965" y="147955"/>
                </a:lnTo>
                <a:lnTo>
                  <a:pt x="204965" y="125590"/>
                </a:lnTo>
                <a:close/>
              </a:path>
              <a:path w="644525" h="224154">
                <a:moveTo>
                  <a:pt x="354495" y="151028"/>
                </a:moveTo>
                <a:lnTo>
                  <a:pt x="331330" y="134378"/>
                </a:lnTo>
                <a:lnTo>
                  <a:pt x="314159" y="111112"/>
                </a:lnTo>
                <a:lnTo>
                  <a:pt x="313220" y="108661"/>
                </a:lnTo>
                <a:lnTo>
                  <a:pt x="303530" y="83515"/>
                </a:lnTo>
                <a:lnTo>
                  <a:pt x="299948" y="53848"/>
                </a:lnTo>
                <a:lnTo>
                  <a:pt x="299948" y="17970"/>
                </a:lnTo>
                <a:lnTo>
                  <a:pt x="272402" y="17970"/>
                </a:lnTo>
                <a:lnTo>
                  <a:pt x="272402" y="53848"/>
                </a:lnTo>
                <a:lnTo>
                  <a:pt x="268528" y="84696"/>
                </a:lnTo>
                <a:lnTo>
                  <a:pt x="257479" y="113563"/>
                </a:lnTo>
                <a:lnTo>
                  <a:pt x="239674" y="137871"/>
                </a:lnTo>
                <a:lnTo>
                  <a:pt x="215569" y="155054"/>
                </a:lnTo>
                <a:lnTo>
                  <a:pt x="232587" y="177330"/>
                </a:lnTo>
                <a:lnTo>
                  <a:pt x="250418" y="165442"/>
                </a:lnTo>
                <a:lnTo>
                  <a:pt x="265404" y="149580"/>
                </a:lnTo>
                <a:lnTo>
                  <a:pt x="277444" y="130416"/>
                </a:lnTo>
                <a:lnTo>
                  <a:pt x="286435" y="108661"/>
                </a:lnTo>
                <a:lnTo>
                  <a:pt x="295059" y="129032"/>
                </a:lnTo>
                <a:lnTo>
                  <a:pt x="306539" y="146977"/>
                </a:lnTo>
                <a:lnTo>
                  <a:pt x="320789" y="161886"/>
                </a:lnTo>
                <a:lnTo>
                  <a:pt x="337743" y="173126"/>
                </a:lnTo>
                <a:lnTo>
                  <a:pt x="354495" y="151028"/>
                </a:lnTo>
                <a:close/>
              </a:path>
              <a:path w="644525" h="224154">
                <a:moveTo>
                  <a:pt x="430009" y="87871"/>
                </a:moveTo>
                <a:lnTo>
                  <a:pt x="395452" y="87871"/>
                </a:lnTo>
                <a:lnTo>
                  <a:pt x="395452" y="0"/>
                </a:lnTo>
                <a:lnTo>
                  <a:pt x="367830" y="0"/>
                </a:lnTo>
                <a:lnTo>
                  <a:pt x="367830" y="223989"/>
                </a:lnTo>
                <a:lnTo>
                  <a:pt x="395452" y="223989"/>
                </a:lnTo>
                <a:lnTo>
                  <a:pt x="395452" y="111290"/>
                </a:lnTo>
                <a:lnTo>
                  <a:pt x="430009" y="111290"/>
                </a:lnTo>
                <a:lnTo>
                  <a:pt x="430009" y="87871"/>
                </a:lnTo>
                <a:close/>
              </a:path>
              <a:path w="644525" h="224154">
                <a:moveTo>
                  <a:pt x="644448" y="175590"/>
                </a:moveTo>
                <a:lnTo>
                  <a:pt x="555167" y="175590"/>
                </a:lnTo>
                <a:lnTo>
                  <a:pt x="555167" y="123532"/>
                </a:lnTo>
                <a:lnTo>
                  <a:pt x="621474" y="123532"/>
                </a:lnTo>
                <a:lnTo>
                  <a:pt x="621474" y="101930"/>
                </a:lnTo>
                <a:lnTo>
                  <a:pt x="491934" y="101930"/>
                </a:lnTo>
                <a:lnTo>
                  <a:pt x="491934" y="38442"/>
                </a:lnTo>
                <a:lnTo>
                  <a:pt x="619709" y="38442"/>
                </a:lnTo>
                <a:lnTo>
                  <a:pt x="619709" y="16840"/>
                </a:lnTo>
                <a:lnTo>
                  <a:pt x="464299" y="16840"/>
                </a:lnTo>
                <a:lnTo>
                  <a:pt x="464299" y="38442"/>
                </a:lnTo>
                <a:lnTo>
                  <a:pt x="464299" y="101930"/>
                </a:lnTo>
                <a:lnTo>
                  <a:pt x="464299" y="123532"/>
                </a:lnTo>
                <a:lnTo>
                  <a:pt x="527799" y="123532"/>
                </a:lnTo>
                <a:lnTo>
                  <a:pt x="527799" y="175590"/>
                </a:lnTo>
                <a:lnTo>
                  <a:pt x="439483" y="175590"/>
                </a:lnTo>
                <a:lnTo>
                  <a:pt x="439483" y="197180"/>
                </a:lnTo>
                <a:lnTo>
                  <a:pt x="644448" y="197180"/>
                </a:lnTo>
                <a:lnTo>
                  <a:pt x="644448" y="1755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8" name="object 7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0513128" y="7451799"/>
            <a:ext cx="503508" cy="241712"/>
          </a:xfrm>
          <a:prstGeom prst="rect">
            <a:avLst/>
          </a:prstGeom>
        </p:spPr>
      </p:pic>
      <p:sp>
        <p:nvSpPr>
          <p:cNvPr id="79" name="object 79"/>
          <p:cNvSpPr/>
          <p:nvPr/>
        </p:nvSpPr>
        <p:spPr>
          <a:xfrm>
            <a:off x="11121009" y="7523479"/>
            <a:ext cx="121920" cy="121285"/>
          </a:xfrm>
          <a:custGeom>
            <a:avLst/>
            <a:gdLst/>
            <a:ahLst/>
            <a:cxnLst/>
            <a:rect l="l" t="t" r="r" b="b"/>
            <a:pathLst>
              <a:path w="121920" h="121284">
                <a:moveTo>
                  <a:pt x="121297" y="46990"/>
                </a:moveTo>
                <a:lnTo>
                  <a:pt x="74295" y="46990"/>
                </a:lnTo>
                <a:lnTo>
                  <a:pt x="74295" y="0"/>
                </a:lnTo>
                <a:lnTo>
                  <a:pt x="46926" y="0"/>
                </a:lnTo>
                <a:lnTo>
                  <a:pt x="46926" y="46990"/>
                </a:lnTo>
                <a:lnTo>
                  <a:pt x="0" y="46990"/>
                </a:lnTo>
                <a:lnTo>
                  <a:pt x="0" y="73672"/>
                </a:lnTo>
                <a:lnTo>
                  <a:pt x="46926" y="73672"/>
                </a:lnTo>
                <a:lnTo>
                  <a:pt x="46926" y="120662"/>
                </a:lnTo>
                <a:lnTo>
                  <a:pt x="74295" y="120662"/>
                </a:lnTo>
                <a:lnTo>
                  <a:pt x="74295" y="73672"/>
                </a:lnTo>
                <a:lnTo>
                  <a:pt x="121297" y="73672"/>
                </a:lnTo>
                <a:lnTo>
                  <a:pt x="121297" y="46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0" name="object 80"/>
          <p:cNvGrpSpPr/>
          <p:nvPr/>
        </p:nvGrpSpPr>
        <p:grpSpPr>
          <a:xfrm>
            <a:off x="11331209" y="7451360"/>
            <a:ext cx="407670" cy="224154"/>
            <a:chOff x="11331209" y="7451360"/>
            <a:chExt cx="407670" cy="224154"/>
          </a:xfrm>
        </p:grpSpPr>
        <p:pic>
          <p:nvPicPr>
            <p:cNvPr id="81" name="object 8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331209" y="7453290"/>
              <a:ext cx="193562" cy="22215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551434" y="7451360"/>
              <a:ext cx="187336" cy="223294"/>
            </a:xfrm>
            <a:prstGeom prst="rect">
              <a:avLst/>
            </a:prstGeom>
          </p:spPr>
        </p:pic>
      </p:grpSp>
      <p:sp>
        <p:nvSpPr>
          <p:cNvPr id="83" name="object 83"/>
          <p:cNvSpPr/>
          <p:nvPr/>
        </p:nvSpPr>
        <p:spPr>
          <a:xfrm>
            <a:off x="11830698" y="7467333"/>
            <a:ext cx="520700" cy="215265"/>
          </a:xfrm>
          <a:custGeom>
            <a:avLst/>
            <a:gdLst/>
            <a:ahLst/>
            <a:cxnLst/>
            <a:rect l="l" t="t" r="r" b="b"/>
            <a:pathLst>
              <a:path w="520700" h="215265">
                <a:moveTo>
                  <a:pt x="204965" y="161556"/>
                </a:moveTo>
                <a:lnTo>
                  <a:pt x="115684" y="161556"/>
                </a:lnTo>
                <a:lnTo>
                  <a:pt x="115684" y="124726"/>
                </a:lnTo>
                <a:lnTo>
                  <a:pt x="185839" y="124726"/>
                </a:lnTo>
                <a:lnTo>
                  <a:pt x="185839" y="101866"/>
                </a:lnTo>
                <a:lnTo>
                  <a:pt x="51828" y="101866"/>
                </a:lnTo>
                <a:lnTo>
                  <a:pt x="51828" y="72669"/>
                </a:lnTo>
                <a:lnTo>
                  <a:pt x="180670" y="72669"/>
                </a:lnTo>
                <a:lnTo>
                  <a:pt x="180670" y="51066"/>
                </a:lnTo>
                <a:lnTo>
                  <a:pt x="180670" y="23126"/>
                </a:lnTo>
                <a:lnTo>
                  <a:pt x="180670" y="1536"/>
                </a:lnTo>
                <a:lnTo>
                  <a:pt x="23939" y="1536"/>
                </a:lnTo>
                <a:lnTo>
                  <a:pt x="23939" y="23126"/>
                </a:lnTo>
                <a:lnTo>
                  <a:pt x="153390" y="23126"/>
                </a:lnTo>
                <a:lnTo>
                  <a:pt x="153390" y="51066"/>
                </a:lnTo>
                <a:lnTo>
                  <a:pt x="24295" y="51066"/>
                </a:lnTo>
                <a:lnTo>
                  <a:pt x="24295" y="72669"/>
                </a:lnTo>
                <a:lnTo>
                  <a:pt x="24295" y="101866"/>
                </a:lnTo>
                <a:lnTo>
                  <a:pt x="24295" y="124726"/>
                </a:lnTo>
                <a:lnTo>
                  <a:pt x="88315" y="124726"/>
                </a:lnTo>
                <a:lnTo>
                  <a:pt x="88315" y="161556"/>
                </a:lnTo>
                <a:lnTo>
                  <a:pt x="0" y="161556"/>
                </a:lnTo>
                <a:lnTo>
                  <a:pt x="0" y="184416"/>
                </a:lnTo>
                <a:lnTo>
                  <a:pt x="204965" y="184416"/>
                </a:lnTo>
                <a:lnTo>
                  <a:pt x="204965" y="161556"/>
                </a:lnTo>
                <a:close/>
              </a:path>
              <a:path w="520700" h="215265">
                <a:moveTo>
                  <a:pt x="397916" y="7620"/>
                </a:moveTo>
                <a:lnTo>
                  <a:pt x="241185" y="7620"/>
                </a:lnTo>
                <a:lnTo>
                  <a:pt x="241185" y="29984"/>
                </a:lnTo>
                <a:lnTo>
                  <a:pt x="370547" y="29984"/>
                </a:lnTo>
                <a:lnTo>
                  <a:pt x="370547" y="33058"/>
                </a:lnTo>
                <a:lnTo>
                  <a:pt x="370344" y="55918"/>
                </a:lnTo>
                <a:lnTo>
                  <a:pt x="369392" y="80238"/>
                </a:lnTo>
                <a:lnTo>
                  <a:pt x="366801" y="107670"/>
                </a:lnTo>
                <a:lnTo>
                  <a:pt x="361784" y="138658"/>
                </a:lnTo>
                <a:lnTo>
                  <a:pt x="389750" y="141020"/>
                </a:lnTo>
                <a:lnTo>
                  <a:pt x="394474" y="108496"/>
                </a:lnTo>
                <a:lnTo>
                  <a:pt x="396887" y="80594"/>
                </a:lnTo>
                <a:lnTo>
                  <a:pt x="397789" y="55613"/>
                </a:lnTo>
                <a:lnTo>
                  <a:pt x="397916" y="7620"/>
                </a:lnTo>
                <a:close/>
              </a:path>
              <a:path w="520700" h="215265">
                <a:moveTo>
                  <a:pt x="423875" y="156718"/>
                </a:moveTo>
                <a:lnTo>
                  <a:pt x="219608" y="156718"/>
                </a:lnTo>
                <a:lnTo>
                  <a:pt x="219608" y="179438"/>
                </a:lnTo>
                <a:lnTo>
                  <a:pt x="423875" y="179438"/>
                </a:lnTo>
                <a:lnTo>
                  <a:pt x="423875" y="156718"/>
                </a:lnTo>
                <a:close/>
              </a:path>
              <a:path w="520700" h="215265">
                <a:moveTo>
                  <a:pt x="520077" y="0"/>
                </a:moveTo>
                <a:lnTo>
                  <a:pt x="492455" y="0"/>
                </a:lnTo>
                <a:lnTo>
                  <a:pt x="434568" y="215049"/>
                </a:lnTo>
                <a:lnTo>
                  <a:pt x="462203" y="215049"/>
                </a:lnTo>
                <a:lnTo>
                  <a:pt x="5200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4" name="object 84"/>
          <p:cNvGrpSpPr/>
          <p:nvPr/>
        </p:nvGrpSpPr>
        <p:grpSpPr>
          <a:xfrm>
            <a:off x="12372802" y="7453290"/>
            <a:ext cx="632460" cy="224790"/>
            <a:chOff x="12372802" y="7453290"/>
            <a:chExt cx="632460" cy="224790"/>
          </a:xfrm>
        </p:grpSpPr>
        <p:sp>
          <p:nvSpPr>
            <p:cNvPr id="85" name="object 85"/>
            <p:cNvSpPr/>
            <p:nvPr/>
          </p:nvSpPr>
          <p:spPr>
            <a:xfrm>
              <a:off x="12372797" y="7453299"/>
              <a:ext cx="175260" cy="224790"/>
            </a:xfrm>
            <a:custGeom>
              <a:avLst/>
              <a:gdLst/>
              <a:ahLst/>
              <a:cxnLst/>
              <a:rect l="l" t="t" r="r" b="b"/>
              <a:pathLst>
                <a:path w="175259" h="224790">
                  <a:moveTo>
                    <a:pt x="109194" y="18237"/>
                  </a:moveTo>
                  <a:lnTo>
                    <a:pt x="81915" y="18237"/>
                  </a:lnTo>
                  <a:lnTo>
                    <a:pt x="81915" y="73990"/>
                  </a:lnTo>
                  <a:lnTo>
                    <a:pt x="27622" y="73990"/>
                  </a:lnTo>
                  <a:lnTo>
                    <a:pt x="27622" y="18110"/>
                  </a:lnTo>
                  <a:lnTo>
                    <a:pt x="0" y="18110"/>
                  </a:lnTo>
                  <a:lnTo>
                    <a:pt x="0" y="73990"/>
                  </a:lnTo>
                  <a:lnTo>
                    <a:pt x="0" y="95592"/>
                  </a:lnTo>
                  <a:lnTo>
                    <a:pt x="0" y="148920"/>
                  </a:lnTo>
                  <a:lnTo>
                    <a:pt x="0" y="171792"/>
                  </a:lnTo>
                  <a:lnTo>
                    <a:pt x="109194" y="171792"/>
                  </a:lnTo>
                  <a:lnTo>
                    <a:pt x="109194" y="148920"/>
                  </a:lnTo>
                  <a:lnTo>
                    <a:pt x="109194" y="95859"/>
                  </a:lnTo>
                  <a:lnTo>
                    <a:pt x="81915" y="95859"/>
                  </a:lnTo>
                  <a:lnTo>
                    <a:pt x="81915" y="148920"/>
                  </a:lnTo>
                  <a:lnTo>
                    <a:pt x="27622" y="148920"/>
                  </a:lnTo>
                  <a:lnTo>
                    <a:pt x="27622" y="95592"/>
                  </a:lnTo>
                  <a:lnTo>
                    <a:pt x="109194" y="95592"/>
                  </a:lnTo>
                  <a:lnTo>
                    <a:pt x="109194" y="74282"/>
                  </a:lnTo>
                  <a:lnTo>
                    <a:pt x="109194" y="73990"/>
                  </a:lnTo>
                  <a:lnTo>
                    <a:pt x="109194" y="18237"/>
                  </a:lnTo>
                  <a:close/>
                </a:path>
                <a:path w="175259" h="224790">
                  <a:moveTo>
                    <a:pt x="174790" y="0"/>
                  </a:moveTo>
                  <a:lnTo>
                    <a:pt x="146989" y="0"/>
                  </a:lnTo>
                  <a:lnTo>
                    <a:pt x="146989" y="224523"/>
                  </a:lnTo>
                  <a:lnTo>
                    <a:pt x="174790" y="224523"/>
                  </a:lnTo>
                  <a:lnTo>
                    <a:pt x="1747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2580660" y="7472234"/>
              <a:ext cx="424575" cy="179354"/>
            </a:xfrm>
            <a:prstGeom prst="rect">
              <a:avLst/>
            </a:prstGeom>
          </p:spPr>
        </p:pic>
      </p:grpSp>
      <p:pic>
        <p:nvPicPr>
          <p:cNvPr id="87" name="object 87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509011" y="7880350"/>
            <a:ext cx="102866" cy="102866"/>
          </a:xfrm>
          <a:prstGeom prst="rect">
            <a:avLst/>
          </a:prstGeom>
        </p:spPr>
      </p:pic>
      <p:grpSp>
        <p:nvGrpSpPr>
          <p:cNvPr id="88" name="object 88"/>
          <p:cNvGrpSpPr/>
          <p:nvPr/>
        </p:nvGrpSpPr>
        <p:grpSpPr>
          <a:xfrm>
            <a:off x="6763339" y="7808840"/>
            <a:ext cx="627380" cy="224790"/>
            <a:chOff x="6763339" y="7808840"/>
            <a:chExt cx="627380" cy="224790"/>
          </a:xfrm>
        </p:grpSpPr>
        <p:pic>
          <p:nvPicPr>
            <p:cNvPr id="89" name="object 8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763339" y="7808840"/>
              <a:ext cx="194790" cy="22136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980056" y="7808840"/>
              <a:ext cx="410455" cy="224522"/>
            </a:xfrm>
            <a:prstGeom prst="rect">
              <a:avLst/>
            </a:prstGeom>
          </p:spPr>
        </p:pic>
      </p:grpSp>
      <p:sp>
        <p:nvSpPr>
          <p:cNvPr id="91" name="object 91"/>
          <p:cNvSpPr/>
          <p:nvPr/>
        </p:nvSpPr>
        <p:spPr>
          <a:xfrm>
            <a:off x="7423569" y="7827009"/>
            <a:ext cx="205104" cy="179070"/>
          </a:xfrm>
          <a:custGeom>
            <a:avLst/>
            <a:gdLst/>
            <a:ahLst/>
            <a:cxnLst/>
            <a:rect l="l" t="t" r="r" b="b"/>
            <a:pathLst>
              <a:path w="205104" h="179070">
                <a:moveTo>
                  <a:pt x="182245" y="99060"/>
                </a:moveTo>
                <a:lnTo>
                  <a:pt x="52971" y="99060"/>
                </a:lnTo>
                <a:lnTo>
                  <a:pt x="52971" y="69850"/>
                </a:lnTo>
                <a:lnTo>
                  <a:pt x="175145" y="69850"/>
                </a:lnTo>
                <a:lnTo>
                  <a:pt x="175145" y="48260"/>
                </a:lnTo>
                <a:lnTo>
                  <a:pt x="52971" y="48260"/>
                </a:lnTo>
                <a:lnTo>
                  <a:pt x="52971" y="21590"/>
                </a:lnTo>
                <a:lnTo>
                  <a:pt x="180225" y="21590"/>
                </a:lnTo>
                <a:lnTo>
                  <a:pt x="180225" y="0"/>
                </a:lnTo>
                <a:lnTo>
                  <a:pt x="24993" y="0"/>
                </a:lnTo>
                <a:lnTo>
                  <a:pt x="24993" y="21590"/>
                </a:lnTo>
                <a:lnTo>
                  <a:pt x="24993" y="48260"/>
                </a:lnTo>
                <a:lnTo>
                  <a:pt x="24993" y="69850"/>
                </a:lnTo>
                <a:lnTo>
                  <a:pt x="24993" y="99060"/>
                </a:lnTo>
                <a:lnTo>
                  <a:pt x="24993" y="120650"/>
                </a:lnTo>
                <a:lnTo>
                  <a:pt x="182245" y="120650"/>
                </a:lnTo>
                <a:lnTo>
                  <a:pt x="182245" y="99060"/>
                </a:lnTo>
                <a:close/>
              </a:path>
              <a:path w="205104" h="179070">
                <a:moveTo>
                  <a:pt x="204965" y="156197"/>
                </a:moveTo>
                <a:lnTo>
                  <a:pt x="0" y="156197"/>
                </a:lnTo>
                <a:lnTo>
                  <a:pt x="0" y="178727"/>
                </a:lnTo>
                <a:lnTo>
                  <a:pt x="204965" y="178727"/>
                </a:lnTo>
                <a:lnTo>
                  <a:pt x="204965" y="1561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2" name="object 9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7703104" y="7808226"/>
            <a:ext cx="424575" cy="224960"/>
          </a:xfrm>
          <a:prstGeom prst="rect">
            <a:avLst/>
          </a:prstGeom>
        </p:spPr>
      </p:pic>
      <p:grpSp>
        <p:nvGrpSpPr>
          <p:cNvPr id="93" name="object 93"/>
          <p:cNvGrpSpPr/>
          <p:nvPr/>
        </p:nvGrpSpPr>
        <p:grpSpPr>
          <a:xfrm>
            <a:off x="8214613" y="7808840"/>
            <a:ext cx="1850389" cy="224790"/>
            <a:chOff x="8214613" y="7808840"/>
            <a:chExt cx="1850389" cy="224790"/>
          </a:xfrm>
        </p:grpSpPr>
        <p:pic>
          <p:nvPicPr>
            <p:cNvPr id="94" name="object 9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214613" y="7808840"/>
              <a:ext cx="174619" cy="224522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8422030" y="7822970"/>
              <a:ext cx="485775" cy="182880"/>
            </a:xfrm>
            <a:custGeom>
              <a:avLst/>
              <a:gdLst/>
              <a:ahLst/>
              <a:cxnLst/>
              <a:rect l="l" t="t" r="r" b="b"/>
              <a:pathLst>
                <a:path w="485775" h="182879">
                  <a:moveTo>
                    <a:pt x="196634" y="94195"/>
                  </a:moveTo>
                  <a:lnTo>
                    <a:pt x="164198" y="83451"/>
                  </a:lnTo>
                  <a:lnTo>
                    <a:pt x="138607" y="65265"/>
                  </a:lnTo>
                  <a:lnTo>
                    <a:pt x="132245" y="56476"/>
                  </a:lnTo>
                  <a:lnTo>
                    <a:pt x="121843" y="42113"/>
                  </a:lnTo>
                  <a:lnTo>
                    <a:pt x="115849" y="16484"/>
                  </a:lnTo>
                  <a:lnTo>
                    <a:pt x="115849" y="0"/>
                  </a:lnTo>
                  <a:lnTo>
                    <a:pt x="86563" y="0"/>
                  </a:lnTo>
                  <a:lnTo>
                    <a:pt x="86563" y="16484"/>
                  </a:lnTo>
                  <a:lnTo>
                    <a:pt x="80429" y="42024"/>
                  </a:lnTo>
                  <a:lnTo>
                    <a:pt x="63665" y="65138"/>
                  </a:lnTo>
                  <a:lnTo>
                    <a:pt x="38252" y="83350"/>
                  </a:lnTo>
                  <a:lnTo>
                    <a:pt x="6223" y="94195"/>
                  </a:lnTo>
                  <a:lnTo>
                    <a:pt x="18326" y="117170"/>
                  </a:lnTo>
                  <a:lnTo>
                    <a:pt x="45021" y="108521"/>
                  </a:lnTo>
                  <a:lnTo>
                    <a:pt x="68326" y="95046"/>
                  </a:lnTo>
                  <a:lnTo>
                    <a:pt x="87376" y="77457"/>
                  </a:lnTo>
                  <a:lnTo>
                    <a:pt x="101295" y="56476"/>
                  </a:lnTo>
                  <a:lnTo>
                    <a:pt x="115112" y="77597"/>
                  </a:lnTo>
                  <a:lnTo>
                    <a:pt x="134124" y="95211"/>
                  </a:lnTo>
                  <a:lnTo>
                    <a:pt x="157480" y="108635"/>
                  </a:lnTo>
                  <a:lnTo>
                    <a:pt x="184264" y="117170"/>
                  </a:lnTo>
                  <a:lnTo>
                    <a:pt x="196634" y="94195"/>
                  </a:lnTo>
                  <a:close/>
                </a:path>
                <a:path w="485775" h="182879">
                  <a:moveTo>
                    <a:pt x="204965" y="158648"/>
                  </a:moveTo>
                  <a:lnTo>
                    <a:pt x="0" y="158648"/>
                  </a:lnTo>
                  <a:lnTo>
                    <a:pt x="0" y="181457"/>
                  </a:lnTo>
                  <a:lnTo>
                    <a:pt x="204965" y="181457"/>
                  </a:lnTo>
                  <a:lnTo>
                    <a:pt x="204965" y="158648"/>
                  </a:lnTo>
                  <a:close/>
                </a:path>
                <a:path w="485775" h="182879">
                  <a:moveTo>
                    <a:pt x="401853" y="103098"/>
                  </a:moveTo>
                  <a:lnTo>
                    <a:pt x="272580" y="103098"/>
                  </a:lnTo>
                  <a:lnTo>
                    <a:pt x="272580" y="73888"/>
                  </a:lnTo>
                  <a:lnTo>
                    <a:pt x="394754" y="73888"/>
                  </a:lnTo>
                  <a:lnTo>
                    <a:pt x="394754" y="52298"/>
                  </a:lnTo>
                  <a:lnTo>
                    <a:pt x="272580" y="52298"/>
                  </a:lnTo>
                  <a:lnTo>
                    <a:pt x="272580" y="25628"/>
                  </a:lnTo>
                  <a:lnTo>
                    <a:pt x="399834" y="25628"/>
                  </a:lnTo>
                  <a:lnTo>
                    <a:pt x="399834" y="4038"/>
                  </a:lnTo>
                  <a:lnTo>
                    <a:pt x="244602" y="4038"/>
                  </a:lnTo>
                  <a:lnTo>
                    <a:pt x="244602" y="25628"/>
                  </a:lnTo>
                  <a:lnTo>
                    <a:pt x="244602" y="52298"/>
                  </a:lnTo>
                  <a:lnTo>
                    <a:pt x="244602" y="73888"/>
                  </a:lnTo>
                  <a:lnTo>
                    <a:pt x="244602" y="103098"/>
                  </a:lnTo>
                  <a:lnTo>
                    <a:pt x="244602" y="124688"/>
                  </a:lnTo>
                  <a:lnTo>
                    <a:pt x="401853" y="124688"/>
                  </a:lnTo>
                  <a:lnTo>
                    <a:pt x="401853" y="103098"/>
                  </a:lnTo>
                  <a:close/>
                </a:path>
                <a:path w="485775" h="182879">
                  <a:moveTo>
                    <a:pt x="424573" y="160235"/>
                  </a:moveTo>
                  <a:lnTo>
                    <a:pt x="219608" y="160235"/>
                  </a:lnTo>
                  <a:lnTo>
                    <a:pt x="219608" y="182765"/>
                  </a:lnTo>
                  <a:lnTo>
                    <a:pt x="424573" y="182765"/>
                  </a:lnTo>
                  <a:lnTo>
                    <a:pt x="424573" y="160235"/>
                  </a:lnTo>
                  <a:close/>
                </a:path>
                <a:path w="485775" h="182879">
                  <a:moveTo>
                    <a:pt x="485609" y="109270"/>
                  </a:moveTo>
                  <a:lnTo>
                    <a:pt x="484035" y="101904"/>
                  </a:lnTo>
                  <a:lnTo>
                    <a:pt x="479856" y="95846"/>
                  </a:lnTo>
                  <a:lnTo>
                    <a:pt x="473760" y="91744"/>
                  </a:lnTo>
                  <a:lnTo>
                    <a:pt x="466407" y="90246"/>
                  </a:lnTo>
                  <a:lnTo>
                    <a:pt x="458901" y="91744"/>
                  </a:lnTo>
                  <a:lnTo>
                    <a:pt x="452755" y="95846"/>
                  </a:lnTo>
                  <a:lnTo>
                    <a:pt x="448640" y="101904"/>
                  </a:lnTo>
                  <a:lnTo>
                    <a:pt x="447205" y="109270"/>
                  </a:lnTo>
                  <a:lnTo>
                    <a:pt x="448640" y="116751"/>
                  </a:lnTo>
                  <a:lnTo>
                    <a:pt x="452755" y="122859"/>
                  </a:lnTo>
                  <a:lnTo>
                    <a:pt x="458901" y="126974"/>
                  </a:lnTo>
                  <a:lnTo>
                    <a:pt x="466407" y="128485"/>
                  </a:lnTo>
                  <a:lnTo>
                    <a:pt x="473760" y="126974"/>
                  </a:lnTo>
                  <a:lnTo>
                    <a:pt x="479856" y="122859"/>
                  </a:lnTo>
                  <a:lnTo>
                    <a:pt x="484035" y="116751"/>
                  </a:lnTo>
                  <a:lnTo>
                    <a:pt x="485609" y="109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934575" y="7808840"/>
              <a:ext cx="189353" cy="22136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152345" y="7808840"/>
              <a:ext cx="184090" cy="22399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69763" y="7811032"/>
              <a:ext cx="204262" cy="219961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9597354" y="7913208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4" h="38734">
                  <a:moveTo>
                    <a:pt x="19206" y="0"/>
                  </a:moveTo>
                  <a:lnTo>
                    <a:pt x="11704" y="1506"/>
                  </a:lnTo>
                  <a:lnTo>
                    <a:pt x="5558" y="5602"/>
                  </a:lnTo>
                  <a:lnTo>
                    <a:pt x="1434" y="11654"/>
                  </a:lnTo>
                  <a:lnTo>
                    <a:pt x="0" y="19031"/>
                  </a:lnTo>
                  <a:lnTo>
                    <a:pt x="1434" y="26509"/>
                  </a:lnTo>
                  <a:lnTo>
                    <a:pt x="5558" y="32614"/>
                  </a:lnTo>
                  <a:lnTo>
                    <a:pt x="11704" y="36730"/>
                  </a:lnTo>
                  <a:lnTo>
                    <a:pt x="19206" y="38238"/>
                  </a:lnTo>
                  <a:lnTo>
                    <a:pt x="26561" y="36730"/>
                  </a:lnTo>
                  <a:lnTo>
                    <a:pt x="32658" y="32614"/>
                  </a:lnTo>
                  <a:lnTo>
                    <a:pt x="36831" y="26509"/>
                  </a:lnTo>
                  <a:lnTo>
                    <a:pt x="38413" y="19031"/>
                  </a:lnTo>
                  <a:lnTo>
                    <a:pt x="36831" y="11654"/>
                  </a:lnTo>
                  <a:lnTo>
                    <a:pt x="32658" y="5602"/>
                  </a:lnTo>
                  <a:lnTo>
                    <a:pt x="26561" y="1506"/>
                  </a:lnTo>
                  <a:lnTo>
                    <a:pt x="192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667693" y="7808840"/>
              <a:ext cx="397123" cy="223996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10164769" y="7808840"/>
            <a:ext cx="400685" cy="224790"/>
            <a:chOff x="10164769" y="7808840"/>
            <a:chExt cx="400685" cy="224790"/>
          </a:xfrm>
        </p:grpSpPr>
        <p:pic>
          <p:nvPicPr>
            <p:cNvPr id="102" name="object 10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164769" y="7808840"/>
              <a:ext cx="179355" cy="224522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385871" y="7809015"/>
              <a:ext cx="179092" cy="223995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10612498" y="7808840"/>
            <a:ext cx="1113155" cy="240665"/>
            <a:chOff x="10612498" y="7808840"/>
            <a:chExt cx="1113155" cy="240665"/>
          </a:xfrm>
        </p:grpSpPr>
        <p:pic>
          <p:nvPicPr>
            <p:cNvPr id="105" name="object 10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612498" y="7808840"/>
              <a:ext cx="265743" cy="240221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910428" y="7808840"/>
              <a:ext cx="499124" cy="229082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1443844" y="7808840"/>
              <a:ext cx="184091" cy="223996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1661175" y="7826118"/>
              <a:ext cx="64373" cy="222943"/>
            </a:xfrm>
            <a:prstGeom prst="rect">
              <a:avLst/>
            </a:prstGeom>
          </p:spPr>
        </p:pic>
      </p:grpSp>
      <p:pic>
        <p:nvPicPr>
          <p:cNvPr id="109" name="object 10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1813102" y="7808840"/>
            <a:ext cx="211453" cy="223996"/>
          </a:xfrm>
          <a:prstGeom prst="rect">
            <a:avLst/>
          </a:prstGeom>
        </p:spPr>
      </p:pic>
      <p:sp>
        <p:nvSpPr>
          <p:cNvPr id="110" name="object 110"/>
          <p:cNvSpPr/>
          <p:nvPr/>
        </p:nvSpPr>
        <p:spPr>
          <a:xfrm>
            <a:off x="12045163" y="7809026"/>
            <a:ext cx="183515" cy="220345"/>
          </a:xfrm>
          <a:custGeom>
            <a:avLst/>
            <a:gdLst/>
            <a:ahLst/>
            <a:cxnLst/>
            <a:rect l="l" t="t" r="r" b="b"/>
            <a:pathLst>
              <a:path w="183515" h="220345">
                <a:moveTo>
                  <a:pt x="178041" y="37033"/>
                </a:moveTo>
                <a:lnTo>
                  <a:pt x="105244" y="37033"/>
                </a:lnTo>
                <a:lnTo>
                  <a:pt x="105244" y="17983"/>
                </a:lnTo>
                <a:lnTo>
                  <a:pt x="78143" y="17983"/>
                </a:lnTo>
                <a:lnTo>
                  <a:pt x="78143" y="40843"/>
                </a:lnTo>
                <a:lnTo>
                  <a:pt x="78143" y="58623"/>
                </a:lnTo>
                <a:lnTo>
                  <a:pt x="78143" y="84023"/>
                </a:lnTo>
                <a:lnTo>
                  <a:pt x="78143" y="104343"/>
                </a:lnTo>
                <a:lnTo>
                  <a:pt x="27355" y="104343"/>
                </a:lnTo>
                <a:lnTo>
                  <a:pt x="27355" y="40843"/>
                </a:lnTo>
                <a:lnTo>
                  <a:pt x="78143" y="40843"/>
                </a:lnTo>
                <a:lnTo>
                  <a:pt x="78143" y="17983"/>
                </a:lnTo>
                <a:lnTo>
                  <a:pt x="0" y="17983"/>
                </a:lnTo>
                <a:lnTo>
                  <a:pt x="0" y="37033"/>
                </a:lnTo>
                <a:lnTo>
                  <a:pt x="0" y="40843"/>
                </a:lnTo>
                <a:lnTo>
                  <a:pt x="0" y="104343"/>
                </a:lnTo>
                <a:lnTo>
                  <a:pt x="0" y="106883"/>
                </a:lnTo>
                <a:lnTo>
                  <a:pt x="0" y="125933"/>
                </a:lnTo>
                <a:lnTo>
                  <a:pt x="105244" y="125933"/>
                </a:lnTo>
                <a:lnTo>
                  <a:pt x="105244" y="106883"/>
                </a:lnTo>
                <a:lnTo>
                  <a:pt x="150495" y="106883"/>
                </a:lnTo>
                <a:lnTo>
                  <a:pt x="150495" y="163131"/>
                </a:lnTo>
                <a:lnTo>
                  <a:pt x="178041" y="163131"/>
                </a:lnTo>
                <a:lnTo>
                  <a:pt x="178041" y="58928"/>
                </a:lnTo>
                <a:lnTo>
                  <a:pt x="150495" y="58928"/>
                </a:lnTo>
                <a:lnTo>
                  <a:pt x="150495" y="84023"/>
                </a:lnTo>
                <a:lnTo>
                  <a:pt x="105244" y="84023"/>
                </a:lnTo>
                <a:lnTo>
                  <a:pt x="105244" y="58623"/>
                </a:lnTo>
                <a:lnTo>
                  <a:pt x="178041" y="58623"/>
                </a:lnTo>
                <a:lnTo>
                  <a:pt x="178041" y="40843"/>
                </a:lnTo>
                <a:lnTo>
                  <a:pt x="178041" y="37033"/>
                </a:lnTo>
                <a:close/>
              </a:path>
              <a:path w="183515" h="220345">
                <a:moveTo>
                  <a:pt x="178041" y="0"/>
                </a:moveTo>
                <a:lnTo>
                  <a:pt x="150495" y="0"/>
                </a:lnTo>
                <a:lnTo>
                  <a:pt x="150495" y="36474"/>
                </a:lnTo>
                <a:lnTo>
                  <a:pt x="178041" y="36474"/>
                </a:lnTo>
                <a:lnTo>
                  <a:pt x="178041" y="0"/>
                </a:lnTo>
                <a:close/>
              </a:path>
              <a:path w="183515" h="220345">
                <a:moveTo>
                  <a:pt x="182943" y="197053"/>
                </a:moveTo>
                <a:lnTo>
                  <a:pt x="58140" y="197053"/>
                </a:lnTo>
                <a:lnTo>
                  <a:pt x="58140" y="147523"/>
                </a:lnTo>
                <a:lnTo>
                  <a:pt x="30251" y="147523"/>
                </a:lnTo>
                <a:lnTo>
                  <a:pt x="30251" y="197053"/>
                </a:lnTo>
                <a:lnTo>
                  <a:pt x="30251" y="219913"/>
                </a:lnTo>
                <a:lnTo>
                  <a:pt x="182943" y="219913"/>
                </a:lnTo>
                <a:lnTo>
                  <a:pt x="182943" y="1970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1" name="object 111"/>
          <p:cNvGrpSpPr/>
          <p:nvPr/>
        </p:nvGrpSpPr>
        <p:grpSpPr>
          <a:xfrm>
            <a:off x="12313533" y="7808840"/>
            <a:ext cx="645795" cy="224154"/>
            <a:chOff x="12313533" y="7808840"/>
            <a:chExt cx="645795" cy="224154"/>
          </a:xfrm>
        </p:grpSpPr>
        <p:pic>
          <p:nvPicPr>
            <p:cNvPr id="112" name="object 11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313533" y="7808840"/>
              <a:ext cx="194264" cy="223996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534109" y="7809015"/>
              <a:ext cx="193475" cy="219610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12754509" y="7816849"/>
              <a:ext cx="204470" cy="212090"/>
            </a:xfrm>
            <a:custGeom>
              <a:avLst/>
              <a:gdLst/>
              <a:ahLst/>
              <a:cxnLst/>
              <a:rect l="l" t="t" r="r" b="b"/>
              <a:pathLst>
                <a:path w="204470" h="212090">
                  <a:moveTo>
                    <a:pt x="177952" y="46113"/>
                  </a:moveTo>
                  <a:lnTo>
                    <a:pt x="150495" y="46113"/>
                  </a:lnTo>
                  <a:lnTo>
                    <a:pt x="150495" y="69265"/>
                  </a:lnTo>
                  <a:lnTo>
                    <a:pt x="177952" y="69265"/>
                  </a:lnTo>
                  <a:lnTo>
                    <a:pt x="177952" y="46113"/>
                  </a:lnTo>
                  <a:close/>
                </a:path>
                <a:path w="204470" h="212090">
                  <a:moveTo>
                    <a:pt x="177952" y="330"/>
                  </a:moveTo>
                  <a:lnTo>
                    <a:pt x="150495" y="330"/>
                  </a:lnTo>
                  <a:lnTo>
                    <a:pt x="150495" y="24803"/>
                  </a:lnTo>
                  <a:lnTo>
                    <a:pt x="177952" y="24803"/>
                  </a:lnTo>
                  <a:lnTo>
                    <a:pt x="177952" y="330"/>
                  </a:lnTo>
                  <a:close/>
                </a:path>
                <a:path w="204470" h="212090">
                  <a:moveTo>
                    <a:pt x="181190" y="189230"/>
                  </a:moveTo>
                  <a:lnTo>
                    <a:pt x="52882" y="189230"/>
                  </a:lnTo>
                  <a:lnTo>
                    <a:pt x="52882" y="148590"/>
                  </a:lnTo>
                  <a:lnTo>
                    <a:pt x="25171" y="148590"/>
                  </a:lnTo>
                  <a:lnTo>
                    <a:pt x="25171" y="189230"/>
                  </a:lnTo>
                  <a:lnTo>
                    <a:pt x="25171" y="212090"/>
                  </a:lnTo>
                  <a:lnTo>
                    <a:pt x="181190" y="212090"/>
                  </a:lnTo>
                  <a:lnTo>
                    <a:pt x="181190" y="189230"/>
                  </a:lnTo>
                  <a:close/>
                </a:path>
                <a:path w="204470" h="212090">
                  <a:moveTo>
                    <a:pt x="204254" y="111887"/>
                  </a:moveTo>
                  <a:lnTo>
                    <a:pt x="115760" y="111887"/>
                  </a:lnTo>
                  <a:lnTo>
                    <a:pt x="115760" y="91440"/>
                  </a:lnTo>
                  <a:lnTo>
                    <a:pt x="177952" y="91440"/>
                  </a:lnTo>
                  <a:lnTo>
                    <a:pt x="177952" y="69850"/>
                  </a:lnTo>
                  <a:lnTo>
                    <a:pt x="53670" y="69850"/>
                  </a:lnTo>
                  <a:lnTo>
                    <a:pt x="53670" y="45720"/>
                  </a:lnTo>
                  <a:lnTo>
                    <a:pt x="177952" y="45720"/>
                  </a:lnTo>
                  <a:lnTo>
                    <a:pt x="177952" y="25400"/>
                  </a:lnTo>
                  <a:lnTo>
                    <a:pt x="53670" y="25400"/>
                  </a:lnTo>
                  <a:lnTo>
                    <a:pt x="53670" y="0"/>
                  </a:lnTo>
                  <a:lnTo>
                    <a:pt x="26390" y="0"/>
                  </a:lnTo>
                  <a:lnTo>
                    <a:pt x="26390" y="25400"/>
                  </a:lnTo>
                  <a:lnTo>
                    <a:pt x="26390" y="45720"/>
                  </a:lnTo>
                  <a:lnTo>
                    <a:pt x="26390" y="69850"/>
                  </a:lnTo>
                  <a:lnTo>
                    <a:pt x="26390" y="91440"/>
                  </a:lnTo>
                  <a:lnTo>
                    <a:pt x="88138" y="91440"/>
                  </a:lnTo>
                  <a:lnTo>
                    <a:pt x="88138" y="111887"/>
                  </a:lnTo>
                  <a:lnTo>
                    <a:pt x="0" y="111887"/>
                  </a:lnTo>
                  <a:lnTo>
                    <a:pt x="0" y="134162"/>
                  </a:lnTo>
                  <a:lnTo>
                    <a:pt x="204254" y="134162"/>
                  </a:lnTo>
                  <a:lnTo>
                    <a:pt x="204254" y="1118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/>
          <p:nvPr/>
        </p:nvSpPr>
        <p:spPr>
          <a:xfrm>
            <a:off x="3662172" y="7366723"/>
            <a:ext cx="513080" cy="271145"/>
          </a:xfrm>
          <a:custGeom>
            <a:avLst/>
            <a:gdLst/>
            <a:ahLst/>
            <a:cxnLst/>
            <a:rect l="l" t="t" r="r" b="b"/>
            <a:pathLst>
              <a:path w="513079" h="271145">
                <a:moveTo>
                  <a:pt x="177025" y="4216"/>
                </a:moveTo>
                <a:lnTo>
                  <a:pt x="141249" y="4216"/>
                </a:lnTo>
                <a:lnTo>
                  <a:pt x="141249" y="60210"/>
                </a:lnTo>
                <a:lnTo>
                  <a:pt x="141249" y="90614"/>
                </a:lnTo>
                <a:lnTo>
                  <a:pt x="141249" y="143878"/>
                </a:lnTo>
                <a:lnTo>
                  <a:pt x="117043" y="143878"/>
                </a:lnTo>
                <a:lnTo>
                  <a:pt x="117741" y="137579"/>
                </a:lnTo>
                <a:lnTo>
                  <a:pt x="118275" y="131051"/>
                </a:lnTo>
                <a:lnTo>
                  <a:pt x="118605" y="124294"/>
                </a:lnTo>
                <a:lnTo>
                  <a:pt x="118605" y="110350"/>
                </a:lnTo>
                <a:lnTo>
                  <a:pt x="118262" y="103555"/>
                </a:lnTo>
                <a:lnTo>
                  <a:pt x="117703" y="96977"/>
                </a:lnTo>
                <a:lnTo>
                  <a:pt x="116928" y="90614"/>
                </a:lnTo>
                <a:lnTo>
                  <a:pt x="141249" y="90614"/>
                </a:lnTo>
                <a:lnTo>
                  <a:pt x="141249" y="60210"/>
                </a:lnTo>
                <a:lnTo>
                  <a:pt x="109461" y="60210"/>
                </a:lnTo>
                <a:lnTo>
                  <a:pt x="106959" y="55359"/>
                </a:lnTo>
                <a:lnTo>
                  <a:pt x="100482" y="42875"/>
                </a:lnTo>
                <a:lnTo>
                  <a:pt x="88887" y="30086"/>
                </a:lnTo>
                <a:lnTo>
                  <a:pt x="84201" y="27444"/>
                </a:lnTo>
                <a:lnTo>
                  <a:pt x="84201" y="117348"/>
                </a:lnTo>
                <a:lnTo>
                  <a:pt x="82410" y="144691"/>
                </a:lnTo>
                <a:lnTo>
                  <a:pt x="77406" y="164109"/>
                </a:lnTo>
                <a:lnTo>
                  <a:pt x="69443" y="175666"/>
                </a:lnTo>
                <a:lnTo>
                  <a:pt x="58839" y="179451"/>
                </a:lnTo>
                <a:lnTo>
                  <a:pt x="48348" y="175666"/>
                </a:lnTo>
                <a:lnTo>
                  <a:pt x="40665" y="164109"/>
                </a:lnTo>
                <a:lnTo>
                  <a:pt x="35966" y="144691"/>
                </a:lnTo>
                <a:lnTo>
                  <a:pt x="34417" y="117348"/>
                </a:lnTo>
                <a:lnTo>
                  <a:pt x="35966" y="90208"/>
                </a:lnTo>
                <a:lnTo>
                  <a:pt x="40665" y="70802"/>
                </a:lnTo>
                <a:lnTo>
                  <a:pt x="48348" y="59194"/>
                </a:lnTo>
                <a:lnTo>
                  <a:pt x="58839" y="55359"/>
                </a:lnTo>
                <a:lnTo>
                  <a:pt x="69405" y="59194"/>
                </a:lnTo>
                <a:lnTo>
                  <a:pt x="77355" y="70802"/>
                </a:lnTo>
                <a:lnTo>
                  <a:pt x="82397" y="90208"/>
                </a:lnTo>
                <a:lnTo>
                  <a:pt x="84201" y="117348"/>
                </a:lnTo>
                <a:lnTo>
                  <a:pt x="84201" y="27444"/>
                </a:lnTo>
                <a:lnTo>
                  <a:pt x="74917" y="22186"/>
                </a:lnTo>
                <a:lnTo>
                  <a:pt x="58839" y="19469"/>
                </a:lnTo>
                <a:lnTo>
                  <a:pt x="34582" y="26263"/>
                </a:lnTo>
                <a:lnTo>
                  <a:pt x="16002" y="45720"/>
                </a:lnTo>
                <a:lnTo>
                  <a:pt x="4140" y="76530"/>
                </a:lnTo>
                <a:lnTo>
                  <a:pt x="0" y="117348"/>
                </a:lnTo>
                <a:lnTo>
                  <a:pt x="4140" y="158508"/>
                </a:lnTo>
                <a:lnTo>
                  <a:pt x="16002" y="189534"/>
                </a:lnTo>
                <a:lnTo>
                  <a:pt x="34582" y="209092"/>
                </a:lnTo>
                <a:lnTo>
                  <a:pt x="58839" y="215861"/>
                </a:lnTo>
                <a:lnTo>
                  <a:pt x="74980" y="213182"/>
                </a:lnTo>
                <a:lnTo>
                  <a:pt x="88976" y="205193"/>
                </a:lnTo>
                <a:lnTo>
                  <a:pt x="100584" y="192252"/>
                </a:lnTo>
                <a:lnTo>
                  <a:pt x="107137" y="179451"/>
                </a:lnTo>
                <a:lnTo>
                  <a:pt x="109562" y="174713"/>
                </a:lnTo>
                <a:lnTo>
                  <a:pt x="141249" y="174713"/>
                </a:lnTo>
                <a:lnTo>
                  <a:pt x="141249" y="258597"/>
                </a:lnTo>
                <a:lnTo>
                  <a:pt x="177025" y="258597"/>
                </a:lnTo>
                <a:lnTo>
                  <a:pt x="177025" y="174713"/>
                </a:lnTo>
                <a:lnTo>
                  <a:pt x="177025" y="143878"/>
                </a:lnTo>
                <a:lnTo>
                  <a:pt x="177025" y="90614"/>
                </a:lnTo>
                <a:lnTo>
                  <a:pt x="177025" y="60210"/>
                </a:lnTo>
                <a:lnTo>
                  <a:pt x="177025" y="4216"/>
                </a:lnTo>
                <a:close/>
              </a:path>
              <a:path w="513079" h="271145">
                <a:moveTo>
                  <a:pt x="232384" y="0"/>
                </a:moveTo>
                <a:lnTo>
                  <a:pt x="196075" y="0"/>
                </a:lnTo>
                <a:lnTo>
                  <a:pt x="196075" y="271119"/>
                </a:lnTo>
                <a:lnTo>
                  <a:pt x="232384" y="271119"/>
                </a:lnTo>
                <a:lnTo>
                  <a:pt x="232384" y="0"/>
                </a:lnTo>
                <a:close/>
              </a:path>
              <a:path w="513079" h="271145">
                <a:moveTo>
                  <a:pt x="421830" y="120294"/>
                </a:moveTo>
                <a:lnTo>
                  <a:pt x="394068" y="107251"/>
                </a:lnTo>
                <a:lnTo>
                  <a:pt x="384556" y="98196"/>
                </a:lnTo>
                <a:lnTo>
                  <a:pt x="374777" y="88900"/>
                </a:lnTo>
                <a:lnTo>
                  <a:pt x="363499" y="66852"/>
                </a:lnTo>
                <a:lnTo>
                  <a:pt x="359841" y="42735"/>
                </a:lnTo>
                <a:lnTo>
                  <a:pt x="359841" y="14528"/>
                </a:lnTo>
                <a:lnTo>
                  <a:pt x="321843" y="14528"/>
                </a:lnTo>
                <a:lnTo>
                  <a:pt x="321843" y="39052"/>
                </a:lnTo>
                <a:lnTo>
                  <a:pt x="317995" y="66522"/>
                </a:lnTo>
                <a:lnTo>
                  <a:pt x="306336" y="91681"/>
                </a:lnTo>
                <a:lnTo>
                  <a:pt x="286258" y="112687"/>
                </a:lnTo>
                <a:lnTo>
                  <a:pt x="257124" y="127673"/>
                </a:lnTo>
                <a:lnTo>
                  <a:pt x="277533" y="157454"/>
                </a:lnTo>
                <a:lnTo>
                  <a:pt x="298894" y="147586"/>
                </a:lnTo>
                <a:lnTo>
                  <a:pt x="316598" y="134099"/>
                </a:lnTo>
                <a:lnTo>
                  <a:pt x="330682" y="117475"/>
                </a:lnTo>
                <a:lnTo>
                  <a:pt x="341210" y="98196"/>
                </a:lnTo>
                <a:lnTo>
                  <a:pt x="351536" y="114935"/>
                </a:lnTo>
                <a:lnTo>
                  <a:pt x="365036" y="129362"/>
                </a:lnTo>
                <a:lnTo>
                  <a:pt x="381749" y="141135"/>
                </a:lnTo>
                <a:lnTo>
                  <a:pt x="401726" y="149872"/>
                </a:lnTo>
                <a:lnTo>
                  <a:pt x="421830" y="120294"/>
                </a:lnTo>
                <a:close/>
              </a:path>
              <a:path w="513079" h="271145">
                <a:moveTo>
                  <a:pt x="478663" y="218490"/>
                </a:moveTo>
                <a:lnTo>
                  <a:pt x="472274" y="196532"/>
                </a:lnTo>
                <a:lnTo>
                  <a:pt x="471652" y="195973"/>
                </a:lnTo>
                <a:lnTo>
                  <a:pt x="454012" y="180136"/>
                </a:lnTo>
                <a:lnTo>
                  <a:pt x="441198" y="175577"/>
                </a:lnTo>
                <a:lnTo>
                  <a:pt x="441198" y="218490"/>
                </a:lnTo>
                <a:lnTo>
                  <a:pt x="437718" y="228574"/>
                </a:lnTo>
                <a:lnTo>
                  <a:pt x="427418" y="235673"/>
                </a:lnTo>
                <a:lnTo>
                  <a:pt x="410514" y="239890"/>
                </a:lnTo>
                <a:lnTo>
                  <a:pt x="387210" y="241338"/>
                </a:lnTo>
                <a:lnTo>
                  <a:pt x="363677" y="239890"/>
                </a:lnTo>
                <a:lnTo>
                  <a:pt x="346494" y="235673"/>
                </a:lnTo>
                <a:lnTo>
                  <a:pt x="335991" y="228574"/>
                </a:lnTo>
                <a:lnTo>
                  <a:pt x="332473" y="218490"/>
                </a:lnTo>
                <a:lnTo>
                  <a:pt x="335991" y="208800"/>
                </a:lnTo>
                <a:lnTo>
                  <a:pt x="346494" y="201752"/>
                </a:lnTo>
                <a:lnTo>
                  <a:pt x="363677" y="197434"/>
                </a:lnTo>
                <a:lnTo>
                  <a:pt x="387210" y="195973"/>
                </a:lnTo>
                <a:lnTo>
                  <a:pt x="410514" y="197434"/>
                </a:lnTo>
                <a:lnTo>
                  <a:pt x="427418" y="201752"/>
                </a:lnTo>
                <a:lnTo>
                  <a:pt x="437718" y="208800"/>
                </a:lnTo>
                <a:lnTo>
                  <a:pt x="441198" y="218490"/>
                </a:lnTo>
                <a:lnTo>
                  <a:pt x="441198" y="175577"/>
                </a:lnTo>
                <a:lnTo>
                  <a:pt x="425208" y="169887"/>
                </a:lnTo>
                <a:lnTo>
                  <a:pt x="387210" y="166395"/>
                </a:lnTo>
                <a:lnTo>
                  <a:pt x="348640" y="169887"/>
                </a:lnTo>
                <a:lnTo>
                  <a:pt x="319417" y="180136"/>
                </a:lnTo>
                <a:lnTo>
                  <a:pt x="300901" y="196532"/>
                </a:lnTo>
                <a:lnTo>
                  <a:pt x="294487" y="218490"/>
                </a:lnTo>
                <a:lnTo>
                  <a:pt x="300901" y="240792"/>
                </a:lnTo>
                <a:lnTo>
                  <a:pt x="319417" y="257302"/>
                </a:lnTo>
                <a:lnTo>
                  <a:pt x="348640" y="267538"/>
                </a:lnTo>
                <a:lnTo>
                  <a:pt x="387210" y="271005"/>
                </a:lnTo>
                <a:lnTo>
                  <a:pt x="425208" y="267538"/>
                </a:lnTo>
                <a:lnTo>
                  <a:pt x="454012" y="257302"/>
                </a:lnTo>
                <a:lnTo>
                  <a:pt x="471678" y="241338"/>
                </a:lnTo>
                <a:lnTo>
                  <a:pt x="472274" y="240792"/>
                </a:lnTo>
                <a:lnTo>
                  <a:pt x="478663" y="218490"/>
                </a:lnTo>
                <a:close/>
              </a:path>
              <a:path w="513079" h="271145">
                <a:moveTo>
                  <a:pt x="512546" y="63461"/>
                </a:moveTo>
                <a:lnTo>
                  <a:pt x="476135" y="63461"/>
                </a:lnTo>
                <a:lnTo>
                  <a:pt x="476135" y="0"/>
                </a:lnTo>
                <a:lnTo>
                  <a:pt x="438035" y="0"/>
                </a:lnTo>
                <a:lnTo>
                  <a:pt x="438035" y="160820"/>
                </a:lnTo>
                <a:lnTo>
                  <a:pt x="476135" y="160820"/>
                </a:lnTo>
                <a:lnTo>
                  <a:pt x="476135" y="94932"/>
                </a:lnTo>
                <a:lnTo>
                  <a:pt x="512546" y="94932"/>
                </a:lnTo>
                <a:lnTo>
                  <a:pt x="512546" y="63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252290" y="7366622"/>
            <a:ext cx="514984" cy="269875"/>
          </a:xfrm>
          <a:custGeom>
            <a:avLst/>
            <a:gdLst/>
            <a:ahLst/>
            <a:cxnLst/>
            <a:rect l="l" t="t" r="r" b="b"/>
            <a:pathLst>
              <a:path w="514985" h="269875">
                <a:moveTo>
                  <a:pt x="167868" y="129032"/>
                </a:moveTo>
                <a:lnTo>
                  <a:pt x="139369" y="115138"/>
                </a:lnTo>
                <a:lnTo>
                  <a:pt x="129032" y="104927"/>
                </a:lnTo>
                <a:lnTo>
                  <a:pt x="119595" y="95618"/>
                </a:lnTo>
                <a:lnTo>
                  <a:pt x="108089" y="72224"/>
                </a:lnTo>
                <a:lnTo>
                  <a:pt x="104394" y="46723"/>
                </a:lnTo>
                <a:lnTo>
                  <a:pt x="104394" y="16840"/>
                </a:lnTo>
                <a:lnTo>
                  <a:pt x="66192" y="16840"/>
                </a:lnTo>
                <a:lnTo>
                  <a:pt x="62306" y="73609"/>
                </a:lnTo>
                <a:lnTo>
                  <a:pt x="29819" y="119392"/>
                </a:lnTo>
                <a:lnTo>
                  <a:pt x="0" y="133972"/>
                </a:lnTo>
                <a:lnTo>
                  <a:pt x="21145" y="163969"/>
                </a:lnTo>
                <a:lnTo>
                  <a:pt x="42786" y="154076"/>
                </a:lnTo>
                <a:lnTo>
                  <a:pt x="60807" y="140652"/>
                </a:lnTo>
                <a:lnTo>
                  <a:pt x="75234" y="124117"/>
                </a:lnTo>
                <a:lnTo>
                  <a:pt x="86093" y="104927"/>
                </a:lnTo>
                <a:lnTo>
                  <a:pt x="96558" y="122364"/>
                </a:lnTo>
                <a:lnTo>
                  <a:pt x="110312" y="137452"/>
                </a:lnTo>
                <a:lnTo>
                  <a:pt x="127393" y="149771"/>
                </a:lnTo>
                <a:lnTo>
                  <a:pt x="147866" y="158915"/>
                </a:lnTo>
                <a:lnTo>
                  <a:pt x="167868" y="129032"/>
                </a:lnTo>
                <a:close/>
              </a:path>
              <a:path w="514985" h="269875">
                <a:moveTo>
                  <a:pt x="229323" y="235851"/>
                </a:moveTo>
                <a:lnTo>
                  <a:pt x="82296" y="235851"/>
                </a:lnTo>
                <a:lnTo>
                  <a:pt x="82296" y="179235"/>
                </a:lnTo>
                <a:lnTo>
                  <a:pt x="43573" y="179235"/>
                </a:lnTo>
                <a:lnTo>
                  <a:pt x="43573" y="266484"/>
                </a:lnTo>
                <a:lnTo>
                  <a:pt x="229323" y="266484"/>
                </a:lnTo>
                <a:lnTo>
                  <a:pt x="229323" y="235851"/>
                </a:lnTo>
                <a:close/>
              </a:path>
              <a:path w="514985" h="269875">
                <a:moveTo>
                  <a:pt x="255854" y="78727"/>
                </a:moveTo>
                <a:lnTo>
                  <a:pt x="219430" y="78727"/>
                </a:lnTo>
                <a:lnTo>
                  <a:pt x="219430" y="317"/>
                </a:lnTo>
                <a:lnTo>
                  <a:pt x="181330" y="317"/>
                </a:lnTo>
                <a:lnTo>
                  <a:pt x="181330" y="198805"/>
                </a:lnTo>
                <a:lnTo>
                  <a:pt x="219430" y="198805"/>
                </a:lnTo>
                <a:lnTo>
                  <a:pt x="219430" y="110617"/>
                </a:lnTo>
                <a:lnTo>
                  <a:pt x="255854" y="110617"/>
                </a:lnTo>
                <a:lnTo>
                  <a:pt x="255854" y="78727"/>
                </a:lnTo>
                <a:close/>
              </a:path>
              <a:path w="514985" h="269875">
                <a:moveTo>
                  <a:pt x="504647" y="80403"/>
                </a:moveTo>
                <a:lnTo>
                  <a:pt x="468579" y="76796"/>
                </a:lnTo>
                <a:lnTo>
                  <a:pt x="452780" y="72720"/>
                </a:lnTo>
                <a:lnTo>
                  <a:pt x="442010" y="69951"/>
                </a:lnTo>
                <a:lnTo>
                  <a:pt x="424268" y="60591"/>
                </a:lnTo>
                <a:lnTo>
                  <a:pt x="414667" y="49466"/>
                </a:lnTo>
                <a:lnTo>
                  <a:pt x="491172" y="49466"/>
                </a:lnTo>
                <a:lnTo>
                  <a:pt x="491172" y="21361"/>
                </a:lnTo>
                <a:lnTo>
                  <a:pt x="410032" y="21361"/>
                </a:lnTo>
                <a:lnTo>
                  <a:pt x="410032" y="0"/>
                </a:lnTo>
                <a:lnTo>
                  <a:pt x="372351" y="0"/>
                </a:lnTo>
                <a:lnTo>
                  <a:pt x="372351" y="21361"/>
                </a:lnTo>
                <a:lnTo>
                  <a:pt x="291731" y="21361"/>
                </a:lnTo>
                <a:lnTo>
                  <a:pt x="291731" y="49466"/>
                </a:lnTo>
                <a:lnTo>
                  <a:pt x="367614" y="49466"/>
                </a:lnTo>
                <a:lnTo>
                  <a:pt x="357924" y="60591"/>
                </a:lnTo>
                <a:lnTo>
                  <a:pt x="340233" y="69951"/>
                </a:lnTo>
                <a:lnTo>
                  <a:pt x="313893" y="76796"/>
                </a:lnTo>
                <a:lnTo>
                  <a:pt x="278269" y="80403"/>
                </a:lnTo>
                <a:lnTo>
                  <a:pt x="288683" y="108407"/>
                </a:lnTo>
                <a:lnTo>
                  <a:pt x="323659" y="104571"/>
                </a:lnTo>
                <a:lnTo>
                  <a:pt x="352526" y="97193"/>
                </a:lnTo>
                <a:lnTo>
                  <a:pt x="375107" y="86499"/>
                </a:lnTo>
                <a:lnTo>
                  <a:pt x="391198" y="72720"/>
                </a:lnTo>
                <a:lnTo>
                  <a:pt x="407352" y="86499"/>
                </a:lnTo>
                <a:lnTo>
                  <a:pt x="429945" y="97193"/>
                </a:lnTo>
                <a:lnTo>
                  <a:pt x="458736" y="104571"/>
                </a:lnTo>
                <a:lnTo>
                  <a:pt x="493496" y="108407"/>
                </a:lnTo>
                <a:lnTo>
                  <a:pt x="504647" y="80403"/>
                </a:lnTo>
                <a:close/>
              </a:path>
              <a:path w="514985" h="269875">
                <a:moveTo>
                  <a:pt x="514540" y="115671"/>
                </a:moveTo>
                <a:lnTo>
                  <a:pt x="268579" y="115671"/>
                </a:lnTo>
                <a:lnTo>
                  <a:pt x="268579" y="143344"/>
                </a:lnTo>
                <a:lnTo>
                  <a:pt x="372567" y="143344"/>
                </a:lnTo>
                <a:lnTo>
                  <a:pt x="372567" y="160388"/>
                </a:lnTo>
                <a:lnTo>
                  <a:pt x="296583" y="160388"/>
                </a:lnTo>
                <a:lnTo>
                  <a:pt x="296583" y="187553"/>
                </a:lnTo>
                <a:lnTo>
                  <a:pt x="447497" y="187553"/>
                </a:lnTo>
                <a:lnTo>
                  <a:pt x="447497" y="201015"/>
                </a:lnTo>
                <a:lnTo>
                  <a:pt x="296786" y="201015"/>
                </a:lnTo>
                <a:lnTo>
                  <a:pt x="296786" y="269328"/>
                </a:lnTo>
                <a:lnTo>
                  <a:pt x="492023" y="269328"/>
                </a:lnTo>
                <a:lnTo>
                  <a:pt x="492023" y="241325"/>
                </a:lnTo>
                <a:lnTo>
                  <a:pt x="334048" y="241325"/>
                </a:lnTo>
                <a:lnTo>
                  <a:pt x="334048" y="226491"/>
                </a:lnTo>
                <a:lnTo>
                  <a:pt x="484962" y="226491"/>
                </a:lnTo>
                <a:lnTo>
                  <a:pt x="484962" y="160388"/>
                </a:lnTo>
                <a:lnTo>
                  <a:pt x="410133" y="160388"/>
                </a:lnTo>
                <a:lnTo>
                  <a:pt x="410133" y="143344"/>
                </a:lnTo>
                <a:lnTo>
                  <a:pt x="514540" y="143344"/>
                </a:lnTo>
                <a:lnTo>
                  <a:pt x="514540" y="115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814404" y="7374890"/>
            <a:ext cx="185420" cy="85090"/>
          </a:xfrm>
          <a:custGeom>
            <a:avLst/>
            <a:gdLst/>
            <a:ahLst/>
            <a:cxnLst/>
            <a:rect l="l" t="t" r="r" b="b"/>
            <a:pathLst>
              <a:path w="185420" h="85090">
                <a:moveTo>
                  <a:pt x="185229" y="0"/>
                </a:moveTo>
                <a:lnTo>
                  <a:pt x="0" y="0"/>
                </a:lnTo>
                <a:lnTo>
                  <a:pt x="0" y="29210"/>
                </a:lnTo>
                <a:lnTo>
                  <a:pt x="0" y="55880"/>
                </a:lnTo>
                <a:lnTo>
                  <a:pt x="0" y="85090"/>
                </a:lnTo>
                <a:lnTo>
                  <a:pt x="185229" y="85090"/>
                </a:lnTo>
                <a:lnTo>
                  <a:pt x="185229" y="55930"/>
                </a:lnTo>
                <a:lnTo>
                  <a:pt x="185229" y="29311"/>
                </a:lnTo>
                <a:lnTo>
                  <a:pt x="147231" y="29311"/>
                </a:lnTo>
                <a:lnTo>
                  <a:pt x="147231" y="55880"/>
                </a:lnTo>
                <a:lnTo>
                  <a:pt x="37249" y="55880"/>
                </a:lnTo>
                <a:lnTo>
                  <a:pt x="37249" y="29210"/>
                </a:lnTo>
                <a:lnTo>
                  <a:pt x="185229" y="29210"/>
                </a:lnTo>
                <a:lnTo>
                  <a:pt x="185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783887" y="7474495"/>
            <a:ext cx="247650" cy="162560"/>
          </a:xfrm>
          <a:custGeom>
            <a:avLst/>
            <a:gdLst/>
            <a:ahLst/>
            <a:cxnLst/>
            <a:rect l="l" t="t" r="r" b="b"/>
            <a:pathLst>
              <a:path w="247650" h="162559">
                <a:moveTo>
                  <a:pt x="223951" y="132803"/>
                </a:moveTo>
                <a:lnTo>
                  <a:pt x="65989" y="132803"/>
                </a:lnTo>
                <a:lnTo>
                  <a:pt x="65989" y="116293"/>
                </a:lnTo>
                <a:lnTo>
                  <a:pt x="216903" y="116293"/>
                </a:lnTo>
                <a:lnTo>
                  <a:pt x="216903" y="89623"/>
                </a:lnTo>
                <a:lnTo>
                  <a:pt x="216903" y="75653"/>
                </a:lnTo>
                <a:lnTo>
                  <a:pt x="216903" y="47713"/>
                </a:lnTo>
                <a:lnTo>
                  <a:pt x="28511" y="47713"/>
                </a:lnTo>
                <a:lnTo>
                  <a:pt x="28511" y="75653"/>
                </a:lnTo>
                <a:lnTo>
                  <a:pt x="179438" y="75653"/>
                </a:lnTo>
                <a:lnTo>
                  <a:pt x="179438" y="89623"/>
                </a:lnTo>
                <a:lnTo>
                  <a:pt x="28727" y="89623"/>
                </a:lnTo>
                <a:lnTo>
                  <a:pt x="28727" y="116293"/>
                </a:lnTo>
                <a:lnTo>
                  <a:pt x="28727" y="132803"/>
                </a:lnTo>
                <a:lnTo>
                  <a:pt x="28727" y="162013"/>
                </a:lnTo>
                <a:lnTo>
                  <a:pt x="223951" y="162013"/>
                </a:lnTo>
                <a:lnTo>
                  <a:pt x="223951" y="132803"/>
                </a:lnTo>
                <a:close/>
              </a:path>
              <a:path w="247650" h="162559">
                <a:moveTo>
                  <a:pt x="247116" y="0"/>
                </a:moveTo>
                <a:lnTo>
                  <a:pt x="0" y="0"/>
                </a:lnTo>
                <a:lnTo>
                  <a:pt x="0" y="29781"/>
                </a:lnTo>
                <a:lnTo>
                  <a:pt x="103974" y="29781"/>
                </a:lnTo>
                <a:lnTo>
                  <a:pt x="103974" y="47155"/>
                </a:lnTo>
                <a:lnTo>
                  <a:pt x="142074" y="47155"/>
                </a:lnTo>
                <a:lnTo>
                  <a:pt x="142074" y="29781"/>
                </a:lnTo>
                <a:lnTo>
                  <a:pt x="247116" y="29781"/>
                </a:lnTo>
                <a:lnTo>
                  <a:pt x="247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845901" y="7069111"/>
            <a:ext cx="0" cy="995044"/>
          </a:xfrm>
          <a:custGeom>
            <a:avLst/>
            <a:gdLst/>
            <a:ahLst/>
            <a:cxnLst/>
            <a:rect l="l" t="t" r="r" b="b"/>
            <a:pathLst>
              <a:path h="995045">
                <a:moveTo>
                  <a:pt x="0" y="0"/>
                </a:moveTo>
                <a:lnTo>
                  <a:pt x="0" y="994798"/>
                </a:lnTo>
              </a:path>
            </a:pathLst>
          </a:custGeom>
          <a:ln w="21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303841" y="2581493"/>
            <a:ext cx="0" cy="476250"/>
          </a:xfrm>
          <a:custGeom>
            <a:avLst/>
            <a:gdLst/>
            <a:ahLst/>
            <a:cxnLst/>
            <a:rect l="l" t="t" r="r" b="b"/>
            <a:pathLst>
              <a:path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ln w="36799">
            <a:solidFill>
              <a:srgbClr val="3F6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521269" y="2689237"/>
            <a:ext cx="459105" cy="258445"/>
          </a:xfrm>
          <a:custGeom>
            <a:avLst/>
            <a:gdLst/>
            <a:ahLst/>
            <a:cxnLst/>
            <a:rect l="l" t="t" r="r" b="b"/>
            <a:pathLst>
              <a:path w="459105" h="258444">
                <a:moveTo>
                  <a:pt x="158965" y="101866"/>
                </a:moveTo>
                <a:lnTo>
                  <a:pt x="114350" y="73621"/>
                </a:lnTo>
                <a:lnTo>
                  <a:pt x="96431" y="26022"/>
                </a:lnTo>
                <a:lnTo>
                  <a:pt x="96431" y="6248"/>
                </a:lnTo>
                <a:lnTo>
                  <a:pt x="63652" y="6248"/>
                </a:lnTo>
                <a:lnTo>
                  <a:pt x="63652" y="26022"/>
                </a:lnTo>
                <a:lnTo>
                  <a:pt x="59563" y="50990"/>
                </a:lnTo>
                <a:lnTo>
                  <a:pt x="47447" y="73863"/>
                </a:lnTo>
                <a:lnTo>
                  <a:pt x="27520" y="92862"/>
                </a:lnTo>
                <a:lnTo>
                  <a:pt x="0" y="106197"/>
                </a:lnTo>
                <a:lnTo>
                  <a:pt x="15938" y="131114"/>
                </a:lnTo>
                <a:lnTo>
                  <a:pt x="37325" y="121754"/>
                </a:lnTo>
                <a:lnTo>
                  <a:pt x="55257" y="108686"/>
                </a:lnTo>
                <a:lnTo>
                  <a:pt x="69621" y="92468"/>
                </a:lnTo>
                <a:lnTo>
                  <a:pt x="80289" y="73621"/>
                </a:lnTo>
                <a:lnTo>
                  <a:pt x="90868" y="90932"/>
                </a:lnTo>
                <a:lnTo>
                  <a:pt x="104965" y="105803"/>
                </a:lnTo>
                <a:lnTo>
                  <a:pt x="122491" y="117792"/>
                </a:lnTo>
                <a:lnTo>
                  <a:pt x="143332" y="126479"/>
                </a:lnTo>
                <a:lnTo>
                  <a:pt x="158965" y="101866"/>
                </a:lnTo>
                <a:close/>
              </a:path>
              <a:path w="459105" h="258444">
                <a:moveTo>
                  <a:pt x="214439" y="0"/>
                </a:moveTo>
                <a:lnTo>
                  <a:pt x="183070" y="0"/>
                </a:lnTo>
                <a:lnTo>
                  <a:pt x="183070" y="131521"/>
                </a:lnTo>
                <a:lnTo>
                  <a:pt x="214439" y="131521"/>
                </a:lnTo>
                <a:lnTo>
                  <a:pt x="214439" y="0"/>
                </a:lnTo>
                <a:close/>
              </a:path>
              <a:path w="459105" h="258444">
                <a:moveTo>
                  <a:pt x="222605" y="230263"/>
                </a:moveTo>
                <a:lnTo>
                  <a:pt x="75349" y="230263"/>
                </a:lnTo>
                <a:lnTo>
                  <a:pt x="75349" y="210299"/>
                </a:lnTo>
                <a:lnTo>
                  <a:pt x="214845" y="210299"/>
                </a:lnTo>
                <a:lnTo>
                  <a:pt x="214845" y="143319"/>
                </a:lnTo>
                <a:lnTo>
                  <a:pt x="43675" y="143319"/>
                </a:lnTo>
                <a:lnTo>
                  <a:pt x="43675" y="168033"/>
                </a:lnTo>
                <a:lnTo>
                  <a:pt x="183273" y="168033"/>
                </a:lnTo>
                <a:lnTo>
                  <a:pt x="183273" y="186690"/>
                </a:lnTo>
                <a:lnTo>
                  <a:pt x="44488" y="186690"/>
                </a:lnTo>
                <a:lnTo>
                  <a:pt x="44488" y="255485"/>
                </a:lnTo>
                <a:lnTo>
                  <a:pt x="222605" y="255485"/>
                </a:lnTo>
                <a:lnTo>
                  <a:pt x="222605" y="230263"/>
                </a:lnTo>
                <a:close/>
              </a:path>
              <a:path w="459105" h="258444">
                <a:moveTo>
                  <a:pt x="414159" y="193141"/>
                </a:moveTo>
                <a:lnTo>
                  <a:pt x="412407" y="176504"/>
                </a:lnTo>
                <a:lnTo>
                  <a:pt x="411734" y="170154"/>
                </a:lnTo>
                <a:lnTo>
                  <a:pt x="395033" y="172339"/>
                </a:lnTo>
                <a:lnTo>
                  <a:pt x="377977" y="174078"/>
                </a:lnTo>
                <a:lnTo>
                  <a:pt x="360730" y="175450"/>
                </a:lnTo>
                <a:lnTo>
                  <a:pt x="343458" y="176504"/>
                </a:lnTo>
                <a:lnTo>
                  <a:pt x="343458" y="138887"/>
                </a:lnTo>
                <a:lnTo>
                  <a:pt x="365734" y="131419"/>
                </a:lnTo>
                <a:lnTo>
                  <a:pt x="383082" y="118237"/>
                </a:lnTo>
                <a:lnTo>
                  <a:pt x="386308" y="113068"/>
                </a:lnTo>
                <a:lnTo>
                  <a:pt x="394360" y="100164"/>
                </a:lnTo>
                <a:lnTo>
                  <a:pt x="398424" y="78066"/>
                </a:lnTo>
                <a:lnTo>
                  <a:pt x="393065" y="52908"/>
                </a:lnTo>
                <a:lnTo>
                  <a:pt x="385749" y="43167"/>
                </a:lnTo>
                <a:lnTo>
                  <a:pt x="378307" y="33248"/>
                </a:lnTo>
                <a:lnTo>
                  <a:pt x="367461" y="27051"/>
                </a:lnTo>
                <a:lnTo>
                  <a:pt x="367461" y="78066"/>
                </a:lnTo>
                <a:lnTo>
                  <a:pt x="364451" y="92519"/>
                </a:lnTo>
                <a:lnTo>
                  <a:pt x="356120" y="103581"/>
                </a:lnTo>
                <a:lnTo>
                  <a:pt x="343509" y="110629"/>
                </a:lnTo>
                <a:lnTo>
                  <a:pt x="327621" y="113068"/>
                </a:lnTo>
                <a:lnTo>
                  <a:pt x="311912" y="110629"/>
                </a:lnTo>
                <a:lnTo>
                  <a:pt x="299402" y="103581"/>
                </a:lnTo>
                <a:lnTo>
                  <a:pt x="291160" y="92519"/>
                </a:lnTo>
                <a:lnTo>
                  <a:pt x="288277" y="78066"/>
                </a:lnTo>
                <a:lnTo>
                  <a:pt x="291160" y="63423"/>
                </a:lnTo>
                <a:lnTo>
                  <a:pt x="299402" y="52438"/>
                </a:lnTo>
                <a:lnTo>
                  <a:pt x="311912" y="45554"/>
                </a:lnTo>
                <a:lnTo>
                  <a:pt x="327621" y="43167"/>
                </a:lnTo>
                <a:lnTo>
                  <a:pt x="343458" y="45554"/>
                </a:lnTo>
                <a:lnTo>
                  <a:pt x="356082" y="52438"/>
                </a:lnTo>
                <a:lnTo>
                  <a:pt x="364439" y="63423"/>
                </a:lnTo>
                <a:lnTo>
                  <a:pt x="367461" y="78066"/>
                </a:lnTo>
                <a:lnTo>
                  <a:pt x="367461" y="27051"/>
                </a:lnTo>
                <a:lnTo>
                  <a:pt x="355904" y="20447"/>
                </a:lnTo>
                <a:lnTo>
                  <a:pt x="327621" y="15824"/>
                </a:lnTo>
                <a:lnTo>
                  <a:pt x="299440" y="20447"/>
                </a:lnTo>
                <a:lnTo>
                  <a:pt x="276974" y="33248"/>
                </a:lnTo>
                <a:lnTo>
                  <a:pt x="262128" y="52908"/>
                </a:lnTo>
                <a:lnTo>
                  <a:pt x="256806" y="78066"/>
                </a:lnTo>
                <a:lnTo>
                  <a:pt x="260807" y="100164"/>
                </a:lnTo>
                <a:lnTo>
                  <a:pt x="272122" y="118237"/>
                </a:lnTo>
                <a:lnTo>
                  <a:pt x="289521" y="131419"/>
                </a:lnTo>
                <a:lnTo>
                  <a:pt x="311785" y="138887"/>
                </a:lnTo>
                <a:lnTo>
                  <a:pt x="311785" y="177812"/>
                </a:lnTo>
                <a:lnTo>
                  <a:pt x="294017" y="178244"/>
                </a:lnTo>
                <a:lnTo>
                  <a:pt x="245211" y="178625"/>
                </a:lnTo>
                <a:lnTo>
                  <a:pt x="249047" y="204444"/>
                </a:lnTo>
                <a:lnTo>
                  <a:pt x="285965" y="204152"/>
                </a:lnTo>
                <a:lnTo>
                  <a:pt x="327063" y="202806"/>
                </a:lnTo>
                <a:lnTo>
                  <a:pt x="370433" y="199453"/>
                </a:lnTo>
                <a:lnTo>
                  <a:pt x="414159" y="193141"/>
                </a:lnTo>
                <a:close/>
              </a:path>
              <a:path w="459105" h="258444">
                <a:moveTo>
                  <a:pt x="458736" y="0"/>
                </a:moveTo>
                <a:lnTo>
                  <a:pt x="427075" y="0"/>
                </a:lnTo>
                <a:lnTo>
                  <a:pt x="427075" y="258203"/>
                </a:lnTo>
                <a:lnTo>
                  <a:pt x="458736" y="258203"/>
                </a:lnTo>
                <a:lnTo>
                  <a:pt x="458736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074799" y="2712224"/>
            <a:ext cx="381635" cy="212725"/>
          </a:xfrm>
          <a:custGeom>
            <a:avLst/>
            <a:gdLst/>
            <a:ahLst/>
            <a:cxnLst/>
            <a:rect l="l" t="t" r="r" b="b"/>
            <a:pathLst>
              <a:path w="381635" h="212725">
                <a:moveTo>
                  <a:pt x="181864" y="72529"/>
                </a:moveTo>
                <a:lnTo>
                  <a:pt x="171907" y="41795"/>
                </a:lnTo>
                <a:lnTo>
                  <a:pt x="152869" y="19011"/>
                </a:lnTo>
                <a:lnTo>
                  <a:pt x="126492" y="4864"/>
                </a:lnTo>
                <a:lnTo>
                  <a:pt x="94513" y="0"/>
                </a:lnTo>
                <a:lnTo>
                  <a:pt x="56934" y="7188"/>
                </a:lnTo>
                <a:lnTo>
                  <a:pt x="26987" y="28016"/>
                </a:lnTo>
                <a:lnTo>
                  <a:pt x="7175" y="61366"/>
                </a:lnTo>
                <a:lnTo>
                  <a:pt x="0" y="106108"/>
                </a:lnTo>
                <a:lnTo>
                  <a:pt x="7099" y="150774"/>
                </a:lnTo>
                <a:lnTo>
                  <a:pt x="26797" y="184124"/>
                </a:lnTo>
                <a:lnTo>
                  <a:pt x="56730" y="205003"/>
                </a:lnTo>
                <a:lnTo>
                  <a:pt x="94513" y="212217"/>
                </a:lnTo>
                <a:lnTo>
                  <a:pt x="127990" y="206654"/>
                </a:lnTo>
                <a:lnTo>
                  <a:pt x="154381" y="191452"/>
                </a:lnTo>
                <a:lnTo>
                  <a:pt x="172669" y="168859"/>
                </a:lnTo>
                <a:lnTo>
                  <a:pt x="181864" y="141109"/>
                </a:lnTo>
                <a:lnTo>
                  <a:pt x="144246" y="140906"/>
                </a:lnTo>
                <a:lnTo>
                  <a:pt x="137972" y="157048"/>
                </a:lnTo>
                <a:lnTo>
                  <a:pt x="127025" y="168948"/>
                </a:lnTo>
                <a:lnTo>
                  <a:pt x="112369" y="176314"/>
                </a:lnTo>
                <a:lnTo>
                  <a:pt x="94919" y="178828"/>
                </a:lnTo>
                <a:lnTo>
                  <a:pt x="71793" y="174155"/>
                </a:lnTo>
                <a:lnTo>
                  <a:pt x="53568" y="160286"/>
                </a:lnTo>
                <a:lnTo>
                  <a:pt x="41617" y="137515"/>
                </a:lnTo>
                <a:lnTo>
                  <a:pt x="37325" y="106108"/>
                </a:lnTo>
                <a:lnTo>
                  <a:pt x="41592" y="75044"/>
                </a:lnTo>
                <a:lnTo>
                  <a:pt x="53517" y="52235"/>
                </a:lnTo>
                <a:lnTo>
                  <a:pt x="71793" y="38188"/>
                </a:lnTo>
                <a:lnTo>
                  <a:pt x="95123" y="33388"/>
                </a:lnTo>
                <a:lnTo>
                  <a:pt x="112788" y="36017"/>
                </a:lnTo>
                <a:lnTo>
                  <a:pt x="127508" y="43649"/>
                </a:lnTo>
                <a:lnTo>
                  <a:pt x="138315" y="55943"/>
                </a:lnTo>
                <a:lnTo>
                  <a:pt x="144246" y="72529"/>
                </a:lnTo>
                <a:lnTo>
                  <a:pt x="181864" y="72529"/>
                </a:lnTo>
                <a:close/>
              </a:path>
              <a:path w="381635" h="212725">
                <a:moveTo>
                  <a:pt x="381584" y="72529"/>
                </a:moveTo>
                <a:lnTo>
                  <a:pt x="371627" y="41795"/>
                </a:lnTo>
                <a:lnTo>
                  <a:pt x="352590" y="19011"/>
                </a:lnTo>
                <a:lnTo>
                  <a:pt x="326212" y="4864"/>
                </a:lnTo>
                <a:lnTo>
                  <a:pt x="294233" y="0"/>
                </a:lnTo>
                <a:lnTo>
                  <a:pt x="256667" y="7188"/>
                </a:lnTo>
                <a:lnTo>
                  <a:pt x="226707" y="28016"/>
                </a:lnTo>
                <a:lnTo>
                  <a:pt x="206895" y="61366"/>
                </a:lnTo>
                <a:lnTo>
                  <a:pt x="199732" y="106108"/>
                </a:lnTo>
                <a:lnTo>
                  <a:pt x="206819" y="150774"/>
                </a:lnTo>
                <a:lnTo>
                  <a:pt x="226517" y="184124"/>
                </a:lnTo>
                <a:lnTo>
                  <a:pt x="256451" y="205003"/>
                </a:lnTo>
                <a:lnTo>
                  <a:pt x="294233" y="212217"/>
                </a:lnTo>
                <a:lnTo>
                  <a:pt x="327710" y="206654"/>
                </a:lnTo>
                <a:lnTo>
                  <a:pt x="354101" y="191452"/>
                </a:lnTo>
                <a:lnTo>
                  <a:pt x="372389" y="168859"/>
                </a:lnTo>
                <a:lnTo>
                  <a:pt x="381584" y="141109"/>
                </a:lnTo>
                <a:lnTo>
                  <a:pt x="343966" y="140906"/>
                </a:lnTo>
                <a:lnTo>
                  <a:pt x="337693" y="157048"/>
                </a:lnTo>
                <a:lnTo>
                  <a:pt x="326758" y="168948"/>
                </a:lnTo>
                <a:lnTo>
                  <a:pt x="312089" y="176314"/>
                </a:lnTo>
                <a:lnTo>
                  <a:pt x="294640" y="178828"/>
                </a:lnTo>
                <a:lnTo>
                  <a:pt x="271513" y="174155"/>
                </a:lnTo>
                <a:lnTo>
                  <a:pt x="253288" y="160286"/>
                </a:lnTo>
                <a:lnTo>
                  <a:pt x="241338" y="137515"/>
                </a:lnTo>
                <a:lnTo>
                  <a:pt x="237045" y="106108"/>
                </a:lnTo>
                <a:lnTo>
                  <a:pt x="241312" y="75044"/>
                </a:lnTo>
                <a:lnTo>
                  <a:pt x="253238" y="52235"/>
                </a:lnTo>
                <a:lnTo>
                  <a:pt x="271513" y="38188"/>
                </a:lnTo>
                <a:lnTo>
                  <a:pt x="294843" y="33388"/>
                </a:lnTo>
                <a:lnTo>
                  <a:pt x="312521" y="36017"/>
                </a:lnTo>
                <a:lnTo>
                  <a:pt x="327228" y="43649"/>
                </a:lnTo>
                <a:lnTo>
                  <a:pt x="338035" y="55943"/>
                </a:lnTo>
                <a:lnTo>
                  <a:pt x="343966" y="72529"/>
                </a:lnTo>
                <a:lnTo>
                  <a:pt x="381584" y="7252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470416" y="2689034"/>
            <a:ext cx="948055" cy="264160"/>
          </a:xfrm>
          <a:custGeom>
            <a:avLst/>
            <a:gdLst/>
            <a:ahLst/>
            <a:cxnLst/>
            <a:rect l="l" t="t" r="r" b="b"/>
            <a:pathLst>
              <a:path w="948054" h="264160">
                <a:moveTo>
                  <a:pt x="164503" y="26225"/>
                </a:moveTo>
                <a:lnTo>
                  <a:pt x="0" y="26225"/>
                </a:lnTo>
                <a:lnTo>
                  <a:pt x="0" y="56705"/>
                </a:lnTo>
                <a:lnTo>
                  <a:pt x="63842" y="56705"/>
                </a:lnTo>
                <a:lnTo>
                  <a:pt x="63842" y="231965"/>
                </a:lnTo>
                <a:lnTo>
                  <a:pt x="100761" y="231965"/>
                </a:lnTo>
                <a:lnTo>
                  <a:pt x="100761" y="56705"/>
                </a:lnTo>
                <a:lnTo>
                  <a:pt x="164503" y="56705"/>
                </a:lnTo>
                <a:lnTo>
                  <a:pt x="164503" y="26225"/>
                </a:lnTo>
                <a:close/>
              </a:path>
              <a:path w="948054" h="264160">
                <a:moveTo>
                  <a:pt x="362813" y="26022"/>
                </a:moveTo>
                <a:lnTo>
                  <a:pt x="322072" y="26022"/>
                </a:lnTo>
                <a:lnTo>
                  <a:pt x="268211" y="188912"/>
                </a:lnTo>
                <a:lnTo>
                  <a:pt x="266090" y="188912"/>
                </a:lnTo>
                <a:lnTo>
                  <a:pt x="212229" y="26022"/>
                </a:lnTo>
                <a:lnTo>
                  <a:pt x="171373" y="26022"/>
                </a:lnTo>
                <a:lnTo>
                  <a:pt x="244195" y="232587"/>
                </a:lnTo>
                <a:lnTo>
                  <a:pt x="289991" y="232587"/>
                </a:lnTo>
                <a:lnTo>
                  <a:pt x="362813" y="26022"/>
                </a:lnTo>
                <a:close/>
              </a:path>
              <a:path w="948054" h="264160">
                <a:moveTo>
                  <a:pt x="461175" y="16332"/>
                </a:moveTo>
                <a:lnTo>
                  <a:pt x="429399" y="16332"/>
                </a:lnTo>
                <a:lnTo>
                  <a:pt x="362826" y="263652"/>
                </a:lnTo>
                <a:lnTo>
                  <a:pt x="394601" y="263652"/>
                </a:lnTo>
                <a:lnTo>
                  <a:pt x="461175" y="16332"/>
                </a:lnTo>
                <a:close/>
              </a:path>
              <a:path w="948054" h="264160">
                <a:moveTo>
                  <a:pt x="598258" y="115074"/>
                </a:moveTo>
                <a:lnTo>
                  <a:pt x="593661" y="94780"/>
                </a:lnTo>
                <a:lnTo>
                  <a:pt x="589622" y="89662"/>
                </a:lnTo>
                <a:lnTo>
                  <a:pt x="581152" y="78930"/>
                </a:lnTo>
                <a:lnTo>
                  <a:pt x="568401" y="72047"/>
                </a:lnTo>
                <a:lnTo>
                  <a:pt x="568401" y="115074"/>
                </a:lnTo>
                <a:lnTo>
                  <a:pt x="566039" y="125895"/>
                </a:lnTo>
                <a:lnTo>
                  <a:pt x="559714" y="133946"/>
                </a:lnTo>
                <a:lnTo>
                  <a:pt x="550113" y="138963"/>
                </a:lnTo>
                <a:lnTo>
                  <a:pt x="537933" y="140703"/>
                </a:lnTo>
                <a:lnTo>
                  <a:pt x="525678" y="138963"/>
                </a:lnTo>
                <a:lnTo>
                  <a:pt x="516128" y="133946"/>
                </a:lnTo>
                <a:lnTo>
                  <a:pt x="509943" y="125895"/>
                </a:lnTo>
                <a:lnTo>
                  <a:pt x="507784" y="115074"/>
                </a:lnTo>
                <a:lnTo>
                  <a:pt x="509943" y="104495"/>
                </a:lnTo>
                <a:lnTo>
                  <a:pt x="516128" y="96545"/>
                </a:lnTo>
                <a:lnTo>
                  <a:pt x="525678" y="91503"/>
                </a:lnTo>
                <a:lnTo>
                  <a:pt x="537933" y="89662"/>
                </a:lnTo>
                <a:lnTo>
                  <a:pt x="550113" y="91503"/>
                </a:lnTo>
                <a:lnTo>
                  <a:pt x="559714" y="96545"/>
                </a:lnTo>
                <a:lnTo>
                  <a:pt x="566039" y="104495"/>
                </a:lnTo>
                <a:lnTo>
                  <a:pt x="568401" y="115074"/>
                </a:lnTo>
                <a:lnTo>
                  <a:pt x="568401" y="72047"/>
                </a:lnTo>
                <a:lnTo>
                  <a:pt x="562102" y="68630"/>
                </a:lnTo>
                <a:lnTo>
                  <a:pt x="537933" y="64947"/>
                </a:lnTo>
                <a:lnTo>
                  <a:pt x="513854" y="68630"/>
                </a:lnTo>
                <a:lnTo>
                  <a:pt x="494919" y="78930"/>
                </a:lnTo>
                <a:lnTo>
                  <a:pt x="482561" y="94780"/>
                </a:lnTo>
                <a:lnTo>
                  <a:pt x="478231" y="115074"/>
                </a:lnTo>
                <a:lnTo>
                  <a:pt x="482561" y="135420"/>
                </a:lnTo>
                <a:lnTo>
                  <a:pt x="494919" y="151269"/>
                </a:lnTo>
                <a:lnTo>
                  <a:pt x="513854" y="161544"/>
                </a:lnTo>
                <a:lnTo>
                  <a:pt x="537933" y="165214"/>
                </a:lnTo>
                <a:lnTo>
                  <a:pt x="562102" y="161544"/>
                </a:lnTo>
                <a:lnTo>
                  <a:pt x="581152" y="151269"/>
                </a:lnTo>
                <a:lnTo>
                  <a:pt x="589495" y="140703"/>
                </a:lnTo>
                <a:lnTo>
                  <a:pt x="593661" y="135420"/>
                </a:lnTo>
                <a:lnTo>
                  <a:pt x="598258" y="115074"/>
                </a:lnTo>
                <a:close/>
              </a:path>
              <a:path w="948054" h="264160">
                <a:moveTo>
                  <a:pt x="608647" y="28943"/>
                </a:moveTo>
                <a:lnTo>
                  <a:pt x="553974" y="28943"/>
                </a:lnTo>
                <a:lnTo>
                  <a:pt x="553974" y="0"/>
                </a:lnTo>
                <a:lnTo>
                  <a:pt x="522401" y="0"/>
                </a:lnTo>
                <a:lnTo>
                  <a:pt x="522401" y="28943"/>
                </a:lnTo>
                <a:lnTo>
                  <a:pt x="464705" y="28943"/>
                </a:lnTo>
                <a:lnTo>
                  <a:pt x="464705" y="54165"/>
                </a:lnTo>
                <a:lnTo>
                  <a:pt x="608647" y="54165"/>
                </a:lnTo>
                <a:lnTo>
                  <a:pt x="608647" y="28943"/>
                </a:lnTo>
                <a:close/>
              </a:path>
              <a:path w="948054" h="264160">
                <a:moveTo>
                  <a:pt x="680161" y="393"/>
                </a:moveTo>
                <a:lnTo>
                  <a:pt x="648487" y="393"/>
                </a:lnTo>
                <a:lnTo>
                  <a:pt x="648487" y="66065"/>
                </a:lnTo>
                <a:lnTo>
                  <a:pt x="610362" y="66065"/>
                </a:lnTo>
                <a:lnTo>
                  <a:pt x="610362" y="91782"/>
                </a:lnTo>
                <a:lnTo>
                  <a:pt x="648487" y="91782"/>
                </a:lnTo>
                <a:lnTo>
                  <a:pt x="648487" y="120624"/>
                </a:lnTo>
                <a:lnTo>
                  <a:pt x="610362" y="120624"/>
                </a:lnTo>
                <a:lnTo>
                  <a:pt x="610362" y="145948"/>
                </a:lnTo>
                <a:lnTo>
                  <a:pt x="648487" y="145948"/>
                </a:lnTo>
                <a:lnTo>
                  <a:pt x="648487" y="196773"/>
                </a:lnTo>
                <a:lnTo>
                  <a:pt x="680161" y="196773"/>
                </a:lnTo>
                <a:lnTo>
                  <a:pt x="680161" y="393"/>
                </a:lnTo>
                <a:close/>
              </a:path>
              <a:path w="948054" h="264160">
                <a:moveTo>
                  <a:pt x="685800" y="227241"/>
                </a:moveTo>
                <a:lnTo>
                  <a:pt x="542277" y="227241"/>
                </a:lnTo>
                <a:lnTo>
                  <a:pt x="542277" y="179832"/>
                </a:lnTo>
                <a:lnTo>
                  <a:pt x="510197" y="179832"/>
                </a:lnTo>
                <a:lnTo>
                  <a:pt x="510197" y="252958"/>
                </a:lnTo>
                <a:lnTo>
                  <a:pt x="685800" y="252958"/>
                </a:lnTo>
                <a:lnTo>
                  <a:pt x="685800" y="227241"/>
                </a:lnTo>
                <a:close/>
              </a:path>
              <a:path w="948054" h="264160">
                <a:moveTo>
                  <a:pt x="861110" y="120129"/>
                </a:moveTo>
                <a:lnTo>
                  <a:pt x="834669" y="107886"/>
                </a:lnTo>
                <a:lnTo>
                  <a:pt x="819886" y="94399"/>
                </a:lnTo>
                <a:lnTo>
                  <a:pt x="815721" y="90601"/>
                </a:lnTo>
                <a:lnTo>
                  <a:pt x="804316" y="69710"/>
                </a:lnTo>
                <a:lnTo>
                  <a:pt x="800531" y="46901"/>
                </a:lnTo>
                <a:lnTo>
                  <a:pt x="800493" y="43675"/>
                </a:lnTo>
                <a:lnTo>
                  <a:pt x="853960" y="43675"/>
                </a:lnTo>
                <a:lnTo>
                  <a:pt x="853960" y="18046"/>
                </a:lnTo>
                <a:lnTo>
                  <a:pt x="713955" y="18046"/>
                </a:lnTo>
                <a:lnTo>
                  <a:pt x="713955" y="43675"/>
                </a:lnTo>
                <a:lnTo>
                  <a:pt x="768629" y="43675"/>
                </a:lnTo>
                <a:lnTo>
                  <a:pt x="768629" y="46901"/>
                </a:lnTo>
                <a:lnTo>
                  <a:pt x="764451" y="72161"/>
                </a:lnTo>
                <a:lnTo>
                  <a:pt x="752360" y="95326"/>
                </a:lnTo>
                <a:lnTo>
                  <a:pt x="732510" y="114566"/>
                </a:lnTo>
                <a:lnTo>
                  <a:pt x="705078" y="128092"/>
                </a:lnTo>
                <a:lnTo>
                  <a:pt x="721220" y="153212"/>
                </a:lnTo>
                <a:lnTo>
                  <a:pt x="742683" y="143433"/>
                </a:lnTo>
                <a:lnTo>
                  <a:pt x="760577" y="130048"/>
                </a:lnTo>
                <a:lnTo>
                  <a:pt x="774801" y="113538"/>
                </a:lnTo>
                <a:lnTo>
                  <a:pt x="785266" y="94399"/>
                </a:lnTo>
                <a:lnTo>
                  <a:pt x="795502" y="110820"/>
                </a:lnTo>
                <a:lnTo>
                  <a:pt x="809091" y="125018"/>
                </a:lnTo>
                <a:lnTo>
                  <a:pt x="825969" y="136563"/>
                </a:lnTo>
                <a:lnTo>
                  <a:pt x="846086" y="145034"/>
                </a:lnTo>
                <a:lnTo>
                  <a:pt x="861110" y="120129"/>
                </a:lnTo>
                <a:close/>
              </a:path>
              <a:path w="948054" h="264160">
                <a:moveTo>
                  <a:pt x="913765" y="208381"/>
                </a:moveTo>
                <a:lnTo>
                  <a:pt x="907808" y="187731"/>
                </a:lnTo>
                <a:lnTo>
                  <a:pt x="904176" y="184480"/>
                </a:lnTo>
                <a:lnTo>
                  <a:pt x="890689" y="172389"/>
                </a:lnTo>
                <a:lnTo>
                  <a:pt x="882599" y="169557"/>
                </a:lnTo>
                <a:lnTo>
                  <a:pt x="882599" y="208381"/>
                </a:lnTo>
                <a:lnTo>
                  <a:pt x="878954" y="218909"/>
                </a:lnTo>
                <a:lnTo>
                  <a:pt x="868299" y="226542"/>
                </a:lnTo>
                <a:lnTo>
                  <a:pt x="851027" y="231178"/>
                </a:lnTo>
                <a:lnTo>
                  <a:pt x="827532" y="232689"/>
                </a:lnTo>
                <a:lnTo>
                  <a:pt x="803897" y="231178"/>
                </a:lnTo>
                <a:lnTo>
                  <a:pt x="786422" y="226542"/>
                </a:lnTo>
                <a:lnTo>
                  <a:pt x="775614" y="218909"/>
                </a:lnTo>
                <a:lnTo>
                  <a:pt x="771956" y="208381"/>
                </a:lnTo>
                <a:lnTo>
                  <a:pt x="775614" y="198043"/>
                </a:lnTo>
                <a:lnTo>
                  <a:pt x="786422" y="190563"/>
                </a:lnTo>
                <a:lnTo>
                  <a:pt x="803897" y="186016"/>
                </a:lnTo>
                <a:lnTo>
                  <a:pt x="827532" y="184480"/>
                </a:lnTo>
                <a:lnTo>
                  <a:pt x="851027" y="186016"/>
                </a:lnTo>
                <a:lnTo>
                  <a:pt x="868299" y="190563"/>
                </a:lnTo>
                <a:lnTo>
                  <a:pt x="878954" y="198043"/>
                </a:lnTo>
                <a:lnTo>
                  <a:pt x="882599" y="208381"/>
                </a:lnTo>
                <a:lnTo>
                  <a:pt x="882599" y="169557"/>
                </a:lnTo>
                <a:lnTo>
                  <a:pt x="863561" y="162852"/>
                </a:lnTo>
                <a:lnTo>
                  <a:pt x="827532" y="159562"/>
                </a:lnTo>
                <a:lnTo>
                  <a:pt x="791121" y="162852"/>
                </a:lnTo>
                <a:lnTo>
                  <a:pt x="763638" y="172389"/>
                </a:lnTo>
                <a:lnTo>
                  <a:pt x="746277" y="187731"/>
                </a:lnTo>
                <a:lnTo>
                  <a:pt x="740283" y="208381"/>
                </a:lnTo>
                <a:lnTo>
                  <a:pt x="746277" y="229184"/>
                </a:lnTo>
                <a:lnTo>
                  <a:pt x="763638" y="244678"/>
                </a:lnTo>
                <a:lnTo>
                  <a:pt x="791121" y="254317"/>
                </a:lnTo>
                <a:lnTo>
                  <a:pt x="827532" y="257606"/>
                </a:lnTo>
                <a:lnTo>
                  <a:pt x="863561" y="254317"/>
                </a:lnTo>
                <a:lnTo>
                  <a:pt x="890689" y="244678"/>
                </a:lnTo>
                <a:lnTo>
                  <a:pt x="903947" y="232689"/>
                </a:lnTo>
                <a:lnTo>
                  <a:pt x="907808" y="229184"/>
                </a:lnTo>
                <a:lnTo>
                  <a:pt x="913765" y="208381"/>
                </a:lnTo>
                <a:close/>
              </a:path>
              <a:path w="948054" h="264160">
                <a:moveTo>
                  <a:pt x="947458" y="62026"/>
                </a:moveTo>
                <a:lnTo>
                  <a:pt x="911453" y="62026"/>
                </a:lnTo>
                <a:lnTo>
                  <a:pt x="911453" y="203"/>
                </a:lnTo>
                <a:lnTo>
                  <a:pt x="879576" y="203"/>
                </a:lnTo>
                <a:lnTo>
                  <a:pt x="879576" y="153911"/>
                </a:lnTo>
                <a:lnTo>
                  <a:pt x="911453" y="153911"/>
                </a:lnTo>
                <a:lnTo>
                  <a:pt x="911453" y="88049"/>
                </a:lnTo>
                <a:lnTo>
                  <a:pt x="947458" y="88049"/>
                </a:lnTo>
                <a:lnTo>
                  <a:pt x="947458" y="6202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485819" y="2689237"/>
            <a:ext cx="944244" cy="258445"/>
          </a:xfrm>
          <a:custGeom>
            <a:avLst/>
            <a:gdLst/>
            <a:ahLst/>
            <a:cxnLst/>
            <a:rect l="l" t="t" r="r" b="b"/>
            <a:pathLst>
              <a:path w="944245" h="258444">
                <a:moveTo>
                  <a:pt x="212407" y="0"/>
                </a:moveTo>
                <a:lnTo>
                  <a:pt x="180746" y="0"/>
                </a:lnTo>
                <a:lnTo>
                  <a:pt x="180746" y="35090"/>
                </a:lnTo>
                <a:lnTo>
                  <a:pt x="180746" y="60413"/>
                </a:lnTo>
                <a:lnTo>
                  <a:pt x="180746" y="93192"/>
                </a:lnTo>
                <a:lnTo>
                  <a:pt x="133337" y="93192"/>
                </a:lnTo>
                <a:lnTo>
                  <a:pt x="134747" y="88049"/>
                </a:lnTo>
                <a:lnTo>
                  <a:pt x="135559" y="82600"/>
                </a:lnTo>
                <a:lnTo>
                  <a:pt x="135559" y="71107"/>
                </a:lnTo>
                <a:lnTo>
                  <a:pt x="134747" y="65557"/>
                </a:lnTo>
                <a:lnTo>
                  <a:pt x="133337" y="60413"/>
                </a:lnTo>
                <a:lnTo>
                  <a:pt x="180746" y="60413"/>
                </a:lnTo>
                <a:lnTo>
                  <a:pt x="180746" y="35090"/>
                </a:lnTo>
                <a:lnTo>
                  <a:pt x="119316" y="35090"/>
                </a:lnTo>
                <a:lnTo>
                  <a:pt x="109093" y="26365"/>
                </a:lnTo>
                <a:lnTo>
                  <a:pt x="105295" y="24333"/>
                </a:lnTo>
                <a:lnTo>
                  <a:pt x="105295" y="76847"/>
                </a:lnTo>
                <a:lnTo>
                  <a:pt x="102489" y="91338"/>
                </a:lnTo>
                <a:lnTo>
                  <a:pt x="94691" y="102527"/>
                </a:lnTo>
                <a:lnTo>
                  <a:pt x="82867" y="109702"/>
                </a:lnTo>
                <a:lnTo>
                  <a:pt x="67983" y="112153"/>
                </a:lnTo>
                <a:lnTo>
                  <a:pt x="52743" y="109702"/>
                </a:lnTo>
                <a:lnTo>
                  <a:pt x="40779" y="102527"/>
                </a:lnTo>
                <a:lnTo>
                  <a:pt x="32956" y="91338"/>
                </a:lnTo>
                <a:lnTo>
                  <a:pt x="30149" y="76847"/>
                </a:lnTo>
                <a:lnTo>
                  <a:pt x="32956" y="62179"/>
                </a:lnTo>
                <a:lnTo>
                  <a:pt x="40779" y="51041"/>
                </a:lnTo>
                <a:lnTo>
                  <a:pt x="52743" y="44018"/>
                </a:lnTo>
                <a:lnTo>
                  <a:pt x="67983" y="41656"/>
                </a:lnTo>
                <a:lnTo>
                  <a:pt x="82867" y="44018"/>
                </a:lnTo>
                <a:lnTo>
                  <a:pt x="94691" y="51041"/>
                </a:lnTo>
                <a:lnTo>
                  <a:pt x="102489" y="62179"/>
                </a:lnTo>
                <a:lnTo>
                  <a:pt x="105295" y="76847"/>
                </a:lnTo>
                <a:lnTo>
                  <a:pt x="105295" y="24333"/>
                </a:lnTo>
                <a:lnTo>
                  <a:pt x="96939" y="19837"/>
                </a:lnTo>
                <a:lnTo>
                  <a:pt x="83134" y="15773"/>
                </a:lnTo>
                <a:lnTo>
                  <a:pt x="67983" y="14414"/>
                </a:lnTo>
                <a:lnTo>
                  <a:pt x="40944" y="18999"/>
                </a:lnTo>
                <a:lnTo>
                  <a:pt x="19342" y="31902"/>
                </a:lnTo>
                <a:lnTo>
                  <a:pt x="5067" y="51676"/>
                </a:lnTo>
                <a:lnTo>
                  <a:pt x="0" y="76847"/>
                </a:lnTo>
                <a:lnTo>
                  <a:pt x="5067" y="101879"/>
                </a:lnTo>
                <a:lnTo>
                  <a:pt x="19342" y="121627"/>
                </a:lnTo>
                <a:lnTo>
                  <a:pt x="40944" y="134543"/>
                </a:lnTo>
                <a:lnTo>
                  <a:pt x="67983" y="139090"/>
                </a:lnTo>
                <a:lnTo>
                  <a:pt x="83007" y="137744"/>
                </a:lnTo>
                <a:lnTo>
                  <a:pt x="96710" y="133743"/>
                </a:lnTo>
                <a:lnTo>
                  <a:pt x="108813" y="127317"/>
                </a:lnTo>
                <a:lnTo>
                  <a:pt x="119011" y="118706"/>
                </a:lnTo>
                <a:lnTo>
                  <a:pt x="180746" y="118706"/>
                </a:lnTo>
                <a:lnTo>
                  <a:pt x="180746" y="151485"/>
                </a:lnTo>
                <a:lnTo>
                  <a:pt x="212407" y="151485"/>
                </a:lnTo>
                <a:lnTo>
                  <a:pt x="212407" y="118706"/>
                </a:lnTo>
                <a:lnTo>
                  <a:pt x="212407" y="112153"/>
                </a:lnTo>
                <a:lnTo>
                  <a:pt x="212407" y="93192"/>
                </a:lnTo>
                <a:lnTo>
                  <a:pt x="212407" y="60413"/>
                </a:lnTo>
                <a:lnTo>
                  <a:pt x="212407" y="41656"/>
                </a:lnTo>
                <a:lnTo>
                  <a:pt x="212407" y="35090"/>
                </a:lnTo>
                <a:lnTo>
                  <a:pt x="212407" y="0"/>
                </a:lnTo>
                <a:close/>
              </a:path>
              <a:path w="944245" h="258444">
                <a:moveTo>
                  <a:pt x="213118" y="207264"/>
                </a:moveTo>
                <a:lnTo>
                  <a:pt x="206997" y="186004"/>
                </a:lnTo>
                <a:lnTo>
                  <a:pt x="201942" y="181444"/>
                </a:lnTo>
                <a:lnTo>
                  <a:pt x="189458" y="170205"/>
                </a:lnTo>
                <a:lnTo>
                  <a:pt x="182156" y="167614"/>
                </a:lnTo>
                <a:lnTo>
                  <a:pt x="182156" y="207264"/>
                </a:lnTo>
                <a:lnTo>
                  <a:pt x="178371" y="218109"/>
                </a:lnTo>
                <a:lnTo>
                  <a:pt x="167309" y="226047"/>
                </a:lnTo>
                <a:lnTo>
                  <a:pt x="149428" y="230886"/>
                </a:lnTo>
                <a:lnTo>
                  <a:pt x="125171" y="232486"/>
                </a:lnTo>
                <a:lnTo>
                  <a:pt x="101142" y="230886"/>
                </a:lnTo>
                <a:lnTo>
                  <a:pt x="83337" y="226047"/>
                </a:lnTo>
                <a:lnTo>
                  <a:pt x="72288" y="218109"/>
                </a:lnTo>
                <a:lnTo>
                  <a:pt x="68580" y="207264"/>
                </a:lnTo>
                <a:lnTo>
                  <a:pt x="72288" y="196126"/>
                </a:lnTo>
                <a:lnTo>
                  <a:pt x="83337" y="188036"/>
                </a:lnTo>
                <a:lnTo>
                  <a:pt x="101142" y="183108"/>
                </a:lnTo>
                <a:lnTo>
                  <a:pt x="125171" y="181444"/>
                </a:lnTo>
                <a:lnTo>
                  <a:pt x="149428" y="183108"/>
                </a:lnTo>
                <a:lnTo>
                  <a:pt x="167309" y="188036"/>
                </a:lnTo>
                <a:lnTo>
                  <a:pt x="178371" y="196126"/>
                </a:lnTo>
                <a:lnTo>
                  <a:pt x="182156" y="207264"/>
                </a:lnTo>
                <a:lnTo>
                  <a:pt x="182156" y="167614"/>
                </a:lnTo>
                <a:lnTo>
                  <a:pt x="161759" y="160375"/>
                </a:lnTo>
                <a:lnTo>
                  <a:pt x="125171" y="157035"/>
                </a:lnTo>
                <a:lnTo>
                  <a:pt x="88633" y="160375"/>
                </a:lnTo>
                <a:lnTo>
                  <a:pt x="60985" y="170205"/>
                </a:lnTo>
                <a:lnTo>
                  <a:pt x="43484" y="186004"/>
                </a:lnTo>
                <a:lnTo>
                  <a:pt x="37414" y="207264"/>
                </a:lnTo>
                <a:lnTo>
                  <a:pt x="43484" y="228473"/>
                </a:lnTo>
                <a:lnTo>
                  <a:pt x="60985" y="244246"/>
                </a:lnTo>
                <a:lnTo>
                  <a:pt x="88633" y="254063"/>
                </a:lnTo>
                <a:lnTo>
                  <a:pt x="125171" y="257403"/>
                </a:lnTo>
                <a:lnTo>
                  <a:pt x="161759" y="254063"/>
                </a:lnTo>
                <a:lnTo>
                  <a:pt x="189458" y="244246"/>
                </a:lnTo>
                <a:lnTo>
                  <a:pt x="202539" y="232486"/>
                </a:lnTo>
                <a:lnTo>
                  <a:pt x="206997" y="228473"/>
                </a:lnTo>
                <a:lnTo>
                  <a:pt x="213118" y="207264"/>
                </a:lnTo>
                <a:close/>
              </a:path>
              <a:path w="944245" h="258444">
                <a:moveTo>
                  <a:pt x="392163" y="116687"/>
                </a:moveTo>
                <a:lnTo>
                  <a:pt x="350164" y="89255"/>
                </a:lnTo>
                <a:lnTo>
                  <a:pt x="331546" y="40944"/>
                </a:lnTo>
                <a:lnTo>
                  <a:pt x="331546" y="13614"/>
                </a:lnTo>
                <a:lnTo>
                  <a:pt x="299872" y="13614"/>
                </a:lnTo>
                <a:lnTo>
                  <a:pt x="299872" y="38023"/>
                </a:lnTo>
                <a:lnTo>
                  <a:pt x="295859" y="64947"/>
                </a:lnTo>
                <a:lnTo>
                  <a:pt x="284111" y="89268"/>
                </a:lnTo>
                <a:lnTo>
                  <a:pt x="264617" y="109385"/>
                </a:lnTo>
                <a:lnTo>
                  <a:pt x="237337" y="123647"/>
                </a:lnTo>
                <a:lnTo>
                  <a:pt x="254482" y="148666"/>
                </a:lnTo>
                <a:lnTo>
                  <a:pt x="275107" y="138760"/>
                </a:lnTo>
                <a:lnTo>
                  <a:pt x="292303" y="125247"/>
                </a:lnTo>
                <a:lnTo>
                  <a:pt x="306031" y="108585"/>
                </a:lnTo>
                <a:lnTo>
                  <a:pt x="316217" y="89255"/>
                </a:lnTo>
                <a:lnTo>
                  <a:pt x="326199" y="106172"/>
                </a:lnTo>
                <a:lnTo>
                  <a:pt x="339432" y="120777"/>
                </a:lnTo>
                <a:lnTo>
                  <a:pt x="355815" y="132664"/>
                </a:lnTo>
                <a:lnTo>
                  <a:pt x="375221" y="141401"/>
                </a:lnTo>
                <a:lnTo>
                  <a:pt x="392163" y="116687"/>
                </a:lnTo>
                <a:close/>
              </a:path>
              <a:path w="944245" h="258444">
                <a:moveTo>
                  <a:pt x="446024" y="208483"/>
                </a:moveTo>
                <a:lnTo>
                  <a:pt x="440042" y="187934"/>
                </a:lnTo>
                <a:lnTo>
                  <a:pt x="436384" y="184670"/>
                </a:lnTo>
                <a:lnTo>
                  <a:pt x="422871" y="172631"/>
                </a:lnTo>
                <a:lnTo>
                  <a:pt x="414858" y="169824"/>
                </a:lnTo>
                <a:lnTo>
                  <a:pt x="414858" y="208483"/>
                </a:lnTo>
                <a:lnTo>
                  <a:pt x="411213" y="218897"/>
                </a:lnTo>
                <a:lnTo>
                  <a:pt x="400558" y="226377"/>
                </a:lnTo>
                <a:lnTo>
                  <a:pt x="383286" y="230911"/>
                </a:lnTo>
                <a:lnTo>
                  <a:pt x="359791" y="232486"/>
                </a:lnTo>
                <a:lnTo>
                  <a:pt x="336156" y="230911"/>
                </a:lnTo>
                <a:lnTo>
                  <a:pt x="318681" y="226377"/>
                </a:lnTo>
                <a:lnTo>
                  <a:pt x="307873" y="218897"/>
                </a:lnTo>
                <a:lnTo>
                  <a:pt x="304215" y="208483"/>
                </a:lnTo>
                <a:lnTo>
                  <a:pt x="307873" y="198374"/>
                </a:lnTo>
                <a:lnTo>
                  <a:pt x="318681" y="190906"/>
                </a:lnTo>
                <a:lnTo>
                  <a:pt x="336156" y="186270"/>
                </a:lnTo>
                <a:lnTo>
                  <a:pt x="359791" y="184670"/>
                </a:lnTo>
                <a:lnTo>
                  <a:pt x="383286" y="186270"/>
                </a:lnTo>
                <a:lnTo>
                  <a:pt x="400558" y="190906"/>
                </a:lnTo>
                <a:lnTo>
                  <a:pt x="411213" y="198374"/>
                </a:lnTo>
                <a:lnTo>
                  <a:pt x="414858" y="208483"/>
                </a:lnTo>
                <a:lnTo>
                  <a:pt x="414858" y="169824"/>
                </a:lnTo>
                <a:lnTo>
                  <a:pt x="395732" y="163106"/>
                </a:lnTo>
                <a:lnTo>
                  <a:pt x="359791" y="159867"/>
                </a:lnTo>
                <a:lnTo>
                  <a:pt x="323418" y="163106"/>
                </a:lnTo>
                <a:lnTo>
                  <a:pt x="295922" y="172631"/>
                </a:lnTo>
                <a:lnTo>
                  <a:pt x="278549" y="187934"/>
                </a:lnTo>
                <a:lnTo>
                  <a:pt x="272542" y="208483"/>
                </a:lnTo>
                <a:lnTo>
                  <a:pt x="278549" y="229285"/>
                </a:lnTo>
                <a:lnTo>
                  <a:pt x="295922" y="244665"/>
                </a:lnTo>
                <a:lnTo>
                  <a:pt x="323418" y="254177"/>
                </a:lnTo>
                <a:lnTo>
                  <a:pt x="359791" y="257403"/>
                </a:lnTo>
                <a:lnTo>
                  <a:pt x="395732" y="254177"/>
                </a:lnTo>
                <a:lnTo>
                  <a:pt x="422871" y="244665"/>
                </a:lnTo>
                <a:lnTo>
                  <a:pt x="436473" y="232486"/>
                </a:lnTo>
                <a:lnTo>
                  <a:pt x="440042" y="229285"/>
                </a:lnTo>
                <a:lnTo>
                  <a:pt x="446024" y="208483"/>
                </a:lnTo>
                <a:close/>
              </a:path>
              <a:path w="944245" h="258444">
                <a:moveTo>
                  <a:pt x="479717" y="62534"/>
                </a:moveTo>
                <a:lnTo>
                  <a:pt x="443699" y="62534"/>
                </a:lnTo>
                <a:lnTo>
                  <a:pt x="443699" y="0"/>
                </a:lnTo>
                <a:lnTo>
                  <a:pt x="411835" y="0"/>
                </a:lnTo>
                <a:lnTo>
                  <a:pt x="411835" y="154114"/>
                </a:lnTo>
                <a:lnTo>
                  <a:pt x="443699" y="154114"/>
                </a:lnTo>
                <a:lnTo>
                  <a:pt x="443699" y="88950"/>
                </a:lnTo>
                <a:lnTo>
                  <a:pt x="479717" y="88950"/>
                </a:lnTo>
                <a:lnTo>
                  <a:pt x="479717" y="62534"/>
                </a:lnTo>
                <a:close/>
              </a:path>
              <a:path w="944245" h="258444">
                <a:moveTo>
                  <a:pt x="653516" y="4432"/>
                </a:moveTo>
                <a:lnTo>
                  <a:pt x="623354" y="4432"/>
                </a:lnTo>
                <a:lnTo>
                  <a:pt x="623354" y="97028"/>
                </a:lnTo>
                <a:lnTo>
                  <a:pt x="598436" y="97028"/>
                </a:lnTo>
                <a:lnTo>
                  <a:pt x="592531" y="64566"/>
                </a:lnTo>
                <a:lnTo>
                  <a:pt x="585203" y="49415"/>
                </a:lnTo>
                <a:lnTo>
                  <a:pt x="580732" y="40170"/>
                </a:lnTo>
                <a:lnTo>
                  <a:pt x="569595" y="30111"/>
                </a:lnTo>
                <a:lnTo>
                  <a:pt x="569595" y="111353"/>
                </a:lnTo>
                <a:lnTo>
                  <a:pt x="567728" y="138074"/>
                </a:lnTo>
                <a:lnTo>
                  <a:pt x="562330" y="157530"/>
                </a:lnTo>
                <a:lnTo>
                  <a:pt x="553770" y="169405"/>
                </a:lnTo>
                <a:lnTo>
                  <a:pt x="542366" y="173380"/>
                </a:lnTo>
                <a:lnTo>
                  <a:pt x="531241" y="169405"/>
                </a:lnTo>
                <a:lnTo>
                  <a:pt x="522922" y="157530"/>
                </a:lnTo>
                <a:lnTo>
                  <a:pt x="517740" y="138074"/>
                </a:lnTo>
                <a:lnTo>
                  <a:pt x="516039" y="111353"/>
                </a:lnTo>
                <a:lnTo>
                  <a:pt x="517740" y="84721"/>
                </a:lnTo>
                <a:lnTo>
                  <a:pt x="522922" y="65290"/>
                </a:lnTo>
                <a:lnTo>
                  <a:pt x="531241" y="53403"/>
                </a:lnTo>
                <a:lnTo>
                  <a:pt x="542366" y="49415"/>
                </a:lnTo>
                <a:lnTo>
                  <a:pt x="553770" y="53403"/>
                </a:lnTo>
                <a:lnTo>
                  <a:pt x="562330" y="65290"/>
                </a:lnTo>
                <a:lnTo>
                  <a:pt x="567728" y="84721"/>
                </a:lnTo>
                <a:lnTo>
                  <a:pt x="569595" y="111353"/>
                </a:lnTo>
                <a:lnTo>
                  <a:pt x="569595" y="30111"/>
                </a:lnTo>
                <a:lnTo>
                  <a:pt x="563765" y="24841"/>
                </a:lnTo>
                <a:lnTo>
                  <a:pt x="542366" y="19558"/>
                </a:lnTo>
                <a:lnTo>
                  <a:pt x="519391" y="25895"/>
                </a:lnTo>
                <a:lnTo>
                  <a:pt x="501815" y="44157"/>
                </a:lnTo>
                <a:lnTo>
                  <a:pt x="490588" y="73075"/>
                </a:lnTo>
                <a:lnTo>
                  <a:pt x="486689" y="111353"/>
                </a:lnTo>
                <a:lnTo>
                  <a:pt x="490588" y="149821"/>
                </a:lnTo>
                <a:lnTo>
                  <a:pt x="501815" y="178917"/>
                </a:lnTo>
                <a:lnTo>
                  <a:pt x="519391" y="197319"/>
                </a:lnTo>
                <a:lnTo>
                  <a:pt x="542366" y="203733"/>
                </a:lnTo>
                <a:lnTo>
                  <a:pt x="564146" y="198145"/>
                </a:lnTo>
                <a:lnTo>
                  <a:pt x="581317" y="182054"/>
                </a:lnTo>
                <a:lnTo>
                  <a:pt x="585317" y="173380"/>
                </a:lnTo>
                <a:lnTo>
                  <a:pt x="593077" y="156502"/>
                </a:lnTo>
                <a:lnTo>
                  <a:pt x="598639" y="122542"/>
                </a:lnTo>
                <a:lnTo>
                  <a:pt x="623354" y="122542"/>
                </a:lnTo>
                <a:lnTo>
                  <a:pt x="623354" y="245287"/>
                </a:lnTo>
                <a:lnTo>
                  <a:pt x="653516" y="245287"/>
                </a:lnTo>
                <a:lnTo>
                  <a:pt x="653516" y="122542"/>
                </a:lnTo>
                <a:lnTo>
                  <a:pt x="653516" y="97028"/>
                </a:lnTo>
                <a:lnTo>
                  <a:pt x="653516" y="4432"/>
                </a:lnTo>
                <a:close/>
              </a:path>
              <a:path w="944245" h="258444">
                <a:moveTo>
                  <a:pt x="706462" y="0"/>
                </a:moveTo>
                <a:lnTo>
                  <a:pt x="676008" y="0"/>
                </a:lnTo>
                <a:lnTo>
                  <a:pt x="676008" y="257594"/>
                </a:lnTo>
                <a:lnTo>
                  <a:pt x="706462" y="257594"/>
                </a:lnTo>
                <a:lnTo>
                  <a:pt x="706462" y="0"/>
                </a:lnTo>
                <a:close/>
              </a:path>
              <a:path w="944245" h="258444">
                <a:moveTo>
                  <a:pt x="887120" y="174891"/>
                </a:moveTo>
                <a:lnTo>
                  <a:pt x="839673" y="129527"/>
                </a:lnTo>
                <a:lnTo>
                  <a:pt x="823074" y="61925"/>
                </a:lnTo>
                <a:lnTo>
                  <a:pt x="823074" y="20675"/>
                </a:lnTo>
                <a:lnTo>
                  <a:pt x="790905" y="20675"/>
                </a:lnTo>
                <a:lnTo>
                  <a:pt x="790905" y="61925"/>
                </a:lnTo>
                <a:lnTo>
                  <a:pt x="786472" y="97751"/>
                </a:lnTo>
                <a:lnTo>
                  <a:pt x="773772" y="131241"/>
                </a:lnTo>
                <a:lnTo>
                  <a:pt x="753262" y="159397"/>
                </a:lnTo>
                <a:lnTo>
                  <a:pt x="725335" y="179222"/>
                </a:lnTo>
                <a:lnTo>
                  <a:pt x="745312" y="204952"/>
                </a:lnTo>
                <a:lnTo>
                  <a:pt x="765911" y="191147"/>
                </a:lnTo>
                <a:lnTo>
                  <a:pt x="783145" y="172656"/>
                </a:lnTo>
                <a:lnTo>
                  <a:pt x="796925" y="150291"/>
                </a:lnTo>
                <a:lnTo>
                  <a:pt x="807135" y="124866"/>
                </a:lnTo>
                <a:lnTo>
                  <a:pt x="817206" y="148831"/>
                </a:lnTo>
                <a:lnTo>
                  <a:pt x="830732" y="169799"/>
                </a:lnTo>
                <a:lnTo>
                  <a:pt x="847636" y="187134"/>
                </a:lnTo>
                <a:lnTo>
                  <a:pt x="867854" y="200202"/>
                </a:lnTo>
                <a:lnTo>
                  <a:pt x="887120" y="174891"/>
                </a:lnTo>
                <a:close/>
              </a:path>
              <a:path w="944245" h="258444">
                <a:moveTo>
                  <a:pt x="944016" y="0"/>
                </a:moveTo>
                <a:lnTo>
                  <a:pt x="912545" y="0"/>
                </a:lnTo>
                <a:lnTo>
                  <a:pt x="912545" y="83312"/>
                </a:lnTo>
                <a:lnTo>
                  <a:pt x="858583" y="83312"/>
                </a:lnTo>
                <a:lnTo>
                  <a:pt x="858583" y="108927"/>
                </a:lnTo>
                <a:lnTo>
                  <a:pt x="912545" y="108927"/>
                </a:lnTo>
                <a:lnTo>
                  <a:pt x="912545" y="258203"/>
                </a:lnTo>
                <a:lnTo>
                  <a:pt x="944016" y="258203"/>
                </a:lnTo>
                <a:lnTo>
                  <a:pt x="944016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5" name="object 125"/>
          <p:cNvGrpSpPr/>
          <p:nvPr/>
        </p:nvGrpSpPr>
        <p:grpSpPr>
          <a:xfrm>
            <a:off x="4517635" y="2689225"/>
            <a:ext cx="729615" cy="257810"/>
            <a:chOff x="4517635" y="2689225"/>
            <a:chExt cx="729615" cy="257810"/>
          </a:xfrm>
        </p:grpSpPr>
        <p:sp>
          <p:nvSpPr>
            <p:cNvPr id="126" name="object 126"/>
            <p:cNvSpPr/>
            <p:nvPr/>
          </p:nvSpPr>
          <p:spPr>
            <a:xfrm>
              <a:off x="4517635" y="2689225"/>
              <a:ext cx="222885" cy="255904"/>
            </a:xfrm>
            <a:custGeom>
              <a:avLst/>
              <a:gdLst/>
              <a:ahLst/>
              <a:cxnLst/>
              <a:rect l="l" t="t" r="r" b="b"/>
              <a:pathLst>
                <a:path w="222885" h="255905">
                  <a:moveTo>
                    <a:pt x="214435" y="0"/>
                  </a:moveTo>
                  <a:lnTo>
                    <a:pt x="183066" y="0"/>
                  </a:lnTo>
                  <a:lnTo>
                    <a:pt x="183066" y="131525"/>
                  </a:lnTo>
                  <a:lnTo>
                    <a:pt x="214435" y="131525"/>
                  </a:lnTo>
                  <a:lnTo>
                    <a:pt x="214435" y="0"/>
                  </a:lnTo>
                  <a:close/>
                </a:path>
                <a:path w="222885" h="255905">
                  <a:moveTo>
                    <a:pt x="96425" y="6253"/>
                  </a:moveTo>
                  <a:lnTo>
                    <a:pt x="63644" y="6253"/>
                  </a:lnTo>
                  <a:lnTo>
                    <a:pt x="63644" y="26022"/>
                  </a:lnTo>
                  <a:lnTo>
                    <a:pt x="59558" y="50991"/>
                  </a:lnTo>
                  <a:lnTo>
                    <a:pt x="47443" y="73869"/>
                  </a:lnTo>
                  <a:lnTo>
                    <a:pt x="27518" y="92871"/>
                  </a:lnTo>
                  <a:lnTo>
                    <a:pt x="0" y="106208"/>
                  </a:lnTo>
                  <a:lnTo>
                    <a:pt x="15936" y="131122"/>
                  </a:lnTo>
                  <a:lnTo>
                    <a:pt x="37323" y="121756"/>
                  </a:lnTo>
                  <a:lnTo>
                    <a:pt x="55260" y="108692"/>
                  </a:lnTo>
                  <a:lnTo>
                    <a:pt x="69622" y="92470"/>
                  </a:lnTo>
                  <a:lnTo>
                    <a:pt x="80286" y="73629"/>
                  </a:lnTo>
                  <a:lnTo>
                    <a:pt x="114348" y="73629"/>
                  </a:lnTo>
                  <a:lnTo>
                    <a:pt x="112260" y="71738"/>
                  </a:lnTo>
                  <a:lnTo>
                    <a:pt x="100352" y="50072"/>
                  </a:lnTo>
                  <a:lnTo>
                    <a:pt x="96425" y="26022"/>
                  </a:lnTo>
                  <a:lnTo>
                    <a:pt x="96425" y="6253"/>
                  </a:lnTo>
                  <a:close/>
                </a:path>
                <a:path w="222885" h="255905">
                  <a:moveTo>
                    <a:pt x="114348" y="73629"/>
                  </a:moveTo>
                  <a:lnTo>
                    <a:pt x="80286" y="73629"/>
                  </a:lnTo>
                  <a:lnTo>
                    <a:pt x="90860" y="90937"/>
                  </a:lnTo>
                  <a:lnTo>
                    <a:pt x="104960" y="105805"/>
                  </a:lnTo>
                  <a:lnTo>
                    <a:pt x="122483" y="117798"/>
                  </a:lnTo>
                  <a:lnTo>
                    <a:pt x="143326" y="126482"/>
                  </a:lnTo>
                  <a:lnTo>
                    <a:pt x="158960" y="101871"/>
                  </a:lnTo>
                  <a:lnTo>
                    <a:pt x="131884" y="89509"/>
                  </a:lnTo>
                  <a:lnTo>
                    <a:pt x="114348" y="73629"/>
                  </a:lnTo>
                  <a:close/>
                </a:path>
                <a:path w="222885" h="255905">
                  <a:moveTo>
                    <a:pt x="214838" y="143326"/>
                  </a:moveTo>
                  <a:lnTo>
                    <a:pt x="43673" y="143326"/>
                  </a:lnTo>
                  <a:lnTo>
                    <a:pt x="43673" y="168037"/>
                  </a:lnTo>
                  <a:lnTo>
                    <a:pt x="183268" y="168037"/>
                  </a:lnTo>
                  <a:lnTo>
                    <a:pt x="183268" y="186697"/>
                  </a:lnTo>
                  <a:lnTo>
                    <a:pt x="44480" y="186697"/>
                  </a:lnTo>
                  <a:lnTo>
                    <a:pt x="44480" y="255486"/>
                  </a:lnTo>
                  <a:lnTo>
                    <a:pt x="222605" y="255486"/>
                  </a:lnTo>
                  <a:lnTo>
                    <a:pt x="222605" y="230270"/>
                  </a:lnTo>
                  <a:lnTo>
                    <a:pt x="75344" y="230270"/>
                  </a:lnTo>
                  <a:lnTo>
                    <a:pt x="75344" y="210299"/>
                  </a:lnTo>
                  <a:lnTo>
                    <a:pt x="214838" y="210299"/>
                  </a:lnTo>
                  <a:lnTo>
                    <a:pt x="214838" y="14332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761636" y="2700522"/>
              <a:ext cx="234910" cy="246106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4999988" y="2689225"/>
              <a:ext cx="247650" cy="257810"/>
            </a:xfrm>
            <a:custGeom>
              <a:avLst/>
              <a:gdLst/>
              <a:ahLst/>
              <a:cxnLst/>
              <a:rect l="l" t="t" r="r" b="b"/>
              <a:pathLst>
                <a:path w="247650" h="257810">
                  <a:moveTo>
                    <a:pt x="207374" y="0"/>
                  </a:moveTo>
                  <a:lnTo>
                    <a:pt x="175602" y="0"/>
                  </a:lnTo>
                  <a:lnTo>
                    <a:pt x="175602" y="257604"/>
                  </a:lnTo>
                  <a:lnTo>
                    <a:pt x="207374" y="257604"/>
                  </a:lnTo>
                  <a:lnTo>
                    <a:pt x="207374" y="126885"/>
                  </a:lnTo>
                  <a:lnTo>
                    <a:pt x="247115" y="126885"/>
                  </a:lnTo>
                  <a:lnTo>
                    <a:pt x="247115" y="100257"/>
                  </a:lnTo>
                  <a:lnTo>
                    <a:pt x="207374" y="100257"/>
                  </a:lnTo>
                  <a:lnTo>
                    <a:pt x="207374" y="0"/>
                  </a:lnTo>
                  <a:close/>
                </a:path>
                <a:path w="247650" h="257810">
                  <a:moveTo>
                    <a:pt x="97938" y="51439"/>
                  </a:moveTo>
                  <a:lnTo>
                    <a:pt x="66166" y="51439"/>
                  </a:lnTo>
                  <a:lnTo>
                    <a:pt x="66166" y="73125"/>
                  </a:lnTo>
                  <a:lnTo>
                    <a:pt x="61557" y="105817"/>
                  </a:lnTo>
                  <a:lnTo>
                    <a:pt x="48439" y="137299"/>
                  </a:lnTo>
                  <a:lnTo>
                    <a:pt x="27642" y="164356"/>
                  </a:lnTo>
                  <a:lnTo>
                    <a:pt x="0" y="183772"/>
                  </a:lnTo>
                  <a:lnTo>
                    <a:pt x="18659" y="208786"/>
                  </a:lnTo>
                  <a:lnTo>
                    <a:pt x="39442" y="195225"/>
                  </a:lnTo>
                  <a:lnTo>
                    <a:pt x="57227" y="176699"/>
                  </a:lnTo>
                  <a:lnTo>
                    <a:pt x="71664" y="154221"/>
                  </a:lnTo>
                  <a:lnTo>
                    <a:pt x="82405" y="128802"/>
                  </a:lnTo>
                  <a:lnTo>
                    <a:pt x="112963" y="128802"/>
                  </a:lnTo>
                  <a:lnTo>
                    <a:pt x="102191" y="103589"/>
                  </a:lnTo>
                  <a:lnTo>
                    <a:pt x="97938" y="73125"/>
                  </a:lnTo>
                  <a:lnTo>
                    <a:pt x="97938" y="51439"/>
                  </a:lnTo>
                  <a:close/>
                </a:path>
                <a:path w="247650" h="257810">
                  <a:moveTo>
                    <a:pt x="112963" y="128802"/>
                  </a:moveTo>
                  <a:lnTo>
                    <a:pt x="82405" y="128802"/>
                  </a:lnTo>
                  <a:lnTo>
                    <a:pt x="92921" y="152007"/>
                  </a:lnTo>
                  <a:lnTo>
                    <a:pt x="106927" y="172602"/>
                  </a:lnTo>
                  <a:lnTo>
                    <a:pt x="124205" y="189679"/>
                  </a:lnTo>
                  <a:lnTo>
                    <a:pt x="144537" y="202331"/>
                  </a:lnTo>
                  <a:lnTo>
                    <a:pt x="162288" y="177317"/>
                  </a:lnTo>
                  <a:lnTo>
                    <a:pt x="135057" y="158654"/>
                  </a:lnTo>
                  <a:lnTo>
                    <a:pt x="114794" y="133088"/>
                  </a:lnTo>
                  <a:lnTo>
                    <a:pt x="112963" y="128802"/>
                  </a:lnTo>
                  <a:close/>
                </a:path>
                <a:path w="247650" h="257810">
                  <a:moveTo>
                    <a:pt x="151798" y="25417"/>
                  </a:moveTo>
                  <a:lnTo>
                    <a:pt x="9985" y="25417"/>
                  </a:lnTo>
                  <a:lnTo>
                    <a:pt x="9985" y="51439"/>
                  </a:lnTo>
                  <a:lnTo>
                    <a:pt x="151798" y="51439"/>
                  </a:lnTo>
                  <a:lnTo>
                    <a:pt x="151798" y="2541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/>
          <p:nvPr/>
        </p:nvSpPr>
        <p:spPr>
          <a:xfrm>
            <a:off x="5309591" y="2688526"/>
            <a:ext cx="723265" cy="259079"/>
          </a:xfrm>
          <a:custGeom>
            <a:avLst/>
            <a:gdLst/>
            <a:ahLst/>
            <a:cxnLst/>
            <a:rect l="l" t="t" r="r" b="b"/>
            <a:pathLst>
              <a:path w="723264" h="259080">
                <a:moveTo>
                  <a:pt x="204660" y="109435"/>
                </a:moveTo>
                <a:lnTo>
                  <a:pt x="198628" y="90639"/>
                </a:lnTo>
                <a:lnTo>
                  <a:pt x="196900" y="89268"/>
                </a:lnTo>
                <a:lnTo>
                  <a:pt x="181368" y="76923"/>
                </a:lnTo>
                <a:lnTo>
                  <a:pt x="171780" y="73990"/>
                </a:lnTo>
                <a:lnTo>
                  <a:pt x="171780" y="109435"/>
                </a:lnTo>
                <a:lnTo>
                  <a:pt x="168173" y="118033"/>
                </a:lnTo>
                <a:lnTo>
                  <a:pt x="157784" y="124244"/>
                </a:lnTo>
                <a:lnTo>
                  <a:pt x="140766" y="127990"/>
                </a:lnTo>
                <a:lnTo>
                  <a:pt x="117309" y="129209"/>
                </a:lnTo>
                <a:lnTo>
                  <a:pt x="93738" y="127990"/>
                </a:lnTo>
                <a:lnTo>
                  <a:pt x="76708" y="124244"/>
                </a:lnTo>
                <a:lnTo>
                  <a:pt x="66421" y="118033"/>
                </a:lnTo>
                <a:lnTo>
                  <a:pt x="63042" y="109435"/>
                </a:lnTo>
                <a:lnTo>
                  <a:pt x="66421" y="100672"/>
                </a:lnTo>
                <a:lnTo>
                  <a:pt x="76708" y="94361"/>
                </a:lnTo>
                <a:lnTo>
                  <a:pt x="93738" y="90538"/>
                </a:lnTo>
                <a:lnTo>
                  <a:pt x="117309" y="89268"/>
                </a:lnTo>
                <a:lnTo>
                  <a:pt x="140766" y="90538"/>
                </a:lnTo>
                <a:lnTo>
                  <a:pt x="157784" y="94361"/>
                </a:lnTo>
                <a:lnTo>
                  <a:pt x="168173" y="100672"/>
                </a:lnTo>
                <a:lnTo>
                  <a:pt x="171780" y="109435"/>
                </a:lnTo>
                <a:lnTo>
                  <a:pt x="171780" y="73990"/>
                </a:lnTo>
                <a:lnTo>
                  <a:pt x="153924" y="68516"/>
                </a:lnTo>
                <a:lnTo>
                  <a:pt x="117309" y="65659"/>
                </a:lnTo>
                <a:lnTo>
                  <a:pt x="80581" y="68516"/>
                </a:lnTo>
                <a:lnTo>
                  <a:pt x="53111" y="76923"/>
                </a:lnTo>
                <a:lnTo>
                  <a:pt x="35928" y="90639"/>
                </a:lnTo>
                <a:lnTo>
                  <a:pt x="30060" y="109435"/>
                </a:lnTo>
                <a:lnTo>
                  <a:pt x="35928" y="128054"/>
                </a:lnTo>
                <a:lnTo>
                  <a:pt x="53111" y="141693"/>
                </a:lnTo>
                <a:lnTo>
                  <a:pt x="80581" y="150101"/>
                </a:lnTo>
                <a:lnTo>
                  <a:pt x="117309" y="153009"/>
                </a:lnTo>
                <a:lnTo>
                  <a:pt x="153924" y="150101"/>
                </a:lnTo>
                <a:lnTo>
                  <a:pt x="181368" y="141693"/>
                </a:lnTo>
                <a:lnTo>
                  <a:pt x="197180" y="129209"/>
                </a:lnTo>
                <a:lnTo>
                  <a:pt x="198628" y="128054"/>
                </a:lnTo>
                <a:lnTo>
                  <a:pt x="204660" y="109435"/>
                </a:lnTo>
                <a:close/>
              </a:path>
              <a:path w="723264" h="259080">
                <a:moveTo>
                  <a:pt x="222211" y="28346"/>
                </a:moveTo>
                <a:lnTo>
                  <a:pt x="133045" y="28346"/>
                </a:lnTo>
                <a:lnTo>
                  <a:pt x="133045" y="0"/>
                </a:lnTo>
                <a:lnTo>
                  <a:pt x="101574" y="0"/>
                </a:lnTo>
                <a:lnTo>
                  <a:pt x="101574" y="28346"/>
                </a:lnTo>
                <a:lnTo>
                  <a:pt x="11607" y="28346"/>
                </a:lnTo>
                <a:lnTo>
                  <a:pt x="11607" y="53962"/>
                </a:lnTo>
                <a:lnTo>
                  <a:pt x="222211" y="53962"/>
                </a:lnTo>
                <a:lnTo>
                  <a:pt x="222211" y="28346"/>
                </a:lnTo>
                <a:close/>
              </a:path>
              <a:path w="723264" h="259080">
                <a:moveTo>
                  <a:pt x="235724" y="167335"/>
                </a:moveTo>
                <a:lnTo>
                  <a:pt x="0" y="167335"/>
                </a:lnTo>
                <a:lnTo>
                  <a:pt x="0" y="193154"/>
                </a:lnTo>
                <a:lnTo>
                  <a:pt x="101574" y="193154"/>
                </a:lnTo>
                <a:lnTo>
                  <a:pt x="101574" y="258711"/>
                </a:lnTo>
                <a:lnTo>
                  <a:pt x="133045" y="258711"/>
                </a:lnTo>
                <a:lnTo>
                  <a:pt x="133045" y="193154"/>
                </a:lnTo>
                <a:lnTo>
                  <a:pt x="235724" y="193154"/>
                </a:lnTo>
                <a:lnTo>
                  <a:pt x="235724" y="167335"/>
                </a:lnTo>
                <a:close/>
              </a:path>
              <a:path w="723264" h="259080">
                <a:moveTo>
                  <a:pt x="452488" y="85331"/>
                </a:moveTo>
                <a:lnTo>
                  <a:pt x="420916" y="85331"/>
                </a:lnTo>
                <a:lnTo>
                  <a:pt x="420916" y="125679"/>
                </a:lnTo>
                <a:lnTo>
                  <a:pt x="452488" y="125679"/>
                </a:lnTo>
                <a:lnTo>
                  <a:pt x="452488" y="85331"/>
                </a:lnTo>
                <a:close/>
              </a:path>
              <a:path w="723264" h="259080">
                <a:moveTo>
                  <a:pt x="479526" y="201422"/>
                </a:moveTo>
                <a:lnTo>
                  <a:pt x="376847" y="201422"/>
                </a:lnTo>
                <a:lnTo>
                  <a:pt x="376847" y="151193"/>
                </a:lnTo>
                <a:lnTo>
                  <a:pt x="452488" y="151193"/>
                </a:lnTo>
                <a:lnTo>
                  <a:pt x="452488" y="125793"/>
                </a:lnTo>
                <a:lnTo>
                  <a:pt x="301498" y="125793"/>
                </a:lnTo>
                <a:lnTo>
                  <a:pt x="301498" y="85153"/>
                </a:lnTo>
                <a:lnTo>
                  <a:pt x="452488" y="85153"/>
                </a:lnTo>
                <a:lnTo>
                  <a:pt x="452488" y="59918"/>
                </a:lnTo>
                <a:lnTo>
                  <a:pt x="452488" y="59753"/>
                </a:lnTo>
                <a:lnTo>
                  <a:pt x="452488" y="17754"/>
                </a:lnTo>
                <a:lnTo>
                  <a:pt x="420916" y="17754"/>
                </a:lnTo>
                <a:lnTo>
                  <a:pt x="420916" y="59753"/>
                </a:lnTo>
                <a:lnTo>
                  <a:pt x="301498" y="59753"/>
                </a:lnTo>
                <a:lnTo>
                  <a:pt x="301498" y="17843"/>
                </a:lnTo>
                <a:lnTo>
                  <a:pt x="269722" y="17843"/>
                </a:lnTo>
                <a:lnTo>
                  <a:pt x="269722" y="59753"/>
                </a:lnTo>
                <a:lnTo>
                  <a:pt x="269722" y="85153"/>
                </a:lnTo>
                <a:lnTo>
                  <a:pt x="269722" y="125793"/>
                </a:lnTo>
                <a:lnTo>
                  <a:pt x="269722" y="151193"/>
                </a:lnTo>
                <a:lnTo>
                  <a:pt x="345376" y="151193"/>
                </a:lnTo>
                <a:lnTo>
                  <a:pt x="345376" y="201422"/>
                </a:lnTo>
                <a:lnTo>
                  <a:pt x="243801" y="201422"/>
                </a:lnTo>
                <a:lnTo>
                  <a:pt x="243801" y="227342"/>
                </a:lnTo>
                <a:lnTo>
                  <a:pt x="479526" y="227342"/>
                </a:lnTo>
                <a:lnTo>
                  <a:pt x="479526" y="201422"/>
                </a:lnTo>
                <a:close/>
              </a:path>
              <a:path w="723264" h="259080">
                <a:moveTo>
                  <a:pt x="698309" y="81343"/>
                </a:moveTo>
                <a:lnTo>
                  <a:pt x="548627" y="81343"/>
                </a:lnTo>
                <a:lnTo>
                  <a:pt x="548627" y="64833"/>
                </a:lnTo>
                <a:lnTo>
                  <a:pt x="693864" y="64833"/>
                </a:lnTo>
                <a:lnTo>
                  <a:pt x="693864" y="44513"/>
                </a:lnTo>
                <a:lnTo>
                  <a:pt x="693864" y="28003"/>
                </a:lnTo>
                <a:lnTo>
                  <a:pt x="693864" y="6413"/>
                </a:lnTo>
                <a:lnTo>
                  <a:pt x="516547" y="6413"/>
                </a:lnTo>
                <a:lnTo>
                  <a:pt x="516547" y="28003"/>
                </a:lnTo>
                <a:lnTo>
                  <a:pt x="662203" y="28003"/>
                </a:lnTo>
                <a:lnTo>
                  <a:pt x="662203" y="44513"/>
                </a:lnTo>
                <a:lnTo>
                  <a:pt x="517156" y="44513"/>
                </a:lnTo>
                <a:lnTo>
                  <a:pt x="517156" y="64833"/>
                </a:lnTo>
                <a:lnTo>
                  <a:pt x="517156" y="81343"/>
                </a:lnTo>
                <a:lnTo>
                  <a:pt x="517156" y="102933"/>
                </a:lnTo>
                <a:lnTo>
                  <a:pt x="698309" y="102933"/>
                </a:lnTo>
                <a:lnTo>
                  <a:pt x="698309" y="81343"/>
                </a:lnTo>
                <a:close/>
              </a:path>
              <a:path w="723264" h="259080">
                <a:moveTo>
                  <a:pt x="702246" y="233743"/>
                </a:moveTo>
                <a:lnTo>
                  <a:pt x="546608" y="233743"/>
                </a:lnTo>
                <a:lnTo>
                  <a:pt x="546608" y="215963"/>
                </a:lnTo>
                <a:lnTo>
                  <a:pt x="694372" y="215963"/>
                </a:lnTo>
                <a:lnTo>
                  <a:pt x="694372" y="195643"/>
                </a:lnTo>
                <a:lnTo>
                  <a:pt x="694372" y="179133"/>
                </a:lnTo>
                <a:lnTo>
                  <a:pt x="694372" y="156273"/>
                </a:lnTo>
                <a:lnTo>
                  <a:pt x="514731" y="156273"/>
                </a:lnTo>
                <a:lnTo>
                  <a:pt x="514731" y="179133"/>
                </a:lnTo>
                <a:lnTo>
                  <a:pt x="662901" y="179133"/>
                </a:lnTo>
                <a:lnTo>
                  <a:pt x="662901" y="195643"/>
                </a:lnTo>
                <a:lnTo>
                  <a:pt x="515035" y="195643"/>
                </a:lnTo>
                <a:lnTo>
                  <a:pt x="515035" y="215963"/>
                </a:lnTo>
                <a:lnTo>
                  <a:pt x="515035" y="233743"/>
                </a:lnTo>
                <a:lnTo>
                  <a:pt x="515035" y="255333"/>
                </a:lnTo>
                <a:lnTo>
                  <a:pt x="702246" y="255333"/>
                </a:lnTo>
                <a:lnTo>
                  <a:pt x="702246" y="233743"/>
                </a:lnTo>
                <a:close/>
              </a:path>
              <a:path w="723264" h="259080">
                <a:moveTo>
                  <a:pt x="723023" y="117602"/>
                </a:moveTo>
                <a:lnTo>
                  <a:pt x="487299" y="117602"/>
                </a:lnTo>
                <a:lnTo>
                  <a:pt x="487299" y="141414"/>
                </a:lnTo>
                <a:lnTo>
                  <a:pt x="723023" y="141414"/>
                </a:lnTo>
                <a:lnTo>
                  <a:pt x="723023" y="11760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113774" y="2689225"/>
            <a:ext cx="204470" cy="258445"/>
          </a:xfrm>
          <a:custGeom>
            <a:avLst/>
            <a:gdLst/>
            <a:ahLst/>
            <a:cxnLst/>
            <a:rect l="l" t="t" r="r" b="b"/>
            <a:pathLst>
              <a:path w="204470" h="258444">
                <a:moveTo>
                  <a:pt x="203945" y="0"/>
                </a:moveTo>
                <a:lnTo>
                  <a:pt x="172274" y="0"/>
                </a:lnTo>
                <a:lnTo>
                  <a:pt x="172274" y="90675"/>
                </a:lnTo>
                <a:lnTo>
                  <a:pt x="104191" y="90675"/>
                </a:lnTo>
                <a:lnTo>
                  <a:pt x="104191" y="116698"/>
                </a:lnTo>
                <a:lnTo>
                  <a:pt x="172274" y="116698"/>
                </a:lnTo>
                <a:lnTo>
                  <a:pt x="172274" y="258209"/>
                </a:lnTo>
                <a:lnTo>
                  <a:pt x="203945" y="258209"/>
                </a:lnTo>
                <a:lnTo>
                  <a:pt x="203945" y="0"/>
                </a:lnTo>
                <a:close/>
              </a:path>
              <a:path w="204470" h="258444">
                <a:moveTo>
                  <a:pt x="117808" y="23299"/>
                </a:moveTo>
                <a:lnTo>
                  <a:pt x="0" y="23299"/>
                </a:lnTo>
                <a:lnTo>
                  <a:pt x="0" y="195472"/>
                </a:lnTo>
                <a:lnTo>
                  <a:pt x="20677" y="195472"/>
                </a:lnTo>
                <a:lnTo>
                  <a:pt x="53927" y="195201"/>
                </a:lnTo>
                <a:lnTo>
                  <a:pt x="82884" y="193984"/>
                </a:lnTo>
                <a:lnTo>
                  <a:pt x="109610" y="191444"/>
                </a:lnTo>
                <a:lnTo>
                  <a:pt x="136165" y="187201"/>
                </a:lnTo>
                <a:lnTo>
                  <a:pt x="133851" y="169248"/>
                </a:lnTo>
                <a:lnTo>
                  <a:pt x="31973" y="169248"/>
                </a:lnTo>
                <a:lnTo>
                  <a:pt x="31973" y="49321"/>
                </a:lnTo>
                <a:lnTo>
                  <a:pt x="117808" y="49321"/>
                </a:lnTo>
                <a:lnTo>
                  <a:pt x="117808" y="23299"/>
                </a:lnTo>
                <a:close/>
              </a:path>
              <a:path w="204470" h="258444">
                <a:moveTo>
                  <a:pt x="132837" y="161380"/>
                </a:moveTo>
                <a:lnTo>
                  <a:pt x="109233" y="165134"/>
                </a:lnTo>
                <a:lnTo>
                  <a:pt x="85544" y="167508"/>
                </a:lnTo>
                <a:lnTo>
                  <a:pt x="60286" y="168784"/>
                </a:lnTo>
                <a:lnTo>
                  <a:pt x="31973" y="169248"/>
                </a:lnTo>
                <a:lnTo>
                  <a:pt x="133851" y="169248"/>
                </a:lnTo>
                <a:lnTo>
                  <a:pt x="132837" y="16138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585407" y="2689859"/>
            <a:ext cx="60960" cy="256540"/>
          </a:xfrm>
          <a:custGeom>
            <a:avLst/>
            <a:gdLst/>
            <a:ahLst/>
            <a:cxnLst/>
            <a:rect l="l" t="t" r="r" b="b"/>
            <a:pathLst>
              <a:path w="60959" h="256539">
                <a:moveTo>
                  <a:pt x="60413" y="96520"/>
                </a:moveTo>
                <a:lnTo>
                  <a:pt x="31369" y="96520"/>
                </a:lnTo>
                <a:lnTo>
                  <a:pt x="31369" y="0"/>
                </a:lnTo>
                <a:lnTo>
                  <a:pt x="0" y="0"/>
                </a:lnTo>
                <a:lnTo>
                  <a:pt x="0" y="96520"/>
                </a:lnTo>
                <a:lnTo>
                  <a:pt x="0" y="123190"/>
                </a:lnTo>
                <a:lnTo>
                  <a:pt x="0" y="256540"/>
                </a:lnTo>
                <a:lnTo>
                  <a:pt x="31369" y="256540"/>
                </a:lnTo>
                <a:lnTo>
                  <a:pt x="31369" y="123190"/>
                </a:lnTo>
                <a:lnTo>
                  <a:pt x="60413" y="123190"/>
                </a:lnTo>
                <a:lnTo>
                  <a:pt x="60413" y="9652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08597" y="2712719"/>
            <a:ext cx="160020" cy="173990"/>
          </a:xfrm>
          <a:custGeom>
            <a:avLst/>
            <a:gdLst/>
            <a:ahLst/>
            <a:cxnLst/>
            <a:rect l="l" t="t" r="r" b="b"/>
            <a:pathLst>
              <a:path w="160020" h="173989">
                <a:moveTo>
                  <a:pt x="74129" y="62230"/>
                </a:moveTo>
                <a:lnTo>
                  <a:pt x="48107" y="62230"/>
                </a:lnTo>
                <a:lnTo>
                  <a:pt x="48107" y="87630"/>
                </a:lnTo>
                <a:lnTo>
                  <a:pt x="48107" y="147320"/>
                </a:lnTo>
                <a:lnTo>
                  <a:pt x="26314" y="147320"/>
                </a:lnTo>
                <a:lnTo>
                  <a:pt x="26314" y="87630"/>
                </a:lnTo>
                <a:lnTo>
                  <a:pt x="48107" y="87630"/>
                </a:lnTo>
                <a:lnTo>
                  <a:pt x="48107" y="62230"/>
                </a:lnTo>
                <a:lnTo>
                  <a:pt x="26314" y="62230"/>
                </a:lnTo>
                <a:lnTo>
                  <a:pt x="26314" y="0"/>
                </a:lnTo>
                <a:lnTo>
                  <a:pt x="0" y="0"/>
                </a:lnTo>
                <a:lnTo>
                  <a:pt x="0" y="62230"/>
                </a:lnTo>
                <a:lnTo>
                  <a:pt x="0" y="87630"/>
                </a:lnTo>
                <a:lnTo>
                  <a:pt x="0" y="147320"/>
                </a:lnTo>
                <a:lnTo>
                  <a:pt x="0" y="173990"/>
                </a:lnTo>
                <a:lnTo>
                  <a:pt x="74129" y="173990"/>
                </a:lnTo>
                <a:lnTo>
                  <a:pt x="74129" y="147574"/>
                </a:lnTo>
                <a:lnTo>
                  <a:pt x="74129" y="147320"/>
                </a:lnTo>
                <a:lnTo>
                  <a:pt x="74129" y="87630"/>
                </a:lnTo>
                <a:lnTo>
                  <a:pt x="74129" y="87160"/>
                </a:lnTo>
                <a:lnTo>
                  <a:pt x="74129" y="62230"/>
                </a:lnTo>
                <a:close/>
              </a:path>
              <a:path w="160020" h="173989">
                <a:moveTo>
                  <a:pt x="74129" y="12"/>
                </a:moveTo>
                <a:lnTo>
                  <a:pt x="48107" y="12"/>
                </a:lnTo>
                <a:lnTo>
                  <a:pt x="48107" y="62039"/>
                </a:lnTo>
                <a:lnTo>
                  <a:pt x="74129" y="62039"/>
                </a:lnTo>
                <a:lnTo>
                  <a:pt x="74129" y="12"/>
                </a:lnTo>
                <a:close/>
              </a:path>
              <a:path w="160020" h="173989">
                <a:moveTo>
                  <a:pt x="159562" y="62230"/>
                </a:moveTo>
                <a:lnTo>
                  <a:pt x="133438" y="62230"/>
                </a:lnTo>
                <a:lnTo>
                  <a:pt x="133438" y="87630"/>
                </a:lnTo>
                <a:lnTo>
                  <a:pt x="133438" y="147320"/>
                </a:lnTo>
                <a:lnTo>
                  <a:pt x="111747" y="147320"/>
                </a:lnTo>
                <a:lnTo>
                  <a:pt x="111747" y="87630"/>
                </a:lnTo>
                <a:lnTo>
                  <a:pt x="133438" y="87630"/>
                </a:lnTo>
                <a:lnTo>
                  <a:pt x="133438" y="62230"/>
                </a:lnTo>
                <a:lnTo>
                  <a:pt x="111747" y="62230"/>
                </a:lnTo>
                <a:lnTo>
                  <a:pt x="111747" y="0"/>
                </a:lnTo>
                <a:lnTo>
                  <a:pt x="85826" y="0"/>
                </a:lnTo>
                <a:lnTo>
                  <a:pt x="85826" y="62230"/>
                </a:lnTo>
                <a:lnTo>
                  <a:pt x="85826" y="87630"/>
                </a:lnTo>
                <a:lnTo>
                  <a:pt x="85826" y="147320"/>
                </a:lnTo>
                <a:lnTo>
                  <a:pt x="85826" y="173990"/>
                </a:lnTo>
                <a:lnTo>
                  <a:pt x="159562" y="173990"/>
                </a:lnTo>
                <a:lnTo>
                  <a:pt x="159562" y="147574"/>
                </a:lnTo>
                <a:lnTo>
                  <a:pt x="159562" y="147320"/>
                </a:lnTo>
                <a:lnTo>
                  <a:pt x="159562" y="87630"/>
                </a:lnTo>
                <a:lnTo>
                  <a:pt x="159562" y="87160"/>
                </a:lnTo>
                <a:lnTo>
                  <a:pt x="159562" y="62230"/>
                </a:lnTo>
                <a:close/>
              </a:path>
              <a:path w="160020" h="173989">
                <a:moveTo>
                  <a:pt x="159562" y="12"/>
                </a:moveTo>
                <a:lnTo>
                  <a:pt x="133438" y="12"/>
                </a:lnTo>
                <a:lnTo>
                  <a:pt x="133438" y="62039"/>
                </a:lnTo>
                <a:lnTo>
                  <a:pt x="159562" y="62039"/>
                </a:lnTo>
                <a:lnTo>
                  <a:pt x="159562" y="1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649364" y="2707639"/>
            <a:ext cx="478790" cy="208915"/>
          </a:xfrm>
          <a:custGeom>
            <a:avLst/>
            <a:gdLst/>
            <a:ahLst/>
            <a:cxnLst/>
            <a:rect l="l" t="t" r="r" b="b"/>
            <a:pathLst>
              <a:path w="478790" h="208914">
                <a:moveTo>
                  <a:pt x="213728" y="116840"/>
                </a:moveTo>
                <a:lnTo>
                  <a:pt x="59613" y="116840"/>
                </a:lnTo>
                <a:lnTo>
                  <a:pt x="59613" y="82550"/>
                </a:lnTo>
                <a:lnTo>
                  <a:pt x="207784" y="82550"/>
                </a:lnTo>
                <a:lnTo>
                  <a:pt x="207784" y="57150"/>
                </a:lnTo>
                <a:lnTo>
                  <a:pt x="207784" y="25400"/>
                </a:lnTo>
                <a:lnTo>
                  <a:pt x="207784" y="0"/>
                </a:lnTo>
                <a:lnTo>
                  <a:pt x="27533" y="0"/>
                </a:lnTo>
                <a:lnTo>
                  <a:pt x="27533" y="25400"/>
                </a:lnTo>
                <a:lnTo>
                  <a:pt x="176415" y="25400"/>
                </a:lnTo>
                <a:lnTo>
                  <a:pt x="176415" y="57150"/>
                </a:lnTo>
                <a:lnTo>
                  <a:pt x="27940" y="57150"/>
                </a:lnTo>
                <a:lnTo>
                  <a:pt x="27940" y="82550"/>
                </a:lnTo>
                <a:lnTo>
                  <a:pt x="27940" y="116840"/>
                </a:lnTo>
                <a:lnTo>
                  <a:pt x="27940" y="142240"/>
                </a:lnTo>
                <a:lnTo>
                  <a:pt x="213728" y="142240"/>
                </a:lnTo>
                <a:lnTo>
                  <a:pt x="213728" y="116840"/>
                </a:lnTo>
                <a:close/>
              </a:path>
              <a:path w="478790" h="208914">
                <a:moveTo>
                  <a:pt x="235724" y="182816"/>
                </a:moveTo>
                <a:lnTo>
                  <a:pt x="0" y="182816"/>
                </a:lnTo>
                <a:lnTo>
                  <a:pt x="0" y="208838"/>
                </a:lnTo>
                <a:lnTo>
                  <a:pt x="235724" y="208838"/>
                </a:lnTo>
                <a:lnTo>
                  <a:pt x="235724" y="182816"/>
                </a:lnTo>
                <a:close/>
              </a:path>
              <a:path w="478790" h="208914">
                <a:moveTo>
                  <a:pt x="454202" y="5092"/>
                </a:moveTo>
                <a:lnTo>
                  <a:pt x="268312" y="5092"/>
                </a:lnTo>
                <a:lnTo>
                  <a:pt x="268312" y="30607"/>
                </a:lnTo>
                <a:lnTo>
                  <a:pt x="422325" y="30607"/>
                </a:lnTo>
                <a:lnTo>
                  <a:pt x="422097" y="55079"/>
                </a:lnTo>
                <a:lnTo>
                  <a:pt x="420928" y="82359"/>
                </a:lnTo>
                <a:lnTo>
                  <a:pt x="417893" y="113195"/>
                </a:lnTo>
                <a:lnTo>
                  <a:pt x="412038" y="148323"/>
                </a:lnTo>
                <a:lnTo>
                  <a:pt x="444119" y="151752"/>
                </a:lnTo>
                <a:lnTo>
                  <a:pt x="449884" y="114503"/>
                </a:lnTo>
                <a:lnTo>
                  <a:pt x="452869" y="82651"/>
                </a:lnTo>
                <a:lnTo>
                  <a:pt x="453986" y="54902"/>
                </a:lnTo>
                <a:lnTo>
                  <a:pt x="454190" y="30607"/>
                </a:lnTo>
                <a:lnTo>
                  <a:pt x="454202" y="5092"/>
                </a:lnTo>
                <a:close/>
              </a:path>
              <a:path w="478790" h="208914">
                <a:moveTo>
                  <a:pt x="478713" y="180086"/>
                </a:moveTo>
                <a:lnTo>
                  <a:pt x="362013" y="180086"/>
                </a:lnTo>
                <a:lnTo>
                  <a:pt x="362013" y="90424"/>
                </a:lnTo>
                <a:lnTo>
                  <a:pt x="330542" y="90424"/>
                </a:lnTo>
                <a:lnTo>
                  <a:pt x="330542" y="180086"/>
                </a:lnTo>
                <a:lnTo>
                  <a:pt x="243801" y="180086"/>
                </a:lnTo>
                <a:lnTo>
                  <a:pt x="243801" y="206108"/>
                </a:lnTo>
                <a:lnTo>
                  <a:pt x="478713" y="206108"/>
                </a:lnTo>
                <a:lnTo>
                  <a:pt x="478713" y="18008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7196531" y="2687217"/>
            <a:ext cx="955040" cy="260350"/>
          </a:xfrm>
          <a:custGeom>
            <a:avLst/>
            <a:gdLst/>
            <a:ahLst/>
            <a:cxnLst/>
            <a:rect l="l" t="t" r="r" b="b"/>
            <a:pathLst>
              <a:path w="955040" h="260350">
                <a:moveTo>
                  <a:pt x="156133" y="122542"/>
                </a:moveTo>
                <a:lnTo>
                  <a:pt x="113880" y="94005"/>
                </a:lnTo>
                <a:lnTo>
                  <a:pt x="95567" y="46291"/>
                </a:lnTo>
                <a:lnTo>
                  <a:pt x="95516" y="44373"/>
                </a:lnTo>
                <a:lnTo>
                  <a:pt x="148869" y="44373"/>
                </a:lnTo>
                <a:lnTo>
                  <a:pt x="148869" y="18757"/>
                </a:lnTo>
                <a:lnTo>
                  <a:pt x="9474" y="18757"/>
                </a:lnTo>
                <a:lnTo>
                  <a:pt x="9474" y="44373"/>
                </a:lnTo>
                <a:lnTo>
                  <a:pt x="63233" y="44373"/>
                </a:lnTo>
                <a:lnTo>
                  <a:pt x="63233" y="46291"/>
                </a:lnTo>
                <a:lnTo>
                  <a:pt x="59182" y="71704"/>
                </a:lnTo>
                <a:lnTo>
                  <a:pt x="47155" y="95326"/>
                </a:lnTo>
                <a:lnTo>
                  <a:pt x="27368" y="115189"/>
                </a:lnTo>
                <a:lnTo>
                  <a:pt x="0" y="129298"/>
                </a:lnTo>
                <a:lnTo>
                  <a:pt x="16535" y="154419"/>
                </a:lnTo>
                <a:lnTo>
                  <a:pt x="37795" y="144284"/>
                </a:lnTo>
                <a:lnTo>
                  <a:pt x="55524" y="130454"/>
                </a:lnTo>
                <a:lnTo>
                  <a:pt x="69608" y="113499"/>
                </a:lnTo>
                <a:lnTo>
                  <a:pt x="79984" y="94005"/>
                </a:lnTo>
                <a:lnTo>
                  <a:pt x="90144" y="111277"/>
                </a:lnTo>
                <a:lnTo>
                  <a:pt x="103632" y="126314"/>
                </a:lnTo>
                <a:lnTo>
                  <a:pt x="120370" y="138607"/>
                </a:lnTo>
                <a:lnTo>
                  <a:pt x="140296" y="147662"/>
                </a:lnTo>
                <a:lnTo>
                  <a:pt x="156133" y="122542"/>
                </a:lnTo>
                <a:close/>
              </a:path>
              <a:path w="955040" h="260350">
                <a:moveTo>
                  <a:pt x="216750" y="2019"/>
                </a:moveTo>
                <a:lnTo>
                  <a:pt x="185077" y="2019"/>
                </a:lnTo>
                <a:lnTo>
                  <a:pt x="185077" y="66268"/>
                </a:lnTo>
                <a:lnTo>
                  <a:pt x="140995" y="66268"/>
                </a:lnTo>
                <a:lnTo>
                  <a:pt x="140995" y="92189"/>
                </a:lnTo>
                <a:lnTo>
                  <a:pt x="185077" y="92189"/>
                </a:lnTo>
                <a:lnTo>
                  <a:pt x="185077" y="155219"/>
                </a:lnTo>
                <a:lnTo>
                  <a:pt x="216750" y="155219"/>
                </a:lnTo>
                <a:lnTo>
                  <a:pt x="216750" y="2019"/>
                </a:lnTo>
                <a:close/>
              </a:path>
              <a:path w="955040" h="260350">
                <a:moveTo>
                  <a:pt x="217449" y="210705"/>
                </a:moveTo>
                <a:lnTo>
                  <a:pt x="211391" y="189979"/>
                </a:lnTo>
                <a:lnTo>
                  <a:pt x="206870" y="185991"/>
                </a:lnTo>
                <a:lnTo>
                  <a:pt x="193941" y="174561"/>
                </a:lnTo>
                <a:lnTo>
                  <a:pt x="185991" y="171805"/>
                </a:lnTo>
                <a:lnTo>
                  <a:pt x="185991" y="210705"/>
                </a:lnTo>
                <a:lnTo>
                  <a:pt x="182181" y="221322"/>
                </a:lnTo>
                <a:lnTo>
                  <a:pt x="171208" y="229044"/>
                </a:lnTo>
                <a:lnTo>
                  <a:pt x="153504" y="233718"/>
                </a:lnTo>
                <a:lnTo>
                  <a:pt x="129501" y="235204"/>
                </a:lnTo>
                <a:lnTo>
                  <a:pt x="105549" y="233718"/>
                </a:lnTo>
                <a:lnTo>
                  <a:pt x="87871" y="229044"/>
                </a:lnTo>
                <a:lnTo>
                  <a:pt x="76962" y="221322"/>
                </a:lnTo>
                <a:lnTo>
                  <a:pt x="73317" y="210705"/>
                </a:lnTo>
                <a:lnTo>
                  <a:pt x="76962" y="200025"/>
                </a:lnTo>
                <a:lnTo>
                  <a:pt x="87871" y="192290"/>
                </a:lnTo>
                <a:lnTo>
                  <a:pt x="105549" y="187579"/>
                </a:lnTo>
                <a:lnTo>
                  <a:pt x="129501" y="185991"/>
                </a:lnTo>
                <a:lnTo>
                  <a:pt x="153504" y="187579"/>
                </a:lnTo>
                <a:lnTo>
                  <a:pt x="171208" y="192290"/>
                </a:lnTo>
                <a:lnTo>
                  <a:pt x="182181" y="200025"/>
                </a:lnTo>
                <a:lnTo>
                  <a:pt x="185991" y="210705"/>
                </a:lnTo>
                <a:lnTo>
                  <a:pt x="185991" y="171805"/>
                </a:lnTo>
                <a:lnTo>
                  <a:pt x="166268" y="164947"/>
                </a:lnTo>
                <a:lnTo>
                  <a:pt x="129501" y="161582"/>
                </a:lnTo>
                <a:lnTo>
                  <a:pt x="92798" y="164947"/>
                </a:lnTo>
                <a:lnTo>
                  <a:pt x="65163" y="174561"/>
                </a:lnTo>
                <a:lnTo>
                  <a:pt x="47764" y="189979"/>
                </a:lnTo>
                <a:lnTo>
                  <a:pt x="41757" y="210705"/>
                </a:lnTo>
                <a:lnTo>
                  <a:pt x="47764" y="231419"/>
                </a:lnTo>
                <a:lnTo>
                  <a:pt x="65163" y="246837"/>
                </a:lnTo>
                <a:lnTo>
                  <a:pt x="92798" y="256451"/>
                </a:lnTo>
                <a:lnTo>
                  <a:pt x="129501" y="259816"/>
                </a:lnTo>
                <a:lnTo>
                  <a:pt x="166268" y="256451"/>
                </a:lnTo>
                <a:lnTo>
                  <a:pt x="193941" y="246837"/>
                </a:lnTo>
                <a:lnTo>
                  <a:pt x="207098" y="235204"/>
                </a:lnTo>
                <a:lnTo>
                  <a:pt x="211391" y="231419"/>
                </a:lnTo>
                <a:lnTo>
                  <a:pt x="217449" y="210705"/>
                </a:lnTo>
                <a:close/>
              </a:path>
              <a:path w="955040" h="260350">
                <a:moveTo>
                  <a:pt x="397002" y="22593"/>
                </a:moveTo>
                <a:lnTo>
                  <a:pt x="338912" y="22593"/>
                </a:lnTo>
                <a:lnTo>
                  <a:pt x="338912" y="0"/>
                </a:lnTo>
                <a:lnTo>
                  <a:pt x="307238" y="0"/>
                </a:lnTo>
                <a:lnTo>
                  <a:pt x="307238" y="22593"/>
                </a:lnTo>
                <a:lnTo>
                  <a:pt x="248932" y="22593"/>
                </a:lnTo>
                <a:lnTo>
                  <a:pt x="248932" y="45885"/>
                </a:lnTo>
                <a:lnTo>
                  <a:pt x="397002" y="45885"/>
                </a:lnTo>
                <a:lnTo>
                  <a:pt x="397002" y="22593"/>
                </a:lnTo>
                <a:close/>
              </a:path>
              <a:path w="955040" h="260350">
                <a:moveTo>
                  <a:pt x="406184" y="160362"/>
                </a:moveTo>
                <a:lnTo>
                  <a:pt x="404456" y="143827"/>
                </a:lnTo>
                <a:lnTo>
                  <a:pt x="403860" y="138176"/>
                </a:lnTo>
                <a:lnTo>
                  <a:pt x="388099" y="140055"/>
                </a:lnTo>
                <a:lnTo>
                  <a:pt x="371919" y="141605"/>
                </a:lnTo>
                <a:lnTo>
                  <a:pt x="355473" y="142862"/>
                </a:lnTo>
                <a:lnTo>
                  <a:pt x="338912" y="143827"/>
                </a:lnTo>
                <a:lnTo>
                  <a:pt x="338912" y="128905"/>
                </a:lnTo>
                <a:lnTo>
                  <a:pt x="358013" y="124345"/>
                </a:lnTo>
                <a:lnTo>
                  <a:pt x="372516" y="116344"/>
                </a:lnTo>
                <a:lnTo>
                  <a:pt x="378866" y="108724"/>
                </a:lnTo>
                <a:lnTo>
                  <a:pt x="381774" y="105244"/>
                </a:lnTo>
                <a:lnTo>
                  <a:pt x="385102" y="91376"/>
                </a:lnTo>
                <a:lnTo>
                  <a:pt x="380555" y="75438"/>
                </a:lnTo>
                <a:lnTo>
                  <a:pt x="379615" y="74536"/>
                </a:lnTo>
                <a:lnTo>
                  <a:pt x="367931" y="63373"/>
                </a:lnTo>
                <a:lnTo>
                  <a:pt x="354647" y="58229"/>
                </a:lnTo>
                <a:lnTo>
                  <a:pt x="354647" y="91376"/>
                </a:lnTo>
                <a:lnTo>
                  <a:pt x="352475" y="98653"/>
                </a:lnTo>
                <a:lnTo>
                  <a:pt x="346189" y="104140"/>
                </a:lnTo>
                <a:lnTo>
                  <a:pt x="336169" y="107581"/>
                </a:lnTo>
                <a:lnTo>
                  <a:pt x="322770" y="108724"/>
                </a:lnTo>
                <a:lnTo>
                  <a:pt x="309308" y="107581"/>
                </a:lnTo>
                <a:lnTo>
                  <a:pt x="299275" y="104140"/>
                </a:lnTo>
                <a:lnTo>
                  <a:pt x="293052" y="98653"/>
                </a:lnTo>
                <a:lnTo>
                  <a:pt x="290995" y="91376"/>
                </a:lnTo>
                <a:lnTo>
                  <a:pt x="293052" y="84061"/>
                </a:lnTo>
                <a:lnTo>
                  <a:pt x="299275" y="78790"/>
                </a:lnTo>
                <a:lnTo>
                  <a:pt x="309308" y="75603"/>
                </a:lnTo>
                <a:lnTo>
                  <a:pt x="322770" y="74536"/>
                </a:lnTo>
                <a:lnTo>
                  <a:pt x="336169" y="75603"/>
                </a:lnTo>
                <a:lnTo>
                  <a:pt x="346189" y="78790"/>
                </a:lnTo>
                <a:lnTo>
                  <a:pt x="352475" y="84061"/>
                </a:lnTo>
                <a:lnTo>
                  <a:pt x="354647" y="91376"/>
                </a:lnTo>
                <a:lnTo>
                  <a:pt x="354647" y="58229"/>
                </a:lnTo>
                <a:lnTo>
                  <a:pt x="348310" y="55765"/>
                </a:lnTo>
                <a:lnTo>
                  <a:pt x="322770" y="53149"/>
                </a:lnTo>
                <a:lnTo>
                  <a:pt x="297243" y="55765"/>
                </a:lnTo>
                <a:lnTo>
                  <a:pt x="277596" y="63373"/>
                </a:lnTo>
                <a:lnTo>
                  <a:pt x="264998" y="75438"/>
                </a:lnTo>
                <a:lnTo>
                  <a:pt x="260642" y="91376"/>
                </a:lnTo>
                <a:lnTo>
                  <a:pt x="263804" y="105359"/>
                </a:lnTo>
                <a:lnTo>
                  <a:pt x="273113" y="116509"/>
                </a:lnTo>
                <a:lnTo>
                  <a:pt x="287845" y="124498"/>
                </a:lnTo>
                <a:lnTo>
                  <a:pt x="307238" y="128993"/>
                </a:lnTo>
                <a:lnTo>
                  <a:pt x="307238" y="144932"/>
                </a:lnTo>
                <a:lnTo>
                  <a:pt x="289979" y="145300"/>
                </a:lnTo>
                <a:lnTo>
                  <a:pt x="242277" y="145643"/>
                </a:lnTo>
                <a:lnTo>
                  <a:pt x="245706" y="170561"/>
                </a:lnTo>
                <a:lnTo>
                  <a:pt x="282232" y="170268"/>
                </a:lnTo>
                <a:lnTo>
                  <a:pt x="322427" y="169024"/>
                </a:lnTo>
                <a:lnTo>
                  <a:pt x="364388" y="165989"/>
                </a:lnTo>
                <a:lnTo>
                  <a:pt x="406184" y="160362"/>
                </a:lnTo>
                <a:close/>
              </a:path>
              <a:path w="955040" h="260350">
                <a:moveTo>
                  <a:pt x="448945" y="187604"/>
                </a:moveTo>
                <a:lnTo>
                  <a:pt x="274662" y="187604"/>
                </a:lnTo>
                <a:lnTo>
                  <a:pt x="274662" y="212318"/>
                </a:lnTo>
                <a:lnTo>
                  <a:pt x="417182" y="212318"/>
                </a:lnTo>
                <a:lnTo>
                  <a:pt x="417182" y="259613"/>
                </a:lnTo>
                <a:lnTo>
                  <a:pt x="448945" y="259613"/>
                </a:lnTo>
                <a:lnTo>
                  <a:pt x="448945" y="187604"/>
                </a:lnTo>
                <a:close/>
              </a:path>
              <a:path w="955040" h="260350">
                <a:moveTo>
                  <a:pt x="483743" y="77355"/>
                </a:moveTo>
                <a:lnTo>
                  <a:pt x="448945" y="77355"/>
                </a:lnTo>
                <a:lnTo>
                  <a:pt x="448945" y="2209"/>
                </a:lnTo>
                <a:lnTo>
                  <a:pt x="417182" y="2209"/>
                </a:lnTo>
                <a:lnTo>
                  <a:pt x="417182" y="176504"/>
                </a:lnTo>
                <a:lnTo>
                  <a:pt x="448945" y="176504"/>
                </a:lnTo>
                <a:lnTo>
                  <a:pt x="448945" y="103479"/>
                </a:lnTo>
                <a:lnTo>
                  <a:pt x="483743" y="103479"/>
                </a:lnTo>
                <a:lnTo>
                  <a:pt x="483743" y="77355"/>
                </a:lnTo>
                <a:close/>
              </a:path>
              <a:path w="955040" h="260350">
                <a:moveTo>
                  <a:pt x="628802" y="144437"/>
                </a:moveTo>
                <a:lnTo>
                  <a:pt x="623798" y="119926"/>
                </a:lnTo>
                <a:lnTo>
                  <a:pt x="616597" y="109740"/>
                </a:lnTo>
                <a:lnTo>
                  <a:pt x="610222" y="100723"/>
                </a:lnTo>
                <a:lnTo>
                  <a:pt x="598436" y="93522"/>
                </a:lnTo>
                <a:lnTo>
                  <a:pt x="598436" y="144437"/>
                </a:lnTo>
                <a:lnTo>
                  <a:pt x="595757" y="158775"/>
                </a:lnTo>
                <a:lnTo>
                  <a:pt x="588568" y="169646"/>
                </a:lnTo>
                <a:lnTo>
                  <a:pt x="577684" y="176517"/>
                </a:lnTo>
                <a:lnTo>
                  <a:pt x="563943" y="178828"/>
                </a:lnTo>
                <a:lnTo>
                  <a:pt x="549986" y="176517"/>
                </a:lnTo>
                <a:lnTo>
                  <a:pt x="538962" y="169646"/>
                </a:lnTo>
                <a:lnTo>
                  <a:pt x="531749" y="158775"/>
                </a:lnTo>
                <a:lnTo>
                  <a:pt x="529247" y="144437"/>
                </a:lnTo>
                <a:lnTo>
                  <a:pt x="531749" y="130200"/>
                </a:lnTo>
                <a:lnTo>
                  <a:pt x="538962" y="119253"/>
                </a:lnTo>
                <a:lnTo>
                  <a:pt x="549986" y="112217"/>
                </a:lnTo>
                <a:lnTo>
                  <a:pt x="563943" y="109740"/>
                </a:lnTo>
                <a:lnTo>
                  <a:pt x="577684" y="112217"/>
                </a:lnTo>
                <a:lnTo>
                  <a:pt x="588568" y="119253"/>
                </a:lnTo>
                <a:lnTo>
                  <a:pt x="595757" y="130200"/>
                </a:lnTo>
                <a:lnTo>
                  <a:pt x="598436" y="144437"/>
                </a:lnTo>
                <a:lnTo>
                  <a:pt x="598436" y="93522"/>
                </a:lnTo>
                <a:lnTo>
                  <a:pt x="589711" y="88188"/>
                </a:lnTo>
                <a:lnTo>
                  <a:pt x="563943" y="83718"/>
                </a:lnTo>
                <a:lnTo>
                  <a:pt x="537883" y="88188"/>
                </a:lnTo>
                <a:lnTo>
                  <a:pt x="517232" y="100723"/>
                </a:lnTo>
                <a:lnTo>
                  <a:pt x="503682" y="119926"/>
                </a:lnTo>
                <a:lnTo>
                  <a:pt x="498894" y="144437"/>
                </a:lnTo>
                <a:lnTo>
                  <a:pt x="503682" y="168922"/>
                </a:lnTo>
                <a:lnTo>
                  <a:pt x="517232" y="188099"/>
                </a:lnTo>
                <a:lnTo>
                  <a:pt x="537883" y="200583"/>
                </a:lnTo>
                <a:lnTo>
                  <a:pt x="563943" y="205054"/>
                </a:lnTo>
                <a:lnTo>
                  <a:pt x="589711" y="200583"/>
                </a:lnTo>
                <a:lnTo>
                  <a:pt x="610222" y="188099"/>
                </a:lnTo>
                <a:lnTo>
                  <a:pt x="616788" y="178828"/>
                </a:lnTo>
                <a:lnTo>
                  <a:pt x="623798" y="168922"/>
                </a:lnTo>
                <a:lnTo>
                  <a:pt x="628802" y="144437"/>
                </a:lnTo>
                <a:close/>
              </a:path>
              <a:path w="955040" h="260350">
                <a:moveTo>
                  <a:pt x="639089" y="41452"/>
                </a:moveTo>
                <a:lnTo>
                  <a:pt x="579577" y="41452"/>
                </a:lnTo>
                <a:lnTo>
                  <a:pt x="579577" y="5638"/>
                </a:lnTo>
                <a:lnTo>
                  <a:pt x="547903" y="5638"/>
                </a:lnTo>
                <a:lnTo>
                  <a:pt x="547903" y="41452"/>
                </a:lnTo>
                <a:lnTo>
                  <a:pt x="486981" y="41452"/>
                </a:lnTo>
                <a:lnTo>
                  <a:pt x="486981" y="67068"/>
                </a:lnTo>
                <a:lnTo>
                  <a:pt x="639089" y="67068"/>
                </a:lnTo>
                <a:lnTo>
                  <a:pt x="639089" y="41452"/>
                </a:lnTo>
                <a:close/>
              </a:path>
              <a:path w="955040" h="260350">
                <a:moveTo>
                  <a:pt x="730072" y="104686"/>
                </a:moveTo>
                <a:lnTo>
                  <a:pt x="690321" y="104686"/>
                </a:lnTo>
                <a:lnTo>
                  <a:pt x="690321" y="2019"/>
                </a:lnTo>
                <a:lnTo>
                  <a:pt x="658952" y="2019"/>
                </a:lnTo>
                <a:lnTo>
                  <a:pt x="658952" y="259613"/>
                </a:lnTo>
                <a:lnTo>
                  <a:pt x="690321" y="259613"/>
                </a:lnTo>
                <a:lnTo>
                  <a:pt x="690321" y="130810"/>
                </a:lnTo>
                <a:lnTo>
                  <a:pt x="730072" y="130810"/>
                </a:lnTo>
                <a:lnTo>
                  <a:pt x="730072" y="104686"/>
                </a:lnTo>
                <a:close/>
              </a:path>
              <a:path w="955040" h="260350">
                <a:moveTo>
                  <a:pt x="899934" y="8267"/>
                </a:moveTo>
                <a:lnTo>
                  <a:pt x="870077" y="8267"/>
                </a:lnTo>
                <a:lnTo>
                  <a:pt x="870077" y="103479"/>
                </a:lnTo>
                <a:lnTo>
                  <a:pt x="834275" y="103479"/>
                </a:lnTo>
                <a:lnTo>
                  <a:pt x="838771" y="86829"/>
                </a:lnTo>
                <a:lnTo>
                  <a:pt x="841883" y="69570"/>
                </a:lnTo>
                <a:lnTo>
                  <a:pt x="843711" y="51739"/>
                </a:lnTo>
                <a:lnTo>
                  <a:pt x="844359" y="33388"/>
                </a:lnTo>
                <a:lnTo>
                  <a:pt x="743292" y="33388"/>
                </a:lnTo>
                <a:lnTo>
                  <a:pt x="743292" y="59105"/>
                </a:lnTo>
                <a:lnTo>
                  <a:pt x="812787" y="59105"/>
                </a:lnTo>
                <a:lnTo>
                  <a:pt x="805383" y="95859"/>
                </a:lnTo>
                <a:lnTo>
                  <a:pt x="789711" y="128549"/>
                </a:lnTo>
                <a:lnTo>
                  <a:pt x="764933" y="157454"/>
                </a:lnTo>
                <a:lnTo>
                  <a:pt x="730173" y="182867"/>
                </a:lnTo>
                <a:lnTo>
                  <a:pt x="748233" y="205359"/>
                </a:lnTo>
                <a:lnTo>
                  <a:pt x="773303" y="188607"/>
                </a:lnTo>
                <a:lnTo>
                  <a:pt x="794080" y="170218"/>
                </a:lnTo>
                <a:lnTo>
                  <a:pt x="810844" y="150253"/>
                </a:lnTo>
                <a:lnTo>
                  <a:pt x="823887" y="128803"/>
                </a:lnTo>
                <a:lnTo>
                  <a:pt x="870077" y="128803"/>
                </a:lnTo>
                <a:lnTo>
                  <a:pt x="870077" y="247611"/>
                </a:lnTo>
                <a:lnTo>
                  <a:pt x="899934" y="247611"/>
                </a:lnTo>
                <a:lnTo>
                  <a:pt x="899934" y="128803"/>
                </a:lnTo>
                <a:lnTo>
                  <a:pt x="899934" y="103479"/>
                </a:lnTo>
                <a:lnTo>
                  <a:pt x="899934" y="8267"/>
                </a:lnTo>
                <a:close/>
              </a:path>
              <a:path w="955040" h="260350">
                <a:moveTo>
                  <a:pt x="954493" y="2019"/>
                </a:moveTo>
                <a:lnTo>
                  <a:pt x="924547" y="2019"/>
                </a:lnTo>
                <a:lnTo>
                  <a:pt x="924547" y="259613"/>
                </a:lnTo>
                <a:lnTo>
                  <a:pt x="954493" y="259613"/>
                </a:lnTo>
                <a:lnTo>
                  <a:pt x="954493" y="201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231467" y="2688119"/>
            <a:ext cx="480695" cy="258445"/>
          </a:xfrm>
          <a:custGeom>
            <a:avLst/>
            <a:gdLst/>
            <a:ahLst/>
            <a:cxnLst/>
            <a:rect l="l" t="t" r="r" b="b"/>
            <a:pathLst>
              <a:path w="480695" h="258444">
                <a:moveTo>
                  <a:pt x="155536" y="119329"/>
                </a:moveTo>
                <a:lnTo>
                  <a:pt x="128765" y="108432"/>
                </a:lnTo>
                <a:lnTo>
                  <a:pt x="114376" y="96824"/>
                </a:lnTo>
                <a:lnTo>
                  <a:pt x="109524" y="92925"/>
                </a:lnTo>
                <a:lnTo>
                  <a:pt x="97904" y="74269"/>
                </a:lnTo>
                <a:lnTo>
                  <a:pt x="94005" y="53962"/>
                </a:lnTo>
                <a:lnTo>
                  <a:pt x="94005" y="53060"/>
                </a:lnTo>
                <a:lnTo>
                  <a:pt x="147866" y="53060"/>
                </a:lnTo>
                <a:lnTo>
                  <a:pt x="147866" y="27736"/>
                </a:lnTo>
                <a:lnTo>
                  <a:pt x="94411" y="27736"/>
                </a:lnTo>
                <a:lnTo>
                  <a:pt x="94411" y="0"/>
                </a:lnTo>
                <a:lnTo>
                  <a:pt x="62433" y="0"/>
                </a:lnTo>
                <a:lnTo>
                  <a:pt x="62433" y="27736"/>
                </a:lnTo>
                <a:lnTo>
                  <a:pt x="8470" y="27736"/>
                </a:lnTo>
                <a:lnTo>
                  <a:pt x="8470" y="53060"/>
                </a:lnTo>
                <a:lnTo>
                  <a:pt x="62433" y="53060"/>
                </a:lnTo>
                <a:lnTo>
                  <a:pt x="62433" y="53962"/>
                </a:lnTo>
                <a:lnTo>
                  <a:pt x="58394" y="75958"/>
                </a:lnTo>
                <a:lnTo>
                  <a:pt x="46456" y="95859"/>
                </a:lnTo>
                <a:lnTo>
                  <a:pt x="26898" y="112191"/>
                </a:lnTo>
                <a:lnTo>
                  <a:pt x="0" y="123456"/>
                </a:lnTo>
                <a:lnTo>
                  <a:pt x="15227" y="148475"/>
                </a:lnTo>
                <a:lnTo>
                  <a:pt x="36322" y="140030"/>
                </a:lnTo>
                <a:lnTo>
                  <a:pt x="53975" y="128320"/>
                </a:lnTo>
                <a:lnTo>
                  <a:pt x="68097" y="113779"/>
                </a:lnTo>
                <a:lnTo>
                  <a:pt x="78574" y="96824"/>
                </a:lnTo>
                <a:lnTo>
                  <a:pt x="89052" y="112217"/>
                </a:lnTo>
                <a:lnTo>
                  <a:pt x="103060" y="125412"/>
                </a:lnTo>
                <a:lnTo>
                  <a:pt x="120497" y="136017"/>
                </a:lnTo>
                <a:lnTo>
                  <a:pt x="141312" y="143637"/>
                </a:lnTo>
                <a:lnTo>
                  <a:pt x="155536" y="119329"/>
                </a:lnTo>
                <a:close/>
              </a:path>
              <a:path w="480695" h="258444">
                <a:moveTo>
                  <a:pt x="219278" y="233705"/>
                </a:moveTo>
                <a:lnTo>
                  <a:pt x="189115" y="226669"/>
                </a:lnTo>
                <a:lnTo>
                  <a:pt x="165417" y="215595"/>
                </a:lnTo>
                <a:lnTo>
                  <a:pt x="160820" y="211709"/>
                </a:lnTo>
                <a:lnTo>
                  <a:pt x="148894" y="201650"/>
                </a:lnTo>
                <a:lnTo>
                  <a:pt x="140296" y="185991"/>
                </a:lnTo>
                <a:lnTo>
                  <a:pt x="208483" y="185991"/>
                </a:lnTo>
                <a:lnTo>
                  <a:pt x="208483" y="160883"/>
                </a:lnTo>
                <a:lnTo>
                  <a:pt x="36004" y="160883"/>
                </a:lnTo>
                <a:lnTo>
                  <a:pt x="36004" y="185991"/>
                </a:lnTo>
                <a:lnTo>
                  <a:pt x="104292" y="185991"/>
                </a:lnTo>
                <a:lnTo>
                  <a:pt x="95694" y="201841"/>
                </a:lnTo>
                <a:lnTo>
                  <a:pt x="79248" y="215722"/>
                </a:lnTo>
                <a:lnTo>
                  <a:pt x="55587" y="226618"/>
                </a:lnTo>
                <a:lnTo>
                  <a:pt x="25311" y="233502"/>
                </a:lnTo>
                <a:lnTo>
                  <a:pt x="36918" y="257505"/>
                </a:lnTo>
                <a:lnTo>
                  <a:pt x="65036" y="251231"/>
                </a:lnTo>
                <a:lnTo>
                  <a:pt x="88988" y="241185"/>
                </a:lnTo>
                <a:lnTo>
                  <a:pt x="108204" y="227863"/>
                </a:lnTo>
                <a:lnTo>
                  <a:pt x="122148" y="211709"/>
                </a:lnTo>
                <a:lnTo>
                  <a:pt x="136105" y="227965"/>
                </a:lnTo>
                <a:lnTo>
                  <a:pt x="155397" y="241452"/>
                </a:lnTo>
                <a:lnTo>
                  <a:pt x="179463" y="251675"/>
                </a:lnTo>
                <a:lnTo>
                  <a:pt x="207772" y="258114"/>
                </a:lnTo>
                <a:lnTo>
                  <a:pt x="219278" y="233705"/>
                </a:lnTo>
                <a:close/>
              </a:path>
              <a:path w="480695" h="258444">
                <a:moveTo>
                  <a:pt x="240855" y="60921"/>
                </a:moveTo>
                <a:lnTo>
                  <a:pt x="204851" y="60921"/>
                </a:lnTo>
                <a:lnTo>
                  <a:pt x="204851" y="1117"/>
                </a:lnTo>
                <a:lnTo>
                  <a:pt x="172974" y="1117"/>
                </a:lnTo>
                <a:lnTo>
                  <a:pt x="172974" y="148882"/>
                </a:lnTo>
                <a:lnTo>
                  <a:pt x="204851" y="148882"/>
                </a:lnTo>
                <a:lnTo>
                  <a:pt x="204851" y="87147"/>
                </a:lnTo>
                <a:lnTo>
                  <a:pt x="240855" y="87147"/>
                </a:lnTo>
                <a:lnTo>
                  <a:pt x="240855" y="60921"/>
                </a:lnTo>
                <a:close/>
              </a:path>
              <a:path w="480695" h="258444">
                <a:moveTo>
                  <a:pt x="454101" y="74129"/>
                </a:moveTo>
                <a:lnTo>
                  <a:pt x="306933" y="74129"/>
                </a:lnTo>
                <a:lnTo>
                  <a:pt x="306933" y="10629"/>
                </a:lnTo>
                <a:lnTo>
                  <a:pt x="275374" y="10629"/>
                </a:lnTo>
                <a:lnTo>
                  <a:pt x="275374" y="74129"/>
                </a:lnTo>
                <a:lnTo>
                  <a:pt x="275374" y="99529"/>
                </a:lnTo>
                <a:lnTo>
                  <a:pt x="454101" y="99529"/>
                </a:lnTo>
                <a:lnTo>
                  <a:pt x="454101" y="74129"/>
                </a:lnTo>
                <a:close/>
              </a:path>
              <a:path w="480695" h="258444">
                <a:moveTo>
                  <a:pt x="455714" y="226529"/>
                </a:moveTo>
                <a:lnTo>
                  <a:pt x="304927" y="226529"/>
                </a:lnTo>
                <a:lnTo>
                  <a:pt x="304927" y="176999"/>
                </a:lnTo>
                <a:lnTo>
                  <a:pt x="273253" y="176999"/>
                </a:lnTo>
                <a:lnTo>
                  <a:pt x="273253" y="226529"/>
                </a:lnTo>
                <a:lnTo>
                  <a:pt x="273253" y="253199"/>
                </a:lnTo>
                <a:lnTo>
                  <a:pt x="455714" y="253199"/>
                </a:lnTo>
                <a:lnTo>
                  <a:pt x="455714" y="226529"/>
                </a:lnTo>
                <a:close/>
              </a:path>
              <a:path w="480695" h="258444">
                <a:moveTo>
                  <a:pt x="480631" y="129108"/>
                </a:moveTo>
                <a:lnTo>
                  <a:pt x="244906" y="129108"/>
                </a:lnTo>
                <a:lnTo>
                  <a:pt x="244906" y="154127"/>
                </a:lnTo>
                <a:lnTo>
                  <a:pt x="480631" y="154127"/>
                </a:lnTo>
                <a:lnTo>
                  <a:pt x="480631" y="12910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791257" y="2689237"/>
            <a:ext cx="530860" cy="257810"/>
          </a:xfrm>
          <a:custGeom>
            <a:avLst/>
            <a:gdLst/>
            <a:ahLst/>
            <a:cxnLst/>
            <a:rect l="l" t="t" r="r" b="b"/>
            <a:pathLst>
              <a:path w="530859" h="257810">
                <a:moveTo>
                  <a:pt x="139192" y="133642"/>
                </a:moveTo>
                <a:lnTo>
                  <a:pt x="136588" y="115582"/>
                </a:lnTo>
                <a:lnTo>
                  <a:pt x="135559" y="108419"/>
                </a:lnTo>
                <a:lnTo>
                  <a:pt x="112344" y="112090"/>
                </a:lnTo>
                <a:lnTo>
                  <a:pt x="88646" y="114274"/>
                </a:lnTo>
                <a:lnTo>
                  <a:pt x="62496" y="115316"/>
                </a:lnTo>
                <a:lnTo>
                  <a:pt x="31965" y="115582"/>
                </a:lnTo>
                <a:lnTo>
                  <a:pt x="31965" y="90170"/>
                </a:lnTo>
                <a:lnTo>
                  <a:pt x="115582" y="90170"/>
                </a:lnTo>
                <a:lnTo>
                  <a:pt x="115582" y="64947"/>
                </a:lnTo>
                <a:lnTo>
                  <a:pt x="31965" y="64947"/>
                </a:lnTo>
                <a:lnTo>
                  <a:pt x="31965" y="40843"/>
                </a:lnTo>
                <a:lnTo>
                  <a:pt x="120726" y="40843"/>
                </a:lnTo>
                <a:lnTo>
                  <a:pt x="120726" y="14922"/>
                </a:lnTo>
                <a:lnTo>
                  <a:pt x="0" y="14922"/>
                </a:lnTo>
                <a:lnTo>
                  <a:pt x="0" y="140703"/>
                </a:lnTo>
                <a:lnTo>
                  <a:pt x="20777" y="140703"/>
                </a:lnTo>
                <a:lnTo>
                  <a:pt x="56502" y="140500"/>
                </a:lnTo>
                <a:lnTo>
                  <a:pt x="86525" y="139509"/>
                </a:lnTo>
                <a:lnTo>
                  <a:pt x="113271" y="137350"/>
                </a:lnTo>
                <a:lnTo>
                  <a:pt x="139192" y="133642"/>
                </a:lnTo>
                <a:close/>
              </a:path>
              <a:path w="530859" h="257810">
                <a:moveTo>
                  <a:pt x="193052" y="162890"/>
                </a:moveTo>
                <a:lnTo>
                  <a:pt x="161683" y="162890"/>
                </a:lnTo>
                <a:lnTo>
                  <a:pt x="161683" y="187807"/>
                </a:lnTo>
                <a:lnTo>
                  <a:pt x="161683" y="228955"/>
                </a:lnTo>
                <a:lnTo>
                  <a:pt x="57785" y="228955"/>
                </a:lnTo>
                <a:lnTo>
                  <a:pt x="57785" y="187807"/>
                </a:lnTo>
                <a:lnTo>
                  <a:pt x="161683" y="187807"/>
                </a:lnTo>
                <a:lnTo>
                  <a:pt x="161683" y="162890"/>
                </a:lnTo>
                <a:lnTo>
                  <a:pt x="26517" y="162890"/>
                </a:lnTo>
                <a:lnTo>
                  <a:pt x="26517" y="254571"/>
                </a:lnTo>
                <a:lnTo>
                  <a:pt x="193052" y="254571"/>
                </a:lnTo>
                <a:lnTo>
                  <a:pt x="193052" y="228955"/>
                </a:lnTo>
                <a:lnTo>
                  <a:pt x="193052" y="187807"/>
                </a:lnTo>
                <a:lnTo>
                  <a:pt x="193052" y="162890"/>
                </a:lnTo>
                <a:close/>
              </a:path>
              <a:path w="530859" h="257810">
                <a:moveTo>
                  <a:pt x="229057" y="61417"/>
                </a:moveTo>
                <a:lnTo>
                  <a:pt x="193052" y="61417"/>
                </a:lnTo>
                <a:lnTo>
                  <a:pt x="193052" y="0"/>
                </a:lnTo>
                <a:lnTo>
                  <a:pt x="161175" y="0"/>
                </a:lnTo>
                <a:lnTo>
                  <a:pt x="161175" y="150990"/>
                </a:lnTo>
                <a:lnTo>
                  <a:pt x="193052" y="150990"/>
                </a:lnTo>
                <a:lnTo>
                  <a:pt x="193052" y="87845"/>
                </a:lnTo>
                <a:lnTo>
                  <a:pt x="229057" y="87845"/>
                </a:lnTo>
                <a:lnTo>
                  <a:pt x="229057" y="61417"/>
                </a:lnTo>
                <a:close/>
              </a:path>
              <a:path w="530859" h="257810">
                <a:moveTo>
                  <a:pt x="363715" y="117398"/>
                </a:moveTo>
                <a:lnTo>
                  <a:pt x="341680" y="104749"/>
                </a:lnTo>
                <a:lnTo>
                  <a:pt x="332841" y="95110"/>
                </a:lnTo>
                <a:lnTo>
                  <a:pt x="326148" y="87820"/>
                </a:lnTo>
                <a:lnTo>
                  <a:pt x="316966" y="67983"/>
                </a:lnTo>
                <a:lnTo>
                  <a:pt x="313994" y="46596"/>
                </a:lnTo>
                <a:lnTo>
                  <a:pt x="313994" y="15227"/>
                </a:lnTo>
                <a:lnTo>
                  <a:pt x="283133" y="15227"/>
                </a:lnTo>
                <a:lnTo>
                  <a:pt x="283133" y="46596"/>
                </a:lnTo>
                <a:lnTo>
                  <a:pt x="279984" y="68834"/>
                </a:lnTo>
                <a:lnTo>
                  <a:pt x="270408" y="90411"/>
                </a:lnTo>
                <a:lnTo>
                  <a:pt x="254152" y="109385"/>
                </a:lnTo>
                <a:lnTo>
                  <a:pt x="230987" y="123850"/>
                </a:lnTo>
                <a:lnTo>
                  <a:pt x="248031" y="148361"/>
                </a:lnTo>
                <a:lnTo>
                  <a:pt x="264922" y="138925"/>
                </a:lnTo>
                <a:lnTo>
                  <a:pt x="278993" y="126542"/>
                </a:lnTo>
                <a:lnTo>
                  <a:pt x="290271" y="111760"/>
                </a:lnTo>
                <a:lnTo>
                  <a:pt x="298767" y="95110"/>
                </a:lnTo>
                <a:lnTo>
                  <a:pt x="306971" y="109816"/>
                </a:lnTo>
                <a:lnTo>
                  <a:pt x="317703" y="122720"/>
                </a:lnTo>
                <a:lnTo>
                  <a:pt x="330962" y="133464"/>
                </a:lnTo>
                <a:lnTo>
                  <a:pt x="346773" y="141706"/>
                </a:lnTo>
                <a:lnTo>
                  <a:pt x="363715" y="117398"/>
                </a:lnTo>
                <a:close/>
              </a:path>
              <a:path w="530859" h="257810">
                <a:moveTo>
                  <a:pt x="453898" y="168440"/>
                </a:moveTo>
                <a:lnTo>
                  <a:pt x="277279" y="168440"/>
                </a:lnTo>
                <a:lnTo>
                  <a:pt x="277279" y="193954"/>
                </a:lnTo>
                <a:lnTo>
                  <a:pt x="422325" y="193954"/>
                </a:lnTo>
                <a:lnTo>
                  <a:pt x="422325" y="257594"/>
                </a:lnTo>
                <a:lnTo>
                  <a:pt x="453898" y="257594"/>
                </a:lnTo>
                <a:lnTo>
                  <a:pt x="453898" y="168440"/>
                </a:lnTo>
                <a:close/>
              </a:path>
              <a:path w="530859" h="257810">
                <a:moveTo>
                  <a:pt x="453898" y="190"/>
                </a:moveTo>
                <a:lnTo>
                  <a:pt x="423735" y="190"/>
                </a:lnTo>
                <a:lnTo>
                  <a:pt x="423735" y="64439"/>
                </a:lnTo>
                <a:lnTo>
                  <a:pt x="397916" y="64439"/>
                </a:lnTo>
                <a:lnTo>
                  <a:pt x="397916" y="4533"/>
                </a:lnTo>
                <a:lnTo>
                  <a:pt x="368465" y="4533"/>
                </a:lnTo>
                <a:lnTo>
                  <a:pt x="368465" y="154724"/>
                </a:lnTo>
                <a:lnTo>
                  <a:pt x="397916" y="154724"/>
                </a:lnTo>
                <a:lnTo>
                  <a:pt x="397916" y="90474"/>
                </a:lnTo>
                <a:lnTo>
                  <a:pt x="423735" y="90474"/>
                </a:lnTo>
                <a:lnTo>
                  <a:pt x="423735" y="156133"/>
                </a:lnTo>
                <a:lnTo>
                  <a:pt x="453898" y="156133"/>
                </a:lnTo>
                <a:lnTo>
                  <a:pt x="453898" y="90474"/>
                </a:lnTo>
                <a:lnTo>
                  <a:pt x="453898" y="64439"/>
                </a:lnTo>
                <a:lnTo>
                  <a:pt x="453898" y="190"/>
                </a:lnTo>
                <a:close/>
              </a:path>
              <a:path w="530859" h="257810">
                <a:moveTo>
                  <a:pt x="530555" y="141909"/>
                </a:moveTo>
                <a:lnTo>
                  <a:pt x="528739" y="133426"/>
                </a:lnTo>
                <a:lnTo>
                  <a:pt x="523938" y="126466"/>
                </a:lnTo>
                <a:lnTo>
                  <a:pt x="516928" y="121754"/>
                </a:lnTo>
                <a:lnTo>
                  <a:pt x="508469" y="120027"/>
                </a:lnTo>
                <a:lnTo>
                  <a:pt x="499846" y="121754"/>
                </a:lnTo>
                <a:lnTo>
                  <a:pt x="492772" y="126466"/>
                </a:lnTo>
                <a:lnTo>
                  <a:pt x="488035" y="133426"/>
                </a:lnTo>
                <a:lnTo>
                  <a:pt x="486384" y="141909"/>
                </a:lnTo>
                <a:lnTo>
                  <a:pt x="488035" y="150507"/>
                </a:lnTo>
                <a:lnTo>
                  <a:pt x="492772" y="157530"/>
                </a:lnTo>
                <a:lnTo>
                  <a:pt x="499846" y="162267"/>
                </a:lnTo>
                <a:lnTo>
                  <a:pt x="508469" y="163995"/>
                </a:lnTo>
                <a:lnTo>
                  <a:pt x="516928" y="162267"/>
                </a:lnTo>
                <a:lnTo>
                  <a:pt x="523938" y="157530"/>
                </a:lnTo>
                <a:lnTo>
                  <a:pt x="528739" y="150507"/>
                </a:lnTo>
                <a:lnTo>
                  <a:pt x="530555" y="14190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9347352" y="2689237"/>
            <a:ext cx="451484" cy="257810"/>
          </a:xfrm>
          <a:custGeom>
            <a:avLst/>
            <a:gdLst/>
            <a:ahLst/>
            <a:cxnLst/>
            <a:rect l="l" t="t" r="r" b="b"/>
            <a:pathLst>
              <a:path w="451484" h="257810">
                <a:moveTo>
                  <a:pt x="101257" y="27292"/>
                </a:moveTo>
                <a:lnTo>
                  <a:pt x="0" y="27292"/>
                </a:lnTo>
                <a:lnTo>
                  <a:pt x="0" y="52692"/>
                </a:lnTo>
                <a:lnTo>
                  <a:pt x="0" y="165722"/>
                </a:lnTo>
                <a:lnTo>
                  <a:pt x="0" y="191122"/>
                </a:lnTo>
                <a:lnTo>
                  <a:pt x="101257" y="191122"/>
                </a:lnTo>
                <a:lnTo>
                  <a:pt x="101257" y="166319"/>
                </a:lnTo>
                <a:lnTo>
                  <a:pt x="101257" y="165722"/>
                </a:lnTo>
                <a:lnTo>
                  <a:pt x="101257" y="52844"/>
                </a:lnTo>
                <a:lnTo>
                  <a:pt x="71513" y="52844"/>
                </a:lnTo>
                <a:lnTo>
                  <a:pt x="71513" y="165722"/>
                </a:lnTo>
                <a:lnTo>
                  <a:pt x="29756" y="165722"/>
                </a:lnTo>
                <a:lnTo>
                  <a:pt x="29756" y="52692"/>
                </a:lnTo>
                <a:lnTo>
                  <a:pt x="101257" y="52692"/>
                </a:lnTo>
                <a:lnTo>
                  <a:pt x="101257" y="27292"/>
                </a:lnTo>
                <a:close/>
              </a:path>
              <a:path w="451484" h="257810">
                <a:moveTo>
                  <a:pt x="214426" y="125564"/>
                </a:moveTo>
                <a:lnTo>
                  <a:pt x="183972" y="125564"/>
                </a:lnTo>
                <a:lnTo>
                  <a:pt x="183972" y="257594"/>
                </a:lnTo>
                <a:lnTo>
                  <a:pt x="214426" y="257594"/>
                </a:lnTo>
                <a:lnTo>
                  <a:pt x="214426" y="125564"/>
                </a:lnTo>
                <a:close/>
              </a:path>
              <a:path w="451484" h="257810">
                <a:moveTo>
                  <a:pt x="214426" y="99682"/>
                </a:moveTo>
                <a:lnTo>
                  <a:pt x="156540" y="99682"/>
                </a:lnTo>
                <a:lnTo>
                  <a:pt x="156540" y="4432"/>
                </a:lnTo>
                <a:lnTo>
                  <a:pt x="126479" y="4432"/>
                </a:lnTo>
                <a:lnTo>
                  <a:pt x="126479" y="99682"/>
                </a:lnTo>
                <a:lnTo>
                  <a:pt x="126479" y="125082"/>
                </a:lnTo>
                <a:lnTo>
                  <a:pt x="126479" y="245732"/>
                </a:lnTo>
                <a:lnTo>
                  <a:pt x="156540" y="245732"/>
                </a:lnTo>
                <a:lnTo>
                  <a:pt x="156540" y="125082"/>
                </a:lnTo>
                <a:lnTo>
                  <a:pt x="214426" y="125082"/>
                </a:lnTo>
                <a:lnTo>
                  <a:pt x="214426" y="99682"/>
                </a:lnTo>
                <a:close/>
              </a:path>
              <a:path w="451484" h="257810">
                <a:moveTo>
                  <a:pt x="214426" y="0"/>
                </a:moveTo>
                <a:lnTo>
                  <a:pt x="183972" y="0"/>
                </a:lnTo>
                <a:lnTo>
                  <a:pt x="183972" y="99542"/>
                </a:lnTo>
                <a:lnTo>
                  <a:pt x="214426" y="99542"/>
                </a:lnTo>
                <a:lnTo>
                  <a:pt x="214426" y="0"/>
                </a:lnTo>
                <a:close/>
              </a:path>
              <a:path w="451484" h="257810">
                <a:moveTo>
                  <a:pt x="397408" y="121539"/>
                </a:moveTo>
                <a:lnTo>
                  <a:pt x="370217" y="110363"/>
                </a:lnTo>
                <a:lnTo>
                  <a:pt x="354507" y="97726"/>
                </a:lnTo>
                <a:lnTo>
                  <a:pt x="350304" y="94348"/>
                </a:lnTo>
                <a:lnTo>
                  <a:pt x="338035" y="75006"/>
                </a:lnTo>
                <a:lnTo>
                  <a:pt x="333768" y="53860"/>
                </a:lnTo>
                <a:lnTo>
                  <a:pt x="388632" y="53860"/>
                </a:lnTo>
                <a:lnTo>
                  <a:pt x="388632" y="28638"/>
                </a:lnTo>
                <a:lnTo>
                  <a:pt x="334060" y="28638"/>
                </a:lnTo>
                <a:lnTo>
                  <a:pt x="334060" y="88"/>
                </a:lnTo>
                <a:lnTo>
                  <a:pt x="301891" y="88"/>
                </a:lnTo>
                <a:lnTo>
                  <a:pt x="301891" y="28638"/>
                </a:lnTo>
                <a:lnTo>
                  <a:pt x="247027" y="28638"/>
                </a:lnTo>
                <a:lnTo>
                  <a:pt x="247027" y="53860"/>
                </a:lnTo>
                <a:lnTo>
                  <a:pt x="301891" y="53860"/>
                </a:lnTo>
                <a:lnTo>
                  <a:pt x="297713" y="76822"/>
                </a:lnTo>
                <a:lnTo>
                  <a:pt x="285661" y="97828"/>
                </a:lnTo>
                <a:lnTo>
                  <a:pt x="265988" y="115214"/>
                </a:lnTo>
                <a:lnTo>
                  <a:pt x="238950" y="127279"/>
                </a:lnTo>
                <a:lnTo>
                  <a:pt x="254381" y="152095"/>
                </a:lnTo>
                <a:lnTo>
                  <a:pt x="275831" y="143294"/>
                </a:lnTo>
                <a:lnTo>
                  <a:pt x="293776" y="130962"/>
                </a:lnTo>
                <a:lnTo>
                  <a:pt x="308089" y="115620"/>
                </a:lnTo>
                <a:lnTo>
                  <a:pt x="318630" y="97726"/>
                </a:lnTo>
                <a:lnTo>
                  <a:pt x="329514" y="113728"/>
                </a:lnTo>
                <a:lnTo>
                  <a:pt x="343916" y="127406"/>
                </a:lnTo>
                <a:lnTo>
                  <a:pt x="361657" y="138328"/>
                </a:lnTo>
                <a:lnTo>
                  <a:pt x="382587" y="146050"/>
                </a:lnTo>
                <a:lnTo>
                  <a:pt x="397408" y="121539"/>
                </a:lnTo>
                <a:close/>
              </a:path>
              <a:path w="451484" h="257810">
                <a:moveTo>
                  <a:pt x="450469" y="190"/>
                </a:moveTo>
                <a:lnTo>
                  <a:pt x="418693" y="190"/>
                </a:lnTo>
                <a:lnTo>
                  <a:pt x="418693" y="156438"/>
                </a:lnTo>
                <a:lnTo>
                  <a:pt x="450469" y="156438"/>
                </a:lnTo>
                <a:lnTo>
                  <a:pt x="450469" y="190"/>
                </a:lnTo>
                <a:close/>
              </a:path>
              <a:path w="451484" h="257810">
                <a:moveTo>
                  <a:pt x="451269" y="209181"/>
                </a:moveTo>
                <a:lnTo>
                  <a:pt x="445071" y="188798"/>
                </a:lnTo>
                <a:lnTo>
                  <a:pt x="441350" y="185585"/>
                </a:lnTo>
                <a:lnTo>
                  <a:pt x="427570" y="173659"/>
                </a:lnTo>
                <a:lnTo>
                  <a:pt x="420001" y="171081"/>
                </a:lnTo>
                <a:lnTo>
                  <a:pt x="420001" y="209181"/>
                </a:lnTo>
                <a:lnTo>
                  <a:pt x="416191" y="219456"/>
                </a:lnTo>
                <a:lnTo>
                  <a:pt x="405206" y="226910"/>
                </a:lnTo>
                <a:lnTo>
                  <a:pt x="387438" y="231457"/>
                </a:lnTo>
                <a:lnTo>
                  <a:pt x="363321" y="232994"/>
                </a:lnTo>
                <a:lnTo>
                  <a:pt x="339178" y="231457"/>
                </a:lnTo>
                <a:lnTo>
                  <a:pt x="321576" y="226910"/>
                </a:lnTo>
                <a:lnTo>
                  <a:pt x="310794" y="219456"/>
                </a:lnTo>
                <a:lnTo>
                  <a:pt x="307136" y="209181"/>
                </a:lnTo>
                <a:lnTo>
                  <a:pt x="310794" y="199110"/>
                </a:lnTo>
                <a:lnTo>
                  <a:pt x="321576" y="191706"/>
                </a:lnTo>
                <a:lnTo>
                  <a:pt x="339178" y="187147"/>
                </a:lnTo>
                <a:lnTo>
                  <a:pt x="363321" y="185585"/>
                </a:lnTo>
                <a:lnTo>
                  <a:pt x="387438" y="187147"/>
                </a:lnTo>
                <a:lnTo>
                  <a:pt x="405206" y="191706"/>
                </a:lnTo>
                <a:lnTo>
                  <a:pt x="416191" y="199110"/>
                </a:lnTo>
                <a:lnTo>
                  <a:pt x="420001" y="209181"/>
                </a:lnTo>
                <a:lnTo>
                  <a:pt x="420001" y="171081"/>
                </a:lnTo>
                <a:lnTo>
                  <a:pt x="399923" y="164223"/>
                </a:lnTo>
                <a:lnTo>
                  <a:pt x="363321" y="160972"/>
                </a:lnTo>
                <a:lnTo>
                  <a:pt x="326478" y="164223"/>
                </a:lnTo>
                <a:lnTo>
                  <a:pt x="298742" y="173659"/>
                </a:lnTo>
                <a:lnTo>
                  <a:pt x="281254" y="188798"/>
                </a:lnTo>
                <a:lnTo>
                  <a:pt x="275158" y="209181"/>
                </a:lnTo>
                <a:lnTo>
                  <a:pt x="281254" y="229666"/>
                </a:lnTo>
                <a:lnTo>
                  <a:pt x="298742" y="244830"/>
                </a:lnTo>
                <a:lnTo>
                  <a:pt x="326478" y="254215"/>
                </a:lnTo>
                <a:lnTo>
                  <a:pt x="363321" y="257403"/>
                </a:lnTo>
                <a:lnTo>
                  <a:pt x="399923" y="254215"/>
                </a:lnTo>
                <a:lnTo>
                  <a:pt x="427570" y="244830"/>
                </a:lnTo>
                <a:lnTo>
                  <a:pt x="441236" y="232994"/>
                </a:lnTo>
                <a:lnTo>
                  <a:pt x="445071" y="229666"/>
                </a:lnTo>
                <a:lnTo>
                  <a:pt x="451269" y="209181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8" name="object 138"/>
          <p:cNvGrpSpPr/>
          <p:nvPr/>
        </p:nvGrpSpPr>
        <p:grpSpPr>
          <a:xfrm>
            <a:off x="9884535" y="2689225"/>
            <a:ext cx="711200" cy="258445"/>
            <a:chOff x="9884535" y="2689225"/>
            <a:chExt cx="711200" cy="258445"/>
          </a:xfrm>
        </p:grpSpPr>
        <p:sp>
          <p:nvSpPr>
            <p:cNvPr id="139" name="object 139"/>
            <p:cNvSpPr/>
            <p:nvPr/>
          </p:nvSpPr>
          <p:spPr>
            <a:xfrm>
              <a:off x="9884535" y="2689225"/>
              <a:ext cx="217804" cy="258445"/>
            </a:xfrm>
            <a:custGeom>
              <a:avLst/>
              <a:gdLst/>
              <a:ahLst/>
              <a:cxnLst/>
              <a:rect l="l" t="t" r="r" b="b"/>
              <a:pathLst>
                <a:path w="217804" h="258444">
                  <a:moveTo>
                    <a:pt x="217258" y="0"/>
                  </a:moveTo>
                  <a:lnTo>
                    <a:pt x="185285" y="0"/>
                  </a:lnTo>
                  <a:lnTo>
                    <a:pt x="185285" y="258209"/>
                  </a:lnTo>
                  <a:lnTo>
                    <a:pt x="217258" y="258209"/>
                  </a:lnTo>
                  <a:lnTo>
                    <a:pt x="217258" y="0"/>
                  </a:lnTo>
                  <a:close/>
                </a:path>
                <a:path w="217804" h="258444">
                  <a:moveTo>
                    <a:pt x="100156" y="20676"/>
                  </a:moveTo>
                  <a:lnTo>
                    <a:pt x="68083" y="20676"/>
                  </a:lnTo>
                  <a:lnTo>
                    <a:pt x="68083" y="61929"/>
                  </a:lnTo>
                  <a:lnTo>
                    <a:pt x="63373" y="98615"/>
                  </a:lnTo>
                  <a:lnTo>
                    <a:pt x="50002" y="132332"/>
                  </a:lnTo>
                  <a:lnTo>
                    <a:pt x="28651" y="160224"/>
                  </a:lnTo>
                  <a:lnTo>
                    <a:pt x="0" y="179435"/>
                  </a:lnTo>
                  <a:lnTo>
                    <a:pt x="19365" y="205861"/>
                  </a:lnTo>
                  <a:lnTo>
                    <a:pt x="41091" y="192190"/>
                  </a:lnTo>
                  <a:lnTo>
                    <a:pt x="59282" y="173648"/>
                  </a:lnTo>
                  <a:lnTo>
                    <a:pt x="73803" y="151041"/>
                  </a:lnTo>
                  <a:lnTo>
                    <a:pt x="84523" y="125171"/>
                  </a:lnTo>
                  <a:lnTo>
                    <a:pt x="116044" y="125171"/>
                  </a:lnTo>
                  <a:lnTo>
                    <a:pt x="104587" y="96907"/>
                  </a:lnTo>
                  <a:lnTo>
                    <a:pt x="100156" y="61929"/>
                  </a:lnTo>
                  <a:lnTo>
                    <a:pt x="100156" y="20676"/>
                  </a:lnTo>
                  <a:close/>
                </a:path>
                <a:path w="217804" h="258444">
                  <a:moveTo>
                    <a:pt x="116044" y="125171"/>
                  </a:moveTo>
                  <a:lnTo>
                    <a:pt x="84523" y="125171"/>
                  </a:lnTo>
                  <a:lnTo>
                    <a:pt x="95328" y="149132"/>
                  </a:lnTo>
                  <a:lnTo>
                    <a:pt x="109612" y="170030"/>
                  </a:lnTo>
                  <a:lnTo>
                    <a:pt x="127188" y="187183"/>
                  </a:lnTo>
                  <a:lnTo>
                    <a:pt x="147865" y="199910"/>
                  </a:lnTo>
                  <a:lnTo>
                    <a:pt x="166727" y="174493"/>
                  </a:lnTo>
                  <a:lnTo>
                    <a:pt x="138638" y="155969"/>
                  </a:lnTo>
                  <a:lnTo>
                    <a:pt x="117669" y="129180"/>
                  </a:lnTo>
                  <a:lnTo>
                    <a:pt x="116044" y="12517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0131057" y="2705464"/>
              <a:ext cx="235716" cy="208685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10385647" y="2689225"/>
              <a:ext cx="210185" cy="254635"/>
            </a:xfrm>
            <a:custGeom>
              <a:avLst/>
              <a:gdLst/>
              <a:ahLst/>
              <a:cxnLst/>
              <a:rect l="l" t="t" r="r" b="b"/>
              <a:pathLst>
                <a:path w="210184" h="254635">
                  <a:moveTo>
                    <a:pt x="209695" y="0"/>
                  </a:moveTo>
                  <a:lnTo>
                    <a:pt x="179536" y="0"/>
                  </a:lnTo>
                  <a:lnTo>
                    <a:pt x="179536" y="154219"/>
                  </a:lnTo>
                  <a:lnTo>
                    <a:pt x="209695" y="154219"/>
                  </a:lnTo>
                  <a:lnTo>
                    <a:pt x="209695" y="0"/>
                  </a:lnTo>
                  <a:close/>
                </a:path>
                <a:path w="210184" h="254635">
                  <a:moveTo>
                    <a:pt x="158860" y="4135"/>
                  </a:moveTo>
                  <a:lnTo>
                    <a:pt x="128701" y="4135"/>
                  </a:lnTo>
                  <a:lnTo>
                    <a:pt x="128701" y="62837"/>
                  </a:lnTo>
                  <a:lnTo>
                    <a:pt x="99653" y="62837"/>
                  </a:lnTo>
                  <a:lnTo>
                    <a:pt x="99653" y="88557"/>
                  </a:lnTo>
                  <a:lnTo>
                    <a:pt x="128701" y="88557"/>
                  </a:lnTo>
                  <a:lnTo>
                    <a:pt x="128701" y="152303"/>
                  </a:lnTo>
                  <a:lnTo>
                    <a:pt x="158860" y="152303"/>
                  </a:lnTo>
                  <a:lnTo>
                    <a:pt x="158860" y="4135"/>
                  </a:lnTo>
                  <a:close/>
                </a:path>
                <a:path w="210184" h="254635">
                  <a:moveTo>
                    <a:pt x="98140" y="15835"/>
                  </a:moveTo>
                  <a:lnTo>
                    <a:pt x="0" y="15835"/>
                  </a:lnTo>
                  <a:lnTo>
                    <a:pt x="0" y="142216"/>
                  </a:lnTo>
                  <a:lnTo>
                    <a:pt x="17046" y="142216"/>
                  </a:lnTo>
                  <a:lnTo>
                    <a:pt x="44430" y="141974"/>
                  </a:lnTo>
                  <a:lnTo>
                    <a:pt x="67956" y="141031"/>
                  </a:lnTo>
                  <a:lnTo>
                    <a:pt x="89553" y="139068"/>
                  </a:lnTo>
                  <a:lnTo>
                    <a:pt x="111151" y="135762"/>
                  </a:lnTo>
                  <a:lnTo>
                    <a:pt x="108774" y="116900"/>
                  </a:lnTo>
                  <a:lnTo>
                    <a:pt x="30460" y="116900"/>
                  </a:lnTo>
                  <a:lnTo>
                    <a:pt x="30460" y="90272"/>
                  </a:lnTo>
                  <a:lnTo>
                    <a:pt x="88356" y="90272"/>
                  </a:lnTo>
                  <a:lnTo>
                    <a:pt x="88356" y="65863"/>
                  </a:lnTo>
                  <a:lnTo>
                    <a:pt x="30460" y="65863"/>
                  </a:lnTo>
                  <a:lnTo>
                    <a:pt x="30460" y="41555"/>
                  </a:lnTo>
                  <a:lnTo>
                    <a:pt x="98140" y="41555"/>
                  </a:lnTo>
                  <a:lnTo>
                    <a:pt x="98140" y="15835"/>
                  </a:lnTo>
                  <a:close/>
                </a:path>
                <a:path w="210184" h="254635">
                  <a:moveTo>
                    <a:pt x="108024" y="110949"/>
                  </a:moveTo>
                  <a:lnTo>
                    <a:pt x="89650" y="113666"/>
                  </a:lnTo>
                  <a:lnTo>
                    <a:pt x="71398" y="115437"/>
                  </a:lnTo>
                  <a:lnTo>
                    <a:pt x="52069" y="116452"/>
                  </a:lnTo>
                  <a:lnTo>
                    <a:pt x="30460" y="116900"/>
                  </a:lnTo>
                  <a:lnTo>
                    <a:pt x="108774" y="116900"/>
                  </a:lnTo>
                  <a:lnTo>
                    <a:pt x="108024" y="110949"/>
                  </a:lnTo>
                  <a:close/>
                </a:path>
                <a:path w="210184" h="254635">
                  <a:moveTo>
                    <a:pt x="209695" y="164911"/>
                  </a:moveTo>
                  <a:lnTo>
                    <a:pt x="35705" y="164911"/>
                  </a:lnTo>
                  <a:lnTo>
                    <a:pt x="35705" y="254578"/>
                  </a:lnTo>
                  <a:lnTo>
                    <a:pt x="209695" y="254578"/>
                  </a:lnTo>
                  <a:lnTo>
                    <a:pt x="209695" y="228959"/>
                  </a:lnTo>
                  <a:lnTo>
                    <a:pt x="67276" y="228959"/>
                  </a:lnTo>
                  <a:lnTo>
                    <a:pt x="67276" y="190127"/>
                  </a:lnTo>
                  <a:lnTo>
                    <a:pt x="209695" y="190127"/>
                  </a:lnTo>
                  <a:lnTo>
                    <a:pt x="209695" y="164911"/>
                  </a:lnTo>
                  <a:close/>
                </a:path>
                <a:path w="210184" h="254635">
                  <a:moveTo>
                    <a:pt x="209695" y="190127"/>
                  </a:moveTo>
                  <a:lnTo>
                    <a:pt x="178326" y="190127"/>
                  </a:lnTo>
                  <a:lnTo>
                    <a:pt x="178326" y="228959"/>
                  </a:lnTo>
                  <a:lnTo>
                    <a:pt x="209695" y="228959"/>
                  </a:lnTo>
                  <a:lnTo>
                    <a:pt x="209695" y="19012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2" name="object 142"/>
          <p:cNvGrpSpPr/>
          <p:nvPr/>
        </p:nvGrpSpPr>
        <p:grpSpPr>
          <a:xfrm>
            <a:off x="10679024" y="2689225"/>
            <a:ext cx="727710" cy="257810"/>
            <a:chOff x="10679024" y="2689225"/>
            <a:chExt cx="727710" cy="257810"/>
          </a:xfrm>
        </p:grpSpPr>
        <p:pic>
          <p:nvPicPr>
            <p:cNvPr id="143" name="object 14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0679024" y="2708909"/>
              <a:ext cx="479515" cy="207010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11163494" y="2689225"/>
              <a:ext cx="243204" cy="257810"/>
            </a:xfrm>
            <a:custGeom>
              <a:avLst/>
              <a:gdLst/>
              <a:ahLst/>
              <a:cxnLst/>
              <a:rect l="l" t="t" r="r" b="b"/>
              <a:pathLst>
                <a:path w="243204" h="257810">
                  <a:moveTo>
                    <a:pt x="207072" y="0"/>
                  </a:moveTo>
                  <a:lnTo>
                    <a:pt x="175199" y="0"/>
                  </a:lnTo>
                  <a:lnTo>
                    <a:pt x="175199" y="257604"/>
                  </a:lnTo>
                  <a:lnTo>
                    <a:pt x="207072" y="257604"/>
                  </a:lnTo>
                  <a:lnTo>
                    <a:pt x="207072" y="132736"/>
                  </a:lnTo>
                  <a:lnTo>
                    <a:pt x="243181" y="132736"/>
                  </a:lnTo>
                  <a:lnTo>
                    <a:pt x="243181" y="106410"/>
                  </a:lnTo>
                  <a:lnTo>
                    <a:pt x="207072" y="106410"/>
                  </a:lnTo>
                  <a:lnTo>
                    <a:pt x="207072" y="0"/>
                  </a:lnTo>
                  <a:close/>
                </a:path>
                <a:path w="243204" h="257810">
                  <a:moveTo>
                    <a:pt x="158557" y="29653"/>
                  </a:moveTo>
                  <a:lnTo>
                    <a:pt x="4841" y="29653"/>
                  </a:lnTo>
                  <a:lnTo>
                    <a:pt x="4841" y="54768"/>
                  </a:lnTo>
                  <a:lnTo>
                    <a:pt x="158557" y="54768"/>
                  </a:lnTo>
                  <a:lnTo>
                    <a:pt x="158557" y="29653"/>
                  </a:lnTo>
                  <a:close/>
                </a:path>
                <a:path w="243204" h="257810">
                  <a:moveTo>
                    <a:pt x="97836" y="1008"/>
                  </a:moveTo>
                  <a:lnTo>
                    <a:pt x="65964" y="1008"/>
                  </a:lnTo>
                  <a:lnTo>
                    <a:pt x="65964" y="29653"/>
                  </a:lnTo>
                  <a:lnTo>
                    <a:pt x="97836" y="29653"/>
                  </a:lnTo>
                  <a:lnTo>
                    <a:pt x="97836" y="1008"/>
                  </a:lnTo>
                  <a:close/>
                </a:path>
                <a:path w="243204" h="257810">
                  <a:moveTo>
                    <a:pt x="82103" y="66468"/>
                  </a:moveTo>
                  <a:lnTo>
                    <a:pt x="56658" y="69946"/>
                  </a:lnTo>
                  <a:lnTo>
                    <a:pt x="36878" y="79769"/>
                  </a:lnTo>
                  <a:lnTo>
                    <a:pt x="24076" y="95020"/>
                  </a:lnTo>
                  <a:lnTo>
                    <a:pt x="19567" y="114782"/>
                  </a:lnTo>
                  <a:lnTo>
                    <a:pt x="22827" y="131667"/>
                  </a:lnTo>
                  <a:lnTo>
                    <a:pt x="32175" y="145419"/>
                  </a:lnTo>
                  <a:lnTo>
                    <a:pt x="46829" y="155518"/>
                  </a:lnTo>
                  <a:lnTo>
                    <a:pt x="65964" y="161380"/>
                  </a:lnTo>
                  <a:lnTo>
                    <a:pt x="65964" y="185588"/>
                  </a:lnTo>
                  <a:lnTo>
                    <a:pt x="48409" y="185953"/>
                  </a:lnTo>
                  <a:lnTo>
                    <a:pt x="0" y="186294"/>
                  </a:lnTo>
                  <a:lnTo>
                    <a:pt x="4539" y="212417"/>
                  </a:lnTo>
                  <a:lnTo>
                    <a:pt x="40099" y="212183"/>
                  </a:lnTo>
                  <a:lnTo>
                    <a:pt x="79707" y="210917"/>
                  </a:lnTo>
                  <a:lnTo>
                    <a:pt x="121471" y="207779"/>
                  </a:lnTo>
                  <a:lnTo>
                    <a:pt x="163499" y="201928"/>
                  </a:lnTo>
                  <a:lnTo>
                    <a:pt x="161903" y="184377"/>
                  </a:lnTo>
                  <a:lnTo>
                    <a:pt x="97836" y="184377"/>
                  </a:lnTo>
                  <a:lnTo>
                    <a:pt x="97836" y="161481"/>
                  </a:lnTo>
                  <a:lnTo>
                    <a:pt x="116982" y="155603"/>
                  </a:lnTo>
                  <a:lnTo>
                    <a:pt x="131777" y="145470"/>
                  </a:lnTo>
                  <a:lnTo>
                    <a:pt x="136693" y="138383"/>
                  </a:lnTo>
                  <a:lnTo>
                    <a:pt x="82103" y="138383"/>
                  </a:lnTo>
                  <a:lnTo>
                    <a:pt x="68759" y="136838"/>
                  </a:lnTo>
                  <a:lnTo>
                    <a:pt x="58488" y="132218"/>
                  </a:lnTo>
                  <a:lnTo>
                    <a:pt x="51905" y="124781"/>
                  </a:lnTo>
                  <a:lnTo>
                    <a:pt x="49624" y="114782"/>
                  </a:lnTo>
                  <a:lnTo>
                    <a:pt x="51905" y="104733"/>
                  </a:lnTo>
                  <a:lnTo>
                    <a:pt x="58488" y="97181"/>
                  </a:lnTo>
                  <a:lnTo>
                    <a:pt x="68759" y="92428"/>
                  </a:lnTo>
                  <a:lnTo>
                    <a:pt x="82103" y="90776"/>
                  </a:lnTo>
                  <a:lnTo>
                    <a:pt x="136489" y="90776"/>
                  </a:lnTo>
                  <a:lnTo>
                    <a:pt x="127125" y="79769"/>
                  </a:lnTo>
                  <a:lnTo>
                    <a:pt x="107323" y="69946"/>
                  </a:lnTo>
                  <a:lnTo>
                    <a:pt x="82103" y="66468"/>
                  </a:lnTo>
                  <a:close/>
                </a:path>
                <a:path w="243204" h="257810">
                  <a:moveTo>
                    <a:pt x="161380" y="178628"/>
                  </a:moveTo>
                  <a:lnTo>
                    <a:pt x="145934" y="180562"/>
                  </a:lnTo>
                  <a:lnTo>
                    <a:pt x="130100" y="182146"/>
                  </a:lnTo>
                  <a:lnTo>
                    <a:pt x="114020" y="183408"/>
                  </a:lnTo>
                  <a:lnTo>
                    <a:pt x="97836" y="184377"/>
                  </a:lnTo>
                  <a:lnTo>
                    <a:pt x="161903" y="184377"/>
                  </a:lnTo>
                  <a:lnTo>
                    <a:pt x="161380" y="178628"/>
                  </a:lnTo>
                  <a:close/>
                </a:path>
                <a:path w="243204" h="257810">
                  <a:moveTo>
                    <a:pt x="136489" y="90776"/>
                  </a:moveTo>
                  <a:lnTo>
                    <a:pt x="82103" y="90776"/>
                  </a:lnTo>
                  <a:lnTo>
                    <a:pt x="95273" y="92428"/>
                  </a:lnTo>
                  <a:lnTo>
                    <a:pt x="105465" y="97181"/>
                  </a:lnTo>
                  <a:lnTo>
                    <a:pt x="112045" y="104733"/>
                  </a:lnTo>
                  <a:lnTo>
                    <a:pt x="114379" y="114782"/>
                  </a:lnTo>
                  <a:lnTo>
                    <a:pt x="112045" y="124781"/>
                  </a:lnTo>
                  <a:lnTo>
                    <a:pt x="105465" y="132218"/>
                  </a:lnTo>
                  <a:lnTo>
                    <a:pt x="95273" y="136838"/>
                  </a:lnTo>
                  <a:lnTo>
                    <a:pt x="82103" y="138383"/>
                  </a:lnTo>
                  <a:lnTo>
                    <a:pt x="136693" y="138383"/>
                  </a:lnTo>
                  <a:lnTo>
                    <a:pt x="141356" y="131651"/>
                  </a:lnTo>
                  <a:lnTo>
                    <a:pt x="144839" y="114782"/>
                  </a:lnTo>
                  <a:lnTo>
                    <a:pt x="140100" y="95020"/>
                  </a:lnTo>
                  <a:lnTo>
                    <a:pt x="136489" y="907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5" name="object 145"/>
          <p:cNvGrpSpPr/>
          <p:nvPr/>
        </p:nvGrpSpPr>
        <p:grpSpPr>
          <a:xfrm>
            <a:off x="12693602" y="5016848"/>
            <a:ext cx="453390" cy="453390"/>
            <a:chOff x="12693602" y="5016848"/>
            <a:chExt cx="453390" cy="453390"/>
          </a:xfrm>
        </p:grpSpPr>
        <p:sp>
          <p:nvSpPr>
            <p:cNvPr id="146" name="object 146"/>
            <p:cNvSpPr/>
            <p:nvPr/>
          </p:nvSpPr>
          <p:spPr>
            <a:xfrm>
              <a:off x="12693602" y="5016848"/>
              <a:ext cx="453390" cy="453390"/>
            </a:xfrm>
            <a:custGeom>
              <a:avLst/>
              <a:gdLst/>
              <a:ahLst/>
              <a:cxnLst/>
              <a:rect l="l" t="t" r="r" b="b"/>
              <a:pathLst>
                <a:path w="453390" h="453389">
                  <a:moveTo>
                    <a:pt x="226690" y="453380"/>
                  </a:moveTo>
                  <a:lnTo>
                    <a:pt x="181004" y="448774"/>
                  </a:lnTo>
                  <a:lnTo>
                    <a:pt x="138452" y="435565"/>
                  </a:lnTo>
                  <a:lnTo>
                    <a:pt x="99946" y="414665"/>
                  </a:lnTo>
                  <a:lnTo>
                    <a:pt x="66396" y="386984"/>
                  </a:lnTo>
                  <a:lnTo>
                    <a:pt x="38715" y="353434"/>
                  </a:lnTo>
                  <a:lnTo>
                    <a:pt x="17814" y="314927"/>
                  </a:lnTo>
                  <a:lnTo>
                    <a:pt x="4605" y="272375"/>
                  </a:lnTo>
                  <a:lnTo>
                    <a:pt x="0" y="226690"/>
                  </a:lnTo>
                  <a:lnTo>
                    <a:pt x="4605" y="181004"/>
                  </a:lnTo>
                  <a:lnTo>
                    <a:pt x="17814" y="138452"/>
                  </a:lnTo>
                  <a:lnTo>
                    <a:pt x="38715" y="99946"/>
                  </a:lnTo>
                  <a:lnTo>
                    <a:pt x="66396" y="66396"/>
                  </a:lnTo>
                  <a:lnTo>
                    <a:pt x="99946" y="38715"/>
                  </a:lnTo>
                  <a:lnTo>
                    <a:pt x="138452" y="17814"/>
                  </a:lnTo>
                  <a:lnTo>
                    <a:pt x="181004" y="4605"/>
                  </a:lnTo>
                  <a:lnTo>
                    <a:pt x="226690" y="0"/>
                  </a:lnTo>
                  <a:lnTo>
                    <a:pt x="272375" y="4605"/>
                  </a:lnTo>
                  <a:lnTo>
                    <a:pt x="314927" y="17814"/>
                  </a:lnTo>
                  <a:lnTo>
                    <a:pt x="353434" y="38715"/>
                  </a:lnTo>
                  <a:lnTo>
                    <a:pt x="386984" y="66396"/>
                  </a:lnTo>
                  <a:lnTo>
                    <a:pt x="414665" y="99946"/>
                  </a:lnTo>
                  <a:lnTo>
                    <a:pt x="435565" y="138452"/>
                  </a:lnTo>
                  <a:lnTo>
                    <a:pt x="448774" y="181004"/>
                  </a:lnTo>
                  <a:lnTo>
                    <a:pt x="453380" y="226690"/>
                  </a:lnTo>
                  <a:lnTo>
                    <a:pt x="448774" y="272375"/>
                  </a:lnTo>
                  <a:lnTo>
                    <a:pt x="435565" y="314927"/>
                  </a:lnTo>
                  <a:lnTo>
                    <a:pt x="414665" y="353434"/>
                  </a:lnTo>
                  <a:lnTo>
                    <a:pt x="386984" y="386984"/>
                  </a:lnTo>
                  <a:lnTo>
                    <a:pt x="353434" y="414665"/>
                  </a:lnTo>
                  <a:lnTo>
                    <a:pt x="314927" y="435565"/>
                  </a:lnTo>
                  <a:lnTo>
                    <a:pt x="272375" y="448774"/>
                  </a:lnTo>
                  <a:lnTo>
                    <a:pt x="226690" y="45338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838246" y="5124912"/>
              <a:ext cx="164064" cy="219587"/>
            </a:xfrm>
            <a:prstGeom prst="rect">
              <a:avLst/>
            </a:prstGeom>
          </p:spPr>
        </p:pic>
      </p:grpSp>
      <p:grpSp>
        <p:nvGrpSpPr>
          <p:cNvPr id="148" name="object 148"/>
          <p:cNvGrpSpPr/>
          <p:nvPr/>
        </p:nvGrpSpPr>
        <p:grpSpPr>
          <a:xfrm>
            <a:off x="7391725" y="5016848"/>
            <a:ext cx="453390" cy="453390"/>
            <a:chOff x="7391725" y="5016848"/>
            <a:chExt cx="453390" cy="453390"/>
          </a:xfrm>
        </p:grpSpPr>
        <p:sp>
          <p:nvSpPr>
            <p:cNvPr id="149" name="object 149"/>
            <p:cNvSpPr/>
            <p:nvPr/>
          </p:nvSpPr>
          <p:spPr>
            <a:xfrm>
              <a:off x="7391725" y="5016848"/>
              <a:ext cx="453390" cy="453390"/>
            </a:xfrm>
            <a:custGeom>
              <a:avLst/>
              <a:gdLst/>
              <a:ahLst/>
              <a:cxnLst/>
              <a:rect l="l" t="t" r="r" b="b"/>
              <a:pathLst>
                <a:path w="453390" h="453389">
                  <a:moveTo>
                    <a:pt x="226690" y="453380"/>
                  </a:moveTo>
                  <a:lnTo>
                    <a:pt x="181004" y="448774"/>
                  </a:lnTo>
                  <a:lnTo>
                    <a:pt x="138452" y="435565"/>
                  </a:lnTo>
                  <a:lnTo>
                    <a:pt x="99946" y="414665"/>
                  </a:lnTo>
                  <a:lnTo>
                    <a:pt x="66396" y="386984"/>
                  </a:lnTo>
                  <a:lnTo>
                    <a:pt x="38715" y="353434"/>
                  </a:lnTo>
                  <a:lnTo>
                    <a:pt x="17814" y="314927"/>
                  </a:lnTo>
                  <a:lnTo>
                    <a:pt x="4605" y="272375"/>
                  </a:lnTo>
                  <a:lnTo>
                    <a:pt x="0" y="226690"/>
                  </a:lnTo>
                  <a:lnTo>
                    <a:pt x="4605" y="181004"/>
                  </a:lnTo>
                  <a:lnTo>
                    <a:pt x="17814" y="138452"/>
                  </a:lnTo>
                  <a:lnTo>
                    <a:pt x="38715" y="99946"/>
                  </a:lnTo>
                  <a:lnTo>
                    <a:pt x="66396" y="66396"/>
                  </a:lnTo>
                  <a:lnTo>
                    <a:pt x="99946" y="38715"/>
                  </a:lnTo>
                  <a:lnTo>
                    <a:pt x="138452" y="17814"/>
                  </a:lnTo>
                  <a:lnTo>
                    <a:pt x="181004" y="4605"/>
                  </a:lnTo>
                  <a:lnTo>
                    <a:pt x="226690" y="0"/>
                  </a:lnTo>
                  <a:lnTo>
                    <a:pt x="272375" y="4605"/>
                  </a:lnTo>
                  <a:lnTo>
                    <a:pt x="314927" y="17814"/>
                  </a:lnTo>
                  <a:lnTo>
                    <a:pt x="353434" y="38715"/>
                  </a:lnTo>
                  <a:lnTo>
                    <a:pt x="386984" y="66396"/>
                  </a:lnTo>
                  <a:lnTo>
                    <a:pt x="414665" y="99946"/>
                  </a:lnTo>
                  <a:lnTo>
                    <a:pt x="435565" y="138452"/>
                  </a:lnTo>
                  <a:lnTo>
                    <a:pt x="448774" y="181004"/>
                  </a:lnTo>
                  <a:lnTo>
                    <a:pt x="453380" y="226690"/>
                  </a:lnTo>
                  <a:lnTo>
                    <a:pt x="448774" y="272375"/>
                  </a:lnTo>
                  <a:lnTo>
                    <a:pt x="435565" y="314927"/>
                  </a:lnTo>
                  <a:lnTo>
                    <a:pt x="414665" y="353434"/>
                  </a:lnTo>
                  <a:lnTo>
                    <a:pt x="386984" y="386984"/>
                  </a:lnTo>
                  <a:lnTo>
                    <a:pt x="353434" y="414665"/>
                  </a:lnTo>
                  <a:lnTo>
                    <a:pt x="314927" y="435565"/>
                  </a:lnTo>
                  <a:lnTo>
                    <a:pt x="272375" y="448774"/>
                  </a:lnTo>
                  <a:lnTo>
                    <a:pt x="226690" y="45338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540771" y="5124903"/>
              <a:ext cx="155088" cy="216665"/>
            </a:xfrm>
            <a:prstGeom prst="rect">
              <a:avLst/>
            </a:prstGeom>
          </p:spPr>
        </p:pic>
      </p:grpSp>
      <p:pic>
        <p:nvPicPr>
          <p:cNvPr id="151" name="object 151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7558306" y="9537479"/>
            <a:ext cx="72558" cy="193994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7678606" y="9537479"/>
            <a:ext cx="72558" cy="1939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10345" cy="6503670"/>
            </a:xfrm>
            <a:custGeom>
              <a:avLst/>
              <a:gdLst/>
              <a:ahLst/>
              <a:cxnLst/>
              <a:rect l="l" t="t" r="r" b="b"/>
              <a:pathLst>
                <a:path w="9110345" h="6503670">
                  <a:moveTo>
                    <a:pt x="2424290" y="6503647"/>
                  </a:moveTo>
                  <a:lnTo>
                    <a:pt x="2368829" y="6503423"/>
                  </a:lnTo>
                  <a:lnTo>
                    <a:pt x="2258443" y="6501634"/>
                  </a:lnTo>
                  <a:lnTo>
                    <a:pt x="2148498" y="6498069"/>
                  </a:lnTo>
                  <a:lnTo>
                    <a:pt x="2039006" y="6492741"/>
                  </a:lnTo>
                  <a:lnTo>
                    <a:pt x="1929982" y="6485665"/>
                  </a:lnTo>
                  <a:lnTo>
                    <a:pt x="1821440" y="6476855"/>
                  </a:lnTo>
                  <a:lnTo>
                    <a:pt x="1713393" y="6466323"/>
                  </a:lnTo>
                  <a:lnTo>
                    <a:pt x="1605855" y="6454084"/>
                  </a:lnTo>
                  <a:lnTo>
                    <a:pt x="1498840" y="6440152"/>
                  </a:lnTo>
                  <a:lnTo>
                    <a:pt x="1392361" y="6424541"/>
                  </a:lnTo>
                  <a:lnTo>
                    <a:pt x="1286433" y="6407263"/>
                  </a:lnTo>
                  <a:lnTo>
                    <a:pt x="1181070" y="6388333"/>
                  </a:lnTo>
                  <a:lnTo>
                    <a:pt x="1076284" y="6367765"/>
                  </a:lnTo>
                  <a:lnTo>
                    <a:pt x="972090" y="6345573"/>
                  </a:lnTo>
                  <a:lnTo>
                    <a:pt x="868501" y="6321770"/>
                  </a:lnTo>
                  <a:lnTo>
                    <a:pt x="765532" y="6296369"/>
                  </a:lnTo>
                  <a:lnTo>
                    <a:pt x="663195" y="6269386"/>
                  </a:lnTo>
                  <a:lnTo>
                    <a:pt x="561506" y="6240833"/>
                  </a:lnTo>
                  <a:lnTo>
                    <a:pt x="460477" y="6210725"/>
                  </a:lnTo>
                  <a:lnTo>
                    <a:pt x="360123" y="6179074"/>
                  </a:lnTo>
                  <a:lnTo>
                    <a:pt x="260456" y="6145895"/>
                  </a:lnTo>
                  <a:lnTo>
                    <a:pt x="161492" y="6111202"/>
                  </a:lnTo>
                  <a:lnTo>
                    <a:pt x="63243" y="6075009"/>
                  </a:lnTo>
                  <a:lnTo>
                    <a:pt x="0" y="6050728"/>
                  </a:lnTo>
                  <a:lnTo>
                    <a:pt x="0" y="0"/>
                  </a:lnTo>
                  <a:lnTo>
                    <a:pt x="9109849" y="0"/>
                  </a:lnTo>
                  <a:lnTo>
                    <a:pt x="9108821" y="36203"/>
                  </a:lnTo>
                  <a:lnTo>
                    <a:pt x="9106818" y="91119"/>
                  </a:lnTo>
                  <a:lnTo>
                    <a:pt x="9104373" y="145923"/>
                  </a:lnTo>
                  <a:lnTo>
                    <a:pt x="9101490" y="200611"/>
                  </a:lnTo>
                  <a:lnTo>
                    <a:pt x="9098170" y="255182"/>
                  </a:lnTo>
                  <a:lnTo>
                    <a:pt x="9094414" y="309635"/>
                  </a:lnTo>
                  <a:lnTo>
                    <a:pt x="9090225" y="363967"/>
                  </a:lnTo>
                  <a:lnTo>
                    <a:pt x="9085604" y="418177"/>
                  </a:lnTo>
                  <a:lnTo>
                    <a:pt x="9080552" y="472264"/>
                  </a:lnTo>
                  <a:lnTo>
                    <a:pt x="9075072" y="526224"/>
                  </a:lnTo>
                  <a:lnTo>
                    <a:pt x="9069165" y="580058"/>
                  </a:lnTo>
                  <a:lnTo>
                    <a:pt x="9062833" y="633762"/>
                  </a:lnTo>
                  <a:lnTo>
                    <a:pt x="9056078" y="687336"/>
                  </a:lnTo>
                  <a:lnTo>
                    <a:pt x="9048901" y="740777"/>
                  </a:lnTo>
                  <a:lnTo>
                    <a:pt x="9041304" y="794084"/>
                  </a:lnTo>
                  <a:lnTo>
                    <a:pt x="9033289" y="847256"/>
                  </a:lnTo>
                  <a:lnTo>
                    <a:pt x="9024858" y="900289"/>
                  </a:lnTo>
                  <a:lnTo>
                    <a:pt x="9016012" y="953184"/>
                  </a:lnTo>
                  <a:lnTo>
                    <a:pt x="9006753" y="1005937"/>
                  </a:lnTo>
                  <a:lnTo>
                    <a:pt x="8997082" y="1058547"/>
                  </a:lnTo>
                  <a:lnTo>
                    <a:pt x="8987002" y="1111013"/>
                  </a:lnTo>
                  <a:lnTo>
                    <a:pt x="8976514" y="1163333"/>
                  </a:lnTo>
                  <a:lnTo>
                    <a:pt x="8965620" y="1215505"/>
                  </a:lnTo>
                  <a:lnTo>
                    <a:pt x="8954322" y="1267527"/>
                  </a:lnTo>
                  <a:lnTo>
                    <a:pt x="8942621" y="1319398"/>
                  </a:lnTo>
                  <a:lnTo>
                    <a:pt x="8930519" y="1371116"/>
                  </a:lnTo>
                  <a:lnTo>
                    <a:pt x="8918017" y="1422679"/>
                  </a:lnTo>
                  <a:lnTo>
                    <a:pt x="8905118" y="1474085"/>
                  </a:lnTo>
                  <a:lnTo>
                    <a:pt x="8891824" y="1525333"/>
                  </a:lnTo>
                  <a:lnTo>
                    <a:pt x="8878135" y="1576422"/>
                  </a:lnTo>
                  <a:lnTo>
                    <a:pt x="8864054" y="1627348"/>
                  </a:lnTo>
                  <a:lnTo>
                    <a:pt x="8849582" y="1678111"/>
                  </a:lnTo>
                  <a:lnTo>
                    <a:pt x="8834721" y="1728709"/>
                  </a:lnTo>
                  <a:lnTo>
                    <a:pt x="8819473" y="1779140"/>
                  </a:lnTo>
                  <a:lnTo>
                    <a:pt x="8803840" y="1829402"/>
                  </a:lnTo>
                  <a:lnTo>
                    <a:pt x="8787823" y="1879495"/>
                  </a:lnTo>
                  <a:lnTo>
                    <a:pt x="8771424" y="1929415"/>
                  </a:lnTo>
                  <a:lnTo>
                    <a:pt x="8754644" y="1979161"/>
                  </a:lnTo>
                  <a:lnTo>
                    <a:pt x="8737486" y="2028732"/>
                  </a:lnTo>
                  <a:lnTo>
                    <a:pt x="8719951" y="2078125"/>
                  </a:lnTo>
                  <a:lnTo>
                    <a:pt x="8702041" y="2127340"/>
                  </a:lnTo>
                  <a:lnTo>
                    <a:pt x="8683758" y="2176374"/>
                  </a:lnTo>
                  <a:lnTo>
                    <a:pt x="8665102" y="2225226"/>
                  </a:lnTo>
                  <a:lnTo>
                    <a:pt x="8646077" y="2273894"/>
                  </a:lnTo>
                  <a:lnTo>
                    <a:pt x="8626684" y="2322376"/>
                  </a:lnTo>
                  <a:lnTo>
                    <a:pt x="8606924" y="2370670"/>
                  </a:lnTo>
                  <a:lnTo>
                    <a:pt x="8586799" y="2418775"/>
                  </a:lnTo>
                  <a:lnTo>
                    <a:pt x="8566311" y="2466689"/>
                  </a:lnTo>
                  <a:lnTo>
                    <a:pt x="8545462" y="2514411"/>
                  </a:lnTo>
                  <a:lnTo>
                    <a:pt x="8524253" y="2561938"/>
                  </a:lnTo>
                  <a:lnTo>
                    <a:pt x="8502686" y="2609269"/>
                  </a:lnTo>
                  <a:lnTo>
                    <a:pt x="8480763" y="2656402"/>
                  </a:lnTo>
                  <a:lnTo>
                    <a:pt x="8458485" y="2703335"/>
                  </a:lnTo>
                  <a:lnTo>
                    <a:pt x="8435855" y="2750068"/>
                  </a:lnTo>
                  <a:lnTo>
                    <a:pt x="8412873" y="2796597"/>
                  </a:lnTo>
                  <a:lnTo>
                    <a:pt x="8389543" y="2842921"/>
                  </a:lnTo>
                  <a:lnTo>
                    <a:pt x="8365864" y="2889039"/>
                  </a:lnTo>
                  <a:lnTo>
                    <a:pt x="8341840" y="2934949"/>
                  </a:lnTo>
                  <a:lnTo>
                    <a:pt x="8317471" y="2980649"/>
                  </a:lnTo>
                  <a:lnTo>
                    <a:pt x="8292761" y="3026137"/>
                  </a:lnTo>
                  <a:lnTo>
                    <a:pt x="8267709" y="3071412"/>
                  </a:lnTo>
                  <a:lnTo>
                    <a:pt x="8242318" y="3116472"/>
                  </a:lnTo>
                  <a:lnTo>
                    <a:pt x="8216591" y="3161315"/>
                  </a:lnTo>
                  <a:lnTo>
                    <a:pt x="8190527" y="3205940"/>
                  </a:lnTo>
                  <a:lnTo>
                    <a:pt x="8164130" y="3250344"/>
                  </a:lnTo>
                  <a:lnTo>
                    <a:pt x="8137400" y="3294527"/>
                  </a:lnTo>
                  <a:lnTo>
                    <a:pt x="8110341" y="3338485"/>
                  </a:lnTo>
                  <a:lnTo>
                    <a:pt x="8082952" y="3382219"/>
                  </a:lnTo>
                  <a:lnTo>
                    <a:pt x="8055237" y="3425725"/>
                  </a:lnTo>
                  <a:lnTo>
                    <a:pt x="8027196" y="3469002"/>
                  </a:lnTo>
                  <a:lnTo>
                    <a:pt x="7998832" y="3512049"/>
                  </a:lnTo>
                  <a:lnTo>
                    <a:pt x="7970146" y="3554864"/>
                  </a:lnTo>
                  <a:lnTo>
                    <a:pt x="7941140" y="3597444"/>
                  </a:lnTo>
                  <a:lnTo>
                    <a:pt x="7911816" y="3639789"/>
                  </a:lnTo>
                  <a:lnTo>
                    <a:pt x="7882175" y="3681897"/>
                  </a:lnTo>
                  <a:lnTo>
                    <a:pt x="7852219" y="3723765"/>
                  </a:lnTo>
                  <a:lnTo>
                    <a:pt x="7821950" y="3765392"/>
                  </a:lnTo>
                  <a:lnTo>
                    <a:pt x="7791369" y="3806777"/>
                  </a:lnTo>
                  <a:lnTo>
                    <a:pt x="7760479" y="3847918"/>
                  </a:lnTo>
                  <a:lnTo>
                    <a:pt x="7729281" y="3888812"/>
                  </a:lnTo>
                  <a:lnTo>
                    <a:pt x="7697776" y="3929459"/>
                  </a:lnTo>
                  <a:lnTo>
                    <a:pt x="7665967" y="3969856"/>
                  </a:lnTo>
                  <a:lnTo>
                    <a:pt x="7633855" y="4010002"/>
                  </a:lnTo>
                  <a:lnTo>
                    <a:pt x="7601442" y="4049895"/>
                  </a:lnTo>
                  <a:lnTo>
                    <a:pt x="7568730" y="4089533"/>
                  </a:lnTo>
                  <a:lnTo>
                    <a:pt x="7535720" y="4128915"/>
                  </a:lnTo>
                  <a:lnTo>
                    <a:pt x="7502413" y="4168039"/>
                  </a:lnTo>
                  <a:lnTo>
                    <a:pt x="7468813" y="4206903"/>
                  </a:lnTo>
                  <a:lnTo>
                    <a:pt x="7434920" y="4245505"/>
                  </a:lnTo>
                  <a:lnTo>
                    <a:pt x="7400736" y="4283844"/>
                  </a:lnTo>
                  <a:lnTo>
                    <a:pt x="7366263" y="4321919"/>
                  </a:lnTo>
                  <a:lnTo>
                    <a:pt x="7331503" y="4359726"/>
                  </a:lnTo>
                  <a:lnTo>
                    <a:pt x="7296457" y="4397265"/>
                  </a:lnTo>
                  <a:lnTo>
                    <a:pt x="7261128" y="4434534"/>
                  </a:lnTo>
                  <a:lnTo>
                    <a:pt x="7225516" y="4471531"/>
                  </a:lnTo>
                  <a:lnTo>
                    <a:pt x="7189623" y="4508255"/>
                  </a:lnTo>
                  <a:lnTo>
                    <a:pt x="7153452" y="4544703"/>
                  </a:lnTo>
                  <a:lnTo>
                    <a:pt x="7117004" y="4580874"/>
                  </a:lnTo>
                  <a:lnTo>
                    <a:pt x="7080280" y="4616767"/>
                  </a:lnTo>
                  <a:lnTo>
                    <a:pt x="7043283" y="4652379"/>
                  </a:lnTo>
                  <a:lnTo>
                    <a:pt x="7006014" y="4687709"/>
                  </a:lnTo>
                  <a:lnTo>
                    <a:pt x="6968475" y="4722754"/>
                  </a:lnTo>
                  <a:lnTo>
                    <a:pt x="6930668" y="4757515"/>
                  </a:lnTo>
                  <a:lnTo>
                    <a:pt x="6892593" y="4791987"/>
                  </a:lnTo>
                  <a:lnTo>
                    <a:pt x="6854254" y="4826171"/>
                  </a:lnTo>
                  <a:lnTo>
                    <a:pt x="6815652" y="4860064"/>
                  </a:lnTo>
                  <a:lnTo>
                    <a:pt x="6776788" y="4893664"/>
                  </a:lnTo>
                  <a:lnTo>
                    <a:pt x="6737664" y="4926971"/>
                  </a:lnTo>
                  <a:lnTo>
                    <a:pt x="6698282" y="4959981"/>
                  </a:lnTo>
                  <a:lnTo>
                    <a:pt x="6658643" y="4992693"/>
                  </a:lnTo>
                  <a:lnTo>
                    <a:pt x="6618750" y="5025106"/>
                  </a:lnTo>
                  <a:lnTo>
                    <a:pt x="6578605" y="5057218"/>
                  </a:lnTo>
                  <a:lnTo>
                    <a:pt x="6538207" y="5089028"/>
                  </a:lnTo>
                  <a:lnTo>
                    <a:pt x="6497561" y="5120532"/>
                  </a:lnTo>
                  <a:lnTo>
                    <a:pt x="6456666" y="5151730"/>
                  </a:lnTo>
                  <a:lnTo>
                    <a:pt x="6415526" y="5182621"/>
                  </a:lnTo>
                  <a:lnTo>
                    <a:pt x="6374141" y="5213201"/>
                  </a:lnTo>
                  <a:lnTo>
                    <a:pt x="6332514" y="5243470"/>
                  </a:lnTo>
                  <a:lnTo>
                    <a:pt x="6290646" y="5273426"/>
                  </a:lnTo>
                  <a:lnTo>
                    <a:pt x="6248538" y="5303067"/>
                  </a:lnTo>
                  <a:lnTo>
                    <a:pt x="6206193" y="5332391"/>
                  </a:lnTo>
                  <a:lnTo>
                    <a:pt x="6163613" y="5361397"/>
                  </a:lnTo>
                  <a:lnTo>
                    <a:pt x="6120798" y="5390083"/>
                  </a:lnTo>
                  <a:lnTo>
                    <a:pt x="6077751" y="5418447"/>
                  </a:lnTo>
                  <a:lnTo>
                    <a:pt x="6034474" y="5446488"/>
                  </a:lnTo>
                  <a:lnTo>
                    <a:pt x="5990968" y="5474203"/>
                  </a:lnTo>
                  <a:lnTo>
                    <a:pt x="5947234" y="5501592"/>
                  </a:lnTo>
                  <a:lnTo>
                    <a:pt x="5903276" y="5528652"/>
                  </a:lnTo>
                  <a:lnTo>
                    <a:pt x="5859093" y="5555381"/>
                  </a:lnTo>
                  <a:lnTo>
                    <a:pt x="5814689" y="5581778"/>
                  </a:lnTo>
                  <a:lnTo>
                    <a:pt x="5770064" y="5607842"/>
                  </a:lnTo>
                  <a:lnTo>
                    <a:pt x="5725221" y="5633570"/>
                  </a:lnTo>
                  <a:lnTo>
                    <a:pt x="5680161" y="5658960"/>
                  </a:lnTo>
                  <a:lnTo>
                    <a:pt x="5634886" y="5684012"/>
                  </a:lnTo>
                  <a:lnTo>
                    <a:pt x="5589398" y="5708723"/>
                  </a:lnTo>
                  <a:lnTo>
                    <a:pt x="5497788" y="5757115"/>
                  </a:lnTo>
                  <a:lnTo>
                    <a:pt x="5405346" y="5804124"/>
                  </a:lnTo>
                  <a:lnTo>
                    <a:pt x="5312084" y="5849736"/>
                  </a:lnTo>
                  <a:lnTo>
                    <a:pt x="5218018" y="5893937"/>
                  </a:lnTo>
                  <a:lnTo>
                    <a:pt x="5123160" y="5936713"/>
                  </a:lnTo>
                  <a:lnTo>
                    <a:pt x="5027524" y="5978050"/>
                  </a:lnTo>
                  <a:lnTo>
                    <a:pt x="4931125" y="6017935"/>
                  </a:lnTo>
                  <a:lnTo>
                    <a:pt x="4833975" y="6056354"/>
                  </a:lnTo>
                  <a:lnTo>
                    <a:pt x="4736089" y="6093292"/>
                  </a:lnTo>
                  <a:lnTo>
                    <a:pt x="4637481" y="6128737"/>
                  </a:lnTo>
                  <a:lnTo>
                    <a:pt x="4538164" y="6162675"/>
                  </a:lnTo>
                  <a:lnTo>
                    <a:pt x="4438151" y="6195091"/>
                  </a:lnTo>
                  <a:lnTo>
                    <a:pt x="4337458" y="6225972"/>
                  </a:lnTo>
                  <a:lnTo>
                    <a:pt x="4236097" y="6255305"/>
                  </a:lnTo>
                  <a:lnTo>
                    <a:pt x="4134082" y="6283075"/>
                  </a:lnTo>
                  <a:lnTo>
                    <a:pt x="4031428" y="6309268"/>
                  </a:lnTo>
                  <a:lnTo>
                    <a:pt x="3928147" y="6333872"/>
                  </a:lnTo>
                  <a:lnTo>
                    <a:pt x="3824254" y="6356871"/>
                  </a:lnTo>
                  <a:lnTo>
                    <a:pt x="3719762" y="6378253"/>
                  </a:lnTo>
                  <a:lnTo>
                    <a:pt x="3614686" y="6398004"/>
                  </a:lnTo>
                  <a:lnTo>
                    <a:pt x="3509038" y="6416109"/>
                  </a:lnTo>
                  <a:lnTo>
                    <a:pt x="3402833" y="6432556"/>
                  </a:lnTo>
                  <a:lnTo>
                    <a:pt x="3296085" y="6447329"/>
                  </a:lnTo>
                  <a:lnTo>
                    <a:pt x="3188807" y="6460416"/>
                  </a:lnTo>
                  <a:lnTo>
                    <a:pt x="3081013" y="6471803"/>
                  </a:lnTo>
                  <a:lnTo>
                    <a:pt x="2972716" y="6481476"/>
                  </a:lnTo>
                  <a:lnTo>
                    <a:pt x="2863931" y="6489421"/>
                  </a:lnTo>
                  <a:lnTo>
                    <a:pt x="2754672" y="6495624"/>
                  </a:lnTo>
                  <a:lnTo>
                    <a:pt x="2699868" y="6498069"/>
                  </a:lnTo>
                  <a:lnTo>
                    <a:pt x="2644951" y="6500072"/>
                  </a:lnTo>
                  <a:lnTo>
                    <a:pt x="2589923" y="6501634"/>
                  </a:lnTo>
                  <a:lnTo>
                    <a:pt x="2534784" y="6502751"/>
                  </a:lnTo>
                  <a:lnTo>
                    <a:pt x="2479537" y="6503423"/>
                  </a:lnTo>
                  <a:lnTo>
                    <a:pt x="2424290" y="6503647"/>
                  </a:lnTo>
                  <a:close/>
                </a:path>
              </a:pathLst>
            </a:custGeom>
            <a:solidFill>
              <a:srgbClr val="FAFAFA">
                <a:alpha val="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9880" y="4033367"/>
              <a:ext cx="869950" cy="582930"/>
            </a:xfrm>
            <a:custGeom>
              <a:avLst/>
              <a:gdLst/>
              <a:ahLst/>
              <a:cxnLst/>
              <a:rect l="l" t="t" r="r" b="b"/>
              <a:pathLst>
                <a:path w="869950" h="582929">
                  <a:moveTo>
                    <a:pt x="415239" y="290918"/>
                  </a:moveTo>
                  <a:lnTo>
                    <a:pt x="412381" y="232410"/>
                  </a:lnTo>
                  <a:lnTo>
                    <a:pt x="404012" y="179997"/>
                  </a:lnTo>
                  <a:lnTo>
                    <a:pt x="390296" y="133718"/>
                  </a:lnTo>
                  <a:lnTo>
                    <a:pt x="371436" y="93878"/>
                  </a:lnTo>
                  <a:lnTo>
                    <a:pt x="347662" y="60744"/>
                  </a:lnTo>
                  <a:lnTo>
                    <a:pt x="329590" y="44119"/>
                  </a:lnTo>
                  <a:lnTo>
                    <a:pt x="329590" y="290918"/>
                  </a:lnTo>
                  <a:lnTo>
                    <a:pt x="325869" y="356069"/>
                  </a:lnTo>
                  <a:lnTo>
                    <a:pt x="314947" y="410108"/>
                  </a:lnTo>
                  <a:lnTo>
                    <a:pt x="297230" y="452716"/>
                  </a:lnTo>
                  <a:lnTo>
                    <a:pt x="273151" y="483552"/>
                  </a:lnTo>
                  <a:lnTo>
                    <a:pt x="207479" y="508622"/>
                  </a:lnTo>
                  <a:lnTo>
                    <a:pt x="171958" y="502297"/>
                  </a:lnTo>
                  <a:lnTo>
                    <a:pt x="117856" y="452716"/>
                  </a:lnTo>
                  <a:lnTo>
                    <a:pt x="100164" y="410108"/>
                  </a:lnTo>
                  <a:lnTo>
                    <a:pt x="89281" y="356069"/>
                  </a:lnTo>
                  <a:lnTo>
                    <a:pt x="85636" y="290918"/>
                  </a:lnTo>
                  <a:lnTo>
                    <a:pt x="89408" y="225869"/>
                  </a:lnTo>
                  <a:lnTo>
                    <a:pt x="100406" y="171856"/>
                  </a:lnTo>
                  <a:lnTo>
                    <a:pt x="118173" y="129222"/>
                  </a:lnTo>
                  <a:lnTo>
                    <a:pt x="142252" y="98336"/>
                  </a:lnTo>
                  <a:lnTo>
                    <a:pt x="207479" y="73215"/>
                  </a:lnTo>
                  <a:lnTo>
                    <a:pt x="242900" y="79552"/>
                  </a:lnTo>
                  <a:lnTo>
                    <a:pt x="297027" y="129222"/>
                  </a:lnTo>
                  <a:lnTo>
                    <a:pt x="314820" y="171856"/>
                  </a:lnTo>
                  <a:lnTo>
                    <a:pt x="325818" y="225869"/>
                  </a:lnTo>
                  <a:lnTo>
                    <a:pt x="329590" y="290918"/>
                  </a:lnTo>
                  <a:lnTo>
                    <a:pt x="329590" y="44119"/>
                  </a:lnTo>
                  <a:lnTo>
                    <a:pt x="319176" y="34531"/>
                  </a:lnTo>
                  <a:lnTo>
                    <a:pt x="286181" y="15506"/>
                  </a:lnTo>
                  <a:lnTo>
                    <a:pt x="248881" y="3911"/>
                  </a:lnTo>
                  <a:lnTo>
                    <a:pt x="207479" y="0"/>
                  </a:lnTo>
                  <a:lnTo>
                    <a:pt x="166141" y="3911"/>
                  </a:lnTo>
                  <a:lnTo>
                    <a:pt x="128930" y="15481"/>
                  </a:lnTo>
                  <a:lnTo>
                    <a:pt x="67525" y="60642"/>
                  </a:lnTo>
                  <a:lnTo>
                    <a:pt x="43764" y="93764"/>
                  </a:lnTo>
                  <a:lnTo>
                    <a:pt x="24930" y="133591"/>
                  </a:lnTo>
                  <a:lnTo>
                    <a:pt x="11214" y="179882"/>
                  </a:lnTo>
                  <a:lnTo>
                    <a:pt x="2832" y="232486"/>
                  </a:lnTo>
                  <a:lnTo>
                    <a:pt x="0" y="290918"/>
                  </a:lnTo>
                  <a:lnTo>
                    <a:pt x="2730" y="349745"/>
                  </a:lnTo>
                  <a:lnTo>
                    <a:pt x="11010" y="402501"/>
                  </a:lnTo>
                  <a:lnTo>
                    <a:pt x="24625" y="448945"/>
                  </a:lnTo>
                  <a:lnTo>
                    <a:pt x="43383" y="488873"/>
                  </a:lnTo>
                  <a:lnTo>
                    <a:pt x="67094" y="522033"/>
                  </a:lnTo>
                  <a:lnTo>
                    <a:pt x="95542" y="548220"/>
                  </a:lnTo>
                  <a:lnTo>
                    <a:pt x="165938" y="578764"/>
                  </a:lnTo>
                  <a:lnTo>
                    <a:pt x="207479" y="582663"/>
                  </a:lnTo>
                  <a:lnTo>
                    <a:pt x="249097" y="578764"/>
                  </a:lnTo>
                  <a:lnTo>
                    <a:pt x="286512" y="567207"/>
                  </a:lnTo>
                  <a:lnTo>
                    <a:pt x="319544" y="548220"/>
                  </a:lnTo>
                  <a:lnTo>
                    <a:pt x="348005" y="522033"/>
                  </a:lnTo>
                  <a:lnTo>
                    <a:pt x="357593" y="508622"/>
                  </a:lnTo>
                  <a:lnTo>
                    <a:pt x="371716" y="488873"/>
                  </a:lnTo>
                  <a:lnTo>
                    <a:pt x="390474" y="448945"/>
                  </a:lnTo>
                  <a:lnTo>
                    <a:pt x="404114" y="402501"/>
                  </a:lnTo>
                  <a:lnTo>
                    <a:pt x="412432" y="349745"/>
                  </a:lnTo>
                  <a:lnTo>
                    <a:pt x="415239" y="290918"/>
                  </a:lnTo>
                  <a:close/>
                </a:path>
                <a:path w="869950" h="582929">
                  <a:moveTo>
                    <a:pt x="869518" y="390372"/>
                  </a:moveTo>
                  <a:lnTo>
                    <a:pt x="792708" y="390372"/>
                  </a:lnTo>
                  <a:lnTo>
                    <a:pt x="792708" y="109956"/>
                  </a:lnTo>
                  <a:lnTo>
                    <a:pt x="792708" y="7734"/>
                  </a:lnTo>
                  <a:lnTo>
                    <a:pt x="711212" y="7734"/>
                  </a:lnTo>
                  <a:lnTo>
                    <a:pt x="711212" y="109956"/>
                  </a:lnTo>
                  <a:lnTo>
                    <a:pt x="711212" y="390372"/>
                  </a:lnTo>
                  <a:lnTo>
                    <a:pt x="526376" y="390372"/>
                  </a:lnTo>
                  <a:lnTo>
                    <a:pt x="526376" y="385953"/>
                  </a:lnTo>
                  <a:lnTo>
                    <a:pt x="705129" y="109956"/>
                  </a:lnTo>
                  <a:lnTo>
                    <a:pt x="711212" y="109956"/>
                  </a:lnTo>
                  <a:lnTo>
                    <a:pt x="711212" y="7734"/>
                  </a:lnTo>
                  <a:lnTo>
                    <a:pt x="686066" y="7734"/>
                  </a:lnTo>
                  <a:lnTo>
                    <a:pt x="436308" y="393687"/>
                  </a:lnTo>
                  <a:lnTo>
                    <a:pt x="436308" y="463042"/>
                  </a:lnTo>
                  <a:lnTo>
                    <a:pt x="710653" y="463042"/>
                  </a:lnTo>
                  <a:lnTo>
                    <a:pt x="710653" y="573544"/>
                  </a:lnTo>
                  <a:lnTo>
                    <a:pt x="792708" y="573544"/>
                  </a:lnTo>
                  <a:lnTo>
                    <a:pt x="792708" y="463042"/>
                  </a:lnTo>
                  <a:lnTo>
                    <a:pt x="869518" y="463042"/>
                  </a:lnTo>
                  <a:lnTo>
                    <a:pt x="869518" y="3903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0148" y="4501649"/>
              <a:ext cx="110787" cy="11051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14132" y="4772964"/>
              <a:ext cx="3423920" cy="701675"/>
            </a:xfrm>
            <a:custGeom>
              <a:avLst/>
              <a:gdLst/>
              <a:ahLst/>
              <a:cxnLst/>
              <a:rect l="l" t="t" r="r" b="b"/>
              <a:pathLst>
                <a:path w="3423920" h="701675">
                  <a:moveTo>
                    <a:pt x="418274" y="289255"/>
                  </a:moveTo>
                  <a:lnTo>
                    <a:pt x="369049" y="268719"/>
                  </a:lnTo>
                  <a:lnTo>
                    <a:pt x="327342" y="241058"/>
                  </a:lnTo>
                  <a:lnTo>
                    <a:pt x="293814" y="207518"/>
                  </a:lnTo>
                  <a:lnTo>
                    <a:pt x="289509" y="200850"/>
                  </a:lnTo>
                  <a:lnTo>
                    <a:pt x="269125" y="169291"/>
                  </a:lnTo>
                  <a:lnTo>
                    <a:pt x="253949" y="127622"/>
                  </a:lnTo>
                  <a:lnTo>
                    <a:pt x="248920" y="83705"/>
                  </a:lnTo>
                  <a:lnTo>
                    <a:pt x="248920" y="22923"/>
                  </a:lnTo>
                  <a:lnTo>
                    <a:pt x="174879" y="22923"/>
                  </a:lnTo>
                  <a:lnTo>
                    <a:pt x="174879" y="83705"/>
                  </a:lnTo>
                  <a:lnTo>
                    <a:pt x="169405" y="131864"/>
                  </a:lnTo>
                  <a:lnTo>
                    <a:pt x="153670" y="176961"/>
                  </a:lnTo>
                  <a:lnTo>
                    <a:pt x="128257" y="217881"/>
                  </a:lnTo>
                  <a:lnTo>
                    <a:pt x="93776" y="253466"/>
                  </a:lnTo>
                  <a:lnTo>
                    <a:pt x="50825" y="282613"/>
                  </a:lnTo>
                  <a:lnTo>
                    <a:pt x="0" y="304177"/>
                  </a:lnTo>
                  <a:lnTo>
                    <a:pt x="39497" y="363296"/>
                  </a:lnTo>
                  <a:lnTo>
                    <a:pt x="86448" y="342722"/>
                  </a:lnTo>
                  <a:lnTo>
                    <a:pt x="127609" y="315544"/>
                  </a:lnTo>
                  <a:lnTo>
                    <a:pt x="162610" y="282422"/>
                  </a:lnTo>
                  <a:lnTo>
                    <a:pt x="191109" y="243979"/>
                  </a:lnTo>
                  <a:lnTo>
                    <a:pt x="212725" y="200850"/>
                  </a:lnTo>
                  <a:lnTo>
                    <a:pt x="234607" y="239280"/>
                  </a:lnTo>
                  <a:lnTo>
                    <a:pt x="262547" y="273659"/>
                  </a:lnTo>
                  <a:lnTo>
                    <a:pt x="296138" y="303428"/>
                  </a:lnTo>
                  <a:lnTo>
                    <a:pt x="335013" y="328066"/>
                  </a:lnTo>
                  <a:lnTo>
                    <a:pt x="378777" y="347002"/>
                  </a:lnTo>
                  <a:lnTo>
                    <a:pt x="418274" y="289255"/>
                  </a:lnTo>
                  <a:close/>
                </a:path>
                <a:path w="3423920" h="701675">
                  <a:moveTo>
                    <a:pt x="585978" y="266"/>
                  </a:moveTo>
                  <a:lnTo>
                    <a:pt x="511937" y="266"/>
                  </a:lnTo>
                  <a:lnTo>
                    <a:pt x="511937" y="120726"/>
                  </a:lnTo>
                  <a:lnTo>
                    <a:pt x="364401" y="120726"/>
                  </a:lnTo>
                  <a:lnTo>
                    <a:pt x="364401" y="180962"/>
                  </a:lnTo>
                  <a:lnTo>
                    <a:pt x="511937" y="180962"/>
                  </a:lnTo>
                  <a:lnTo>
                    <a:pt x="511937" y="360540"/>
                  </a:lnTo>
                  <a:lnTo>
                    <a:pt x="585978" y="360540"/>
                  </a:lnTo>
                  <a:lnTo>
                    <a:pt x="585978" y="266"/>
                  </a:lnTo>
                  <a:close/>
                </a:path>
                <a:path w="3423920" h="701675">
                  <a:moveTo>
                    <a:pt x="610019" y="632117"/>
                  </a:moveTo>
                  <a:lnTo>
                    <a:pt x="202501" y="632117"/>
                  </a:lnTo>
                  <a:lnTo>
                    <a:pt x="202501" y="567474"/>
                  </a:lnTo>
                  <a:lnTo>
                    <a:pt x="585978" y="567474"/>
                  </a:lnTo>
                  <a:lnTo>
                    <a:pt x="585978" y="393687"/>
                  </a:lnTo>
                  <a:lnTo>
                    <a:pt x="128193" y="393687"/>
                  </a:lnTo>
                  <a:lnTo>
                    <a:pt x="128193" y="452259"/>
                  </a:lnTo>
                  <a:lnTo>
                    <a:pt x="512495" y="452259"/>
                  </a:lnTo>
                  <a:lnTo>
                    <a:pt x="512495" y="511657"/>
                  </a:lnTo>
                  <a:lnTo>
                    <a:pt x="129565" y="511657"/>
                  </a:lnTo>
                  <a:lnTo>
                    <a:pt x="129565" y="691515"/>
                  </a:lnTo>
                  <a:lnTo>
                    <a:pt x="610019" y="691515"/>
                  </a:lnTo>
                  <a:lnTo>
                    <a:pt x="610019" y="632117"/>
                  </a:lnTo>
                  <a:close/>
                </a:path>
                <a:path w="3423920" h="701675">
                  <a:moveTo>
                    <a:pt x="1096899" y="18224"/>
                  </a:moveTo>
                  <a:lnTo>
                    <a:pt x="1026172" y="18224"/>
                  </a:lnTo>
                  <a:lnTo>
                    <a:pt x="1026172" y="191731"/>
                  </a:lnTo>
                  <a:lnTo>
                    <a:pt x="932230" y="191731"/>
                  </a:lnTo>
                  <a:lnTo>
                    <a:pt x="935863" y="166204"/>
                  </a:lnTo>
                  <a:lnTo>
                    <a:pt x="938453" y="140246"/>
                  </a:lnTo>
                  <a:lnTo>
                    <a:pt x="940003" y="113906"/>
                  </a:lnTo>
                  <a:lnTo>
                    <a:pt x="940523" y="87299"/>
                  </a:lnTo>
                  <a:lnTo>
                    <a:pt x="668667" y="87299"/>
                  </a:lnTo>
                  <a:lnTo>
                    <a:pt x="668667" y="148361"/>
                  </a:lnTo>
                  <a:lnTo>
                    <a:pt x="866749" y="148361"/>
                  </a:lnTo>
                  <a:lnTo>
                    <a:pt x="860323" y="195287"/>
                  </a:lnTo>
                  <a:lnTo>
                    <a:pt x="849401" y="240284"/>
                  </a:lnTo>
                  <a:lnTo>
                    <a:pt x="833831" y="283298"/>
                  </a:lnTo>
                  <a:lnTo>
                    <a:pt x="813447" y="324319"/>
                  </a:lnTo>
                  <a:lnTo>
                    <a:pt x="788123" y="363296"/>
                  </a:lnTo>
                  <a:lnTo>
                    <a:pt x="757682" y="400202"/>
                  </a:lnTo>
                  <a:lnTo>
                    <a:pt x="721969" y="435000"/>
                  </a:lnTo>
                  <a:lnTo>
                    <a:pt x="680834" y="467652"/>
                  </a:lnTo>
                  <a:lnTo>
                    <a:pt x="634123" y="498119"/>
                  </a:lnTo>
                  <a:lnTo>
                    <a:pt x="678332" y="550887"/>
                  </a:lnTo>
                  <a:lnTo>
                    <a:pt x="725106" y="520369"/>
                  </a:lnTo>
                  <a:lnTo>
                    <a:pt x="766699" y="487718"/>
                  </a:lnTo>
                  <a:lnTo>
                    <a:pt x="803325" y="453034"/>
                  </a:lnTo>
                  <a:lnTo>
                    <a:pt x="835152" y="416420"/>
                  </a:lnTo>
                  <a:lnTo>
                    <a:pt x="862393" y="377952"/>
                  </a:lnTo>
                  <a:lnTo>
                    <a:pt x="885215" y="337756"/>
                  </a:lnTo>
                  <a:lnTo>
                    <a:pt x="903833" y="295910"/>
                  </a:lnTo>
                  <a:lnTo>
                    <a:pt x="918413" y="252514"/>
                  </a:lnTo>
                  <a:lnTo>
                    <a:pt x="1026172" y="252514"/>
                  </a:lnTo>
                  <a:lnTo>
                    <a:pt x="1026172" y="366890"/>
                  </a:lnTo>
                  <a:lnTo>
                    <a:pt x="906538" y="366890"/>
                  </a:lnTo>
                  <a:lnTo>
                    <a:pt x="906538" y="427672"/>
                  </a:lnTo>
                  <a:lnTo>
                    <a:pt x="1026172" y="427672"/>
                  </a:lnTo>
                  <a:lnTo>
                    <a:pt x="1026172" y="666381"/>
                  </a:lnTo>
                  <a:lnTo>
                    <a:pt x="1096899" y="666381"/>
                  </a:lnTo>
                  <a:lnTo>
                    <a:pt x="1096899" y="252514"/>
                  </a:lnTo>
                  <a:lnTo>
                    <a:pt x="1096899" y="191731"/>
                  </a:lnTo>
                  <a:lnTo>
                    <a:pt x="1096899" y="18224"/>
                  </a:lnTo>
                  <a:close/>
                </a:path>
                <a:path w="3423920" h="701675">
                  <a:moveTo>
                    <a:pt x="1240002" y="266"/>
                  </a:moveTo>
                  <a:lnTo>
                    <a:pt x="1169555" y="266"/>
                  </a:lnTo>
                  <a:lnTo>
                    <a:pt x="1169555" y="700354"/>
                  </a:lnTo>
                  <a:lnTo>
                    <a:pt x="1240002" y="700354"/>
                  </a:lnTo>
                  <a:lnTo>
                    <a:pt x="1240002" y="266"/>
                  </a:lnTo>
                  <a:close/>
                </a:path>
                <a:path w="3423920" h="701675">
                  <a:moveTo>
                    <a:pt x="1782749" y="44754"/>
                  </a:moveTo>
                  <a:lnTo>
                    <a:pt x="1709547" y="44754"/>
                  </a:lnTo>
                  <a:lnTo>
                    <a:pt x="1709547" y="103873"/>
                  </a:lnTo>
                  <a:lnTo>
                    <a:pt x="1709547" y="274345"/>
                  </a:lnTo>
                  <a:lnTo>
                    <a:pt x="1522501" y="274345"/>
                  </a:lnTo>
                  <a:lnTo>
                    <a:pt x="1522501" y="103873"/>
                  </a:lnTo>
                  <a:lnTo>
                    <a:pt x="1709547" y="103873"/>
                  </a:lnTo>
                  <a:lnTo>
                    <a:pt x="1709547" y="44754"/>
                  </a:lnTo>
                  <a:lnTo>
                    <a:pt x="1449565" y="44754"/>
                  </a:lnTo>
                  <a:lnTo>
                    <a:pt x="1449565" y="332905"/>
                  </a:lnTo>
                  <a:lnTo>
                    <a:pt x="1782749" y="332905"/>
                  </a:lnTo>
                  <a:lnTo>
                    <a:pt x="1782749" y="274345"/>
                  </a:lnTo>
                  <a:lnTo>
                    <a:pt x="1782749" y="103873"/>
                  </a:lnTo>
                  <a:lnTo>
                    <a:pt x="1782749" y="44754"/>
                  </a:lnTo>
                  <a:close/>
                </a:path>
                <a:path w="3423920" h="701675">
                  <a:moveTo>
                    <a:pt x="1992998" y="266"/>
                  </a:moveTo>
                  <a:lnTo>
                    <a:pt x="1919782" y="266"/>
                  </a:lnTo>
                  <a:lnTo>
                    <a:pt x="1919782" y="400596"/>
                  </a:lnTo>
                  <a:lnTo>
                    <a:pt x="1992998" y="400596"/>
                  </a:lnTo>
                  <a:lnTo>
                    <a:pt x="1992998" y="266"/>
                  </a:lnTo>
                  <a:close/>
                </a:path>
                <a:path w="3423920" h="701675">
                  <a:moveTo>
                    <a:pt x="2034717" y="641235"/>
                  </a:moveTo>
                  <a:lnTo>
                    <a:pt x="1973567" y="630072"/>
                  </a:lnTo>
                  <a:lnTo>
                    <a:pt x="1919198" y="612190"/>
                  </a:lnTo>
                  <a:lnTo>
                    <a:pt x="1873377" y="588987"/>
                  </a:lnTo>
                  <a:lnTo>
                    <a:pt x="1856765" y="576313"/>
                  </a:lnTo>
                  <a:lnTo>
                    <a:pt x="1837867" y="561898"/>
                  </a:lnTo>
                  <a:lnTo>
                    <a:pt x="1814436" y="532333"/>
                  </a:lnTo>
                  <a:lnTo>
                    <a:pt x="1804860" y="501713"/>
                  </a:lnTo>
                  <a:lnTo>
                    <a:pt x="2009305" y="501713"/>
                  </a:lnTo>
                  <a:lnTo>
                    <a:pt x="2009305" y="445350"/>
                  </a:lnTo>
                  <a:lnTo>
                    <a:pt x="1803476" y="445350"/>
                  </a:lnTo>
                  <a:lnTo>
                    <a:pt x="1803476" y="380428"/>
                  </a:lnTo>
                  <a:lnTo>
                    <a:pt x="1729435" y="380428"/>
                  </a:lnTo>
                  <a:lnTo>
                    <a:pt x="1729435" y="445350"/>
                  </a:lnTo>
                  <a:lnTo>
                    <a:pt x="1524431" y="445350"/>
                  </a:lnTo>
                  <a:lnTo>
                    <a:pt x="1524431" y="501713"/>
                  </a:lnTo>
                  <a:lnTo>
                    <a:pt x="1727771" y="501713"/>
                  </a:lnTo>
                  <a:lnTo>
                    <a:pt x="1718043" y="532942"/>
                  </a:lnTo>
                  <a:lnTo>
                    <a:pt x="1694256" y="562940"/>
                  </a:lnTo>
                  <a:lnTo>
                    <a:pt x="1658251" y="590232"/>
                  </a:lnTo>
                  <a:lnTo>
                    <a:pt x="1611922" y="613346"/>
                  </a:lnTo>
                  <a:lnTo>
                    <a:pt x="1557121" y="630847"/>
                  </a:lnTo>
                  <a:lnTo>
                    <a:pt x="1495704" y="641235"/>
                  </a:lnTo>
                  <a:lnTo>
                    <a:pt x="1521675" y="698423"/>
                  </a:lnTo>
                  <a:lnTo>
                    <a:pt x="1575130" y="689013"/>
                  </a:lnTo>
                  <a:lnTo>
                    <a:pt x="1624685" y="674624"/>
                  </a:lnTo>
                  <a:lnTo>
                    <a:pt x="1669478" y="655701"/>
                  </a:lnTo>
                  <a:lnTo>
                    <a:pt x="1708658" y="632714"/>
                  </a:lnTo>
                  <a:lnTo>
                    <a:pt x="1741360" y="606094"/>
                  </a:lnTo>
                  <a:lnTo>
                    <a:pt x="1766735" y="576313"/>
                  </a:lnTo>
                  <a:lnTo>
                    <a:pt x="1791754" y="605828"/>
                  </a:lnTo>
                  <a:lnTo>
                    <a:pt x="1824037" y="632409"/>
                  </a:lnTo>
                  <a:lnTo>
                    <a:pt x="1862734" y="655497"/>
                  </a:lnTo>
                  <a:lnTo>
                    <a:pt x="1907057" y="674560"/>
                  </a:lnTo>
                  <a:lnTo>
                    <a:pt x="1956181" y="689051"/>
                  </a:lnTo>
                  <a:lnTo>
                    <a:pt x="2009305" y="698423"/>
                  </a:lnTo>
                  <a:lnTo>
                    <a:pt x="2034717" y="641235"/>
                  </a:lnTo>
                  <a:close/>
                </a:path>
                <a:path w="3423920" h="701675">
                  <a:moveTo>
                    <a:pt x="2826664" y="344233"/>
                  </a:moveTo>
                  <a:lnTo>
                    <a:pt x="2726105" y="344233"/>
                  </a:lnTo>
                  <a:lnTo>
                    <a:pt x="2735415" y="287401"/>
                  </a:lnTo>
                  <a:lnTo>
                    <a:pt x="2741066" y="236220"/>
                  </a:lnTo>
                  <a:lnTo>
                    <a:pt x="2744012" y="189636"/>
                  </a:lnTo>
                  <a:lnTo>
                    <a:pt x="2745155" y="146608"/>
                  </a:lnTo>
                  <a:lnTo>
                    <a:pt x="2745448" y="106083"/>
                  </a:lnTo>
                  <a:lnTo>
                    <a:pt x="2745448" y="44475"/>
                  </a:lnTo>
                  <a:lnTo>
                    <a:pt x="2266099" y="44475"/>
                  </a:lnTo>
                  <a:lnTo>
                    <a:pt x="2266099" y="104698"/>
                  </a:lnTo>
                  <a:lnTo>
                    <a:pt x="2671673" y="104698"/>
                  </a:lnTo>
                  <a:lnTo>
                    <a:pt x="2671508" y="146316"/>
                  </a:lnTo>
                  <a:lnTo>
                    <a:pt x="2670340" y="189357"/>
                  </a:lnTo>
                  <a:lnTo>
                    <a:pt x="2667139" y="236105"/>
                  </a:lnTo>
                  <a:lnTo>
                    <a:pt x="2660929" y="287426"/>
                  </a:lnTo>
                  <a:lnTo>
                    <a:pt x="2650680" y="344233"/>
                  </a:lnTo>
                  <a:lnTo>
                    <a:pt x="2188464" y="344233"/>
                  </a:lnTo>
                  <a:lnTo>
                    <a:pt x="2188464" y="404736"/>
                  </a:lnTo>
                  <a:lnTo>
                    <a:pt x="2468334" y="404736"/>
                  </a:lnTo>
                  <a:lnTo>
                    <a:pt x="2468334" y="701459"/>
                  </a:lnTo>
                  <a:lnTo>
                    <a:pt x="2542654" y="701459"/>
                  </a:lnTo>
                  <a:lnTo>
                    <a:pt x="2542654" y="404736"/>
                  </a:lnTo>
                  <a:lnTo>
                    <a:pt x="2826664" y="404736"/>
                  </a:lnTo>
                  <a:lnTo>
                    <a:pt x="2826664" y="344233"/>
                  </a:lnTo>
                  <a:close/>
                </a:path>
                <a:path w="3423920" h="701675">
                  <a:moveTo>
                    <a:pt x="3186734" y="311086"/>
                  </a:moveTo>
                  <a:lnTo>
                    <a:pt x="3178759" y="266166"/>
                  </a:lnTo>
                  <a:lnTo>
                    <a:pt x="3159950" y="234276"/>
                  </a:lnTo>
                  <a:lnTo>
                    <a:pt x="3156724" y="228803"/>
                  </a:lnTo>
                  <a:lnTo>
                    <a:pt x="3122485" y="200380"/>
                  </a:lnTo>
                  <a:lnTo>
                    <a:pt x="3116834" y="198094"/>
                  </a:lnTo>
                  <a:lnTo>
                    <a:pt x="3116834" y="311086"/>
                  </a:lnTo>
                  <a:lnTo>
                    <a:pt x="3109772" y="343065"/>
                  </a:lnTo>
                  <a:lnTo>
                    <a:pt x="3090735" y="367347"/>
                  </a:lnTo>
                  <a:lnTo>
                    <a:pt x="3061754" y="382765"/>
                  </a:lnTo>
                  <a:lnTo>
                    <a:pt x="3024835" y="388162"/>
                  </a:lnTo>
                  <a:lnTo>
                    <a:pt x="2987548" y="382765"/>
                  </a:lnTo>
                  <a:lnTo>
                    <a:pt x="2958630" y="367347"/>
                  </a:lnTo>
                  <a:lnTo>
                    <a:pt x="2940024" y="343065"/>
                  </a:lnTo>
                  <a:lnTo>
                    <a:pt x="2933662" y="311086"/>
                  </a:lnTo>
                  <a:lnTo>
                    <a:pt x="2940024" y="279577"/>
                  </a:lnTo>
                  <a:lnTo>
                    <a:pt x="2958630" y="255485"/>
                  </a:lnTo>
                  <a:lnTo>
                    <a:pt x="2987548" y="239991"/>
                  </a:lnTo>
                  <a:lnTo>
                    <a:pt x="3024835" y="234276"/>
                  </a:lnTo>
                  <a:lnTo>
                    <a:pt x="3061754" y="239991"/>
                  </a:lnTo>
                  <a:lnTo>
                    <a:pt x="3090735" y="255485"/>
                  </a:lnTo>
                  <a:lnTo>
                    <a:pt x="3109772" y="279577"/>
                  </a:lnTo>
                  <a:lnTo>
                    <a:pt x="3116834" y="311086"/>
                  </a:lnTo>
                  <a:lnTo>
                    <a:pt x="3116834" y="198094"/>
                  </a:lnTo>
                  <a:lnTo>
                    <a:pt x="3077908" y="182321"/>
                  </a:lnTo>
                  <a:lnTo>
                    <a:pt x="3024835" y="175983"/>
                  </a:lnTo>
                  <a:lnTo>
                    <a:pt x="2971812" y="182321"/>
                  </a:lnTo>
                  <a:lnTo>
                    <a:pt x="2927362" y="200380"/>
                  </a:lnTo>
                  <a:lnTo>
                    <a:pt x="2893377" y="228803"/>
                  </a:lnTo>
                  <a:lnTo>
                    <a:pt x="2871736" y="266166"/>
                  </a:lnTo>
                  <a:lnTo>
                    <a:pt x="2864320" y="311086"/>
                  </a:lnTo>
                  <a:lnTo>
                    <a:pt x="2871736" y="355765"/>
                  </a:lnTo>
                  <a:lnTo>
                    <a:pt x="2893377" y="393039"/>
                  </a:lnTo>
                  <a:lnTo>
                    <a:pt x="2927362" y="421449"/>
                  </a:lnTo>
                  <a:lnTo>
                    <a:pt x="2971812" y="439547"/>
                  </a:lnTo>
                  <a:lnTo>
                    <a:pt x="3024835" y="445909"/>
                  </a:lnTo>
                  <a:lnTo>
                    <a:pt x="3077908" y="439547"/>
                  </a:lnTo>
                  <a:lnTo>
                    <a:pt x="3122485" y="421449"/>
                  </a:lnTo>
                  <a:lnTo>
                    <a:pt x="3156724" y="393039"/>
                  </a:lnTo>
                  <a:lnTo>
                    <a:pt x="3159607" y="388162"/>
                  </a:lnTo>
                  <a:lnTo>
                    <a:pt x="3178759" y="355765"/>
                  </a:lnTo>
                  <a:lnTo>
                    <a:pt x="3186734" y="311086"/>
                  </a:lnTo>
                  <a:close/>
                </a:path>
                <a:path w="3423920" h="701675">
                  <a:moveTo>
                    <a:pt x="3219056" y="82600"/>
                  </a:moveTo>
                  <a:lnTo>
                    <a:pt x="3062414" y="82600"/>
                  </a:lnTo>
                  <a:lnTo>
                    <a:pt x="3062414" y="0"/>
                  </a:lnTo>
                  <a:lnTo>
                    <a:pt x="2988640" y="0"/>
                  </a:lnTo>
                  <a:lnTo>
                    <a:pt x="2988640" y="82600"/>
                  </a:lnTo>
                  <a:lnTo>
                    <a:pt x="2825089" y="82600"/>
                  </a:lnTo>
                  <a:lnTo>
                    <a:pt x="2825089" y="142278"/>
                  </a:lnTo>
                  <a:lnTo>
                    <a:pt x="3219056" y="142278"/>
                  </a:lnTo>
                  <a:lnTo>
                    <a:pt x="3219056" y="82600"/>
                  </a:lnTo>
                  <a:close/>
                </a:path>
                <a:path w="3423920" h="701675">
                  <a:moveTo>
                    <a:pt x="3407765" y="825"/>
                  </a:moveTo>
                  <a:lnTo>
                    <a:pt x="3333712" y="825"/>
                  </a:lnTo>
                  <a:lnTo>
                    <a:pt x="3333712" y="183172"/>
                  </a:lnTo>
                  <a:lnTo>
                    <a:pt x="3220999" y="183172"/>
                  </a:lnTo>
                  <a:lnTo>
                    <a:pt x="3220999" y="243954"/>
                  </a:lnTo>
                  <a:lnTo>
                    <a:pt x="3333712" y="243954"/>
                  </a:lnTo>
                  <a:lnTo>
                    <a:pt x="3333712" y="330695"/>
                  </a:lnTo>
                  <a:lnTo>
                    <a:pt x="3220999" y="330695"/>
                  </a:lnTo>
                  <a:lnTo>
                    <a:pt x="3220999" y="390093"/>
                  </a:lnTo>
                  <a:lnTo>
                    <a:pt x="3333712" y="390093"/>
                  </a:lnTo>
                  <a:lnTo>
                    <a:pt x="3333712" y="534873"/>
                  </a:lnTo>
                  <a:lnTo>
                    <a:pt x="3407765" y="534873"/>
                  </a:lnTo>
                  <a:lnTo>
                    <a:pt x="3407765" y="825"/>
                  </a:lnTo>
                  <a:close/>
                </a:path>
                <a:path w="3423920" h="701675">
                  <a:moveTo>
                    <a:pt x="3423513" y="625208"/>
                  </a:moveTo>
                  <a:lnTo>
                    <a:pt x="3025394" y="625208"/>
                  </a:lnTo>
                  <a:lnTo>
                    <a:pt x="3025394" y="487895"/>
                  </a:lnTo>
                  <a:lnTo>
                    <a:pt x="2950514" y="487895"/>
                  </a:lnTo>
                  <a:lnTo>
                    <a:pt x="2950514" y="685990"/>
                  </a:lnTo>
                  <a:lnTo>
                    <a:pt x="3423513" y="685990"/>
                  </a:lnTo>
                  <a:lnTo>
                    <a:pt x="3423513" y="625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6581" y="5776570"/>
              <a:ext cx="158675" cy="18860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93430" y="5775959"/>
              <a:ext cx="127000" cy="189230"/>
            </a:xfrm>
            <a:custGeom>
              <a:avLst/>
              <a:gdLst/>
              <a:ahLst/>
              <a:cxnLst/>
              <a:rect l="l" t="t" r="r" b="b"/>
              <a:pathLst>
                <a:path w="127000" h="189229">
                  <a:moveTo>
                    <a:pt x="126898" y="156210"/>
                  </a:moveTo>
                  <a:lnTo>
                    <a:pt x="39141" y="156210"/>
                  </a:lnTo>
                  <a:lnTo>
                    <a:pt x="39141" y="110490"/>
                  </a:lnTo>
                  <a:lnTo>
                    <a:pt x="120002" y="110490"/>
                  </a:lnTo>
                  <a:lnTo>
                    <a:pt x="120002" y="78740"/>
                  </a:lnTo>
                  <a:lnTo>
                    <a:pt x="39141" y="78740"/>
                  </a:lnTo>
                  <a:lnTo>
                    <a:pt x="39141" y="33020"/>
                  </a:lnTo>
                  <a:lnTo>
                    <a:pt x="126530" y="33020"/>
                  </a:lnTo>
                  <a:lnTo>
                    <a:pt x="126530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7874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9230"/>
                  </a:lnTo>
                  <a:lnTo>
                    <a:pt x="126898" y="189230"/>
                  </a:lnTo>
                  <a:lnTo>
                    <a:pt x="126898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4193" y="5773992"/>
              <a:ext cx="148729" cy="19385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18524" y="5776570"/>
              <a:ext cx="39370" cy="189230"/>
            </a:xfrm>
            <a:custGeom>
              <a:avLst/>
              <a:gdLst/>
              <a:ahLst/>
              <a:cxnLst/>
              <a:rect l="l" t="t" r="r" b="b"/>
              <a:pathLst>
                <a:path w="39369" h="189229">
                  <a:moveTo>
                    <a:pt x="39139" y="0"/>
                  </a:moveTo>
                  <a:lnTo>
                    <a:pt x="0" y="0"/>
                  </a:lnTo>
                  <a:lnTo>
                    <a:pt x="0" y="188605"/>
                  </a:lnTo>
                  <a:lnTo>
                    <a:pt x="39139" y="188605"/>
                  </a:lnTo>
                  <a:lnTo>
                    <a:pt x="391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85936" y="5773992"/>
              <a:ext cx="170279" cy="19376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84948" y="5776570"/>
              <a:ext cx="157294" cy="1886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29317" y="5774084"/>
              <a:ext cx="163188" cy="19385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69983" y="5776570"/>
              <a:ext cx="39370" cy="189230"/>
            </a:xfrm>
            <a:custGeom>
              <a:avLst/>
              <a:gdLst/>
              <a:ahLst/>
              <a:cxnLst/>
              <a:rect l="l" t="t" r="r" b="b"/>
              <a:pathLst>
                <a:path w="39369" h="189229">
                  <a:moveTo>
                    <a:pt x="39139" y="0"/>
                  </a:moveTo>
                  <a:lnTo>
                    <a:pt x="0" y="0"/>
                  </a:lnTo>
                  <a:lnTo>
                    <a:pt x="0" y="188605"/>
                  </a:lnTo>
                  <a:lnTo>
                    <a:pt x="39139" y="188605"/>
                  </a:lnTo>
                  <a:lnTo>
                    <a:pt x="391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40987" y="5776570"/>
              <a:ext cx="203616" cy="1886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76375" y="5776570"/>
              <a:ext cx="141361" cy="1886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42602" y="5775959"/>
              <a:ext cx="272415" cy="189230"/>
            </a:xfrm>
            <a:custGeom>
              <a:avLst/>
              <a:gdLst/>
              <a:ahLst/>
              <a:cxnLst/>
              <a:rect l="l" t="t" r="r" b="b"/>
              <a:pathLst>
                <a:path w="272414" h="189229">
                  <a:moveTo>
                    <a:pt x="120269" y="156210"/>
                  </a:moveTo>
                  <a:lnTo>
                    <a:pt x="39128" y="156210"/>
                  </a:lnTo>
                  <a:lnTo>
                    <a:pt x="39128" y="0"/>
                  </a:lnTo>
                  <a:lnTo>
                    <a:pt x="0" y="0"/>
                  </a:lnTo>
                  <a:lnTo>
                    <a:pt x="0" y="156210"/>
                  </a:lnTo>
                  <a:lnTo>
                    <a:pt x="0" y="189230"/>
                  </a:lnTo>
                  <a:lnTo>
                    <a:pt x="120269" y="189230"/>
                  </a:lnTo>
                  <a:lnTo>
                    <a:pt x="120269" y="156210"/>
                  </a:lnTo>
                  <a:close/>
                </a:path>
                <a:path w="272414" h="189229">
                  <a:moveTo>
                    <a:pt x="272402" y="156210"/>
                  </a:moveTo>
                  <a:lnTo>
                    <a:pt x="184645" y="156210"/>
                  </a:lnTo>
                  <a:lnTo>
                    <a:pt x="184645" y="110490"/>
                  </a:lnTo>
                  <a:lnTo>
                    <a:pt x="265493" y="110490"/>
                  </a:lnTo>
                  <a:lnTo>
                    <a:pt x="265493" y="78740"/>
                  </a:lnTo>
                  <a:lnTo>
                    <a:pt x="184645" y="78740"/>
                  </a:lnTo>
                  <a:lnTo>
                    <a:pt x="184645" y="33020"/>
                  </a:lnTo>
                  <a:lnTo>
                    <a:pt x="272034" y="33020"/>
                  </a:lnTo>
                  <a:lnTo>
                    <a:pt x="272034" y="0"/>
                  </a:lnTo>
                  <a:lnTo>
                    <a:pt x="145503" y="0"/>
                  </a:lnTo>
                  <a:lnTo>
                    <a:pt x="145503" y="33020"/>
                  </a:lnTo>
                  <a:lnTo>
                    <a:pt x="145503" y="78740"/>
                  </a:lnTo>
                  <a:lnTo>
                    <a:pt x="145503" y="110490"/>
                  </a:lnTo>
                  <a:lnTo>
                    <a:pt x="145503" y="156210"/>
                  </a:lnTo>
                  <a:lnTo>
                    <a:pt x="145503" y="189230"/>
                  </a:lnTo>
                  <a:lnTo>
                    <a:pt x="272402" y="189230"/>
                  </a:lnTo>
                  <a:lnTo>
                    <a:pt x="272402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45127" y="5776570"/>
              <a:ext cx="203616" cy="1886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680511" y="5775959"/>
              <a:ext cx="127000" cy="189230"/>
            </a:xfrm>
            <a:custGeom>
              <a:avLst/>
              <a:gdLst/>
              <a:ahLst/>
              <a:cxnLst/>
              <a:rect l="l" t="t" r="r" b="b"/>
              <a:pathLst>
                <a:path w="127000" h="189229">
                  <a:moveTo>
                    <a:pt x="126898" y="156210"/>
                  </a:moveTo>
                  <a:lnTo>
                    <a:pt x="39141" y="156210"/>
                  </a:lnTo>
                  <a:lnTo>
                    <a:pt x="39141" y="110490"/>
                  </a:lnTo>
                  <a:lnTo>
                    <a:pt x="119989" y="110490"/>
                  </a:lnTo>
                  <a:lnTo>
                    <a:pt x="119989" y="78740"/>
                  </a:lnTo>
                  <a:lnTo>
                    <a:pt x="39141" y="78740"/>
                  </a:lnTo>
                  <a:lnTo>
                    <a:pt x="39141" y="33020"/>
                  </a:lnTo>
                  <a:lnTo>
                    <a:pt x="126530" y="33020"/>
                  </a:lnTo>
                  <a:lnTo>
                    <a:pt x="126530" y="0"/>
                  </a:lnTo>
                  <a:lnTo>
                    <a:pt x="0" y="0"/>
                  </a:lnTo>
                  <a:lnTo>
                    <a:pt x="0" y="33020"/>
                  </a:lnTo>
                  <a:lnTo>
                    <a:pt x="0" y="7874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9230"/>
                  </a:lnTo>
                  <a:lnTo>
                    <a:pt x="126898" y="189230"/>
                  </a:lnTo>
                  <a:lnTo>
                    <a:pt x="126898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37533" y="5776570"/>
              <a:ext cx="157294" cy="18860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019219" y="5775959"/>
              <a:ext cx="581025" cy="189230"/>
            </a:xfrm>
            <a:custGeom>
              <a:avLst/>
              <a:gdLst/>
              <a:ahLst/>
              <a:cxnLst/>
              <a:rect l="l" t="t" r="r" b="b"/>
              <a:pathLst>
                <a:path w="581025" h="189229">
                  <a:moveTo>
                    <a:pt x="154444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57937" y="33020"/>
                  </a:lnTo>
                  <a:lnTo>
                    <a:pt x="57937" y="189230"/>
                  </a:lnTo>
                  <a:lnTo>
                    <a:pt x="96697" y="189230"/>
                  </a:lnTo>
                  <a:lnTo>
                    <a:pt x="96697" y="33020"/>
                  </a:lnTo>
                  <a:lnTo>
                    <a:pt x="154444" y="33020"/>
                  </a:lnTo>
                  <a:lnTo>
                    <a:pt x="154444" y="0"/>
                  </a:lnTo>
                  <a:close/>
                </a:path>
                <a:path w="581025" h="189229">
                  <a:moveTo>
                    <a:pt x="349123" y="189217"/>
                  </a:moveTo>
                  <a:lnTo>
                    <a:pt x="334098" y="145757"/>
                  </a:lnTo>
                  <a:lnTo>
                    <a:pt x="323494" y="115087"/>
                  </a:lnTo>
                  <a:lnTo>
                    <a:pt x="298640" y="43167"/>
                  </a:lnTo>
                  <a:lnTo>
                    <a:pt x="283921" y="622"/>
                  </a:lnTo>
                  <a:lnTo>
                    <a:pt x="282917" y="622"/>
                  </a:lnTo>
                  <a:lnTo>
                    <a:pt x="282917" y="115087"/>
                  </a:lnTo>
                  <a:lnTo>
                    <a:pt x="234467" y="115087"/>
                  </a:lnTo>
                  <a:lnTo>
                    <a:pt x="257962" y="43167"/>
                  </a:lnTo>
                  <a:lnTo>
                    <a:pt x="259435" y="43167"/>
                  </a:lnTo>
                  <a:lnTo>
                    <a:pt x="282917" y="115087"/>
                  </a:lnTo>
                  <a:lnTo>
                    <a:pt x="282917" y="622"/>
                  </a:lnTo>
                  <a:lnTo>
                    <a:pt x="233553" y="622"/>
                  </a:lnTo>
                  <a:lnTo>
                    <a:pt x="168351" y="189217"/>
                  </a:lnTo>
                  <a:lnTo>
                    <a:pt x="210350" y="189217"/>
                  </a:lnTo>
                  <a:lnTo>
                    <a:pt x="224523" y="145757"/>
                  </a:lnTo>
                  <a:lnTo>
                    <a:pt x="292950" y="145757"/>
                  </a:lnTo>
                  <a:lnTo>
                    <a:pt x="307136" y="189217"/>
                  </a:lnTo>
                  <a:lnTo>
                    <a:pt x="349123" y="189217"/>
                  </a:lnTo>
                  <a:close/>
                </a:path>
                <a:path w="581025" h="189229">
                  <a:moveTo>
                    <a:pt x="517385" y="0"/>
                  </a:moveTo>
                  <a:lnTo>
                    <a:pt x="362940" y="0"/>
                  </a:lnTo>
                  <a:lnTo>
                    <a:pt x="362940" y="33020"/>
                  </a:lnTo>
                  <a:lnTo>
                    <a:pt x="420865" y="33020"/>
                  </a:lnTo>
                  <a:lnTo>
                    <a:pt x="420865" y="189230"/>
                  </a:lnTo>
                  <a:lnTo>
                    <a:pt x="459638" y="189230"/>
                  </a:lnTo>
                  <a:lnTo>
                    <a:pt x="459638" y="33020"/>
                  </a:lnTo>
                  <a:lnTo>
                    <a:pt x="517385" y="33020"/>
                  </a:lnTo>
                  <a:lnTo>
                    <a:pt x="517385" y="0"/>
                  </a:lnTo>
                  <a:close/>
                </a:path>
                <a:path w="581025" h="189229">
                  <a:moveTo>
                    <a:pt x="581012" y="622"/>
                  </a:moveTo>
                  <a:lnTo>
                    <a:pt x="541883" y="622"/>
                  </a:lnTo>
                  <a:lnTo>
                    <a:pt x="541883" y="189217"/>
                  </a:lnTo>
                  <a:lnTo>
                    <a:pt x="581012" y="189217"/>
                  </a:lnTo>
                  <a:lnTo>
                    <a:pt x="581012" y="6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28516" y="5773992"/>
              <a:ext cx="176172" cy="19376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32961" y="5776570"/>
              <a:ext cx="157293" cy="1886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4421"/>
            <a:ext cx="18288000" cy="116305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773650" y="7605438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46820">
            <a:solidFill>
              <a:srgbClr val="3F6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9352" y="758959"/>
            <a:ext cx="368300" cy="465455"/>
          </a:xfrm>
          <a:custGeom>
            <a:avLst/>
            <a:gdLst/>
            <a:ahLst/>
            <a:cxnLst/>
            <a:rect l="l" t="t" r="r" b="b"/>
            <a:pathLst>
              <a:path w="368300" h="465455">
                <a:moveTo>
                  <a:pt x="183843" y="0"/>
                </a:moveTo>
                <a:lnTo>
                  <a:pt x="137685" y="5080"/>
                </a:lnTo>
                <a:lnTo>
                  <a:pt x="97455" y="20080"/>
                </a:lnTo>
                <a:lnTo>
                  <a:pt x="63574" y="44634"/>
                </a:lnTo>
                <a:lnTo>
                  <a:pt x="36466" y="78378"/>
                </a:lnTo>
                <a:lnTo>
                  <a:pt x="16552" y="120948"/>
                </a:lnTo>
                <a:lnTo>
                  <a:pt x="4256" y="171979"/>
                </a:lnTo>
                <a:lnTo>
                  <a:pt x="0" y="231107"/>
                </a:lnTo>
                <a:lnTo>
                  <a:pt x="4021" y="290508"/>
                </a:lnTo>
                <a:lnTo>
                  <a:pt x="16181" y="341942"/>
                </a:lnTo>
                <a:lnTo>
                  <a:pt x="36044" y="384988"/>
                </a:lnTo>
                <a:lnTo>
                  <a:pt x="63175" y="419223"/>
                </a:lnTo>
                <a:lnTo>
                  <a:pt x="97142" y="444226"/>
                </a:lnTo>
                <a:lnTo>
                  <a:pt x="137509" y="459575"/>
                </a:lnTo>
                <a:lnTo>
                  <a:pt x="183843" y="464847"/>
                </a:lnTo>
                <a:lnTo>
                  <a:pt x="230082" y="459667"/>
                </a:lnTo>
                <a:lnTo>
                  <a:pt x="270367" y="444398"/>
                </a:lnTo>
                <a:lnTo>
                  <a:pt x="304275" y="419453"/>
                </a:lnTo>
                <a:lnTo>
                  <a:pt x="329810" y="387226"/>
                </a:lnTo>
                <a:lnTo>
                  <a:pt x="183843" y="387226"/>
                </a:lnTo>
                <a:lnTo>
                  <a:pt x="147855" y="377448"/>
                </a:lnTo>
                <a:lnTo>
                  <a:pt x="120381" y="348142"/>
                </a:lnTo>
                <a:lnTo>
                  <a:pt x="102887" y="299348"/>
                </a:lnTo>
                <a:lnTo>
                  <a:pt x="96841" y="231107"/>
                </a:lnTo>
                <a:lnTo>
                  <a:pt x="103107" y="163696"/>
                </a:lnTo>
                <a:lnTo>
                  <a:pt x="120632" y="115444"/>
                </a:lnTo>
                <a:lnTo>
                  <a:pt x="148013" y="86432"/>
                </a:lnTo>
                <a:lnTo>
                  <a:pt x="183843" y="76743"/>
                </a:lnTo>
                <a:lnTo>
                  <a:pt x="329945" y="76743"/>
                </a:lnTo>
                <a:lnTo>
                  <a:pt x="304251" y="44772"/>
                </a:lnTo>
                <a:lnTo>
                  <a:pt x="270308" y="20157"/>
                </a:lnTo>
                <a:lnTo>
                  <a:pt x="230023" y="5103"/>
                </a:lnTo>
                <a:lnTo>
                  <a:pt x="183843" y="0"/>
                </a:lnTo>
                <a:close/>
              </a:path>
              <a:path w="368300" h="465455">
                <a:moveTo>
                  <a:pt x="329945" y="76743"/>
                </a:moveTo>
                <a:lnTo>
                  <a:pt x="183843" y="76743"/>
                </a:lnTo>
                <a:lnTo>
                  <a:pt x="219672" y="86432"/>
                </a:lnTo>
                <a:lnTo>
                  <a:pt x="247052" y="115444"/>
                </a:lnTo>
                <a:lnTo>
                  <a:pt x="264578" y="163696"/>
                </a:lnTo>
                <a:lnTo>
                  <a:pt x="270844" y="231107"/>
                </a:lnTo>
                <a:lnTo>
                  <a:pt x="264704" y="299348"/>
                </a:lnTo>
                <a:lnTo>
                  <a:pt x="247220" y="348142"/>
                </a:lnTo>
                <a:lnTo>
                  <a:pt x="219798" y="377448"/>
                </a:lnTo>
                <a:lnTo>
                  <a:pt x="183843" y="387226"/>
                </a:lnTo>
                <a:lnTo>
                  <a:pt x="329810" y="387226"/>
                </a:lnTo>
                <a:lnTo>
                  <a:pt x="331383" y="385241"/>
                </a:lnTo>
                <a:lnTo>
                  <a:pt x="351269" y="342172"/>
                </a:lnTo>
                <a:lnTo>
                  <a:pt x="363511" y="290658"/>
                </a:lnTo>
                <a:lnTo>
                  <a:pt x="367686" y="231107"/>
                </a:lnTo>
                <a:lnTo>
                  <a:pt x="363570" y="172117"/>
                </a:lnTo>
                <a:lnTo>
                  <a:pt x="351328" y="121140"/>
                </a:lnTo>
                <a:lnTo>
                  <a:pt x="331407" y="78563"/>
                </a:lnTo>
                <a:lnTo>
                  <a:pt x="329945" y="7674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8935" y="765098"/>
            <a:ext cx="371475" cy="449580"/>
          </a:xfrm>
          <a:custGeom>
            <a:avLst/>
            <a:gdLst/>
            <a:ahLst/>
            <a:cxnLst/>
            <a:rect l="l" t="t" r="r" b="b"/>
            <a:pathLst>
              <a:path w="371475" h="449580">
                <a:moveTo>
                  <a:pt x="313338" y="369466"/>
                </a:moveTo>
                <a:lnTo>
                  <a:pt x="222535" y="369466"/>
                </a:lnTo>
                <a:lnTo>
                  <a:pt x="222535" y="449060"/>
                </a:lnTo>
                <a:lnTo>
                  <a:pt x="313338" y="449060"/>
                </a:lnTo>
                <a:lnTo>
                  <a:pt x="313338" y="369466"/>
                </a:lnTo>
                <a:close/>
              </a:path>
              <a:path w="371475" h="449580">
                <a:moveTo>
                  <a:pt x="313338" y="0"/>
                </a:moveTo>
                <a:lnTo>
                  <a:pt x="193907" y="0"/>
                </a:lnTo>
                <a:lnTo>
                  <a:pt x="0" y="296012"/>
                </a:lnTo>
                <a:lnTo>
                  <a:pt x="0" y="369466"/>
                </a:lnTo>
                <a:lnTo>
                  <a:pt x="371040" y="369466"/>
                </a:lnTo>
                <a:lnTo>
                  <a:pt x="371040" y="294696"/>
                </a:lnTo>
                <a:lnTo>
                  <a:pt x="95947" y="294696"/>
                </a:lnTo>
                <a:lnTo>
                  <a:pt x="95947" y="291188"/>
                </a:lnTo>
                <a:lnTo>
                  <a:pt x="219627" y="102179"/>
                </a:lnTo>
                <a:lnTo>
                  <a:pt x="313338" y="102179"/>
                </a:lnTo>
                <a:lnTo>
                  <a:pt x="313338" y="0"/>
                </a:lnTo>
                <a:close/>
              </a:path>
              <a:path w="371475" h="449580">
                <a:moveTo>
                  <a:pt x="313338" y="102179"/>
                </a:moveTo>
                <a:lnTo>
                  <a:pt x="223876" y="102179"/>
                </a:lnTo>
                <a:lnTo>
                  <a:pt x="223876" y="294696"/>
                </a:lnTo>
                <a:lnTo>
                  <a:pt x="313338" y="294696"/>
                </a:lnTo>
                <a:lnTo>
                  <a:pt x="313338" y="10217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7687" y="1115928"/>
            <a:ext cx="106235" cy="10371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889442" y="740142"/>
            <a:ext cx="1413510" cy="505459"/>
          </a:xfrm>
          <a:custGeom>
            <a:avLst/>
            <a:gdLst/>
            <a:ahLst/>
            <a:cxnLst/>
            <a:rect l="l" t="t" r="r" b="b"/>
            <a:pathLst>
              <a:path w="1413510" h="505459">
                <a:moveTo>
                  <a:pt x="279031" y="365671"/>
                </a:moveTo>
                <a:lnTo>
                  <a:pt x="274180" y="329958"/>
                </a:lnTo>
                <a:lnTo>
                  <a:pt x="271932" y="313372"/>
                </a:lnTo>
                <a:lnTo>
                  <a:pt x="220853" y="321132"/>
                </a:lnTo>
                <a:lnTo>
                  <a:pt x="170319" y="326110"/>
                </a:lnTo>
                <a:lnTo>
                  <a:pt x="118046" y="328866"/>
                </a:lnTo>
                <a:lnTo>
                  <a:pt x="61760" y="329958"/>
                </a:lnTo>
                <a:lnTo>
                  <a:pt x="61760" y="97878"/>
                </a:lnTo>
                <a:lnTo>
                  <a:pt x="236016" y="97878"/>
                </a:lnTo>
                <a:lnTo>
                  <a:pt x="236016" y="47561"/>
                </a:lnTo>
                <a:lnTo>
                  <a:pt x="0" y="47561"/>
                </a:lnTo>
                <a:lnTo>
                  <a:pt x="0" y="381457"/>
                </a:lnTo>
                <a:lnTo>
                  <a:pt x="41440" y="381457"/>
                </a:lnTo>
                <a:lnTo>
                  <a:pt x="93713" y="381203"/>
                </a:lnTo>
                <a:lnTo>
                  <a:pt x="141973" y="379907"/>
                </a:lnTo>
                <a:lnTo>
                  <a:pt x="187871" y="377164"/>
                </a:lnTo>
                <a:lnTo>
                  <a:pt x="233006" y="372567"/>
                </a:lnTo>
                <a:lnTo>
                  <a:pt x="279031" y="365671"/>
                </a:lnTo>
                <a:close/>
              </a:path>
              <a:path w="1413510" h="505459">
                <a:moveTo>
                  <a:pt x="452107" y="191223"/>
                </a:moveTo>
                <a:lnTo>
                  <a:pt x="374345" y="191223"/>
                </a:lnTo>
                <a:lnTo>
                  <a:pt x="374345" y="0"/>
                </a:lnTo>
                <a:lnTo>
                  <a:pt x="312191" y="0"/>
                </a:lnTo>
                <a:lnTo>
                  <a:pt x="312191" y="505193"/>
                </a:lnTo>
                <a:lnTo>
                  <a:pt x="374345" y="505193"/>
                </a:lnTo>
                <a:lnTo>
                  <a:pt x="374345" y="242138"/>
                </a:lnTo>
                <a:lnTo>
                  <a:pt x="452107" y="242138"/>
                </a:lnTo>
                <a:lnTo>
                  <a:pt x="452107" y="191223"/>
                </a:lnTo>
                <a:close/>
              </a:path>
              <a:path w="1413510" h="505459">
                <a:moveTo>
                  <a:pt x="739648" y="149390"/>
                </a:moveTo>
                <a:lnTo>
                  <a:pt x="729170" y="100431"/>
                </a:lnTo>
                <a:lnTo>
                  <a:pt x="714463" y="80708"/>
                </a:lnTo>
                <a:lnTo>
                  <a:pt x="700671" y="62217"/>
                </a:lnTo>
                <a:lnTo>
                  <a:pt x="679056" y="49745"/>
                </a:lnTo>
                <a:lnTo>
                  <a:pt x="679056" y="149390"/>
                </a:lnTo>
                <a:lnTo>
                  <a:pt x="673252" y="177787"/>
                </a:lnTo>
                <a:lnTo>
                  <a:pt x="657428" y="199313"/>
                </a:lnTo>
                <a:lnTo>
                  <a:pt x="633577" y="212991"/>
                </a:lnTo>
                <a:lnTo>
                  <a:pt x="603681" y="217868"/>
                </a:lnTo>
                <a:lnTo>
                  <a:pt x="573557" y="212991"/>
                </a:lnTo>
                <a:lnTo>
                  <a:pt x="549656" y="199313"/>
                </a:lnTo>
                <a:lnTo>
                  <a:pt x="533971" y="177787"/>
                </a:lnTo>
                <a:lnTo>
                  <a:pt x="528485" y="149390"/>
                </a:lnTo>
                <a:lnTo>
                  <a:pt x="533971" y="121069"/>
                </a:lnTo>
                <a:lnTo>
                  <a:pt x="549656" y="99364"/>
                </a:lnTo>
                <a:lnTo>
                  <a:pt x="573557" y="85509"/>
                </a:lnTo>
                <a:lnTo>
                  <a:pt x="603681" y="80708"/>
                </a:lnTo>
                <a:lnTo>
                  <a:pt x="633577" y="85509"/>
                </a:lnTo>
                <a:lnTo>
                  <a:pt x="657428" y="99364"/>
                </a:lnTo>
                <a:lnTo>
                  <a:pt x="673252" y="121069"/>
                </a:lnTo>
                <a:lnTo>
                  <a:pt x="679056" y="149390"/>
                </a:lnTo>
                <a:lnTo>
                  <a:pt x="679056" y="49745"/>
                </a:lnTo>
                <a:lnTo>
                  <a:pt x="657669" y="37388"/>
                </a:lnTo>
                <a:lnTo>
                  <a:pt x="603681" y="28613"/>
                </a:lnTo>
                <a:lnTo>
                  <a:pt x="549465" y="37388"/>
                </a:lnTo>
                <a:lnTo>
                  <a:pt x="506209" y="62217"/>
                </a:lnTo>
                <a:lnTo>
                  <a:pt x="477659" y="100431"/>
                </a:lnTo>
                <a:lnTo>
                  <a:pt x="467512" y="149390"/>
                </a:lnTo>
                <a:lnTo>
                  <a:pt x="477659" y="198145"/>
                </a:lnTo>
                <a:lnTo>
                  <a:pt x="506209" y="236372"/>
                </a:lnTo>
                <a:lnTo>
                  <a:pt x="549465" y="261340"/>
                </a:lnTo>
                <a:lnTo>
                  <a:pt x="603681" y="270357"/>
                </a:lnTo>
                <a:lnTo>
                  <a:pt x="657669" y="261340"/>
                </a:lnTo>
                <a:lnTo>
                  <a:pt x="700671" y="236372"/>
                </a:lnTo>
                <a:lnTo>
                  <a:pt x="714463" y="217868"/>
                </a:lnTo>
                <a:lnTo>
                  <a:pt x="729170" y="198145"/>
                </a:lnTo>
                <a:lnTo>
                  <a:pt x="739648" y="149390"/>
                </a:lnTo>
                <a:close/>
              </a:path>
              <a:path w="1413510" h="505459">
                <a:moveTo>
                  <a:pt x="864565" y="406133"/>
                </a:moveTo>
                <a:lnTo>
                  <a:pt x="856945" y="372287"/>
                </a:lnTo>
                <a:lnTo>
                  <a:pt x="845083" y="357581"/>
                </a:lnTo>
                <a:lnTo>
                  <a:pt x="834948" y="345008"/>
                </a:lnTo>
                <a:lnTo>
                  <a:pt x="803579" y="326961"/>
                </a:lnTo>
                <a:lnTo>
                  <a:pt x="803579" y="406133"/>
                </a:lnTo>
                <a:lnTo>
                  <a:pt x="796455" y="427139"/>
                </a:lnTo>
                <a:lnTo>
                  <a:pt x="775614" y="442163"/>
                </a:lnTo>
                <a:lnTo>
                  <a:pt x="741807" y="451167"/>
                </a:lnTo>
                <a:lnTo>
                  <a:pt x="695833" y="454088"/>
                </a:lnTo>
                <a:lnTo>
                  <a:pt x="649592" y="451167"/>
                </a:lnTo>
                <a:lnTo>
                  <a:pt x="615416" y="442163"/>
                </a:lnTo>
                <a:lnTo>
                  <a:pt x="594271" y="427139"/>
                </a:lnTo>
                <a:lnTo>
                  <a:pt x="587095" y="406133"/>
                </a:lnTo>
                <a:lnTo>
                  <a:pt x="594271" y="385229"/>
                </a:lnTo>
                <a:lnTo>
                  <a:pt x="615416" y="370014"/>
                </a:lnTo>
                <a:lnTo>
                  <a:pt x="649592" y="360730"/>
                </a:lnTo>
                <a:lnTo>
                  <a:pt x="695833" y="357581"/>
                </a:lnTo>
                <a:lnTo>
                  <a:pt x="741807" y="360730"/>
                </a:lnTo>
                <a:lnTo>
                  <a:pt x="775614" y="370014"/>
                </a:lnTo>
                <a:lnTo>
                  <a:pt x="796455" y="385229"/>
                </a:lnTo>
                <a:lnTo>
                  <a:pt x="803579" y="406133"/>
                </a:lnTo>
                <a:lnTo>
                  <a:pt x="803579" y="326961"/>
                </a:lnTo>
                <a:lnTo>
                  <a:pt x="799896" y="324840"/>
                </a:lnTo>
                <a:lnTo>
                  <a:pt x="753084" y="312343"/>
                </a:lnTo>
                <a:lnTo>
                  <a:pt x="695833" y="308051"/>
                </a:lnTo>
                <a:lnTo>
                  <a:pt x="637895" y="312343"/>
                </a:lnTo>
                <a:lnTo>
                  <a:pt x="590511" y="324840"/>
                </a:lnTo>
                <a:lnTo>
                  <a:pt x="555015" y="345008"/>
                </a:lnTo>
                <a:lnTo>
                  <a:pt x="532765" y="372287"/>
                </a:lnTo>
                <a:lnTo>
                  <a:pt x="525132" y="406133"/>
                </a:lnTo>
                <a:lnTo>
                  <a:pt x="532765" y="439775"/>
                </a:lnTo>
                <a:lnTo>
                  <a:pt x="555015" y="466928"/>
                </a:lnTo>
                <a:lnTo>
                  <a:pt x="590511" y="487006"/>
                </a:lnTo>
                <a:lnTo>
                  <a:pt x="637895" y="499427"/>
                </a:lnTo>
                <a:lnTo>
                  <a:pt x="695833" y="503618"/>
                </a:lnTo>
                <a:lnTo>
                  <a:pt x="753084" y="499427"/>
                </a:lnTo>
                <a:lnTo>
                  <a:pt x="799896" y="487006"/>
                </a:lnTo>
                <a:lnTo>
                  <a:pt x="834948" y="466928"/>
                </a:lnTo>
                <a:lnTo>
                  <a:pt x="845350" y="454088"/>
                </a:lnTo>
                <a:lnTo>
                  <a:pt x="856945" y="439775"/>
                </a:lnTo>
                <a:lnTo>
                  <a:pt x="864565" y="406133"/>
                </a:lnTo>
                <a:close/>
              </a:path>
              <a:path w="1413510" h="505459">
                <a:moveTo>
                  <a:pt x="928306" y="67094"/>
                </a:moveTo>
                <a:lnTo>
                  <a:pt x="860018" y="67094"/>
                </a:lnTo>
                <a:lnTo>
                  <a:pt x="860018" y="0"/>
                </a:lnTo>
                <a:lnTo>
                  <a:pt x="797661" y="0"/>
                </a:lnTo>
                <a:lnTo>
                  <a:pt x="797661" y="296214"/>
                </a:lnTo>
                <a:lnTo>
                  <a:pt x="860018" y="296214"/>
                </a:lnTo>
                <a:lnTo>
                  <a:pt x="860018" y="227139"/>
                </a:lnTo>
                <a:lnTo>
                  <a:pt x="928306" y="227139"/>
                </a:lnTo>
                <a:lnTo>
                  <a:pt x="928306" y="175831"/>
                </a:lnTo>
                <a:lnTo>
                  <a:pt x="860018" y="175831"/>
                </a:lnTo>
                <a:lnTo>
                  <a:pt x="860018" y="118008"/>
                </a:lnTo>
                <a:lnTo>
                  <a:pt x="928306" y="118008"/>
                </a:lnTo>
                <a:lnTo>
                  <a:pt x="928306" y="67094"/>
                </a:lnTo>
                <a:close/>
              </a:path>
              <a:path w="1413510" h="505459">
                <a:moveTo>
                  <a:pt x="1218018" y="223189"/>
                </a:moveTo>
                <a:lnTo>
                  <a:pt x="1208900" y="183642"/>
                </a:lnTo>
                <a:lnTo>
                  <a:pt x="1201280" y="174447"/>
                </a:lnTo>
                <a:lnTo>
                  <a:pt x="1183627" y="153187"/>
                </a:lnTo>
                <a:lnTo>
                  <a:pt x="1159205" y="140881"/>
                </a:lnTo>
                <a:lnTo>
                  <a:pt x="1159205" y="223189"/>
                </a:lnTo>
                <a:lnTo>
                  <a:pt x="1154379" y="243395"/>
                </a:lnTo>
                <a:lnTo>
                  <a:pt x="1141272" y="258368"/>
                </a:lnTo>
                <a:lnTo>
                  <a:pt x="1121105" y="267652"/>
                </a:lnTo>
                <a:lnTo>
                  <a:pt x="1095070" y="270751"/>
                </a:lnTo>
                <a:lnTo>
                  <a:pt x="1068819" y="267652"/>
                </a:lnTo>
                <a:lnTo>
                  <a:pt x="1048626" y="258368"/>
                </a:lnTo>
                <a:lnTo>
                  <a:pt x="1035710" y="243395"/>
                </a:lnTo>
                <a:lnTo>
                  <a:pt x="1031328" y="223189"/>
                </a:lnTo>
                <a:lnTo>
                  <a:pt x="1035710" y="202590"/>
                </a:lnTo>
                <a:lnTo>
                  <a:pt x="1048626" y="187274"/>
                </a:lnTo>
                <a:lnTo>
                  <a:pt x="1068819" y="177736"/>
                </a:lnTo>
                <a:lnTo>
                  <a:pt x="1095070" y="174447"/>
                </a:lnTo>
                <a:lnTo>
                  <a:pt x="1121105" y="177736"/>
                </a:lnTo>
                <a:lnTo>
                  <a:pt x="1141272" y="187274"/>
                </a:lnTo>
                <a:lnTo>
                  <a:pt x="1154379" y="202590"/>
                </a:lnTo>
                <a:lnTo>
                  <a:pt x="1159205" y="223189"/>
                </a:lnTo>
                <a:lnTo>
                  <a:pt x="1159205" y="140881"/>
                </a:lnTo>
                <a:lnTo>
                  <a:pt x="1144803" y="133616"/>
                </a:lnTo>
                <a:lnTo>
                  <a:pt x="1095070" y="126695"/>
                </a:lnTo>
                <a:lnTo>
                  <a:pt x="1044625" y="133616"/>
                </a:lnTo>
                <a:lnTo>
                  <a:pt x="1005433" y="153187"/>
                </a:lnTo>
                <a:lnTo>
                  <a:pt x="980071" y="183642"/>
                </a:lnTo>
                <a:lnTo>
                  <a:pt x="971143" y="223189"/>
                </a:lnTo>
                <a:lnTo>
                  <a:pt x="980071" y="262305"/>
                </a:lnTo>
                <a:lnTo>
                  <a:pt x="1005433" y="292366"/>
                </a:lnTo>
                <a:lnTo>
                  <a:pt x="1044625" y="311607"/>
                </a:lnTo>
                <a:lnTo>
                  <a:pt x="1095070" y="318312"/>
                </a:lnTo>
                <a:lnTo>
                  <a:pt x="1144803" y="311607"/>
                </a:lnTo>
                <a:lnTo>
                  <a:pt x="1183627" y="292366"/>
                </a:lnTo>
                <a:lnTo>
                  <a:pt x="1201801" y="270751"/>
                </a:lnTo>
                <a:lnTo>
                  <a:pt x="1208900" y="262305"/>
                </a:lnTo>
                <a:lnTo>
                  <a:pt x="1218018" y="223189"/>
                </a:lnTo>
                <a:close/>
              </a:path>
              <a:path w="1413510" h="505459">
                <a:moveTo>
                  <a:pt x="1244460" y="56248"/>
                </a:moveTo>
                <a:lnTo>
                  <a:pt x="1125855" y="56248"/>
                </a:lnTo>
                <a:lnTo>
                  <a:pt x="1125855" y="0"/>
                </a:lnTo>
                <a:lnTo>
                  <a:pt x="1064094" y="0"/>
                </a:lnTo>
                <a:lnTo>
                  <a:pt x="1064094" y="56248"/>
                </a:lnTo>
                <a:lnTo>
                  <a:pt x="945095" y="56248"/>
                </a:lnTo>
                <a:lnTo>
                  <a:pt x="945095" y="105575"/>
                </a:lnTo>
                <a:lnTo>
                  <a:pt x="1244460" y="105575"/>
                </a:lnTo>
                <a:lnTo>
                  <a:pt x="1244460" y="56248"/>
                </a:lnTo>
                <a:close/>
              </a:path>
              <a:path w="1413510" h="505459">
                <a:moveTo>
                  <a:pt x="1362468" y="444220"/>
                </a:moveTo>
                <a:lnTo>
                  <a:pt x="1081252" y="444220"/>
                </a:lnTo>
                <a:lnTo>
                  <a:pt x="1081252" y="347713"/>
                </a:lnTo>
                <a:lnTo>
                  <a:pt x="1019492" y="347713"/>
                </a:lnTo>
                <a:lnTo>
                  <a:pt x="1019492" y="494538"/>
                </a:lnTo>
                <a:lnTo>
                  <a:pt x="1362468" y="494538"/>
                </a:lnTo>
                <a:lnTo>
                  <a:pt x="1362468" y="444220"/>
                </a:lnTo>
                <a:close/>
              </a:path>
              <a:path w="1413510" h="505459">
                <a:moveTo>
                  <a:pt x="1413179" y="158864"/>
                </a:moveTo>
                <a:lnTo>
                  <a:pt x="1342732" y="158864"/>
                </a:lnTo>
                <a:lnTo>
                  <a:pt x="1342732" y="393"/>
                </a:lnTo>
                <a:lnTo>
                  <a:pt x="1280375" y="393"/>
                </a:lnTo>
                <a:lnTo>
                  <a:pt x="1280375" y="377317"/>
                </a:lnTo>
                <a:lnTo>
                  <a:pt x="1342732" y="377317"/>
                </a:lnTo>
                <a:lnTo>
                  <a:pt x="1342732" y="209969"/>
                </a:lnTo>
                <a:lnTo>
                  <a:pt x="1413179" y="209969"/>
                </a:lnTo>
                <a:lnTo>
                  <a:pt x="1413179" y="15886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40696" y="740138"/>
            <a:ext cx="435609" cy="500380"/>
          </a:xfrm>
          <a:custGeom>
            <a:avLst/>
            <a:gdLst/>
            <a:ahLst/>
            <a:cxnLst/>
            <a:rect l="l" t="t" r="r" b="b"/>
            <a:pathLst>
              <a:path w="435610" h="500380">
                <a:moveTo>
                  <a:pt x="419547" y="0"/>
                </a:moveTo>
                <a:lnTo>
                  <a:pt x="358174" y="0"/>
                </a:lnTo>
                <a:lnTo>
                  <a:pt x="358174" y="257332"/>
                </a:lnTo>
                <a:lnTo>
                  <a:pt x="419547" y="257332"/>
                </a:lnTo>
                <a:lnTo>
                  <a:pt x="419547" y="0"/>
                </a:lnTo>
                <a:close/>
              </a:path>
              <a:path w="435610" h="500380">
                <a:moveTo>
                  <a:pt x="188658" y="12234"/>
                </a:moveTo>
                <a:lnTo>
                  <a:pt x="124522" y="12234"/>
                </a:lnTo>
                <a:lnTo>
                  <a:pt x="124522" y="50913"/>
                </a:lnTo>
                <a:lnTo>
                  <a:pt x="119396" y="90209"/>
                </a:lnTo>
                <a:lnTo>
                  <a:pt x="104163" y="127336"/>
                </a:lnTo>
                <a:lnTo>
                  <a:pt x="79040" y="160504"/>
                </a:lnTo>
                <a:lnTo>
                  <a:pt x="44247" y="187922"/>
                </a:lnTo>
                <a:lnTo>
                  <a:pt x="0" y="207800"/>
                </a:lnTo>
                <a:lnTo>
                  <a:pt x="31179" y="256543"/>
                </a:lnTo>
                <a:lnTo>
                  <a:pt x="73025" y="238218"/>
                </a:lnTo>
                <a:lnTo>
                  <a:pt x="108118" y="212659"/>
                </a:lnTo>
                <a:lnTo>
                  <a:pt x="136217" y="180921"/>
                </a:lnTo>
                <a:lnTo>
                  <a:pt x="157083" y="144058"/>
                </a:lnTo>
                <a:lnTo>
                  <a:pt x="223726" y="144058"/>
                </a:lnTo>
                <a:lnTo>
                  <a:pt x="219640" y="140358"/>
                </a:lnTo>
                <a:lnTo>
                  <a:pt x="196342" y="97967"/>
                </a:lnTo>
                <a:lnTo>
                  <a:pt x="188658" y="50913"/>
                </a:lnTo>
                <a:lnTo>
                  <a:pt x="188658" y="12234"/>
                </a:lnTo>
                <a:close/>
              </a:path>
              <a:path w="435610" h="500380">
                <a:moveTo>
                  <a:pt x="223726" y="144058"/>
                </a:moveTo>
                <a:lnTo>
                  <a:pt x="157083" y="144058"/>
                </a:lnTo>
                <a:lnTo>
                  <a:pt x="177770" y="177921"/>
                </a:lnTo>
                <a:lnTo>
                  <a:pt x="205358" y="207010"/>
                </a:lnTo>
                <a:lnTo>
                  <a:pt x="239643" y="230475"/>
                </a:lnTo>
                <a:lnTo>
                  <a:pt x="280421" y="247465"/>
                </a:lnTo>
                <a:lnTo>
                  <a:pt x="311009" y="199314"/>
                </a:lnTo>
                <a:lnTo>
                  <a:pt x="258035" y="175127"/>
                </a:lnTo>
                <a:lnTo>
                  <a:pt x="223726" y="144058"/>
                </a:lnTo>
                <a:close/>
              </a:path>
              <a:path w="435610" h="500380">
                <a:moveTo>
                  <a:pt x="420336" y="280421"/>
                </a:moveTo>
                <a:lnTo>
                  <a:pt x="85448" y="280421"/>
                </a:lnTo>
                <a:lnTo>
                  <a:pt x="85448" y="328770"/>
                </a:lnTo>
                <a:lnTo>
                  <a:pt x="358568" y="328770"/>
                </a:lnTo>
                <a:lnTo>
                  <a:pt x="358568" y="365278"/>
                </a:lnTo>
                <a:lnTo>
                  <a:pt x="87027" y="365278"/>
                </a:lnTo>
                <a:lnTo>
                  <a:pt x="87027" y="499864"/>
                </a:lnTo>
                <a:lnTo>
                  <a:pt x="435532" y="499864"/>
                </a:lnTo>
                <a:lnTo>
                  <a:pt x="435532" y="450529"/>
                </a:lnTo>
                <a:lnTo>
                  <a:pt x="147413" y="450529"/>
                </a:lnTo>
                <a:lnTo>
                  <a:pt x="147413" y="411456"/>
                </a:lnTo>
                <a:lnTo>
                  <a:pt x="420336" y="411456"/>
                </a:lnTo>
                <a:lnTo>
                  <a:pt x="420336" y="280421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26171" y="740138"/>
            <a:ext cx="417830" cy="505459"/>
          </a:xfrm>
          <a:custGeom>
            <a:avLst/>
            <a:gdLst/>
            <a:ahLst/>
            <a:cxnLst/>
            <a:rect l="l" t="t" r="r" b="b"/>
            <a:pathLst>
              <a:path w="417829" h="505459">
                <a:moveTo>
                  <a:pt x="417771" y="0"/>
                </a:moveTo>
                <a:lnTo>
                  <a:pt x="355806" y="0"/>
                </a:lnTo>
                <a:lnTo>
                  <a:pt x="355806" y="505193"/>
                </a:lnTo>
                <a:lnTo>
                  <a:pt x="417771" y="505193"/>
                </a:lnTo>
                <a:lnTo>
                  <a:pt x="417771" y="0"/>
                </a:lnTo>
                <a:close/>
              </a:path>
              <a:path w="417829" h="505459">
                <a:moveTo>
                  <a:pt x="161227" y="30982"/>
                </a:moveTo>
                <a:lnTo>
                  <a:pt x="106086" y="40016"/>
                </a:lnTo>
                <a:lnTo>
                  <a:pt x="62137" y="65073"/>
                </a:lnTo>
                <a:lnTo>
                  <a:pt x="33100" y="103523"/>
                </a:lnTo>
                <a:lnTo>
                  <a:pt x="22694" y="152741"/>
                </a:lnTo>
                <a:lnTo>
                  <a:pt x="30507" y="195978"/>
                </a:lnTo>
                <a:lnTo>
                  <a:pt x="52640" y="231332"/>
                </a:lnTo>
                <a:lnTo>
                  <a:pt x="86688" y="257141"/>
                </a:lnTo>
                <a:lnTo>
                  <a:pt x="130245" y="271738"/>
                </a:lnTo>
                <a:lnTo>
                  <a:pt x="130245" y="347912"/>
                </a:lnTo>
                <a:lnTo>
                  <a:pt x="95491" y="348741"/>
                </a:lnTo>
                <a:lnTo>
                  <a:pt x="0" y="349490"/>
                </a:lnTo>
                <a:lnTo>
                  <a:pt x="7498" y="400010"/>
                </a:lnTo>
                <a:lnTo>
                  <a:pt x="54561" y="399771"/>
                </a:lnTo>
                <a:lnTo>
                  <a:pt x="105811" y="398884"/>
                </a:lnTo>
                <a:lnTo>
                  <a:pt x="160142" y="396803"/>
                </a:lnTo>
                <a:lnTo>
                  <a:pt x="216446" y="392979"/>
                </a:lnTo>
                <a:lnTo>
                  <a:pt x="273617" y="386863"/>
                </a:lnTo>
                <a:lnTo>
                  <a:pt x="330546" y="377908"/>
                </a:lnTo>
                <a:lnTo>
                  <a:pt x="327119" y="345346"/>
                </a:lnTo>
                <a:lnTo>
                  <a:pt x="192210" y="345346"/>
                </a:lnTo>
                <a:lnTo>
                  <a:pt x="192210" y="271738"/>
                </a:lnTo>
                <a:lnTo>
                  <a:pt x="235795" y="257141"/>
                </a:lnTo>
                <a:lnTo>
                  <a:pt x="269740" y="231332"/>
                </a:lnTo>
                <a:lnTo>
                  <a:pt x="276053" y="221219"/>
                </a:lnTo>
                <a:lnTo>
                  <a:pt x="161227" y="221219"/>
                </a:lnTo>
                <a:lnTo>
                  <a:pt x="130498" y="216458"/>
                </a:lnTo>
                <a:lnTo>
                  <a:pt x="106021" y="202669"/>
                </a:lnTo>
                <a:lnTo>
                  <a:pt x="89907" y="181035"/>
                </a:lnTo>
                <a:lnTo>
                  <a:pt x="84264" y="152741"/>
                </a:lnTo>
                <a:lnTo>
                  <a:pt x="89907" y="124090"/>
                </a:lnTo>
                <a:lnTo>
                  <a:pt x="106021" y="102617"/>
                </a:lnTo>
                <a:lnTo>
                  <a:pt x="130498" y="89136"/>
                </a:lnTo>
                <a:lnTo>
                  <a:pt x="161227" y="84461"/>
                </a:lnTo>
                <a:lnTo>
                  <a:pt x="274954" y="84461"/>
                </a:lnTo>
                <a:lnTo>
                  <a:pt x="260391" y="65073"/>
                </a:lnTo>
                <a:lnTo>
                  <a:pt x="216563" y="40016"/>
                </a:lnTo>
                <a:lnTo>
                  <a:pt x="161227" y="30982"/>
                </a:lnTo>
                <a:close/>
              </a:path>
              <a:path w="417829" h="505459">
                <a:moveTo>
                  <a:pt x="325810" y="332914"/>
                </a:moveTo>
                <a:lnTo>
                  <a:pt x="293113" y="337188"/>
                </a:lnTo>
                <a:lnTo>
                  <a:pt x="259750" y="340610"/>
                </a:lnTo>
                <a:lnTo>
                  <a:pt x="226017" y="343293"/>
                </a:lnTo>
                <a:lnTo>
                  <a:pt x="192210" y="345346"/>
                </a:lnTo>
                <a:lnTo>
                  <a:pt x="327119" y="345346"/>
                </a:lnTo>
                <a:lnTo>
                  <a:pt x="325810" y="332914"/>
                </a:lnTo>
                <a:close/>
              </a:path>
              <a:path w="417829" h="505459">
                <a:moveTo>
                  <a:pt x="274954" y="84461"/>
                </a:moveTo>
                <a:lnTo>
                  <a:pt x="161227" y="84461"/>
                </a:lnTo>
                <a:lnTo>
                  <a:pt x="192222" y="89136"/>
                </a:lnTo>
                <a:lnTo>
                  <a:pt x="216927" y="102617"/>
                </a:lnTo>
                <a:lnTo>
                  <a:pt x="233269" y="124090"/>
                </a:lnTo>
                <a:lnTo>
                  <a:pt x="239177" y="152741"/>
                </a:lnTo>
                <a:lnTo>
                  <a:pt x="233297" y="181035"/>
                </a:lnTo>
                <a:lnTo>
                  <a:pt x="217001" y="202669"/>
                </a:lnTo>
                <a:lnTo>
                  <a:pt x="192306" y="216458"/>
                </a:lnTo>
                <a:lnTo>
                  <a:pt x="161227" y="221219"/>
                </a:lnTo>
                <a:lnTo>
                  <a:pt x="276053" y="221219"/>
                </a:lnTo>
                <a:lnTo>
                  <a:pt x="291809" y="195978"/>
                </a:lnTo>
                <a:lnTo>
                  <a:pt x="299761" y="152741"/>
                </a:lnTo>
                <a:lnTo>
                  <a:pt x="289271" y="103523"/>
                </a:lnTo>
                <a:lnTo>
                  <a:pt x="274954" y="84461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47733" y="740138"/>
            <a:ext cx="418465" cy="504190"/>
          </a:xfrm>
          <a:custGeom>
            <a:avLst/>
            <a:gdLst/>
            <a:ahLst/>
            <a:cxnLst/>
            <a:rect l="l" t="t" r="r" b="b"/>
            <a:pathLst>
              <a:path w="418464" h="504190">
                <a:moveTo>
                  <a:pt x="418166" y="0"/>
                </a:moveTo>
                <a:lnTo>
                  <a:pt x="358371" y="0"/>
                </a:lnTo>
                <a:lnTo>
                  <a:pt x="358371" y="504009"/>
                </a:lnTo>
                <a:lnTo>
                  <a:pt x="418166" y="504009"/>
                </a:lnTo>
                <a:lnTo>
                  <a:pt x="418166" y="0"/>
                </a:lnTo>
                <a:close/>
              </a:path>
              <a:path w="418464" h="504190">
                <a:moveTo>
                  <a:pt x="312588" y="9866"/>
                </a:moveTo>
                <a:lnTo>
                  <a:pt x="254570" y="9866"/>
                </a:lnTo>
                <a:lnTo>
                  <a:pt x="254570" y="186881"/>
                </a:lnTo>
                <a:lnTo>
                  <a:pt x="157478" y="186881"/>
                </a:lnTo>
                <a:lnTo>
                  <a:pt x="157478" y="237796"/>
                </a:lnTo>
                <a:lnTo>
                  <a:pt x="254570" y="237796"/>
                </a:lnTo>
                <a:lnTo>
                  <a:pt x="254570" y="479933"/>
                </a:lnTo>
                <a:lnTo>
                  <a:pt x="312588" y="479933"/>
                </a:lnTo>
                <a:lnTo>
                  <a:pt x="312588" y="9866"/>
                </a:lnTo>
                <a:close/>
              </a:path>
              <a:path w="418464" h="504190">
                <a:moveTo>
                  <a:pt x="192013" y="58807"/>
                </a:moveTo>
                <a:lnTo>
                  <a:pt x="0" y="58807"/>
                </a:lnTo>
                <a:lnTo>
                  <a:pt x="0" y="388761"/>
                </a:lnTo>
                <a:lnTo>
                  <a:pt x="33942" y="388761"/>
                </a:lnTo>
                <a:lnTo>
                  <a:pt x="86851" y="388095"/>
                </a:lnTo>
                <a:lnTo>
                  <a:pt x="133081" y="385949"/>
                </a:lnTo>
                <a:lnTo>
                  <a:pt x="175723" y="381657"/>
                </a:lnTo>
                <a:lnTo>
                  <a:pt x="217864" y="374553"/>
                </a:lnTo>
                <a:lnTo>
                  <a:pt x="214115" y="337058"/>
                </a:lnTo>
                <a:lnTo>
                  <a:pt x="60583" y="337058"/>
                </a:lnTo>
                <a:lnTo>
                  <a:pt x="60583" y="108932"/>
                </a:lnTo>
                <a:lnTo>
                  <a:pt x="192013" y="108932"/>
                </a:lnTo>
                <a:lnTo>
                  <a:pt x="192013" y="58807"/>
                </a:lnTo>
                <a:close/>
              </a:path>
              <a:path w="418464" h="504190">
                <a:moveTo>
                  <a:pt x="212733" y="323244"/>
                </a:moveTo>
                <a:lnTo>
                  <a:pt x="176472" y="329759"/>
                </a:lnTo>
                <a:lnTo>
                  <a:pt x="140506" y="333925"/>
                </a:lnTo>
                <a:lnTo>
                  <a:pt x="102617" y="336204"/>
                </a:lnTo>
                <a:lnTo>
                  <a:pt x="60583" y="337058"/>
                </a:lnTo>
                <a:lnTo>
                  <a:pt x="214115" y="337058"/>
                </a:lnTo>
                <a:lnTo>
                  <a:pt x="212733" y="32324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29853" y="740138"/>
            <a:ext cx="403860" cy="505459"/>
          </a:xfrm>
          <a:custGeom>
            <a:avLst/>
            <a:gdLst/>
            <a:ahLst/>
            <a:cxnLst/>
            <a:rect l="l" t="t" r="r" b="b"/>
            <a:pathLst>
              <a:path w="403860" h="505459">
                <a:moveTo>
                  <a:pt x="403562" y="0"/>
                </a:moveTo>
                <a:lnTo>
                  <a:pt x="341005" y="0"/>
                </a:lnTo>
                <a:lnTo>
                  <a:pt x="341005" y="505193"/>
                </a:lnTo>
                <a:lnTo>
                  <a:pt x="403562" y="505193"/>
                </a:lnTo>
                <a:lnTo>
                  <a:pt x="403562" y="0"/>
                </a:lnTo>
                <a:close/>
              </a:path>
              <a:path w="403860" h="505459">
                <a:moveTo>
                  <a:pt x="131824" y="36507"/>
                </a:moveTo>
                <a:lnTo>
                  <a:pt x="88693" y="44658"/>
                </a:lnTo>
                <a:lnTo>
                  <a:pt x="52287" y="67946"/>
                </a:lnTo>
                <a:lnTo>
                  <a:pt x="24265" y="104979"/>
                </a:lnTo>
                <a:lnTo>
                  <a:pt x="6283" y="154363"/>
                </a:lnTo>
                <a:lnTo>
                  <a:pt x="0" y="214707"/>
                </a:lnTo>
                <a:lnTo>
                  <a:pt x="6283" y="275432"/>
                </a:lnTo>
                <a:lnTo>
                  <a:pt x="24265" y="325028"/>
                </a:lnTo>
                <a:lnTo>
                  <a:pt x="52287" y="362120"/>
                </a:lnTo>
                <a:lnTo>
                  <a:pt x="88693" y="385336"/>
                </a:lnTo>
                <a:lnTo>
                  <a:pt x="131824" y="393301"/>
                </a:lnTo>
                <a:lnTo>
                  <a:pt x="174495" y="385336"/>
                </a:lnTo>
                <a:lnTo>
                  <a:pt x="210668" y="362120"/>
                </a:lnTo>
                <a:lnTo>
                  <a:pt x="229412" y="337255"/>
                </a:lnTo>
                <a:lnTo>
                  <a:pt x="131824" y="337255"/>
                </a:lnTo>
                <a:lnTo>
                  <a:pt x="102420" y="329013"/>
                </a:lnTo>
                <a:lnTo>
                  <a:pt x="79676" y="305064"/>
                </a:lnTo>
                <a:lnTo>
                  <a:pt x="64999" y="266573"/>
                </a:lnTo>
                <a:lnTo>
                  <a:pt x="59794" y="214707"/>
                </a:lnTo>
                <a:lnTo>
                  <a:pt x="64999" y="163151"/>
                </a:lnTo>
                <a:lnTo>
                  <a:pt x="79676" y="124768"/>
                </a:lnTo>
                <a:lnTo>
                  <a:pt x="102420" y="100816"/>
                </a:lnTo>
                <a:lnTo>
                  <a:pt x="131824" y="92553"/>
                </a:lnTo>
                <a:lnTo>
                  <a:pt x="229247" y="92553"/>
                </a:lnTo>
                <a:lnTo>
                  <a:pt x="210668" y="67946"/>
                </a:lnTo>
                <a:lnTo>
                  <a:pt x="174495" y="44658"/>
                </a:lnTo>
                <a:lnTo>
                  <a:pt x="131824" y="36507"/>
                </a:lnTo>
                <a:close/>
              </a:path>
              <a:path w="403860" h="505459">
                <a:moveTo>
                  <a:pt x="229247" y="92553"/>
                </a:moveTo>
                <a:lnTo>
                  <a:pt x="131824" y="92553"/>
                </a:lnTo>
                <a:lnTo>
                  <a:pt x="160771" y="100816"/>
                </a:lnTo>
                <a:lnTo>
                  <a:pt x="183280" y="124768"/>
                </a:lnTo>
                <a:lnTo>
                  <a:pt x="197871" y="163151"/>
                </a:lnTo>
                <a:lnTo>
                  <a:pt x="203063" y="214707"/>
                </a:lnTo>
                <a:lnTo>
                  <a:pt x="197871" y="266573"/>
                </a:lnTo>
                <a:lnTo>
                  <a:pt x="183280" y="305064"/>
                </a:lnTo>
                <a:lnTo>
                  <a:pt x="160771" y="329013"/>
                </a:lnTo>
                <a:lnTo>
                  <a:pt x="131824" y="337255"/>
                </a:lnTo>
                <a:lnTo>
                  <a:pt x="229412" y="337255"/>
                </a:lnTo>
                <a:lnTo>
                  <a:pt x="238629" y="325028"/>
                </a:lnTo>
                <a:lnTo>
                  <a:pt x="256663" y="275432"/>
                </a:lnTo>
                <a:lnTo>
                  <a:pt x="263056" y="214707"/>
                </a:lnTo>
                <a:lnTo>
                  <a:pt x="256663" y="154363"/>
                </a:lnTo>
                <a:lnTo>
                  <a:pt x="238629" y="104979"/>
                </a:lnTo>
                <a:lnTo>
                  <a:pt x="229247" y="9255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19472" y="740138"/>
            <a:ext cx="400050" cy="505459"/>
          </a:xfrm>
          <a:custGeom>
            <a:avLst/>
            <a:gdLst/>
            <a:ahLst/>
            <a:cxnLst/>
            <a:rect l="l" t="t" r="r" b="b"/>
            <a:pathLst>
              <a:path w="400050" h="505459">
                <a:moveTo>
                  <a:pt x="399813" y="0"/>
                </a:moveTo>
                <a:lnTo>
                  <a:pt x="338242" y="0"/>
                </a:lnTo>
                <a:lnTo>
                  <a:pt x="338242" y="182145"/>
                </a:lnTo>
                <a:lnTo>
                  <a:pt x="243716" y="182145"/>
                </a:lnTo>
                <a:lnTo>
                  <a:pt x="243716" y="232270"/>
                </a:lnTo>
                <a:lnTo>
                  <a:pt x="338242" y="232270"/>
                </a:lnTo>
                <a:lnTo>
                  <a:pt x="338242" y="505193"/>
                </a:lnTo>
                <a:lnTo>
                  <a:pt x="399813" y="505193"/>
                </a:lnTo>
                <a:lnTo>
                  <a:pt x="399813" y="0"/>
                </a:lnTo>
                <a:close/>
              </a:path>
              <a:path w="400050" h="505459">
                <a:moveTo>
                  <a:pt x="235625" y="43612"/>
                </a:moveTo>
                <a:lnTo>
                  <a:pt x="0" y="43612"/>
                </a:lnTo>
                <a:lnTo>
                  <a:pt x="0" y="388564"/>
                </a:lnTo>
                <a:lnTo>
                  <a:pt x="39468" y="388564"/>
                </a:lnTo>
                <a:lnTo>
                  <a:pt x="90778" y="387994"/>
                </a:lnTo>
                <a:lnTo>
                  <a:pt x="137599" y="386562"/>
                </a:lnTo>
                <a:lnTo>
                  <a:pt x="181596" y="383975"/>
                </a:lnTo>
                <a:lnTo>
                  <a:pt x="224438" y="379938"/>
                </a:lnTo>
                <a:lnTo>
                  <a:pt x="267792" y="374158"/>
                </a:lnTo>
                <a:lnTo>
                  <a:pt x="263067" y="337650"/>
                </a:lnTo>
                <a:lnTo>
                  <a:pt x="62162" y="337650"/>
                </a:lnTo>
                <a:lnTo>
                  <a:pt x="62162" y="233652"/>
                </a:lnTo>
                <a:lnTo>
                  <a:pt x="215891" y="233652"/>
                </a:lnTo>
                <a:lnTo>
                  <a:pt x="215891" y="184513"/>
                </a:lnTo>
                <a:lnTo>
                  <a:pt x="62162" y="184513"/>
                </a:lnTo>
                <a:lnTo>
                  <a:pt x="62162" y="93934"/>
                </a:lnTo>
                <a:lnTo>
                  <a:pt x="235625" y="93934"/>
                </a:lnTo>
                <a:lnTo>
                  <a:pt x="235625" y="43612"/>
                </a:lnTo>
                <a:close/>
              </a:path>
              <a:path w="400050" h="505459">
                <a:moveTo>
                  <a:pt x="261279" y="323836"/>
                </a:moveTo>
                <a:lnTo>
                  <a:pt x="213600" y="330518"/>
                </a:lnTo>
                <a:lnTo>
                  <a:pt x="166235" y="334665"/>
                </a:lnTo>
                <a:lnTo>
                  <a:pt x="116613" y="336851"/>
                </a:lnTo>
                <a:lnTo>
                  <a:pt x="62162" y="337650"/>
                </a:lnTo>
                <a:lnTo>
                  <a:pt x="263067" y="337650"/>
                </a:lnTo>
                <a:lnTo>
                  <a:pt x="261279" y="32383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29180" y="740138"/>
            <a:ext cx="422909" cy="502920"/>
          </a:xfrm>
          <a:custGeom>
            <a:avLst/>
            <a:gdLst/>
            <a:ahLst/>
            <a:cxnLst/>
            <a:rect l="l" t="t" r="r" b="b"/>
            <a:pathLst>
              <a:path w="422909" h="502919">
                <a:moveTo>
                  <a:pt x="259503" y="363502"/>
                </a:moveTo>
                <a:lnTo>
                  <a:pt x="194381" y="363502"/>
                </a:lnTo>
                <a:lnTo>
                  <a:pt x="179907" y="393550"/>
                </a:lnTo>
                <a:lnTo>
                  <a:pt x="146377" y="421249"/>
                </a:lnTo>
                <a:lnTo>
                  <a:pt x="95753" y="443064"/>
                </a:lnTo>
                <a:lnTo>
                  <a:pt x="29995" y="455463"/>
                </a:lnTo>
                <a:lnTo>
                  <a:pt x="51308" y="502825"/>
                </a:lnTo>
                <a:lnTo>
                  <a:pt x="109058" y="492039"/>
                </a:lnTo>
                <a:lnTo>
                  <a:pt x="158391" y="473963"/>
                </a:lnTo>
                <a:lnTo>
                  <a:pt x="198139" y="449598"/>
                </a:lnTo>
                <a:lnTo>
                  <a:pt x="227139" y="419941"/>
                </a:lnTo>
                <a:lnTo>
                  <a:pt x="306466" y="419941"/>
                </a:lnTo>
                <a:lnTo>
                  <a:pt x="273848" y="392967"/>
                </a:lnTo>
                <a:lnTo>
                  <a:pt x="259503" y="363502"/>
                </a:lnTo>
                <a:close/>
              </a:path>
              <a:path w="422909" h="502919">
                <a:moveTo>
                  <a:pt x="306466" y="419941"/>
                </a:moveTo>
                <a:lnTo>
                  <a:pt x="227139" y="419941"/>
                </a:lnTo>
                <a:lnTo>
                  <a:pt x="255899" y="449404"/>
                </a:lnTo>
                <a:lnTo>
                  <a:pt x="295296" y="473889"/>
                </a:lnTo>
                <a:lnTo>
                  <a:pt x="344277" y="492122"/>
                </a:lnTo>
                <a:lnTo>
                  <a:pt x="401786" y="502825"/>
                </a:lnTo>
                <a:lnTo>
                  <a:pt x="422705" y="455463"/>
                </a:lnTo>
                <a:lnTo>
                  <a:pt x="357298" y="442426"/>
                </a:lnTo>
                <a:lnTo>
                  <a:pt x="307063" y="420435"/>
                </a:lnTo>
                <a:lnTo>
                  <a:pt x="306466" y="419941"/>
                </a:lnTo>
                <a:close/>
              </a:path>
              <a:path w="422909" h="502919">
                <a:moveTo>
                  <a:pt x="403760" y="317127"/>
                </a:moveTo>
                <a:lnTo>
                  <a:pt x="50519" y="317127"/>
                </a:lnTo>
                <a:lnTo>
                  <a:pt x="50519" y="363502"/>
                </a:lnTo>
                <a:lnTo>
                  <a:pt x="403760" y="363502"/>
                </a:lnTo>
                <a:lnTo>
                  <a:pt x="403760" y="317127"/>
                </a:lnTo>
                <a:close/>
              </a:path>
              <a:path w="422909" h="502919">
                <a:moveTo>
                  <a:pt x="257924" y="272725"/>
                </a:moveTo>
                <a:lnTo>
                  <a:pt x="195762" y="272725"/>
                </a:lnTo>
                <a:lnTo>
                  <a:pt x="195762" y="317127"/>
                </a:lnTo>
                <a:lnTo>
                  <a:pt x="257924" y="317127"/>
                </a:lnTo>
                <a:lnTo>
                  <a:pt x="257924" y="272725"/>
                </a:lnTo>
                <a:close/>
              </a:path>
              <a:path w="422909" h="502919">
                <a:moveTo>
                  <a:pt x="393300" y="0"/>
                </a:moveTo>
                <a:lnTo>
                  <a:pt x="331927" y="0"/>
                </a:lnTo>
                <a:lnTo>
                  <a:pt x="331927" y="287131"/>
                </a:lnTo>
                <a:lnTo>
                  <a:pt x="393300" y="287131"/>
                </a:lnTo>
                <a:lnTo>
                  <a:pt x="393300" y="0"/>
                </a:lnTo>
                <a:close/>
              </a:path>
              <a:path w="422909" h="502919">
                <a:moveTo>
                  <a:pt x="242927" y="31179"/>
                </a:moveTo>
                <a:lnTo>
                  <a:pt x="0" y="31179"/>
                </a:lnTo>
                <a:lnTo>
                  <a:pt x="0" y="240953"/>
                </a:lnTo>
                <a:lnTo>
                  <a:pt x="242927" y="240953"/>
                </a:lnTo>
                <a:lnTo>
                  <a:pt x="242927" y="192407"/>
                </a:lnTo>
                <a:lnTo>
                  <a:pt x="60978" y="192407"/>
                </a:lnTo>
                <a:lnTo>
                  <a:pt x="60978" y="80120"/>
                </a:lnTo>
                <a:lnTo>
                  <a:pt x="242927" y="80120"/>
                </a:lnTo>
                <a:lnTo>
                  <a:pt x="242927" y="31179"/>
                </a:lnTo>
                <a:close/>
              </a:path>
              <a:path w="422909" h="502919">
                <a:moveTo>
                  <a:pt x="242927" y="80120"/>
                </a:moveTo>
                <a:lnTo>
                  <a:pt x="181554" y="80120"/>
                </a:lnTo>
                <a:lnTo>
                  <a:pt x="181554" y="192407"/>
                </a:lnTo>
                <a:lnTo>
                  <a:pt x="242927" y="192407"/>
                </a:lnTo>
                <a:lnTo>
                  <a:pt x="242927" y="8012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05854" y="738568"/>
            <a:ext cx="913130" cy="503555"/>
          </a:xfrm>
          <a:custGeom>
            <a:avLst/>
            <a:gdLst/>
            <a:ahLst/>
            <a:cxnLst/>
            <a:rect l="l" t="t" r="r" b="b"/>
            <a:pathLst>
              <a:path w="913129" h="503555">
                <a:moveTo>
                  <a:pt x="302717" y="45389"/>
                </a:moveTo>
                <a:lnTo>
                  <a:pt x="189052" y="45389"/>
                </a:lnTo>
                <a:lnTo>
                  <a:pt x="189052" y="0"/>
                </a:lnTo>
                <a:lnTo>
                  <a:pt x="127088" y="0"/>
                </a:lnTo>
                <a:lnTo>
                  <a:pt x="127088" y="45389"/>
                </a:lnTo>
                <a:lnTo>
                  <a:pt x="13030" y="45389"/>
                </a:lnTo>
                <a:lnTo>
                  <a:pt x="13030" y="90576"/>
                </a:lnTo>
                <a:lnTo>
                  <a:pt x="302717" y="90576"/>
                </a:lnTo>
                <a:lnTo>
                  <a:pt x="302717" y="45389"/>
                </a:lnTo>
                <a:close/>
              </a:path>
              <a:path w="913129" h="503555">
                <a:moveTo>
                  <a:pt x="320675" y="320484"/>
                </a:moveTo>
                <a:lnTo>
                  <a:pt x="317461" y="289890"/>
                </a:lnTo>
                <a:lnTo>
                  <a:pt x="316141" y="277266"/>
                </a:lnTo>
                <a:lnTo>
                  <a:pt x="285292" y="281457"/>
                </a:lnTo>
                <a:lnTo>
                  <a:pt x="253631" y="284911"/>
                </a:lnTo>
                <a:lnTo>
                  <a:pt x="221449" y="287693"/>
                </a:lnTo>
                <a:lnTo>
                  <a:pt x="189052" y="289890"/>
                </a:lnTo>
                <a:lnTo>
                  <a:pt x="189052" y="260680"/>
                </a:lnTo>
                <a:lnTo>
                  <a:pt x="226428" y="251434"/>
                </a:lnTo>
                <a:lnTo>
                  <a:pt x="254812" y="235381"/>
                </a:lnTo>
                <a:lnTo>
                  <a:pt x="267169" y="220230"/>
                </a:lnTo>
                <a:lnTo>
                  <a:pt x="272910" y="213169"/>
                </a:lnTo>
                <a:lnTo>
                  <a:pt x="279438" y="185496"/>
                </a:lnTo>
                <a:lnTo>
                  <a:pt x="270535" y="152412"/>
                </a:lnTo>
                <a:lnTo>
                  <a:pt x="267106" y="148983"/>
                </a:lnTo>
                <a:lnTo>
                  <a:pt x="245833" y="127749"/>
                </a:lnTo>
                <a:lnTo>
                  <a:pt x="219837" y="117335"/>
                </a:lnTo>
                <a:lnTo>
                  <a:pt x="219837" y="185496"/>
                </a:lnTo>
                <a:lnTo>
                  <a:pt x="215582" y="200088"/>
                </a:lnTo>
                <a:lnTo>
                  <a:pt x="203314" y="211010"/>
                </a:lnTo>
                <a:lnTo>
                  <a:pt x="183705" y="217855"/>
                </a:lnTo>
                <a:lnTo>
                  <a:pt x="157480" y="220230"/>
                </a:lnTo>
                <a:lnTo>
                  <a:pt x="131140" y="217855"/>
                </a:lnTo>
                <a:lnTo>
                  <a:pt x="111518" y="211010"/>
                </a:lnTo>
                <a:lnTo>
                  <a:pt x="99339" y="200088"/>
                </a:lnTo>
                <a:lnTo>
                  <a:pt x="95313" y="185496"/>
                </a:lnTo>
                <a:lnTo>
                  <a:pt x="99339" y="169837"/>
                </a:lnTo>
                <a:lnTo>
                  <a:pt x="111518" y="158432"/>
                </a:lnTo>
                <a:lnTo>
                  <a:pt x="131140" y="151447"/>
                </a:lnTo>
                <a:lnTo>
                  <a:pt x="157480" y="148983"/>
                </a:lnTo>
                <a:lnTo>
                  <a:pt x="183705" y="151447"/>
                </a:lnTo>
                <a:lnTo>
                  <a:pt x="203314" y="158432"/>
                </a:lnTo>
                <a:lnTo>
                  <a:pt x="215582" y="169837"/>
                </a:lnTo>
                <a:lnTo>
                  <a:pt x="219837" y="185496"/>
                </a:lnTo>
                <a:lnTo>
                  <a:pt x="219837" y="117335"/>
                </a:lnTo>
                <a:lnTo>
                  <a:pt x="207441" y="112369"/>
                </a:lnTo>
                <a:lnTo>
                  <a:pt x="157480" y="107149"/>
                </a:lnTo>
                <a:lnTo>
                  <a:pt x="107543" y="112369"/>
                </a:lnTo>
                <a:lnTo>
                  <a:pt x="69088" y="127749"/>
                </a:lnTo>
                <a:lnTo>
                  <a:pt x="44450" y="152412"/>
                </a:lnTo>
                <a:lnTo>
                  <a:pt x="35915" y="185496"/>
                </a:lnTo>
                <a:lnTo>
                  <a:pt x="42113" y="213398"/>
                </a:lnTo>
                <a:lnTo>
                  <a:pt x="60337" y="235673"/>
                </a:lnTo>
                <a:lnTo>
                  <a:pt x="89141" y="251650"/>
                </a:lnTo>
                <a:lnTo>
                  <a:pt x="127088" y="260680"/>
                </a:lnTo>
                <a:lnTo>
                  <a:pt x="127088" y="292849"/>
                </a:lnTo>
                <a:lnTo>
                  <a:pt x="60439" y="294259"/>
                </a:lnTo>
                <a:lnTo>
                  <a:pt x="0" y="294627"/>
                </a:lnTo>
                <a:lnTo>
                  <a:pt x="6705" y="343179"/>
                </a:lnTo>
                <a:lnTo>
                  <a:pt x="52857" y="342544"/>
                </a:lnTo>
                <a:lnTo>
                  <a:pt x="103200" y="341325"/>
                </a:lnTo>
                <a:lnTo>
                  <a:pt x="156438" y="339001"/>
                </a:lnTo>
                <a:lnTo>
                  <a:pt x="211302" y="335089"/>
                </a:lnTo>
                <a:lnTo>
                  <a:pt x="266471" y="329082"/>
                </a:lnTo>
                <a:lnTo>
                  <a:pt x="320675" y="320484"/>
                </a:lnTo>
                <a:close/>
              </a:path>
              <a:path w="913129" h="503555">
                <a:moveTo>
                  <a:pt x="422109" y="445795"/>
                </a:moveTo>
                <a:lnTo>
                  <a:pt x="134785" y="445795"/>
                </a:lnTo>
                <a:lnTo>
                  <a:pt x="134785" y="369023"/>
                </a:lnTo>
                <a:lnTo>
                  <a:pt x="72428" y="369023"/>
                </a:lnTo>
                <a:lnTo>
                  <a:pt x="72428" y="496112"/>
                </a:lnTo>
                <a:lnTo>
                  <a:pt x="422109" y="496112"/>
                </a:lnTo>
                <a:lnTo>
                  <a:pt x="422109" y="445795"/>
                </a:lnTo>
                <a:close/>
              </a:path>
              <a:path w="913129" h="503555">
                <a:moveTo>
                  <a:pt x="472440" y="170700"/>
                </a:moveTo>
                <a:lnTo>
                  <a:pt x="404355" y="170700"/>
                </a:lnTo>
                <a:lnTo>
                  <a:pt x="404355" y="1574"/>
                </a:lnTo>
                <a:lnTo>
                  <a:pt x="342188" y="1574"/>
                </a:lnTo>
                <a:lnTo>
                  <a:pt x="342188" y="395274"/>
                </a:lnTo>
                <a:lnTo>
                  <a:pt x="404355" y="395274"/>
                </a:lnTo>
                <a:lnTo>
                  <a:pt x="404355" y="222008"/>
                </a:lnTo>
                <a:lnTo>
                  <a:pt x="472440" y="222008"/>
                </a:lnTo>
                <a:lnTo>
                  <a:pt x="472440" y="170700"/>
                </a:lnTo>
                <a:close/>
              </a:path>
              <a:path w="913129" h="503555">
                <a:moveTo>
                  <a:pt x="909751" y="1968"/>
                </a:moveTo>
                <a:lnTo>
                  <a:pt x="847788" y="1968"/>
                </a:lnTo>
                <a:lnTo>
                  <a:pt x="847788" y="87020"/>
                </a:lnTo>
                <a:lnTo>
                  <a:pt x="746353" y="87020"/>
                </a:lnTo>
                <a:lnTo>
                  <a:pt x="748169" y="74917"/>
                </a:lnTo>
                <a:lnTo>
                  <a:pt x="749465" y="62560"/>
                </a:lnTo>
                <a:lnTo>
                  <a:pt x="750239" y="49898"/>
                </a:lnTo>
                <a:lnTo>
                  <a:pt x="750506" y="36906"/>
                </a:lnTo>
                <a:lnTo>
                  <a:pt x="519023" y="36906"/>
                </a:lnTo>
                <a:lnTo>
                  <a:pt x="519023" y="87414"/>
                </a:lnTo>
                <a:lnTo>
                  <a:pt x="683018" y="87414"/>
                </a:lnTo>
                <a:lnTo>
                  <a:pt x="673646" y="123596"/>
                </a:lnTo>
                <a:lnTo>
                  <a:pt x="628180" y="186956"/>
                </a:lnTo>
                <a:lnTo>
                  <a:pt x="591972" y="213448"/>
                </a:lnTo>
                <a:lnTo>
                  <a:pt x="546722" y="236042"/>
                </a:lnTo>
                <a:lnTo>
                  <a:pt x="492379" y="254368"/>
                </a:lnTo>
                <a:lnTo>
                  <a:pt x="517055" y="303314"/>
                </a:lnTo>
                <a:lnTo>
                  <a:pt x="568972" y="285889"/>
                </a:lnTo>
                <a:lnTo>
                  <a:pt x="614705" y="264223"/>
                </a:lnTo>
                <a:lnTo>
                  <a:pt x="654100" y="238391"/>
                </a:lnTo>
                <a:lnTo>
                  <a:pt x="686981" y="208394"/>
                </a:lnTo>
                <a:lnTo>
                  <a:pt x="713181" y="174307"/>
                </a:lnTo>
                <a:lnTo>
                  <a:pt x="732548" y="136156"/>
                </a:lnTo>
                <a:lnTo>
                  <a:pt x="847788" y="136156"/>
                </a:lnTo>
                <a:lnTo>
                  <a:pt x="847788" y="190830"/>
                </a:lnTo>
                <a:lnTo>
                  <a:pt x="727608" y="190830"/>
                </a:lnTo>
                <a:lnTo>
                  <a:pt x="727608" y="240957"/>
                </a:lnTo>
                <a:lnTo>
                  <a:pt x="847788" y="240957"/>
                </a:lnTo>
                <a:lnTo>
                  <a:pt x="847788" y="296595"/>
                </a:lnTo>
                <a:lnTo>
                  <a:pt x="909751" y="296595"/>
                </a:lnTo>
                <a:lnTo>
                  <a:pt x="909751" y="136156"/>
                </a:lnTo>
                <a:lnTo>
                  <a:pt x="909751" y="87020"/>
                </a:lnTo>
                <a:lnTo>
                  <a:pt x="909751" y="1968"/>
                </a:lnTo>
                <a:close/>
              </a:path>
              <a:path w="913129" h="503555">
                <a:moveTo>
                  <a:pt x="913117" y="402374"/>
                </a:moveTo>
                <a:lnTo>
                  <a:pt x="905141" y="368249"/>
                </a:lnTo>
                <a:lnTo>
                  <a:pt x="891146" y="351066"/>
                </a:lnTo>
                <a:lnTo>
                  <a:pt x="882523" y="340474"/>
                </a:lnTo>
                <a:lnTo>
                  <a:pt x="851141" y="322237"/>
                </a:lnTo>
                <a:lnTo>
                  <a:pt x="851141" y="402374"/>
                </a:lnTo>
                <a:lnTo>
                  <a:pt x="843432" y="424497"/>
                </a:lnTo>
                <a:lnTo>
                  <a:pt x="821842" y="440639"/>
                </a:lnTo>
                <a:lnTo>
                  <a:pt x="787819" y="450519"/>
                </a:lnTo>
                <a:lnTo>
                  <a:pt x="742810" y="453885"/>
                </a:lnTo>
                <a:lnTo>
                  <a:pt x="697090" y="450519"/>
                </a:lnTo>
                <a:lnTo>
                  <a:pt x="662711" y="440639"/>
                </a:lnTo>
                <a:lnTo>
                  <a:pt x="641096" y="424497"/>
                </a:lnTo>
                <a:lnTo>
                  <a:pt x="633679" y="402374"/>
                </a:lnTo>
                <a:lnTo>
                  <a:pt x="641096" y="380238"/>
                </a:lnTo>
                <a:lnTo>
                  <a:pt x="662711" y="364070"/>
                </a:lnTo>
                <a:lnTo>
                  <a:pt x="697090" y="354228"/>
                </a:lnTo>
                <a:lnTo>
                  <a:pt x="742810" y="351066"/>
                </a:lnTo>
                <a:lnTo>
                  <a:pt x="787819" y="354228"/>
                </a:lnTo>
                <a:lnTo>
                  <a:pt x="821842" y="364070"/>
                </a:lnTo>
                <a:lnTo>
                  <a:pt x="843432" y="380238"/>
                </a:lnTo>
                <a:lnTo>
                  <a:pt x="851141" y="402374"/>
                </a:lnTo>
                <a:lnTo>
                  <a:pt x="851141" y="322237"/>
                </a:lnTo>
                <a:lnTo>
                  <a:pt x="846861" y="319747"/>
                </a:lnTo>
                <a:lnTo>
                  <a:pt x="799757" y="306793"/>
                </a:lnTo>
                <a:lnTo>
                  <a:pt x="742810" y="302323"/>
                </a:lnTo>
                <a:lnTo>
                  <a:pt x="685292" y="306793"/>
                </a:lnTo>
                <a:lnTo>
                  <a:pt x="637857" y="319747"/>
                </a:lnTo>
                <a:lnTo>
                  <a:pt x="602068" y="340474"/>
                </a:lnTo>
                <a:lnTo>
                  <a:pt x="579501" y="368249"/>
                </a:lnTo>
                <a:lnTo>
                  <a:pt x="571715" y="402374"/>
                </a:lnTo>
                <a:lnTo>
                  <a:pt x="579501" y="436753"/>
                </a:lnTo>
                <a:lnTo>
                  <a:pt x="602068" y="464781"/>
                </a:lnTo>
                <a:lnTo>
                  <a:pt x="637857" y="485711"/>
                </a:lnTo>
                <a:lnTo>
                  <a:pt x="685292" y="498767"/>
                </a:lnTo>
                <a:lnTo>
                  <a:pt x="742810" y="503212"/>
                </a:lnTo>
                <a:lnTo>
                  <a:pt x="799757" y="498767"/>
                </a:lnTo>
                <a:lnTo>
                  <a:pt x="846861" y="485711"/>
                </a:lnTo>
                <a:lnTo>
                  <a:pt x="882523" y="464781"/>
                </a:lnTo>
                <a:lnTo>
                  <a:pt x="891311" y="453885"/>
                </a:lnTo>
                <a:lnTo>
                  <a:pt x="905141" y="436753"/>
                </a:lnTo>
                <a:lnTo>
                  <a:pt x="913117" y="40237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95717" y="736193"/>
            <a:ext cx="948690" cy="508000"/>
          </a:xfrm>
          <a:custGeom>
            <a:avLst/>
            <a:gdLst/>
            <a:ahLst/>
            <a:cxnLst/>
            <a:rect l="l" t="t" r="r" b="b"/>
            <a:pathLst>
              <a:path w="948690" h="508000">
                <a:moveTo>
                  <a:pt x="302729" y="44208"/>
                </a:moveTo>
                <a:lnTo>
                  <a:pt x="189052" y="44208"/>
                </a:lnTo>
                <a:lnTo>
                  <a:pt x="189052" y="0"/>
                </a:lnTo>
                <a:lnTo>
                  <a:pt x="127088" y="0"/>
                </a:lnTo>
                <a:lnTo>
                  <a:pt x="127088" y="44208"/>
                </a:lnTo>
                <a:lnTo>
                  <a:pt x="13030" y="44208"/>
                </a:lnTo>
                <a:lnTo>
                  <a:pt x="13030" y="89789"/>
                </a:lnTo>
                <a:lnTo>
                  <a:pt x="302729" y="89789"/>
                </a:lnTo>
                <a:lnTo>
                  <a:pt x="302729" y="44208"/>
                </a:lnTo>
                <a:close/>
              </a:path>
              <a:path w="948690" h="508000">
                <a:moveTo>
                  <a:pt x="320687" y="313778"/>
                </a:moveTo>
                <a:lnTo>
                  <a:pt x="317296" y="281406"/>
                </a:lnTo>
                <a:lnTo>
                  <a:pt x="316141" y="270357"/>
                </a:lnTo>
                <a:lnTo>
                  <a:pt x="285292" y="274027"/>
                </a:lnTo>
                <a:lnTo>
                  <a:pt x="253631" y="277075"/>
                </a:lnTo>
                <a:lnTo>
                  <a:pt x="221462" y="279514"/>
                </a:lnTo>
                <a:lnTo>
                  <a:pt x="189052" y="281406"/>
                </a:lnTo>
                <a:lnTo>
                  <a:pt x="189052" y="252209"/>
                </a:lnTo>
                <a:lnTo>
                  <a:pt x="226441" y="243293"/>
                </a:lnTo>
                <a:lnTo>
                  <a:pt x="254825" y="227634"/>
                </a:lnTo>
                <a:lnTo>
                  <a:pt x="267233" y="212737"/>
                </a:lnTo>
                <a:lnTo>
                  <a:pt x="272923" y="205917"/>
                </a:lnTo>
                <a:lnTo>
                  <a:pt x="279438" y="178790"/>
                </a:lnTo>
                <a:lnTo>
                  <a:pt x="270535" y="147599"/>
                </a:lnTo>
                <a:lnTo>
                  <a:pt x="268693" y="145834"/>
                </a:lnTo>
                <a:lnTo>
                  <a:pt x="245846" y="124002"/>
                </a:lnTo>
                <a:lnTo>
                  <a:pt x="219837" y="113931"/>
                </a:lnTo>
                <a:lnTo>
                  <a:pt x="219837" y="178790"/>
                </a:lnTo>
                <a:lnTo>
                  <a:pt x="215595" y="193040"/>
                </a:lnTo>
                <a:lnTo>
                  <a:pt x="203314" y="203758"/>
                </a:lnTo>
                <a:lnTo>
                  <a:pt x="183705" y="210489"/>
                </a:lnTo>
                <a:lnTo>
                  <a:pt x="157480" y="212737"/>
                </a:lnTo>
                <a:lnTo>
                  <a:pt x="131152" y="210489"/>
                </a:lnTo>
                <a:lnTo>
                  <a:pt x="111531" y="203758"/>
                </a:lnTo>
                <a:lnTo>
                  <a:pt x="99339" y="193040"/>
                </a:lnTo>
                <a:lnTo>
                  <a:pt x="95326" y="178790"/>
                </a:lnTo>
                <a:lnTo>
                  <a:pt x="99339" y="164490"/>
                </a:lnTo>
                <a:lnTo>
                  <a:pt x="111531" y="154178"/>
                </a:lnTo>
                <a:lnTo>
                  <a:pt x="131152" y="147929"/>
                </a:lnTo>
                <a:lnTo>
                  <a:pt x="157480" y="145834"/>
                </a:lnTo>
                <a:lnTo>
                  <a:pt x="183705" y="147929"/>
                </a:lnTo>
                <a:lnTo>
                  <a:pt x="203314" y="154178"/>
                </a:lnTo>
                <a:lnTo>
                  <a:pt x="215595" y="164490"/>
                </a:lnTo>
                <a:lnTo>
                  <a:pt x="219837" y="178790"/>
                </a:lnTo>
                <a:lnTo>
                  <a:pt x="219837" y="113931"/>
                </a:lnTo>
                <a:lnTo>
                  <a:pt x="207454" y="109118"/>
                </a:lnTo>
                <a:lnTo>
                  <a:pt x="157480" y="104000"/>
                </a:lnTo>
                <a:lnTo>
                  <a:pt x="107543" y="109118"/>
                </a:lnTo>
                <a:lnTo>
                  <a:pt x="69100" y="124002"/>
                </a:lnTo>
                <a:lnTo>
                  <a:pt x="44450" y="147599"/>
                </a:lnTo>
                <a:lnTo>
                  <a:pt x="35915" y="178790"/>
                </a:lnTo>
                <a:lnTo>
                  <a:pt x="42113" y="206146"/>
                </a:lnTo>
                <a:lnTo>
                  <a:pt x="60337" y="227952"/>
                </a:lnTo>
                <a:lnTo>
                  <a:pt x="89141" y="243598"/>
                </a:lnTo>
                <a:lnTo>
                  <a:pt x="127088" y="252399"/>
                </a:lnTo>
                <a:lnTo>
                  <a:pt x="127088" y="283578"/>
                </a:lnTo>
                <a:lnTo>
                  <a:pt x="93332" y="284302"/>
                </a:lnTo>
                <a:lnTo>
                  <a:pt x="0" y="284962"/>
                </a:lnTo>
                <a:lnTo>
                  <a:pt x="6718" y="333705"/>
                </a:lnTo>
                <a:lnTo>
                  <a:pt x="53365" y="333463"/>
                </a:lnTo>
                <a:lnTo>
                  <a:pt x="103771" y="332613"/>
                </a:lnTo>
                <a:lnTo>
                  <a:pt x="156819" y="330695"/>
                </a:lnTo>
                <a:lnTo>
                  <a:pt x="211391" y="327228"/>
                </a:lnTo>
                <a:lnTo>
                  <a:pt x="266382" y="321754"/>
                </a:lnTo>
                <a:lnTo>
                  <a:pt x="320687" y="313778"/>
                </a:lnTo>
                <a:close/>
              </a:path>
              <a:path w="948690" h="508000">
                <a:moveTo>
                  <a:pt x="404355" y="367055"/>
                </a:moveTo>
                <a:lnTo>
                  <a:pt x="63347" y="367055"/>
                </a:lnTo>
                <a:lnTo>
                  <a:pt x="63347" y="415404"/>
                </a:lnTo>
                <a:lnTo>
                  <a:pt x="342188" y="415404"/>
                </a:lnTo>
                <a:lnTo>
                  <a:pt x="342188" y="507961"/>
                </a:lnTo>
                <a:lnTo>
                  <a:pt x="404355" y="507961"/>
                </a:lnTo>
                <a:lnTo>
                  <a:pt x="404355" y="367055"/>
                </a:lnTo>
                <a:close/>
              </a:path>
              <a:path w="948690" h="508000">
                <a:moveTo>
                  <a:pt x="472440" y="151358"/>
                </a:moveTo>
                <a:lnTo>
                  <a:pt x="404355" y="151358"/>
                </a:lnTo>
                <a:lnTo>
                  <a:pt x="404355" y="4343"/>
                </a:lnTo>
                <a:lnTo>
                  <a:pt x="342188" y="4343"/>
                </a:lnTo>
                <a:lnTo>
                  <a:pt x="342188" y="345351"/>
                </a:lnTo>
                <a:lnTo>
                  <a:pt x="404355" y="345351"/>
                </a:lnTo>
                <a:lnTo>
                  <a:pt x="404355" y="202476"/>
                </a:lnTo>
                <a:lnTo>
                  <a:pt x="472440" y="202476"/>
                </a:lnTo>
                <a:lnTo>
                  <a:pt x="472440" y="151358"/>
                </a:lnTo>
                <a:close/>
              </a:path>
              <a:path w="948690" h="508000">
                <a:moveTo>
                  <a:pt x="948436" y="396659"/>
                </a:moveTo>
                <a:lnTo>
                  <a:pt x="747547" y="396659"/>
                </a:lnTo>
                <a:lnTo>
                  <a:pt x="747547" y="298856"/>
                </a:lnTo>
                <a:lnTo>
                  <a:pt x="895553" y="298856"/>
                </a:lnTo>
                <a:lnTo>
                  <a:pt x="895553" y="248450"/>
                </a:lnTo>
                <a:lnTo>
                  <a:pt x="895553" y="248056"/>
                </a:lnTo>
                <a:lnTo>
                  <a:pt x="895553" y="169519"/>
                </a:lnTo>
                <a:lnTo>
                  <a:pt x="833780" y="169519"/>
                </a:lnTo>
                <a:lnTo>
                  <a:pt x="833780" y="248056"/>
                </a:lnTo>
                <a:lnTo>
                  <a:pt x="600138" y="248056"/>
                </a:lnTo>
                <a:lnTo>
                  <a:pt x="600138" y="169316"/>
                </a:lnTo>
                <a:lnTo>
                  <a:pt x="895553" y="169316"/>
                </a:lnTo>
                <a:lnTo>
                  <a:pt x="895553" y="119786"/>
                </a:lnTo>
                <a:lnTo>
                  <a:pt x="895553" y="37299"/>
                </a:lnTo>
                <a:lnTo>
                  <a:pt x="833780" y="37299"/>
                </a:lnTo>
                <a:lnTo>
                  <a:pt x="833780" y="119786"/>
                </a:lnTo>
                <a:lnTo>
                  <a:pt x="600138" y="119786"/>
                </a:lnTo>
                <a:lnTo>
                  <a:pt x="600138" y="37236"/>
                </a:lnTo>
                <a:lnTo>
                  <a:pt x="537972" y="37236"/>
                </a:lnTo>
                <a:lnTo>
                  <a:pt x="537972" y="119786"/>
                </a:lnTo>
                <a:lnTo>
                  <a:pt x="537972" y="169316"/>
                </a:lnTo>
                <a:lnTo>
                  <a:pt x="537972" y="248056"/>
                </a:lnTo>
                <a:lnTo>
                  <a:pt x="537972" y="298856"/>
                </a:lnTo>
                <a:lnTo>
                  <a:pt x="685977" y="298856"/>
                </a:lnTo>
                <a:lnTo>
                  <a:pt x="685977" y="396659"/>
                </a:lnTo>
                <a:lnTo>
                  <a:pt x="487260" y="396659"/>
                </a:lnTo>
                <a:lnTo>
                  <a:pt x="487260" y="447370"/>
                </a:lnTo>
                <a:lnTo>
                  <a:pt x="948436" y="447370"/>
                </a:lnTo>
                <a:lnTo>
                  <a:pt x="948436" y="39665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003858" y="877549"/>
            <a:ext cx="31115" cy="223520"/>
          </a:xfrm>
          <a:custGeom>
            <a:avLst/>
            <a:gdLst/>
            <a:ahLst/>
            <a:cxnLst/>
            <a:rect l="l" t="t" r="r" b="b"/>
            <a:pathLst>
              <a:path w="31115" h="223519">
                <a:moveTo>
                  <a:pt x="30943" y="0"/>
                </a:moveTo>
                <a:lnTo>
                  <a:pt x="0" y="0"/>
                </a:lnTo>
                <a:lnTo>
                  <a:pt x="0" y="223127"/>
                </a:lnTo>
                <a:lnTo>
                  <a:pt x="30943" y="223127"/>
                </a:lnTo>
                <a:lnTo>
                  <a:pt x="30943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9190125" y="896844"/>
            <a:ext cx="941705" cy="184785"/>
            <a:chOff x="9190125" y="896844"/>
            <a:chExt cx="941705" cy="18478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0125" y="896844"/>
              <a:ext cx="164428" cy="18453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7592" y="899300"/>
              <a:ext cx="359033" cy="18181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7600" y="942452"/>
              <a:ext cx="274022" cy="1391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51825" y="942277"/>
              <a:ext cx="79592" cy="136647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10201885" y="899311"/>
            <a:ext cx="508634" cy="182245"/>
          </a:xfrm>
          <a:custGeom>
            <a:avLst/>
            <a:gdLst/>
            <a:ahLst/>
            <a:cxnLst/>
            <a:rect l="l" t="t" r="r" b="b"/>
            <a:pathLst>
              <a:path w="508634" h="182244">
                <a:moveTo>
                  <a:pt x="148107" y="89636"/>
                </a:moveTo>
                <a:lnTo>
                  <a:pt x="142214" y="52019"/>
                </a:lnTo>
                <a:lnTo>
                  <a:pt x="130187" y="32004"/>
                </a:lnTo>
                <a:lnTo>
                  <a:pt x="125272" y="23825"/>
                </a:lnTo>
                <a:lnTo>
                  <a:pt x="111569" y="14820"/>
                </a:lnTo>
                <a:lnTo>
                  <a:pt x="111569" y="89636"/>
                </a:lnTo>
                <a:lnTo>
                  <a:pt x="108292" y="115671"/>
                </a:lnTo>
                <a:lnTo>
                  <a:pt x="98577" y="133718"/>
                </a:lnTo>
                <a:lnTo>
                  <a:pt x="82600" y="144208"/>
                </a:lnTo>
                <a:lnTo>
                  <a:pt x="60515" y="147599"/>
                </a:lnTo>
                <a:lnTo>
                  <a:pt x="36537" y="147599"/>
                </a:lnTo>
                <a:lnTo>
                  <a:pt x="36537" y="32004"/>
                </a:lnTo>
                <a:lnTo>
                  <a:pt x="60693" y="32004"/>
                </a:lnTo>
                <a:lnTo>
                  <a:pt x="82677" y="35382"/>
                </a:lnTo>
                <a:lnTo>
                  <a:pt x="98602" y="45821"/>
                </a:lnTo>
                <a:lnTo>
                  <a:pt x="108292" y="63754"/>
                </a:lnTo>
                <a:lnTo>
                  <a:pt x="111569" y="89636"/>
                </a:lnTo>
                <a:lnTo>
                  <a:pt x="111569" y="14820"/>
                </a:lnTo>
                <a:lnTo>
                  <a:pt x="98386" y="6134"/>
                </a:lnTo>
                <a:lnTo>
                  <a:pt x="62661" y="0"/>
                </a:lnTo>
                <a:lnTo>
                  <a:pt x="0" y="0"/>
                </a:lnTo>
                <a:lnTo>
                  <a:pt x="0" y="179616"/>
                </a:lnTo>
                <a:lnTo>
                  <a:pt x="62064" y="179616"/>
                </a:lnTo>
                <a:lnTo>
                  <a:pt x="98132" y="173456"/>
                </a:lnTo>
                <a:lnTo>
                  <a:pt x="125196" y="155676"/>
                </a:lnTo>
                <a:lnTo>
                  <a:pt x="130048" y="147599"/>
                </a:lnTo>
                <a:lnTo>
                  <a:pt x="142201" y="127368"/>
                </a:lnTo>
                <a:lnTo>
                  <a:pt x="148107" y="89636"/>
                </a:lnTo>
                <a:close/>
              </a:path>
              <a:path w="508634" h="182244">
                <a:moveTo>
                  <a:pt x="282536" y="88836"/>
                </a:moveTo>
                <a:lnTo>
                  <a:pt x="265353" y="53822"/>
                </a:lnTo>
                <a:lnTo>
                  <a:pt x="246862" y="45656"/>
                </a:lnTo>
                <a:lnTo>
                  <a:pt x="246862" y="121640"/>
                </a:lnTo>
                <a:lnTo>
                  <a:pt x="246862" y="131470"/>
                </a:lnTo>
                <a:lnTo>
                  <a:pt x="244856" y="141389"/>
                </a:lnTo>
                <a:lnTo>
                  <a:pt x="239128" y="149377"/>
                </a:lnTo>
                <a:lnTo>
                  <a:pt x="230301" y="154698"/>
                </a:lnTo>
                <a:lnTo>
                  <a:pt x="219011" y="156641"/>
                </a:lnTo>
                <a:lnTo>
                  <a:pt x="207492" y="156641"/>
                </a:lnTo>
                <a:lnTo>
                  <a:pt x="199339" y="151295"/>
                </a:lnTo>
                <a:lnTo>
                  <a:pt x="199339" y="140855"/>
                </a:lnTo>
                <a:lnTo>
                  <a:pt x="246862" y="121640"/>
                </a:lnTo>
                <a:lnTo>
                  <a:pt x="246862" y="45656"/>
                </a:lnTo>
                <a:lnTo>
                  <a:pt x="203161" y="46393"/>
                </a:lnTo>
                <a:lnTo>
                  <a:pt x="169506" y="84988"/>
                </a:lnTo>
                <a:lnTo>
                  <a:pt x="203631" y="84988"/>
                </a:lnTo>
                <a:lnTo>
                  <a:pt x="206171" y="78765"/>
                </a:lnTo>
                <a:lnTo>
                  <a:pt x="210769" y="74079"/>
                </a:lnTo>
                <a:lnTo>
                  <a:pt x="217322" y="71107"/>
                </a:lnTo>
                <a:lnTo>
                  <a:pt x="225717" y="70078"/>
                </a:lnTo>
                <a:lnTo>
                  <a:pt x="234607" y="71259"/>
                </a:lnTo>
                <a:lnTo>
                  <a:pt x="241173" y="74739"/>
                </a:lnTo>
                <a:lnTo>
                  <a:pt x="245249" y="80352"/>
                </a:lnTo>
                <a:lnTo>
                  <a:pt x="246697" y="87960"/>
                </a:lnTo>
                <a:lnTo>
                  <a:pt x="246697" y="98844"/>
                </a:lnTo>
                <a:lnTo>
                  <a:pt x="240576" y="99072"/>
                </a:lnTo>
                <a:lnTo>
                  <a:pt x="213944" y="100418"/>
                </a:lnTo>
                <a:lnTo>
                  <a:pt x="195580" y="103378"/>
                </a:lnTo>
                <a:lnTo>
                  <a:pt x="179895" y="110515"/>
                </a:lnTo>
                <a:lnTo>
                  <a:pt x="168973" y="122999"/>
                </a:lnTo>
                <a:lnTo>
                  <a:pt x="164871" y="141986"/>
                </a:lnTo>
                <a:lnTo>
                  <a:pt x="168186" y="159473"/>
                </a:lnTo>
                <a:lnTo>
                  <a:pt x="177380" y="172046"/>
                </a:lnTo>
                <a:lnTo>
                  <a:pt x="191300" y="179628"/>
                </a:lnTo>
                <a:lnTo>
                  <a:pt x="208788" y="182156"/>
                </a:lnTo>
                <a:lnTo>
                  <a:pt x="222186" y="180594"/>
                </a:lnTo>
                <a:lnTo>
                  <a:pt x="233045" y="176225"/>
                </a:lnTo>
                <a:lnTo>
                  <a:pt x="241427" y="169506"/>
                </a:lnTo>
                <a:lnTo>
                  <a:pt x="247383" y="160934"/>
                </a:lnTo>
                <a:lnTo>
                  <a:pt x="248412" y="160934"/>
                </a:lnTo>
                <a:lnTo>
                  <a:pt x="248412" y="179616"/>
                </a:lnTo>
                <a:lnTo>
                  <a:pt x="282536" y="179616"/>
                </a:lnTo>
                <a:lnTo>
                  <a:pt x="282536" y="160934"/>
                </a:lnTo>
                <a:lnTo>
                  <a:pt x="282536" y="156641"/>
                </a:lnTo>
                <a:lnTo>
                  <a:pt x="282536" y="121640"/>
                </a:lnTo>
                <a:lnTo>
                  <a:pt x="282536" y="88836"/>
                </a:lnTo>
                <a:close/>
              </a:path>
              <a:path w="508634" h="182244">
                <a:moveTo>
                  <a:pt x="378802" y="151206"/>
                </a:moveTo>
                <a:lnTo>
                  <a:pt x="368236" y="151904"/>
                </a:lnTo>
                <a:lnTo>
                  <a:pt x="364705" y="151815"/>
                </a:lnTo>
                <a:lnTo>
                  <a:pt x="357314" y="151549"/>
                </a:lnTo>
                <a:lnTo>
                  <a:pt x="352158" y="149009"/>
                </a:lnTo>
                <a:lnTo>
                  <a:pt x="352158" y="72529"/>
                </a:lnTo>
                <a:lnTo>
                  <a:pt x="377088" y="72529"/>
                </a:lnTo>
                <a:lnTo>
                  <a:pt x="377088" y="44894"/>
                </a:lnTo>
                <a:lnTo>
                  <a:pt x="352158" y="44894"/>
                </a:lnTo>
                <a:lnTo>
                  <a:pt x="352158" y="12623"/>
                </a:lnTo>
                <a:lnTo>
                  <a:pt x="316141" y="12623"/>
                </a:lnTo>
                <a:lnTo>
                  <a:pt x="316141" y="44894"/>
                </a:lnTo>
                <a:lnTo>
                  <a:pt x="298005" y="44894"/>
                </a:lnTo>
                <a:lnTo>
                  <a:pt x="298005" y="72529"/>
                </a:lnTo>
                <a:lnTo>
                  <a:pt x="316141" y="72529"/>
                </a:lnTo>
                <a:lnTo>
                  <a:pt x="316141" y="143306"/>
                </a:lnTo>
                <a:lnTo>
                  <a:pt x="319227" y="160337"/>
                </a:lnTo>
                <a:lnTo>
                  <a:pt x="328117" y="172224"/>
                </a:lnTo>
                <a:lnTo>
                  <a:pt x="341934" y="179184"/>
                </a:lnTo>
                <a:lnTo>
                  <a:pt x="359816" y="181457"/>
                </a:lnTo>
                <a:lnTo>
                  <a:pt x="368579" y="181457"/>
                </a:lnTo>
                <a:lnTo>
                  <a:pt x="375018" y="180759"/>
                </a:lnTo>
                <a:lnTo>
                  <a:pt x="378802" y="180149"/>
                </a:lnTo>
                <a:lnTo>
                  <a:pt x="378802" y="151206"/>
                </a:lnTo>
                <a:close/>
              </a:path>
              <a:path w="508634" h="182244">
                <a:moveTo>
                  <a:pt x="508508" y="88836"/>
                </a:moveTo>
                <a:lnTo>
                  <a:pt x="504278" y="70078"/>
                </a:lnTo>
                <a:lnTo>
                  <a:pt x="503821" y="68008"/>
                </a:lnTo>
                <a:lnTo>
                  <a:pt x="491337" y="53822"/>
                </a:lnTo>
                <a:lnTo>
                  <a:pt x="473443" y="45720"/>
                </a:lnTo>
                <a:lnTo>
                  <a:pt x="472846" y="45656"/>
                </a:lnTo>
                <a:lnTo>
                  <a:pt x="472846" y="121640"/>
                </a:lnTo>
                <a:lnTo>
                  <a:pt x="472846" y="131470"/>
                </a:lnTo>
                <a:lnTo>
                  <a:pt x="470839" y="141389"/>
                </a:lnTo>
                <a:lnTo>
                  <a:pt x="465112" y="149377"/>
                </a:lnTo>
                <a:lnTo>
                  <a:pt x="456285" y="154698"/>
                </a:lnTo>
                <a:lnTo>
                  <a:pt x="444995" y="156641"/>
                </a:lnTo>
                <a:lnTo>
                  <a:pt x="433476" y="156641"/>
                </a:lnTo>
                <a:lnTo>
                  <a:pt x="425310" y="151295"/>
                </a:lnTo>
                <a:lnTo>
                  <a:pt x="425310" y="140855"/>
                </a:lnTo>
                <a:lnTo>
                  <a:pt x="472846" y="121640"/>
                </a:lnTo>
                <a:lnTo>
                  <a:pt x="472846" y="45656"/>
                </a:lnTo>
                <a:lnTo>
                  <a:pt x="429133" y="46393"/>
                </a:lnTo>
                <a:lnTo>
                  <a:pt x="395478" y="84988"/>
                </a:lnTo>
                <a:lnTo>
                  <a:pt x="429602" y="84988"/>
                </a:lnTo>
                <a:lnTo>
                  <a:pt x="432155" y="78765"/>
                </a:lnTo>
                <a:lnTo>
                  <a:pt x="436753" y="74079"/>
                </a:lnTo>
                <a:lnTo>
                  <a:pt x="443306" y="71107"/>
                </a:lnTo>
                <a:lnTo>
                  <a:pt x="451700" y="70078"/>
                </a:lnTo>
                <a:lnTo>
                  <a:pt x="460578" y="71259"/>
                </a:lnTo>
                <a:lnTo>
                  <a:pt x="467144" y="74739"/>
                </a:lnTo>
                <a:lnTo>
                  <a:pt x="471233" y="80352"/>
                </a:lnTo>
                <a:lnTo>
                  <a:pt x="472668" y="87960"/>
                </a:lnTo>
                <a:lnTo>
                  <a:pt x="472668" y="98844"/>
                </a:lnTo>
                <a:lnTo>
                  <a:pt x="466547" y="99072"/>
                </a:lnTo>
                <a:lnTo>
                  <a:pt x="439928" y="100418"/>
                </a:lnTo>
                <a:lnTo>
                  <a:pt x="421551" y="103378"/>
                </a:lnTo>
                <a:lnTo>
                  <a:pt x="405879" y="110515"/>
                </a:lnTo>
                <a:lnTo>
                  <a:pt x="394944" y="122999"/>
                </a:lnTo>
                <a:lnTo>
                  <a:pt x="390842" y="141986"/>
                </a:lnTo>
                <a:lnTo>
                  <a:pt x="394169" y="159473"/>
                </a:lnTo>
                <a:lnTo>
                  <a:pt x="403364" y="172046"/>
                </a:lnTo>
                <a:lnTo>
                  <a:pt x="417271" y="179628"/>
                </a:lnTo>
                <a:lnTo>
                  <a:pt x="434759" y="182156"/>
                </a:lnTo>
                <a:lnTo>
                  <a:pt x="448170" y="180594"/>
                </a:lnTo>
                <a:lnTo>
                  <a:pt x="459028" y="176225"/>
                </a:lnTo>
                <a:lnTo>
                  <a:pt x="467398" y="169506"/>
                </a:lnTo>
                <a:lnTo>
                  <a:pt x="473354" y="160934"/>
                </a:lnTo>
                <a:lnTo>
                  <a:pt x="474395" y="160934"/>
                </a:lnTo>
                <a:lnTo>
                  <a:pt x="474395" y="179616"/>
                </a:lnTo>
                <a:lnTo>
                  <a:pt x="508508" y="179616"/>
                </a:lnTo>
                <a:lnTo>
                  <a:pt x="508508" y="160934"/>
                </a:lnTo>
                <a:lnTo>
                  <a:pt x="508508" y="156641"/>
                </a:lnTo>
                <a:lnTo>
                  <a:pt x="508508" y="121640"/>
                </a:lnTo>
                <a:lnTo>
                  <a:pt x="508508" y="8883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84853" y="896932"/>
            <a:ext cx="152308" cy="184623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11004370" y="889214"/>
            <a:ext cx="1448435" cy="192405"/>
            <a:chOff x="11004370" y="889214"/>
            <a:chExt cx="1448435" cy="192405"/>
          </a:xfrm>
        </p:grpSpPr>
        <p:sp>
          <p:nvSpPr>
            <p:cNvPr id="25" name="object 25"/>
            <p:cNvSpPr/>
            <p:nvPr/>
          </p:nvSpPr>
          <p:spPr>
            <a:xfrm>
              <a:off x="11004359" y="899273"/>
              <a:ext cx="118745" cy="179705"/>
            </a:xfrm>
            <a:custGeom>
              <a:avLst/>
              <a:gdLst/>
              <a:ahLst/>
              <a:cxnLst/>
              <a:rect l="l" t="t" r="r" b="b"/>
              <a:pathLst>
                <a:path w="118745" h="179705">
                  <a:moveTo>
                    <a:pt x="118452" y="148805"/>
                  </a:moveTo>
                  <a:lnTo>
                    <a:pt x="36537" y="148805"/>
                  </a:lnTo>
                  <a:lnTo>
                    <a:pt x="36537" y="105181"/>
                  </a:lnTo>
                  <a:lnTo>
                    <a:pt x="112001" y="105181"/>
                  </a:lnTo>
                  <a:lnTo>
                    <a:pt x="112001" y="74396"/>
                  </a:lnTo>
                  <a:lnTo>
                    <a:pt x="36537" y="74396"/>
                  </a:lnTo>
                  <a:lnTo>
                    <a:pt x="36537" y="30784"/>
                  </a:lnTo>
                  <a:lnTo>
                    <a:pt x="118110" y="30784"/>
                  </a:lnTo>
                  <a:lnTo>
                    <a:pt x="118110" y="0"/>
                  </a:lnTo>
                  <a:lnTo>
                    <a:pt x="0" y="0"/>
                  </a:lnTo>
                  <a:lnTo>
                    <a:pt x="0" y="30784"/>
                  </a:lnTo>
                  <a:lnTo>
                    <a:pt x="0" y="74396"/>
                  </a:lnTo>
                  <a:lnTo>
                    <a:pt x="0" y="105181"/>
                  </a:lnTo>
                  <a:lnTo>
                    <a:pt x="0" y="148805"/>
                  </a:lnTo>
                  <a:lnTo>
                    <a:pt x="0" y="179590"/>
                  </a:lnTo>
                  <a:lnTo>
                    <a:pt x="118452" y="179590"/>
                  </a:lnTo>
                  <a:lnTo>
                    <a:pt x="118452" y="14880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147571" y="889214"/>
              <a:ext cx="321385" cy="18971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92855" y="942277"/>
              <a:ext cx="218840" cy="13927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731897" y="942452"/>
              <a:ext cx="121022" cy="13647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878106" y="942452"/>
              <a:ext cx="191245" cy="13647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89038" y="942452"/>
              <a:ext cx="125835" cy="13910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234990" y="911930"/>
              <a:ext cx="217636" cy="168836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12522687" y="889214"/>
            <a:ext cx="1143000" cy="192405"/>
            <a:chOff x="12522687" y="889214"/>
            <a:chExt cx="1143000" cy="192405"/>
          </a:xfrm>
        </p:grpSpPr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522687" y="896844"/>
              <a:ext cx="304363" cy="18471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2847244" y="889215"/>
              <a:ext cx="676910" cy="192405"/>
            </a:xfrm>
            <a:custGeom>
              <a:avLst/>
              <a:gdLst/>
              <a:ahLst/>
              <a:cxnLst/>
              <a:rect l="l" t="t" r="r" b="b"/>
              <a:pathLst>
                <a:path w="676909" h="192405">
                  <a:moveTo>
                    <a:pt x="36017" y="10096"/>
                  </a:moveTo>
                  <a:lnTo>
                    <a:pt x="0" y="10096"/>
                  </a:lnTo>
                  <a:lnTo>
                    <a:pt x="0" y="189712"/>
                  </a:lnTo>
                  <a:lnTo>
                    <a:pt x="36017" y="189712"/>
                  </a:lnTo>
                  <a:lnTo>
                    <a:pt x="36017" y="10096"/>
                  </a:lnTo>
                  <a:close/>
                </a:path>
                <a:path w="676909" h="192405">
                  <a:moveTo>
                    <a:pt x="97561" y="10096"/>
                  </a:moveTo>
                  <a:lnTo>
                    <a:pt x="61544" y="10096"/>
                  </a:lnTo>
                  <a:lnTo>
                    <a:pt x="61544" y="189712"/>
                  </a:lnTo>
                  <a:lnTo>
                    <a:pt x="97561" y="189712"/>
                  </a:lnTo>
                  <a:lnTo>
                    <a:pt x="97561" y="10096"/>
                  </a:lnTo>
                  <a:close/>
                </a:path>
                <a:path w="676909" h="192405">
                  <a:moveTo>
                    <a:pt x="243509" y="121564"/>
                  </a:moveTo>
                  <a:lnTo>
                    <a:pt x="241477" y="108851"/>
                  </a:lnTo>
                  <a:lnTo>
                    <a:pt x="238709" y="91503"/>
                  </a:lnTo>
                  <a:lnTo>
                    <a:pt x="232029" y="80695"/>
                  </a:lnTo>
                  <a:lnTo>
                    <a:pt x="225513" y="70167"/>
                  </a:lnTo>
                  <a:lnTo>
                    <a:pt x="209562" y="59867"/>
                  </a:lnTo>
                  <a:lnTo>
                    <a:pt x="209562" y="108851"/>
                  </a:lnTo>
                  <a:lnTo>
                    <a:pt x="153263" y="108851"/>
                  </a:lnTo>
                  <a:lnTo>
                    <a:pt x="155816" y="97942"/>
                  </a:lnTo>
                  <a:lnTo>
                    <a:pt x="161848" y="88988"/>
                  </a:lnTo>
                  <a:lnTo>
                    <a:pt x="170827" y="82918"/>
                  </a:lnTo>
                  <a:lnTo>
                    <a:pt x="182232" y="80695"/>
                  </a:lnTo>
                  <a:lnTo>
                    <a:pt x="193255" y="82804"/>
                  </a:lnTo>
                  <a:lnTo>
                    <a:pt x="201853" y="88658"/>
                  </a:lnTo>
                  <a:lnTo>
                    <a:pt x="207479" y="97561"/>
                  </a:lnTo>
                  <a:lnTo>
                    <a:pt x="209562" y="108851"/>
                  </a:lnTo>
                  <a:lnTo>
                    <a:pt x="209562" y="59867"/>
                  </a:lnTo>
                  <a:lnTo>
                    <a:pt x="205841" y="57454"/>
                  </a:lnTo>
                  <a:lnTo>
                    <a:pt x="181546" y="53238"/>
                  </a:lnTo>
                  <a:lnTo>
                    <a:pt x="155244" y="58293"/>
                  </a:lnTo>
                  <a:lnTo>
                    <a:pt x="135102" y="72517"/>
                  </a:lnTo>
                  <a:lnTo>
                    <a:pt x="122224" y="94538"/>
                  </a:lnTo>
                  <a:lnTo>
                    <a:pt x="117678" y="122974"/>
                  </a:lnTo>
                  <a:lnTo>
                    <a:pt x="122199" y="151828"/>
                  </a:lnTo>
                  <a:lnTo>
                    <a:pt x="135166" y="173672"/>
                  </a:lnTo>
                  <a:lnTo>
                    <a:pt x="155714" y="187515"/>
                  </a:lnTo>
                  <a:lnTo>
                    <a:pt x="183007" y="192341"/>
                  </a:lnTo>
                  <a:lnTo>
                    <a:pt x="205333" y="189433"/>
                  </a:lnTo>
                  <a:lnTo>
                    <a:pt x="223062" y="181178"/>
                  </a:lnTo>
                  <a:lnTo>
                    <a:pt x="235673" y="168262"/>
                  </a:lnTo>
                  <a:lnTo>
                    <a:pt x="237083" y="164807"/>
                  </a:lnTo>
                  <a:lnTo>
                    <a:pt x="242570" y="151384"/>
                  </a:lnTo>
                  <a:lnTo>
                    <a:pt x="208356" y="151384"/>
                  </a:lnTo>
                  <a:lnTo>
                    <a:pt x="204711" y="156845"/>
                  </a:lnTo>
                  <a:lnTo>
                    <a:pt x="199275" y="161086"/>
                  </a:lnTo>
                  <a:lnTo>
                    <a:pt x="192189" y="163830"/>
                  </a:lnTo>
                  <a:lnTo>
                    <a:pt x="183603" y="164807"/>
                  </a:lnTo>
                  <a:lnTo>
                    <a:pt x="171069" y="162521"/>
                  </a:lnTo>
                  <a:lnTo>
                    <a:pt x="161505" y="155981"/>
                  </a:lnTo>
                  <a:lnTo>
                    <a:pt x="155409" y="145605"/>
                  </a:lnTo>
                  <a:lnTo>
                    <a:pt x="153263" y="131826"/>
                  </a:lnTo>
                  <a:lnTo>
                    <a:pt x="243509" y="131826"/>
                  </a:lnTo>
                  <a:lnTo>
                    <a:pt x="243509" y="121564"/>
                  </a:lnTo>
                  <a:close/>
                </a:path>
                <a:path w="676909" h="192405">
                  <a:moveTo>
                    <a:pt x="381723" y="104470"/>
                  </a:moveTo>
                  <a:lnTo>
                    <a:pt x="376656" y="83400"/>
                  </a:lnTo>
                  <a:lnTo>
                    <a:pt x="364515" y="67246"/>
                  </a:lnTo>
                  <a:lnTo>
                    <a:pt x="346290" y="56896"/>
                  </a:lnTo>
                  <a:lnTo>
                    <a:pt x="322935" y="53238"/>
                  </a:lnTo>
                  <a:lnTo>
                    <a:pt x="295998" y="58318"/>
                  </a:lnTo>
                  <a:lnTo>
                    <a:pt x="275628" y="72567"/>
                  </a:lnTo>
                  <a:lnTo>
                    <a:pt x="262724" y="94576"/>
                  </a:lnTo>
                  <a:lnTo>
                    <a:pt x="258216" y="122885"/>
                  </a:lnTo>
                  <a:lnTo>
                    <a:pt x="262648" y="151015"/>
                  </a:lnTo>
                  <a:lnTo>
                    <a:pt x="275450" y="172974"/>
                  </a:lnTo>
                  <a:lnTo>
                    <a:pt x="295859" y="187248"/>
                  </a:lnTo>
                  <a:lnTo>
                    <a:pt x="323113" y="192341"/>
                  </a:lnTo>
                  <a:lnTo>
                    <a:pt x="346748" y="188595"/>
                  </a:lnTo>
                  <a:lnTo>
                    <a:pt x="364858" y="178041"/>
                  </a:lnTo>
                  <a:lnTo>
                    <a:pt x="376758" y="161747"/>
                  </a:lnTo>
                  <a:lnTo>
                    <a:pt x="381723" y="140779"/>
                  </a:lnTo>
                  <a:lnTo>
                    <a:pt x="347776" y="140779"/>
                  </a:lnTo>
                  <a:lnTo>
                    <a:pt x="344830" y="150342"/>
                  </a:lnTo>
                  <a:lnTo>
                    <a:pt x="339547" y="157353"/>
                  </a:lnTo>
                  <a:lnTo>
                    <a:pt x="332308" y="161671"/>
                  </a:lnTo>
                  <a:lnTo>
                    <a:pt x="323456" y="163144"/>
                  </a:lnTo>
                  <a:lnTo>
                    <a:pt x="311658" y="160413"/>
                  </a:lnTo>
                  <a:lnTo>
                    <a:pt x="302628" y="152488"/>
                  </a:lnTo>
                  <a:lnTo>
                    <a:pt x="296862" y="139687"/>
                  </a:lnTo>
                  <a:lnTo>
                    <a:pt x="294830" y="122351"/>
                  </a:lnTo>
                  <a:lnTo>
                    <a:pt x="296875" y="105194"/>
                  </a:lnTo>
                  <a:lnTo>
                    <a:pt x="302666" y="92506"/>
                  </a:lnTo>
                  <a:lnTo>
                    <a:pt x="311696" y="84632"/>
                  </a:lnTo>
                  <a:lnTo>
                    <a:pt x="323456" y="81927"/>
                  </a:lnTo>
                  <a:lnTo>
                    <a:pt x="332727" y="83566"/>
                  </a:lnTo>
                  <a:lnTo>
                    <a:pt x="339966" y="88188"/>
                  </a:lnTo>
                  <a:lnTo>
                    <a:pt x="345033" y="95313"/>
                  </a:lnTo>
                  <a:lnTo>
                    <a:pt x="347776" y="104470"/>
                  </a:lnTo>
                  <a:lnTo>
                    <a:pt x="381723" y="104470"/>
                  </a:lnTo>
                  <a:close/>
                </a:path>
                <a:path w="676909" h="192405">
                  <a:moveTo>
                    <a:pt x="472846" y="161302"/>
                  </a:moveTo>
                  <a:lnTo>
                    <a:pt x="462267" y="162001"/>
                  </a:lnTo>
                  <a:lnTo>
                    <a:pt x="458749" y="161912"/>
                  </a:lnTo>
                  <a:lnTo>
                    <a:pt x="451358" y="161645"/>
                  </a:lnTo>
                  <a:lnTo>
                    <a:pt x="446201" y="159105"/>
                  </a:lnTo>
                  <a:lnTo>
                    <a:pt x="446201" y="82626"/>
                  </a:lnTo>
                  <a:lnTo>
                    <a:pt x="471131" y="82626"/>
                  </a:lnTo>
                  <a:lnTo>
                    <a:pt x="471131" y="54991"/>
                  </a:lnTo>
                  <a:lnTo>
                    <a:pt x="446201" y="54991"/>
                  </a:lnTo>
                  <a:lnTo>
                    <a:pt x="446201" y="22720"/>
                  </a:lnTo>
                  <a:lnTo>
                    <a:pt x="410184" y="22720"/>
                  </a:lnTo>
                  <a:lnTo>
                    <a:pt x="410184" y="54991"/>
                  </a:lnTo>
                  <a:lnTo>
                    <a:pt x="392049" y="54991"/>
                  </a:lnTo>
                  <a:lnTo>
                    <a:pt x="392049" y="82626"/>
                  </a:lnTo>
                  <a:lnTo>
                    <a:pt x="410184" y="82626"/>
                  </a:lnTo>
                  <a:lnTo>
                    <a:pt x="410184" y="153403"/>
                  </a:lnTo>
                  <a:lnTo>
                    <a:pt x="413258" y="170434"/>
                  </a:lnTo>
                  <a:lnTo>
                    <a:pt x="422148" y="182321"/>
                  </a:lnTo>
                  <a:lnTo>
                    <a:pt x="435978" y="189280"/>
                  </a:lnTo>
                  <a:lnTo>
                    <a:pt x="453847" y="191554"/>
                  </a:lnTo>
                  <a:lnTo>
                    <a:pt x="462610" y="191554"/>
                  </a:lnTo>
                  <a:lnTo>
                    <a:pt x="469061" y="190855"/>
                  </a:lnTo>
                  <a:lnTo>
                    <a:pt x="472846" y="190246"/>
                  </a:lnTo>
                  <a:lnTo>
                    <a:pt x="472846" y="161302"/>
                  </a:lnTo>
                  <a:close/>
                </a:path>
                <a:path w="676909" h="192405">
                  <a:moveTo>
                    <a:pt x="527088" y="54991"/>
                  </a:moveTo>
                  <a:lnTo>
                    <a:pt x="491070" y="54991"/>
                  </a:lnTo>
                  <a:lnTo>
                    <a:pt x="491070" y="189712"/>
                  </a:lnTo>
                  <a:lnTo>
                    <a:pt x="527088" y="189712"/>
                  </a:lnTo>
                  <a:lnTo>
                    <a:pt x="527088" y="54991"/>
                  </a:lnTo>
                  <a:close/>
                </a:path>
                <a:path w="676909" h="192405">
                  <a:moveTo>
                    <a:pt x="528713" y="18681"/>
                  </a:moveTo>
                  <a:lnTo>
                    <a:pt x="527164" y="11442"/>
                  </a:lnTo>
                  <a:lnTo>
                    <a:pt x="522947" y="5499"/>
                  </a:lnTo>
                  <a:lnTo>
                    <a:pt x="516712" y="1485"/>
                  </a:lnTo>
                  <a:lnTo>
                    <a:pt x="509117" y="0"/>
                  </a:lnTo>
                  <a:lnTo>
                    <a:pt x="501523" y="1485"/>
                  </a:lnTo>
                  <a:lnTo>
                    <a:pt x="495287" y="5499"/>
                  </a:lnTo>
                  <a:lnTo>
                    <a:pt x="491070" y="11442"/>
                  </a:lnTo>
                  <a:lnTo>
                    <a:pt x="489521" y="18681"/>
                  </a:lnTo>
                  <a:lnTo>
                    <a:pt x="491070" y="25971"/>
                  </a:lnTo>
                  <a:lnTo>
                    <a:pt x="495287" y="31902"/>
                  </a:lnTo>
                  <a:lnTo>
                    <a:pt x="501523" y="35902"/>
                  </a:lnTo>
                  <a:lnTo>
                    <a:pt x="509117" y="37363"/>
                  </a:lnTo>
                  <a:lnTo>
                    <a:pt x="516712" y="35902"/>
                  </a:lnTo>
                  <a:lnTo>
                    <a:pt x="522947" y="31902"/>
                  </a:lnTo>
                  <a:lnTo>
                    <a:pt x="527164" y="25971"/>
                  </a:lnTo>
                  <a:lnTo>
                    <a:pt x="528713" y="18681"/>
                  </a:lnTo>
                  <a:close/>
                </a:path>
                <a:path w="676909" h="192405">
                  <a:moveTo>
                    <a:pt x="676821" y="122885"/>
                  </a:moveTo>
                  <a:lnTo>
                    <a:pt x="672312" y="94386"/>
                  </a:lnTo>
                  <a:lnTo>
                    <a:pt x="664641" y="81305"/>
                  </a:lnTo>
                  <a:lnTo>
                    <a:pt x="659409" y="72402"/>
                  </a:lnTo>
                  <a:lnTo>
                    <a:pt x="640283" y="59131"/>
                  </a:lnTo>
                  <a:lnTo>
                    <a:pt x="640283" y="122618"/>
                  </a:lnTo>
                  <a:lnTo>
                    <a:pt x="638492" y="139052"/>
                  </a:lnTo>
                  <a:lnTo>
                    <a:pt x="633171" y="152107"/>
                  </a:lnTo>
                  <a:lnTo>
                    <a:pt x="624408" y="160731"/>
                  </a:lnTo>
                  <a:lnTo>
                    <a:pt x="612267" y="163842"/>
                  </a:lnTo>
                  <a:lnTo>
                    <a:pt x="599884" y="160731"/>
                  </a:lnTo>
                  <a:lnTo>
                    <a:pt x="590981" y="152107"/>
                  </a:lnTo>
                  <a:lnTo>
                    <a:pt x="585609" y="139052"/>
                  </a:lnTo>
                  <a:lnTo>
                    <a:pt x="583819" y="122618"/>
                  </a:lnTo>
                  <a:lnTo>
                    <a:pt x="585609" y="106210"/>
                  </a:lnTo>
                  <a:lnTo>
                    <a:pt x="590981" y="93116"/>
                  </a:lnTo>
                  <a:lnTo>
                    <a:pt x="599884" y="84442"/>
                  </a:lnTo>
                  <a:lnTo>
                    <a:pt x="612267" y="81305"/>
                  </a:lnTo>
                  <a:lnTo>
                    <a:pt x="624408" y="84442"/>
                  </a:lnTo>
                  <a:lnTo>
                    <a:pt x="633171" y="93116"/>
                  </a:lnTo>
                  <a:lnTo>
                    <a:pt x="638492" y="106210"/>
                  </a:lnTo>
                  <a:lnTo>
                    <a:pt x="640283" y="122618"/>
                  </a:lnTo>
                  <a:lnTo>
                    <a:pt x="640283" y="59131"/>
                  </a:lnTo>
                  <a:lnTo>
                    <a:pt x="639038" y="58254"/>
                  </a:lnTo>
                  <a:lnTo>
                    <a:pt x="612089" y="53238"/>
                  </a:lnTo>
                  <a:lnTo>
                    <a:pt x="585089" y="58254"/>
                  </a:lnTo>
                  <a:lnTo>
                    <a:pt x="564654" y="72402"/>
                  </a:lnTo>
                  <a:lnTo>
                    <a:pt x="551726" y="94386"/>
                  </a:lnTo>
                  <a:lnTo>
                    <a:pt x="547204" y="122885"/>
                  </a:lnTo>
                  <a:lnTo>
                    <a:pt x="551726" y="151231"/>
                  </a:lnTo>
                  <a:lnTo>
                    <a:pt x="564654" y="173177"/>
                  </a:lnTo>
                  <a:lnTo>
                    <a:pt x="585089" y="187325"/>
                  </a:lnTo>
                  <a:lnTo>
                    <a:pt x="612089" y="192341"/>
                  </a:lnTo>
                  <a:lnTo>
                    <a:pt x="639038" y="187325"/>
                  </a:lnTo>
                  <a:lnTo>
                    <a:pt x="659409" y="173177"/>
                  </a:lnTo>
                  <a:lnTo>
                    <a:pt x="664895" y="163842"/>
                  </a:lnTo>
                  <a:lnTo>
                    <a:pt x="672312" y="151231"/>
                  </a:lnTo>
                  <a:lnTo>
                    <a:pt x="676821" y="12288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544270" y="942452"/>
              <a:ext cx="121021" cy="136472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161938" y="7765791"/>
            <a:ext cx="102869" cy="102870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3417671" y="7702550"/>
            <a:ext cx="204470" cy="133985"/>
          </a:xfrm>
          <a:custGeom>
            <a:avLst/>
            <a:gdLst/>
            <a:ahLst/>
            <a:cxnLst/>
            <a:rect l="l" t="t" r="r" b="b"/>
            <a:pathLst>
              <a:path w="204470" h="133984">
                <a:moveTo>
                  <a:pt x="204266" y="111620"/>
                </a:moveTo>
                <a:lnTo>
                  <a:pt x="115773" y="111620"/>
                </a:lnTo>
                <a:lnTo>
                  <a:pt x="115773" y="91440"/>
                </a:lnTo>
                <a:lnTo>
                  <a:pt x="177952" y="91440"/>
                </a:lnTo>
                <a:lnTo>
                  <a:pt x="177952" y="68999"/>
                </a:lnTo>
                <a:lnTo>
                  <a:pt x="177952" y="68580"/>
                </a:lnTo>
                <a:lnTo>
                  <a:pt x="177952" y="45847"/>
                </a:lnTo>
                <a:lnTo>
                  <a:pt x="150507" y="45847"/>
                </a:lnTo>
                <a:lnTo>
                  <a:pt x="150507" y="68580"/>
                </a:lnTo>
                <a:lnTo>
                  <a:pt x="53682" y="68580"/>
                </a:lnTo>
                <a:lnTo>
                  <a:pt x="53682" y="45732"/>
                </a:lnTo>
                <a:lnTo>
                  <a:pt x="177952" y="45732"/>
                </a:lnTo>
                <a:lnTo>
                  <a:pt x="177952" y="24523"/>
                </a:lnTo>
                <a:lnTo>
                  <a:pt x="177952" y="24130"/>
                </a:lnTo>
                <a:lnTo>
                  <a:pt x="177952" y="63"/>
                </a:lnTo>
                <a:lnTo>
                  <a:pt x="150507" y="63"/>
                </a:lnTo>
                <a:lnTo>
                  <a:pt x="150507" y="24130"/>
                </a:lnTo>
                <a:lnTo>
                  <a:pt x="53682" y="24130"/>
                </a:lnTo>
                <a:lnTo>
                  <a:pt x="53682" y="0"/>
                </a:lnTo>
                <a:lnTo>
                  <a:pt x="26403" y="0"/>
                </a:lnTo>
                <a:lnTo>
                  <a:pt x="26403" y="24130"/>
                </a:lnTo>
                <a:lnTo>
                  <a:pt x="26403" y="45732"/>
                </a:lnTo>
                <a:lnTo>
                  <a:pt x="26403" y="68580"/>
                </a:lnTo>
                <a:lnTo>
                  <a:pt x="26403" y="91440"/>
                </a:lnTo>
                <a:lnTo>
                  <a:pt x="88150" y="91440"/>
                </a:lnTo>
                <a:lnTo>
                  <a:pt x="88150" y="111620"/>
                </a:lnTo>
                <a:lnTo>
                  <a:pt x="0" y="111620"/>
                </a:lnTo>
                <a:lnTo>
                  <a:pt x="0" y="133896"/>
                </a:lnTo>
                <a:lnTo>
                  <a:pt x="204266" y="133896"/>
                </a:lnTo>
                <a:lnTo>
                  <a:pt x="204266" y="11162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42843" y="7851140"/>
            <a:ext cx="156210" cy="63500"/>
          </a:xfrm>
          <a:custGeom>
            <a:avLst/>
            <a:gdLst/>
            <a:ahLst/>
            <a:cxnLst/>
            <a:rect l="l" t="t" r="r" b="b"/>
            <a:pathLst>
              <a:path w="156210" h="63500">
                <a:moveTo>
                  <a:pt x="156032" y="40640"/>
                </a:moveTo>
                <a:lnTo>
                  <a:pt x="27711" y="40640"/>
                </a:lnTo>
                <a:lnTo>
                  <a:pt x="27711" y="0"/>
                </a:lnTo>
                <a:lnTo>
                  <a:pt x="0" y="0"/>
                </a:lnTo>
                <a:lnTo>
                  <a:pt x="0" y="40640"/>
                </a:lnTo>
                <a:lnTo>
                  <a:pt x="0" y="63500"/>
                </a:lnTo>
                <a:lnTo>
                  <a:pt x="156032" y="63500"/>
                </a:lnTo>
                <a:lnTo>
                  <a:pt x="156032" y="4064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682136" y="7694282"/>
            <a:ext cx="615950" cy="224154"/>
          </a:xfrm>
          <a:custGeom>
            <a:avLst/>
            <a:gdLst/>
            <a:ahLst/>
            <a:cxnLst/>
            <a:rect l="l" t="t" r="r" b="b"/>
            <a:pathLst>
              <a:path w="615950" h="224154">
                <a:moveTo>
                  <a:pt x="187083" y="20688"/>
                </a:moveTo>
                <a:lnTo>
                  <a:pt x="127000" y="20688"/>
                </a:lnTo>
                <a:lnTo>
                  <a:pt x="127000" y="42976"/>
                </a:lnTo>
                <a:lnTo>
                  <a:pt x="127000" y="114274"/>
                </a:lnTo>
                <a:lnTo>
                  <a:pt x="76657" y="114274"/>
                </a:lnTo>
                <a:lnTo>
                  <a:pt x="76657" y="42976"/>
                </a:lnTo>
                <a:lnTo>
                  <a:pt x="127000" y="42976"/>
                </a:lnTo>
                <a:lnTo>
                  <a:pt x="127000" y="20688"/>
                </a:lnTo>
                <a:lnTo>
                  <a:pt x="16751" y="20688"/>
                </a:lnTo>
                <a:lnTo>
                  <a:pt x="16751" y="42976"/>
                </a:lnTo>
                <a:lnTo>
                  <a:pt x="49212" y="42976"/>
                </a:lnTo>
                <a:lnTo>
                  <a:pt x="49212" y="114274"/>
                </a:lnTo>
                <a:lnTo>
                  <a:pt x="17462" y="114274"/>
                </a:lnTo>
                <a:lnTo>
                  <a:pt x="17462" y="136207"/>
                </a:lnTo>
                <a:lnTo>
                  <a:pt x="186207" y="136207"/>
                </a:lnTo>
                <a:lnTo>
                  <a:pt x="186207" y="114274"/>
                </a:lnTo>
                <a:lnTo>
                  <a:pt x="154190" y="114274"/>
                </a:lnTo>
                <a:lnTo>
                  <a:pt x="154190" y="42976"/>
                </a:lnTo>
                <a:lnTo>
                  <a:pt x="187083" y="42976"/>
                </a:lnTo>
                <a:lnTo>
                  <a:pt x="187083" y="20688"/>
                </a:lnTo>
                <a:close/>
              </a:path>
              <a:path w="615950" h="224154">
                <a:moveTo>
                  <a:pt x="204978" y="174002"/>
                </a:moveTo>
                <a:lnTo>
                  <a:pt x="0" y="174002"/>
                </a:lnTo>
                <a:lnTo>
                  <a:pt x="0" y="197078"/>
                </a:lnTo>
                <a:lnTo>
                  <a:pt x="204978" y="197078"/>
                </a:lnTo>
                <a:lnTo>
                  <a:pt x="204978" y="174002"/>
                </a:lnTo>
                <a:close/>
              </a:path>
              <a:path w="615950" h="224154">
                <a:moveTo>
                  <a:pt x="416979" y="175907"/>
                </a:moveTo>
                <a:lnTo>
                  <a:pt x="327685" y="175907"/>
                </a:lnTo>
                <a:lnTo>
                  <a:pt x="327685" y="139077"/>
                </a:lnTo>
                <a:lnTo>
                  <a:pt x="397852" y="139077"/>
                </a:lnTo>
                <a:lnTo>
                  <a:pt x="397852" y="116217"/>
                </a:lnTo>
                <a:lnTo>
                  <a:pt x="263842" y="116217"/>
                </a:lnTo>
                <a:lnTo>
                  <a:pt x="263842" y="87007"/>
                </a:lnTo>
                <a:lnTo>
                  <a:pt x="392684" y="87007"/>
                </a:lnTo>
                <a:lnTo>
                  <a:pt x="392684" y="65417"/>
                </a:lnTo>
                <a:lnTo>
                  <a:pt x="392684" y="37477"/>
                </a:lnTo>
                <a:lnTo>
                  <a:pt x="392684" y="14617"/>
                </a:lnTo>
                <a:lnTo>
                  <a:pt x="235940" y="14617"/>
                </a:lnTo>
                <a:lnTo>
                  <a:pt x="235940" y="37477"/>
                </a:lnTo>
                <a:lnTo>
                  <a:pt x="365404" y="37477"/>
                </a:lnTo>
                <a:lnTo>
                  <a:pt x="365404" y="65417"/>
                </a:lnTo>
                <a:lnTo>
                  <a:pt x="236296" y="65417"/>
                </a:lnTo>
                <a:lnTo>
                  <a:pt x="236296" y="87007"/>
                </a:lnTo>
                <a:lnTo>
                  <a:pt x="236296" y="116217"/>
                </a:lnTo>
                <a:lnTo>
                  <a:pt x="236296" y="139077"/>
                </a:lnTo>
                <a:lnTo>
                  <a:pt x="300316" y="139077"/>
                </a:lnTo>
                <a:lnTo>
                  <a:pt x="300316" y="175907"/>
                </a:lnTo>
                <a:lnTo>
                  <a:pt x="212001" y="175907"/>
                </a:lnTo>
                <a:lnTo>
                  <a:pt x="212001" y="197497"/>
                </a:lnTo>
                <a:lnTo>
                  <a:pt x="416979" y="197497"/>
                </a:lnTo>
                <a:lnTo>
                  <a:pt x="416979" y="175907"/>
                </a:lnTo>
                <a:close/>
              </a:path>
              <a:path w="615950" h="224154">
                <a:moveTo>
                  <a:pt x="535216" y="107696"/>
                </a:moveTo>
                <a:lnTo>
                  <a:pt x="503453" y="82626"/>
                </a:lnTo>
                <a:lnTo>
                  <a:pt x="493204" y="48145"/>
                </a:lnTo>
                <a:lnTo>
                  <a:pt x="493204" y="39204"/>
                </a:lnTo>
                <a:lnTo>
                  <a:pt x="528726" y="39204"/>
                </a:lnTo>
                <a:lnTo>
                  <a:pt x="528726" y="17005"/>
                </a:lnTo>
                <a:lnTo>
                  <a:pt x="428739" y="17005"/>
                </a:lnTo>
                <a:lnTo>
                  <a:pt x="428739" y="39204"/>
                </a:lnTo>
                <a:lnTo>
                  <a:pt x="466445" y="39204"/>
                </a:lnTo>
                <a:lnTo>
                  <a:pt x="466420" y="48145"/>
                </a:lnTo>
                <a:lnTo>
                  <a:pt x="463778" y="67081"/>
                </a:lnTo>
                <a:lnTo>
                  <a:pt x="455625" y="85115"/>
                </a:lnTo>
                <a:lnTo>
                  <a:pt x="441807" y="100584"/>
                </a:lnTo>
                <a:lnTo>
                  <a:pt x="422160" y="112001"/>
                </a:lnTo>
                <a:lnTo>
                  <a:pt x="436714" y="133743"/>
                </a:lnTo>
                <a:lnTo>
                  <a:pt x="451332" y="125907"/>
                </a:lnTo>
                <a:lnTo>
                  <a:pt x="463397" y="115658"/>
                </a:lnTo>
                <a:lnTo>
                  <a:pt x="472998" y="103403"/>
                </a:lnTo>
                <a:lnTo>
                  <a:pt x="480225" y="89547"/>
                </a:lnTo>
                <a:lnTo>
                  <a:pt x="487133" y="101892"/>
                </a:lnTo>
                <a:lnTo>
                  <a:pt x="496227" y="112788"/>
                </a:lnTo>
                <a:lnTo>
                  <a:pt x="507555" y="121907"/>
                </a:lnTo>
                <a:lnTo>
                  <a:pt x="521182" y="128917"/>
                </a:lnTo>
                <a:lnTo>
                  <a:pt x="535216" y="107696"/>
                </a:lnTo>
                <a:close/>
              </a:path>
              <a:path w="615950" h="224154">
                <a:moveTo>
                  <a:pt x="571525" y="4648"/>
                </a:moveTo>
                <a:lnTo>
                  <a:pt x="545299" y="4648"/>
                </a:lnTo>
                <a:lnTo>
                  <a:pt x="545299" y="56121"/>
                </a:lnTo>
                <a:lnTo>
                  <a:pt x="517232" y="56121"/>
                </a:lnTo>
                <a:lnTo>
                  <a:pt x="517232" y="78663"/>
                </a:lnTo>
                <a:lnTo>
                  <a:pt x="545299" y="78663"/>
                </a:lnTo>
                <a:lnTo>
                  <a:pt x="545299" y="135242"/>
                </a:lnTo>
                <a:lnTo>
                  <a:pt x="571525" y="135242"/>
                </a:lnTo>
                <a:lnTo>
                  <a:pt x="571525" y="4648"/>
                </a:lnTo>
                <a:close/>
              </a:path>
              <a:path w="615950" h="224154">
                <a:moveTo>
                  <a:pt x="615734" y="145415"/>
                </a:moveTo>
                <a:lnTo>
                  <a:pt x="462153" y="145415"/>
                </a:lnTo>
                <a:lnTo>
                  <a:pt x="462153" y="167513"/>
                </a:lnTo>
                <a:lnTo>
                  <a:pt x="588276" y="167513"/>
                </a:lnTo>
                <a:lnTo>
                  <a:pt x="588276" y="224002"/>
                </a:lnTo>
                <a:lnTo>
                  <a:pt x="615734" y="224002"/>
                </a:lnTo>
                <a:lnTo>
                  <a:pt x="615734" y="145415"/>
                </a:lnTo>
                <a:close/>
              </a:path>
              <a:path w="615950" h="224154">
                <a:moveTo>
                  <a:pt x="615734" y="0"/>
                </a:moveTo>
                <a:lnTo>
                  <a:pt x="589508" y="0"/>
                </a:lnTo>
                <a:lnTo>
                  <a:pt x="589508" y="136639"/>
                </a:lnTo>
                <a:lnTo>
                  <a:pt x="615734" y="136639"/>
                </a:lnTo>
                <a:lnTo>
                  <a:pt x="615734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18139" y="7702550"/>
            <a:ext cx="417195" cy="210820"/>
          </a:xfrm>
          <a:custGeom>
            <a:avLst/>
            <a:gdLst/>
            <a:ahLst/>
            <a:cxnLst/>
            <a:rect l="l" t="t" r="r" b="b"/>
            <a:pathLst>
              <a:path w="417195" h="210820">
                <a:moveTo>
                  <a:pt x="182257" y="109220"/>
                </a:moveTo>
                <a:lnTo>
                  <a:pt x="52971" y="109220"/>
                </a:lnTo>
                <a:lnTo>
                  <a:pt x="52971" y="80010"/>
                </a:lnTo>
                <a:lnTo>
                  <a:pt x="175145" y="80010"/>
                </a:lnTo>
                <a:lnTo>
                  <a:pt x="175145" y="58420"/>
                </a:lnTo>
                <a:lnTo>
                  <a:pt x="52971" y="58420"/>
                </a:lnTo>
                <a:lnTo>
                  <a:pt x="52971" y="31750"/>
                </a:lnTo>
                <a:lnTo>
                  <a:pt x="180238" y="31750"/>
                </a:lnTo>
                <a:lnTo>
                  <a:pt x="180238" y="8902"/>
                </a:lnTo>
                <a:lnTo>
                  <a:pt x="24993" y="8902"/>
                </a:lnTo>
                <a:lnTo>
                  <a:pt x="24993" y="31750"/>
                </a:lnTo>
                <a:lnTo>
                  <a:pt x="24993" y="58420"/>
                </a:lnTo>
                <a:lnTo>
                  <a:pt x="24993" y="80010"/>
                </a:lnTo>
                <a:lnTo>
                  <a:pt x="24993" y="109220"/>
                </a:lnTo>
                <a:lnTo>
                  <a:pt x="24993" y="130810"/>
                </a:lnTo>
                <a:lnTo>
                  <a:pt x="182257" y="130810"/>
                </a:lnTo>
                <a:lnTo>
                  <a:pt x="182257" y="109220"/>
                </a:lnTo>
                <a:close/>
              </a:path>
              <a:path w="417195" h="210820">
                <a:moveTo>
                  <a:pt x="204965" y="166090"/>
                </a:moveTo>
                <a:lnTo>
                  <a:pt x="0" y="166090"/>
                </a:lnTo>
                <a:lnTo>
                  <a:pt x="0" y="188633"/>
                </a:lnTo>
                <a:lnTo>
                  <a:pt x="204965" y="188633"/>
                </a:lnTo>
                <a:lnTo>
                  <a:pt x="204965" y="166090"/>
                </a:lnTo>
                <a:close/>
              </a:path>
              <a:path w="417195" h="210820">
                <a:moveTo>
                  <a:pt x="393636" y="54610"/>
                </a:moveTo>
                <a:lnTo>
                  <a:pt x="265671" y="54610"/>
                </a:lnTo>
                <a:lnTo>
                  <a:pt x="265671" y="0"/>
                </a:lnTo>
                <a:lnTo>
                  <a:pt x="238213" y="0"/>
                </a:lnTo>
                <a:lnTo>
                  <a:pt x="238213" y="54610"/>
                </a:lnTo>
                <a:lnTo>
                  <a:pt x="238213" y="77470"/>
                </a:lnTo>
                <a:lnTo>
                  <a:pt x="393636" y="77470"/>
                </a:lnTo>
                <a:lnTo>
                  <a:pt x="393636" y="54610"/>
                </a:lnTo>
                <a:close/>
              </a:path>
              <a:path w="417195" h="210820">
                <a:moveTo>
                  <a:pt x="395046" y="187960"/>
                </a:moveTo>
                <a:lnTo>
                  <a:pt x="263918" y="187960"/>
                </a:lnTo>
                <a:lnTo>
                  <a:pt x="263918" y="144780"/>
                </a:lnTo>
                <a:lnTo>
                  <a:pt x="236372" y="144780"/>
                </a:lnTo>
                <a:lnTo>
                  <a:pt x="236372" y="187960"/>
                </a:lnTo>
                <a:lnTo>
                  <a:pt x="236372" y="210820"/>
                </a:lnTo>
                <a:lnTo>
                  <a:pt x="395046" y="210820"/>
                </a:lnTo>
                <a:lnTo>
                  <a:pt x="395046" y="187960"/>
                </a:lnTo>
                <a:close/>
              </a:path>
              <a:path w="417195" h="210820">
                <a:moveTo>
                  <a:pt x="416699" y="103022"/>
                </a:moveTo>
                <a:lnTo>
                  <a:pt x="211734" y="103022"/>
                </a:lnTo>
                <a:lnTo>
                  <a:pt x="211734" y="124777"/>
                </a:lnTo>
                <a:lnTo>
                  <a:pt x="416699" y="124777"/>
                </a:lnTo>
                <a:lnTo>
                  <a:pt x="416699" y="10302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4792996" y="7694094"/>
            <a:ext cx="1068070" cy="254000"/>
            <a:chOff x="4792996" y="7694094"/>
            <a:chExt cx="1068070" cy="254000"/>
          </a:xfrm>
        </p:grpSpPr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92996" y="7694270"/>
              <a:ext cx="189885" cy="22382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05433" y="7694270"/>
              <a:ext cx="187605" cy="22400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16116" y="7694270"/>
              <a:ext cx="210146" cy="21979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46183" y="7694094"/>
              <a:ext cx="347867" cy="24040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816426" y="7878455"/>
              <a:ext cx="44450" cy="69850"/>
            </a:xfrm>
            <a:custGeom>
              <a:avLst/>
              <a:gdLst/>
              <a:ahLst/>
              <a:cxnLst/>
              <a:rect l="l" t="t" r="r" b="b"/>
              <a:pathLst>
                <a:path w="44450" h="69850">
                  <a:moveTo>
                    <a:pt x="44292" y="0"/>
                  </a:moveTo>
                  <a:lnTo>
                    <a:pt x="12805" y="0"/>
                  </a:lnTo>
                  <a:lnTo>
                    <a:pt x="0" y="69551"/>
                  </a:lnTo>
                  <a:lnTo>
                    <a:pt x="23681" y="69551"/>
                  </a:lnTo>
                  <a:lnTo>
                    <a:pt x="44292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5936953" y="7716723"/>
            <a:ext cx="184785" cy="179705"/>
            <a:chOff x="5936953" y="7716723"/>
            <a:chExt cx="184785" cy="179705"/>
          </a:xfrm>
        </p:grpSpPr>
        <p:pic>
          <p:nvPicPr>
            <p:cNvPr id="48" name="object 4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36953" y="7716723"/>
              <a:ext cx="75515" cy="17962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045808" y="7716723"/>
              <a:ext cx="75515" cy="179624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6159925" y="7694094"/>
            <a:ext cx="1118235" cy="254000"/>
            <a:chOff x="6159925" y="7694094"/>
            <a:chExt cx="1118235" cy="254000"/>
          </a:xfrm>
        </p:grpSpPr>
        <p:sp>
          <p:nvSpPr>
            <p:cNvPr id="51" name="object 51"/>
            <p:cNvSpPr/>
            <p:nvPr/>
          </p:nvSpPr>
          <p:spPr>
            <a:xfrm>
              <a:off x="6159919" y="7694104"/>
              <a:ext cx="751205" cy="240665"/>
            </a:xfrm>
            <a:custGeom>
              <a:avLst/>
              <a:gdLst/>
              <a:ahLst/>
              <a:cxnLst/>
              <a:rect l="l" t="t" r="r" b="b"/>
              <a:pathLst>
                <a:path w="751204" h="240665">
                  <a:moveTo>
                    <a:pt x="105079" y="15087"/>
                  </a:moveTo>
                  <a:lnTo>
                    <a:pt x="77800" y="15087"/>
                  </a:lnTo>
                  <a:lnTo>
                    <a:pt x="77800" y="51219"/>
                  </a:lnTo>
                  <a:lnTo>
                    <a:pt x="105079" y="51219"/>
                  </a:lnTo>
                  <a:lnTo>
                    <a:pt x="105079" y="15087"/>
                  </a:lnTo>
                  <a:close/>
                </a:path>
                <a:path w="751204" h="240665">
                  <a:moveTo>
                    <a:pt x="177698" y="342"/>
                  </a:moveTo>
                  <a:lnTo>
                    <a:pt x="150152" y="342"/>
                  </a:lnTo>
                  <a:lnTo>
                    <a:pt x="150152" y="60515"/>
                  </a:lnTo>
                  <a:lnTo>
                    <a:pt x="105079" y="60515"/>
                  </a:lnTo>
                  <a:lnTo>
                    <a:pt x="105079" y="51625"/>
                  </a:lnTo>
                  <a:lnTo>
                    <a:pt x="77800" y="51625"/>
                  </a:lnTo>
                  <a:lnTo>
                    <a:pt x="77800" y="71945"/>
                  </a:lnTo>
                  <a:lnTo>
                    <a:pt x="77800" y="83388"/>
                  </a:lnTo>
                  <a:lnTo>
                    <a:pt x="77800" y="107505"/>
                  </a:lnTo>
                  <a:lnTo>
                    <a:pt x="27711" y="107505"/>
                  </a:lnTo>
                  <a:lnTo>
                    <a:pt x="27711" y="71945"/>
                  </a:lnTo>
                  <a:lnTo>
                    <a:pt x="77800" y="71945"/>
                  </a:lnTo>
                  <a:lnTo>
                    <a:pt x="77800" y="51625"/>
                  </a:lnTo>
                  <a:lnTo>
                    <a:pt x="27711" y="51625"/>
                  </a:lnTo>
                  <a:lnTo>
                    <a:pt x="27711" y="14795"/>
                  </a:lnTo>
                  <a:lnTo>
                    <a:pt x="0" y="14795"/>
                  </a:lnTo>
                  <a:lnTo>
                    <a:pt x="0" y="129095"/>
                  </a:lnTo>
                  <a:lnTo>
                    <a:pt x="105079" y="129095"/>
                  </a:lnTo>
                  <a:lnTo>
                    <a:pt x="105079" y="107505"/>
                  </a:lnTo>
                  <a:lnTo>
                    <a:pt x="105079" y="83388"/>
                  </a:lnTo>
                  <a:lnTo>
                    <a:pt x="150152" y="83388"/>
                  </a:lnTo>
                  <a:lnTo>
                    <a:pt x="150152" y="165760"/>
                  </a:lnTo>
                  <a:lnTo>
                    <a:pt x="177698" y="165760"/>
                  </a:lnTo>
                  <a:lnTo>
                    <a:pt x="177698" y="83388"/>
                  </a:lnTo>
                  <a:lnTo>
                    <a:pt x="177698" y="83235"/>
                  </a:lnTo>
                  <a:lnTo>
                    <a:pt x="177698" y="71945"/>
                  </a:lnTo>
                  <a:lnTo>
                    <a:pt x="177698" y="60947"/>
                  </a:lnTo>
                  <a:lnTo>
                    <a:pt x="177698" y="60515"/>
                  </a:lnTo>
                  <a:lnTo>
                    <a:pt x="177698" y="342"/>
                  </a:lnTo>
                  <a:close/>
                </a:path>
                <a:path w="751204" h="240665">
                  <a:moveTo>
                    <a:pt x="182600" y="197675"/>
                  </a:moveTo>
                  <a:lnTo>
                    <a:pt x="57797" y="197675"/>
                  </a:lnTo>
                  <a:lnTo>
                    <a:pt x="57797" y="149428"/>
                  </a:lnTo>
                  <a:lnTo>
                    <a:pt x="29908" y="149428"/>
                  </a:lnTo>
                  <a:lnTo>
                    <a:pt x="29908" y="197675"/>
                  </a:lnTo>
                  <a:lnTo>
                    <a:pt x="29908" y="220535"/>
                  </a:lnTo>
                  <a:lnTo>
                    <a:pt x="182600" y="220535"/>
                  </a:lnTo>
                  <a:lnTo>
                    <a:pt x="182600" y="197675"/>
                  </a:lnTo>
                  <a:close/>
                </a:path>
                <a:path w="751204" h="240665">
                  <a:moveTo>
                    <a:pt x="281990" y="17449"/>
                  </a:moveTo>
                  <a:lnTo>
                    <a:pt x="252349" y="17449"/>
                  </a:lnTo>
                  <a:lnTo>
                    <a:pt x="237185" y="41884"/>
                  </a:lnTo>
                  <a:lnTo>
                    <a:pt x="226326" y="68491"/>
                  </a:lnTo>
                  <a:lnTo>
                    <a:pt x="219798" y="97434"/>
                  </a:lnTo>
                  <a:lnTo>
                    <a:pt x="217614" y="128930"/>
                  </a:lnTo>
                  <a:lnTo>
                    <a:pt x="219798" y="160451"/>
                  </a:lnTo>
                  <a:lnTo>
                    <a:pt x="226326" y="189395"/>
                  </a:lnTo>
                  <a:lnTo>
                    <a:pt x="237185" y="215976"/>
                  </a:lnTo>
                  <a:lnTo>
                    <a:pt x="252349" y="240398"/>
                  </a:lnTo>
                  <a:lnTo>
                    <a:pt x="281990" y="240398"/>
                  </a:lnTo>
                  <a:lnTo>
                    <a:pt x="269582" y="219075"/>
                  </a:lnTo>
                  <a:lnTo>
                    <a:pt x="259562" y="191604"/>
                  </a:lnTo>
                  <a:lnTo>
                    <a:pt x="252857" y="160667"/>
                  </a:lnTo>
                  <a:lnTo>
                    <a:pt x="250418" y="128930"/>
                  </a:lnTo>
                  <a:lnTo>
                    <a:pt x="252857" y="97231"/>
                  </a:lnTo>
                  <a:lnTo>
                    <a:pt x="259562" y="66281"/>
                  </a:lnTo>
                  <a:lnTo>
                    <a:pt x="269582" y="38785"/>
                  </a:lnTo>
                  <a:lnTo>
                    <a:pt x="281990" y="17449"/>
                  </a:lnTo>
                  <a:close/>
                </a:path>
                <a:path w="751204" h="240665">
                  <a:moveTo>
                    <a:pt x="421716" y="101384"/>
                  </a:moveTo>
                  <a:lnTo>
                    <a:pt x="419798" y="88315"/>
                  </a:lnTo>
                  <a:lnTo>
                    <a:pt x="418388" y="78663"/>
                  </a:lnTo>
                  <a:lnTo>
                    <a:pt x="394271" y="82969"/>
                  </a:lnTo>
                  <a:lnTo>
                    <a:pt x="370954" y="85864"/>
                  </a:lnTo>
                  <a:lnTo>
                    <a:pt x="348399" y="87579"/>
                  </a:lnTo>
                  <a:lnTo>
                    <a:pt x="326555" y="88315"/>
                  </a:lnTo>
                  <a:lnTo>
                    <a:pt x="326555" y="11404"/>
                  </a:lnTo>
                  <a:lnTo>
                    <a:pt x="298843" y="11404"/>
                  </a:lnTo>
                  <a:lnTo>
                    <a:pt x="298843" y="111213"/>
                  </a:lnTo>
                  <a:lnTo>
                    <a:pt x="317525" y="111213"/>
                  </a:lnTo>
                  <a:lnTo>
                    <a:pt x="342214" y="110782"/>
                  </a:lnTo>
                  <a:lnTo>
                    <a:pt x="367779" y="109194"/>
                  </a:lnTo>
                  <a:lnTo>
                    <a:pt x="394258" y="106146"/>
                  </a:lnTo>
                  <a:lnTo>
                    <a:pt x="421716" y="101384"/>
                  </a:lnTo>
                  <a:close/>
                </a:path>
                <a:path w="751204" h="240665">
                  <a:moveTo>
                    <a:pt x="478637" y="201904"/>
                  </a:moveTo>
                  <a:lnTo>
                    <a:pt x="429602" y="184442"/>
                  </a:lnTo>
                  <a:lnTo>
                    <a:pt x="409181" y="156464"/>
                  </a:lnTo>
                  <a:lnTo>
                    <a:pt x="469252" y="156464"/>
                  </a:lnTo>
                  <a:lnTo>
                    <a:pt x="469252" y="134366"/>
                  </a:lnTo>
                  <a:lnTo>
                    <a:pt x="319278" y="134366"/>
                  </a:lnTo>
                  <a:lnTo>
                    <a:pt x="319278" y="156464"/>
                  </a:lnTo>
                  <a:lnTo>
                    <a:pt x="379437" y="156464"/>
                  </a:lnTo>
                  <a:lnTo>
                    <a:pt x="373164" y="171246"/>
                  </a:lnTo>
                  <a:lnTo>
                    <a:pt x="359092" y="184569"/>
                  </a:lnTo>
                  <a:lnTo>
                    <a:pt x="337858" y="195110"/>
                  </a:lnTo>
                  <a:lnTo>
                    <a:pt x="310070" y="201549"/>
                  </a:lnTo>
                  <a:lnTo>
                    <a:pt x="320852" y="222427"/>
                  </a:lnTo>
                  <a:lnTo>
                    <a:pt x="345186" y="216852"/>
                  </a:lnTo>
                  <a:lnTo>
                    <a:pt x="365874" y="208013"/>
                  </a:lnTo>
                  <a:lnTo>
                    <a:pt x="382447" y="196329"/>
                  </a:lnTo>
                  <a:lnTo>
                    <a:pt x="394436" y="182168"/>
                  </a:lnTo>
                  <a:lnTo>
                    <a:pt x="406425" y="196367"/>
                  </a:lnTo>
                  <a:lnTo>
                    <a:pt x="422973" y="208241"/>
                  </a:lnTo>
                  <a:lnTo>
                    <a:pt x="443661" y="217284"/>
                  </a:lnTo>
                  <a:lnTo>
                    <a:pt x="468033" y="222948"/>
                  </a:lnTo>
                  <a:lnTo>
                    <a:pt x="478637" y="201904"/>
                  </a:lnTo>
                  <a:close/>
                </a:path>
                <a:path w="751204" h="240665">
                  <a:moveTo>
                    <a:pt x="497408" y="51130"/>
                  </a:moveTo>
                  <a:lnTo>
                    <a:pt x="466102" y="51130"/>
                  </a:lnTo>
                  <a:lnTo>
                    <a:pt x="466102" y="0"/>
                  </a:lnTo>
                  <a:lnTo>
                    <a:pt x="438378" y="0"/>
                  </a:lnTo>
                  <a:lnTo>
                    <a:pt x="438378" y="124282"/>
                  </a:lnTo>
                  <a:lnTo>
                    <a:pt x="466102" y="124282"/>
                  </a:lnTo>
                  <a:lnTo>
                    <a:pt x="466102" y="74104"/>
                  </a:lnTo>
                  <a:lnTo>
                    <a:pt x="497408" y="74104"/>
                  </a:lnTo>
                  <a:lnTo>
                    <a:pt x="497408" y="51130"/>
                  </a:lnTo>
                  <a:close/>
                </a:path>
                <a:path w="751204" h="240665">
                  <a:moveTo>
                    <a:pt x="547585" y="123571"/>
                  </a:moveTo>
                  <a:lnTo>
                    <a:pt x="546011" y="116205"/>
                  </a:lnTo>
                  <a:lnTo>
                    <a:pt x="541832" y="110147"/>
                  </a:lnTo>
                  <a:lnTo>
                    <a:pt x="535736" y="106045"/>
                  </a:lnTo>
                  <a:lnTo>
                    <a:pt x="528383" y="104546"/>
                  </a:lnTo>
                  <a:lnTo>
                    <a:pt x="520877" y="106045"/>
                  </a:lnTo>
                  <a:lnTo>
                    <a:pt x="514731" y="110147"/>
                  </a:lnTo>
                  <a:lnTo>
                    <a:pt x="510603" y="116205"/>
                  </a:lnTo>
                  <a:lnTo>
                    <a:pt x="509168" y="123571"/>
                  </a:lnTo>
                  <a:lnTo>
                    <a:pt x="510603" y="131051"/>
                  </a:lnTo>
                  <a:lnTo>
                    <a:pt x="514731" y="137160"/>
                  </a:lnTo>
                  <a:lnTo>
                    <a:pt x="520877" y="141274"/>
                  </a:lnTo>
                  <a:lnTo>
                    <a:pt x="528383" y="142786"/>
                  </a:lnTo>
                  <a:lnTo>
                    <a:pt x="535736" y="141274"/>
                  </a:lnTo>
                  <a:lnTo>
                    <a:pt x="541832" y="137160"/>
                  </a:lnTo>
                  <a:lnTo>
                    <a:pt x="546011" y="131051"/>
                  </a:lnTo>
                  <a:lnTo>
                    <a:pt x="547585" y="123571"/>
                  </a:lnTo>
                  <a:close/>
                </a:path>
                <a:path w="751204" h="240665">
                  <a:moveTo>
                    <a:pt x="750646" y="143306"/>
                  </a:moveTo>
                  <a:lnTo>
                    <a:pt x="597763" y="143306"/>
                  </a:lnTo>
                  <a:lnTo>
                    <a:pt x="597763" y="165150"/>
                  </a:lnTo>
                  <a:lnTo>
                    <a:pt x="723099" y="165150"/>
                  </a:lnTo>
                  <a:lnTo>
                    <a:pt x="723099" y="224180"/>
                  </a:lnTo>
                  <a:lnTo>
                    <a:pt x="750646" y="224180"/>
                  </a:lnTo>
                  <a:lnTo>
                    <a:pt x="750646" y="143306"/>
                  </a:lnTo>
                  <a:close/>
                </a:path>
                <a:path w="751204" h="240665">
                  <a:moveTo>
                    <a:pt x="750646" y="177"/>
                  </a:moveTo>
                  <a:lnTo>
                    <a:pt x="723099" y="177"/>
                  </a:lnTo>
                  <a:lnTo>
                    <a:pt x="723099" y="31216"/>
                  </a:lnTo>
                  <a:lnTo>
                    <a:pt x="723099" y="53581"/>
                  </a:lnTo>
                  <a:lnTo>
                    <a:pt x="723099" y="80594"/>
                  </a:lnTo>
                  <a:lnTo>
                    <a:pt x="682142" y="80594"/>
                  </a:lnTo>
                  <a:lnTo>
                    <a:pt x="683196" y="76212"/>
                  </a:lnTo>
                  <a:lnTo>
                    <a:pt x="683806" y="71653"/>
                  </a:lnTo>
                  <a:lnTo>
                    <a:pt x="683806" y="62179"/>
                  </a:lnTo>
                  <a:lnTo>
                    <a:pt x="683196" y="57797"/>
                  </a:lnTo>
                  <a:lnTo>
                    <a:pt x="682231" y="53581"/>
                  </a:lnTo>
                  <a:lnTo>
                    <a:pt x="723099" y="53581"/>
                  </a:lnTo>
                  <a:lnTo>
                    <a:pt x="723099" y="31216"/>
                  </a:lnTo>
                  <a:lnTo>
                    <a:pt x="670394" y="31216"/>
                  </a:lnTo>
                  <a:lnTo>
                    <a:pt x="661441" y="23317"/>
                  </a:lnTo>
                  <a:lnTo>
                    <a:pt x="657491" y="21145"/>
                  </a:lnTo>
                  <a:lnTo>
                    <a:pt x="657491" y="66827"/>
                  </a:lnTo>
                  <a:lnTo>
                    <a:pt x="655015" y="79946"/>
                  </a:lnTo>
                  <a:lnTo>
                    <a:pt x="648182" y="89890"/>
                  </a:lnTo>
                  <a:lnTo>
                    <a:pt x="637882" y="96227"/>
                  </a:lnTo>
                  <a:lnTo>
                    <a:pt x="625043" y="98488"/>
                  </a:lnTo>
                  <a:lnTo>
                    <a:pt x="611797" y="96227"/>
                  </a:lnTo>
                  <a:lnTo>
                    <a:pt x="601395" y="89890"/>
                  </a:lnTo>
                  <a:lnTo>
                    <a:pt x="594588" y="79946"/>
                  </a:lnTo>
                  <a:lnTo>
                    <a:pt x="592150" y="66827"/>
                  </a:lnTo>
                  <a:lnTo>
                    <a:pt x="594588" y="54063"/>
                  </a:lnTo>
                  <a:lnTo>
                    <a:pt x="601395" y="44272"/>
                  </a:lnTo>
                  <a:lnTo>
                    <a:pt x="611797" y="37998"/>
                  </a:lnTo>
                  <a:lnTo>
                    <a:pt x="625043" y="35775"/>
                  </a:lnTo>
                  <a:lnTo>
                    <a:pt x="637882" y="37998"/>
                  </a:lnTo>
                  <a:lnTo>
                    <a:pt x="648182" y="44272"/>
                  </a:lnTo>
                  <a:lnTo>
                    <a:pt x="655015" y="54063"/>
                  </a:lnTo>
                  <a:lnTo>
                    <a:pt x="657491" y="66827"/>
                  </a:lnTo>
                  <a:lnTo>
                    <a:pt x="657491" y="21145"/>
                  </a:lnTo>
                  <a:lnTo>
                    <a:pt x="650709" y="17399"/>
                  </a:lnTo>
                  <a:lnTo>
                    <a:pt x="638479" y="13690"/>
                  </a:lnTo>
                  <a:lnTo>
                    <a:pt x="625043" y="12446"/>
                  </a:lnTo>
                  <a:lnTo>
                    <a:pt x="601535" y="16408"/>
                  </a:lnTo>
                  <a:lnTo>
                    <a:pt x="582752" y="27673"/>
                  </a:lnTo>
                  <a:lnTo>
                    <a:pt x="570344" y="44919"/>
                  </a:lnTo>
                  <a:lnTo>
                    <a:pt x="565924" y="66827"/>
                  </a:lnTo>
                  <a:lnTo>
                    <a:pt x="570344" y="89052"/>
                  </a:lnTo>
                  <a:lnTo>
                    <a:pt x="582752" y="106464"/>
                  </a:lnTo>
                  <a:lnTo>
                    <a:pt x="601535" y="117805"/>
                  </a:lnTo>
                  <a:lnTo>
                    <a:pt x="625043" y="121818"/>
                  </a:lnTo>
                  <a:lnTo>
                    <a:pt x="638479" y="120573"/>
                  </a:lnTo>
                  <a:lnTo>
                    <a:pt x="650709" y="116852"/>
                  </a:lnTo>
                  <a:lnTo>
                    <a:pt x="661441" y="110883"/>
                  </a:lnTo>
                  <a:lnTo>
                    <a:pt x="670394" y="102882"/>
                  </a:lnTo>
                  <a:lnTo>
                    <a:pt x="723099" y="102882"/>
                  </a:lnTo>
                  <a:lnTo>
                    <a:pt x="723099" y="132435"/>
                  </a:lnTo>
                  <a:lnTo>
                    <a:pt x="750646" y="132435"/>
                  </a:lnTo>
                  <a:lnTo>
                    <a:pt x="750646" y="102882"/>
                  </a:lnTo>
                  <a:lnTo>
                    <a:pt x="750646" y="98488"/>
                  </a:lnTo>
                  <a:lnTo>
                    <a:pt x="750646" y="80594"/>
                  </a:lnTo>
                  <a:lnTo>
                    <a:pt x="750646" y="53581"/>
                  </a:lnTo>
                  <a:lnTo>
                    <a:pt x="750646" y="35775"/>
                  </a:lnTo>
                  <a:lnTo>
                    <a:pt x="750646" y="31216"/>
                  </a:lnTo>
                  <a:lnTo>
                    <a:pt x="750646" y="17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32416" y="7694270"/>
              <a:ext cx="278656" cy="24022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233448" y="7878455"/>
              <a:ext cx="44450" cy="69850"/>
            </a:xfrm>
            <a:custGeom>
              <a:avLst/>
              <a:gdLst/>
              <a:ahLst/>
              <a:cxnLst/>
              <a:rect l="l" t="t" r="r" b="b"/>
              <a:pathLst>
                <a:path w="44450" h="69850">
                  <a:moveTo>
                    <a:pt x="44292" y="0"/>
                  </a:moveTo>
                  <a:lnTo>
                    <a:pt x="12805" y="0"/>
                  </a:lnTo>
                  <a:lnTo>
                    <a:pt x="0" y="69551"/>
                  </a:lnTo>
                  <a:lnTo>
                    <a:pt x="23680" y="69551"/>
                  </a:lnTo>
                  <a:lnTo>
                    <a:pt x="44292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7349121" y="7693659"/>
            <a:ext cx="788035" cy="241300"/>
            <a:chOff x="7349121" y="7693659"/>
            <a:chExt cx="788035" cy="241300"/>
          </a:xfrm>
        </p:grpSpPr>
        <p:sp>
          <p:nvSpPr>
            <p:cNvPr id="55" name="object 55"/>
            <p:cNvSpPr/>
            <p:nvPr/>
          </p:nvSpPr>
          <p:spPr>
            <a:xfrm>
              <a:off x="7349122" y="7702168"/>
              <a:ext cx="417195" cy="216535"/>
            </a:xfrm>
            <a:custGeom>
              <a:avLst/>
              <a:gdLst/>
              <a:ahLst/>
              <a:cxnLst/>
              <a:rect l="l" t="t" r="r" b="b"/>
              <a:pathLst>
                <a:path w="417195" h="216534">
                  <a:moveTo>
                    <a:pt x="179349" y="142697"/>
                  </a:moveTo>
                  <a:lnTo>
                    <a:pt x="22186" y="142697"/>
                  </a:lnTo>
                  <a:lnTo>
                    <a:pt x="22186" y="164719"/>
                  </a:lnTo>
                  <a:lnTo>
                    <a:pt x="151638" y="164719"/>
                  </a:lnTo>
                  <a:lnTo>
                    <a:pt x="151638" y="216115"/>
                  </a:lnTo>
                  <a:lnTo>
                    <a:pt x="179349" y="216115"/>
                  </a:lnTo>
                  <a:lnTo>
                    <a:pt x="179349" y="142697"/>
                  </a:lnTo>
                  <a:close/>
                </a:path>
                <a:path w="417195" h="216534">
                  <a:moveTo>
                    <a:pt x="199529" y="62801"/>
                  </a:moveTo>
                  <a:lnTo>
                    <a:pt x="161658" y="35725"/>
                  </a:lnTo>
                  <a:lnTo>
                    <a:pt x="159181" y="24117"/>
                  </a:lnTo>
                  <a:lnTo>
                    <a:pt x="159181" y="22275"/>
                  </a:lnTo>
                  <a:lnTo>
                    <a:pt x="190322" y="22275"/>
                  </a:lnTo>
                  <a:lnTo>
                    <a:pt x="190322" y="0"/>
                  </a:lnTo>
                  <a:lnTo>
                    <a:pt x="106476" y="0"/>
                  </a:lnTo>
                  <a:lnTo>
                    <a:pt x="106476" y="22275"/>
                  </a:lnTo>
                  <a:lnTo>
                    <a:pt x="131292" y="22275"/>
                  </a:lnTo>
                  <a:lnTo>
                    <a:pt x="131292" y="23329"/>
                  </a:lnTo>
                  <a:lnTo>
                    <a:pt x="129387" y="32524"/>
                  </a:lnTo>
                  <a:lnTo>
                    <a:pt x="123786" y="41706"/>
                  </a:lnTo>
                  <a:lnTo>
                    <a:pt x="114604" y="50101"/>
                  </a:lnTo>
                  <a:lnTo>
                    <a:pt x="101993" y="56921"/>
                  </a:lnTo>
                  <a:lnTo>
                    <a:pt x="89268" y="49949"/>
                  </a:lnTo>
                  <a:lnTo>
                    <a:pt x="88544" y="49288"/>
                  </a:lnTo>
                  <a:lnTo>
                    <a:pt x="79971" y="41440"/>
                  </a:lnTo>
                  <a:lnTo>
                    <a:pt x="74282" y="32283"/>
                  </a:lnTo>
                  <a:lnTo>
                    <a:pt x="72351" y="23329"/>
                  </a:lnTo>
                  <a:lnTo>
                    <a:pt x="72351" y="22275"/>
                  </a:lnTo>
                  <a:lnTo>
                    <a:pt x="97434" y="22275"/>
                  </a:lnTo>
                  <a:lnTo>
                    <a:pt x="97434" y="0"/>
                  </a:lnTo>
                  <a:lnTo>
                    <a:pt x="13322" y="0"/>
                  </a:lnTo>
                  <a:lnTo>
                    <a:pt x="13322" y="22275"/>
                  </a:lnTo>
                  <a:lnTo>
                    <a:pt x="44983" y="22275"/>
                  </a:lnTo>
                  <a:lnTo>
                    <a:pt x="44983" y="24117"/>
                  </a:lnTo>
                  <a:lnTo>
                    <a:pt x="42392" y="35191"/>
                  </a:lnTo>
                  <a:lnTo>
                    <a:pt x="34721" y="46228"/>
                  </a:lnTo>
                  <a:lnTo>
                    <a:pt x="22123" y="55867"/>
                  </a:lnTo>
                  <a:lnTo>
                    <a:pt x="4724" y="62801"/>
                  </a:lnTo>
                  <a:lnTo>
                    <a:pt x="16395" y="82791"/>
                  </a:lnTo>
                  <a:lnTo>
                    <a:pt x="31318" y="77266"/>
                  </a:lnTo>
                  <a:lnTo>
                    <a:pt x="43484" y="69532"/>
                  </a:lnTo>
                  <a:lnTo>
                    <a:pt x="52946" y="60058"/>
                  </a:lnTo>
                  <a:lnTo>
                    <a:pt x="59728" y="49288"/>
                  </a:lnTo>
                  <a:lnTo>
                    <a:pt x="66560" y="58940"/>
                  </a:lnTo>
                  <a:lnTo>
                    <a:pt x="75831" y="67551"/>
                  </a:lnTo>
                  <a:lnTo>
                    <a:pt x="87604" y="74701"/>
                  </a:lnTo>
                  <a:lnTo>
                    <a:pt x="101993" y="79908"/>
                  </a:lnTo>
                  <a:lnTo>
                    <a:pt x="116382" y="74879"/>
                  </a:lnTo>
                  <a:lnTo>
                    <a:pt x="128143" y="67856"/>
                  </a:lnTo>
                  <a:lnTo>
                    <a:pt x="137363" y="59270"/>
                  </a:lnTo>
                  <a:lnTo>
                    <a:pt x="138988" y="56921"/>
                  </a:lnTo>
                  <a:lnTo>
                    <a:pt x="144094" y="49555"/>
                  </a:lnTo>
                  <a:lnTo>
                    <a:pt x="150939" y="60325"/>
                  </a:lnTo>
                  <a:lnTo>
                    <a:pt x="160464" y="69723"/>
                  </a:lnTo>
                  <a:lnTo>
                    <a:pt x="172694" y="77355"/>
                  </a:lnTo>
                  <a:lnTo>
                    <a:pt x="187693" y="82791"/>
                  </a:lnTo>
                  <a:lnTo>
                    <a:pt x="199529" y="62801"/>
                  </a:lnTo>
                  <a:close/>
                </a:path>
                <a:path w="417195" h="216534">
                  <a:moveTo>
                    <a:pt x="204533" y="100685"/>
                  </a:moveTo>
                  <a:lnTo>
                    <a:pt x="115684" y="100685"/>
                  </a:lnTo>
                  <a:lnTo>
                    <a:pt x="115684" y="80860"/>
                  </a:lnTo>
                  <a:lnTo>
                    <a:pt x="88315" y="80860"/>
                  </a:lnTo>
                  <a:lnTo>
                    <a:pt x="88315" y="100685"/>
                  </a:lnTo>
                  <a:lnTo>
                    <a:pt x="0" y="100685"/>
                  </a:lnTo>
                  <a:lnTo>
                    <a:pt x="0" y="122796"/>
                  </a:lnTo>
                  <a:lnTo>
                    <a:pt x="204533" y="122796"/>
                  </a:lnTo>
                  <a:lnTo>
                    <a:pt x="204533" y="100685"/>
                  </a:lnTo>
                  <a:close/>
                </a:path>
                <a:path w="417195" h="216534">
                  <a:moveTo>
                    <a:pt x="390296" y="1651"/>
                  </a:moveTo>
                  <a:lnTo>
                    <a:pt x="237693" y="1651"/>
                  </a:lnTo>
                  <a:lnTo>
                    <a:pt x="237693" y="23241"/>
                  </a:lnTo>
                  <a:lnTo>
                    <a:pt x="237693" y="61341"/>
                  </a:lnTo>
                  <a:lnTo>
                    <a:pt x="237693" y="82931"/>
                  </a:lnTo>
                  <a:lnTo>
                    <a:pt x="390296" y="82931"/>
                  </a:lnTo>
                  <a:lnTo>
                    <a:pt x="390296" y="61747"/>
                  </a:lnTo>
                  <a:lnTo>
                    <a:pt x="390296" y="61341"/>
                  </a:lnTo>
                  <a:lnTo>
                    <a:pt x="390296" y="23863"/>
                  </a:lnTo>
                  <a:lnTo>
                    <a:pt x="363118" y="23863"/>
                  </a:lnTo>
                  <a:lnTo>
                    <a:pt x="363118" y="61341"/>
                  </a:lnTo>
                  <a:lnTo>
                    <a:pt x="264617" y="61341"/>
                  </a:lnTo>
                  <a:lnTo>
                    <a:pt x="264617" y="23241"/>
                  </a:lnTo>
                  <a:lnTo>
                    <a:pt x="390296" y="23241"/>
                  </a:lnTo>
                  <a:lnTo>
                    <a:pt x="390296" y="1651"/>
                  </a:lnTo>
                  <a:close/>
                </a:path>
                <a:path w="417195" h="216534">
                  <a:moveTo>
                    <a:pt x="394068" y="189611"/>
                  </a:moveTo>
                  <a:lnTo>
                    <a:pt x="264096" y="189611"/>
                  </a:lnTo>
                  <a:lnTo>
                    <a:pt x="264096" y="146431"/>
                  </a:lnTo>
                  <a:lnTo>
                    <a:pt x="236550" y="146431"/>
                  </a:lnTo>
                  <a:lnTo>
                    <a:pt x="236550" y="189611"/>
                  </a:lnTo>
                  <a:lnTo>
                    <a:pt x="236550" y="212471"/>
                  </a:lnTo>
                  <a:lnTo>
                    <a:pt x="394068" y="212471"/>
                  </a:lnTo>
                  <a:lnTo>
                    <a:pt x="394068" y="189611"/>
                  </a:lnTo>
                  <a:close/>
                </a:path>
                <a:path w="417195" h="216534">
                  <a:moveTo>
                    <a:pt x="416699" y="104114"/>
                  </a:moveTo>
                  <a:lnTo>
                    <a:pt x="211734" y="104114"/>
                  </a:lnTo>
                  <a:lnTo>
                    <a:pt x="211734" y="126301"/>
                  </a:lnTo>
                  <a:lnTo>
                    <a:pt x="302856" y="126301"/>
                  </a:lnTo>
                  <a:lnTo>
                    <a:pt x="302856" y="167259"/>
                  </a:lnTo>
                  <a:lnTo>
                    <a:pt x="330136" y="167259"/>
                  </a:lnTo>
                  <a:lnTo>
                    <a:pt x="330136" y="126301"/>
                  </a:lnTo>
                  <a:lnTo>
                    <a:pt x="416699" y="126301"/>
                  </a:lnTo>
                  <a:lnTo>
                    <a:pt x="416699" y="10411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88818" y="7693659"/>
              <a:ext cx="347867" cy="240840"/>
            </a:xfrm>
            <a:prstGeom prst="rect">
              <a:avLst/>
            </a:prstGeom>
          </p:spPr>
        </p:pic>
      </p:grpSp>
      <p:pic>
        <p:nvPicPr>
          <p:cNvPr id="57" name="object 57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212027" y="7701286"/>
            <a:ext cx="204621" cy="216812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8474451" y="7694270"/>
            <a:ext cx="419734" cy="224790"/>
            <a:chOff x="8474451" y="7694270"/>
            <a:chExt cx="419734" cy="224790"/>
          </a:xfrm>
        </p:grpSpPr>
        <p:pic>
          <p:nvPicPr>
            <p:cNvPr id="59" name="object 5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474451" y="7694270"/>
              <a:ext cx="190148" cy="22453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688642" y="7708900"/>
              <a:ext cx="205104" cy="182880"/>
            </a:xfrm>
            <a:custGeom>
              <a:avLst/>
              <a:gdLst/>
              <a:ahLst/>
              <a:cxnLst/>
              <a:rect l="l" t="t" r="r" b="b"/>
              <a:pathLst>
                <a:path w="205104" h="182879">
                  <a:moveTo>
                    <a:pt x="204965" y="161290"/>
                  </a:moveTo>
                  <a:lnTo>
                    <a:pt x="115684" y="161290"/>
                  </a:lnTo>
                  <a:lnTo>
                    <a:pt x="115684" y="124460"/>
                  </a:lnTo>
                  <a:lnTo>
                    <a:pt x="185851" y="124460"/>
                  </a:lnTo>
                  <a:lnTo>
                    <a:pt x="185851" y="101600"/>
                  </a:lnTo>
                  <a:lnTo>
                    <a:pt x="51828" y="101600"/>
                  </a:lnTo>
                  <a:lnTo>
                    <a:pt x="51828" y="72390"/>
                  </a:lnTo>
                  <a:lnTo>
                    <a:pt x="180670" y="72390"/>
                  </a:lnTo>
                  <a:lnTo>
                    <a:pt x="180670" y="50800"/>
                  </a:lnTo>
                  <a:lnTo>
                    <a:pt x="180670" y="22860"/>
                  </a:lnTo>
                  <a:lnTo>
                    <a:pt x="180670" y="0"/>
                  </a:lnTo>
                  <a:lnTo>
                    <a:pt x="23939" y="0"/>
                  </a:lnTo>
                  <a:lnTo>
                    <a:pt x="23939" y="22860"/>
                  </a:lnTo>
                  <a:lnTo>
                    <a:pt x="153390" y="22860"/>
                  </a:lnTo>
                  <a:lnTo>
                    <a:pt x="153390" y="50800"/>
                  </a:lnTo>
                  <a:lnTo>
                    <a:pt x="24295" y="50800"/>
                  </a:lnTo>
                  <a:lnTo>
                    <a:pt x="24295" y="72390"/>
                  </a:lnTo>
                  <a:lnTo>
                    <a:pt x="24295" y="101600"/>
                  </a:lnTo>
                  <a:lnTo>
                    <a:pt x="24295" y="124460"/>
                  </a:lnTo>
                  <a:lnTo>
                    <a:pt x="88315" y="124460"/>
                  </a:lnTo>
                  <a:lnTo>
                    <a:pt x="88315" y="161290"/>
                  </a:lnTo>
                  <a:lnTo>
                    <a:pt x="0" y="161290"/>
                  </a:lnTo>
                  <a:lnTo>
                    <a:pt x="0" y="182880"/>
                  </a:lnTo>
                  <a:lnTo>
                    <a:pt x="204965" y="182880"/>
                  </a:lnTo>
                  <a:lnTo>
                    <a:pt x="204965" y="16129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1" name="object 61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962401" y="7694270"/>
            <a:ext cx="407498" cy="224530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9429415" y="7694270"/>
            <a:ext cx="399415" cy="224790"/>
            <a:chOff x="9429415" y="7694270"/>
            <a:chExt cx="399415" cy="224790"/>
          </a:xfrm>
        </p:grpSpPr>
        <p:pic>
          <p:nvPicPr>
            <p:cNvPr id="63" name="object 6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429415" y="7694270"/>
              <a:ext cx="193570" cy="22216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642642" y="7694270"/>
              <a:ext cx="185675" cy="224530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9904121" y="7693568"/>
            <a:ext cx="826135" cy="225425"/>
            <a:chOff x="9904121" y="7693568"/>
            <a:chExt cx="826135" cy="225425"/>
          </a:xfrm>
        </p:grpSpPr>
        <p:pic>
          <p:nvPicPr>
            <p:cNvPr id="66" name="object 6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904121" y="7693568"/>
              <a:ext cx="403288" cy="22365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332415" y="7694270"/>
              <a:ext cx="397674" cy="224530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10806109" y="7693568"/>
            <a:ext cx="633095" cy="224790"/>
            <a:chOff x="10806109" y="7693568"/>
            <a:chExt cx="633095" cy="224790"/>
          </a:xfrm>
        </p:grpSpPr>
        <p:pic>
          <p:nvPicPr>
            <p:cNvPr id="69" name="object 6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806109" y="7693568"/>
              <a:ext cx="400832" cy="22453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230721" y="7694270"/>
              <a:ext cx="208040" cy="21979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11497948" y="7694270"/>
            <a:ext cx="417195" cy="224154"/>
            <a:chOff x="11497948" y="7694270"/>
            <a:chExt cx="417195" cy="224154"/>
          </a:xfrm>
        </p:grpSpPr>
        <p:pic>
          <p:nvPicPr>
            <p:cNvPr id="72" name="object 7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497948" y="7694270"/>
              <a:ext cx="185324" cy="22382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704333" y="7694270"/>
              <a:ext cx="210760" cy="223828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11978880" y="7694270"/>
            <a:ext cx="604520" cy="224790"/>
            <a:chOff x="11978880" y="7694270"/>
            <a:chExt cx="604520" cy="224790"/>
          </a:xfrm>
        </p:grpSpPr>
        <p:pic>
          <p:nvPicPr>
            <p:cNvPr id="75" name="object 7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978880" y="7694270"/>
              <a:ext cx="185851" cy="224004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2190616" y="7694270"/>
              <a:ext cx="179361" cy="22453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2405684" y="7694270"/>
              <a:ext cx="177694" cy="224530"/>
            </a:xfrm>
            <a:prstGeom prst="rect">
              <a:avLst/>
            </a:prstGeom>
          </p:spPr>
        </p:pic>
      </p:grpSp>
      <p:sp>
        <p:nvSpPr>
          <p:cNvPr id="78" name="object 78"/>
          <p:cNvSpPr/>
          <p:nvPr/>
        </p:nvSpPr>
        <p:spPr>
          <a:xfrm>
            <a:off x="12607150" y="7698740"/>
            <a:ext cx="205104" cy="118110"/>
          </a:xfrm>
          <a:custGeom>
            <a:avLst/>
            <a:gdLst/>
            <a:ahLst/>
            <a:cxnLst/>
            <a:rect l="l" t="t" r="r" b="b"/>
            <a:pathLst>
              <a:path w="205104" h="118109">
                <a:moveTo>
                  <a:pt x="183489" y="66040"/>
                </a:moveTo>
                <a:lnTo>
                  <a:pt x="53327" y="66040"/>
                </a:lnTo>
                <a:lnTo>
                  <a:pt x="53327" y="50812"/>
                </a:lnTo>
                <a:lnTo>
                  <a:pt x="179628" y="50812"/>
                </a:lnTo>
                <a:lnTo>
                  <a:pt x="179628" y="33020"/>
                </a:lnTo>
                <a:lnTo>
                  <a:pt x="179628" y="19050"/>
                </a:lnTo>
                <a:lnTo>
                  <a:pt x="179628" y="0"/>
                </a:lnTo>
                <a:lnTo>
                  <a:pt x="25438" y="0"/>
                </a:lnTo>
                <a:lnTo>
                  <a:pt x="25438" y="19050"/>
                </a:lnTo>
                <a:lnTo>
                  <a:pt x="152082" y="19050"/>
                </a:lnTo>
                <a:lnTo>
                  <a:pt x="152082" y="33020"/>
                </a:lnTo>
                <a:lnTo>
                  <a:pt x="25958" y="33020"/>
                </a:lnTo>
                <a:lnTo>
                  <a:pt x="25958" y="50812"/>
                </a:lnTo>
                <a:lnTo>
                  <a:pt x="25958" y="66040"/>
                </a:lnTo>
                <a:lnTo>
                  <a:pt x="25958" y="85090"/>
                </a:lnTo>
                <a:lnTo>
                  <a:pt x="183489" y="85090"/>
                </a:lnTo>
                <a:lnTo>
                  <a:pt x="183489" y="66040"/>
                </a:lnTo>
                <a:close/>
              </a:path>
              <a:path w="205104" h="118109">
                <a:moveTo>
                  <a:pt x="204978" y="97193"/>
                </a:moveTo>
                <a:lnTo>
                  <a:pt x="0" y="97193"/>
                </a:lnTo>
                <a:lnTo>
                  <a:pt x="0" y="117894"/>
                </a:lnTo>
                <a:lnTo>
                  <a:pt x="204978" y="117894"/>
                </a:lnTo>
                <a:lnTo>
                  <a:pt x="204978" y="9719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2631014" y="7829550"/>
            <a:ext cx="163195" cy="86360"/>
          </a:xfrm>
          <a:custGeom>
            <a:avLst/>
            <a:gdLst/>
            <a:ahLst/>
            <a:cxnLst/>
            <a:rect l="l" t="t" r="r" b="b"/>
            <a:pathLst>
              <a:path w="163195" h="86359">
                <a:moveTo>
                  <a:pt x="163042" y="67310"/>
                </a:moveTo>
                <a:lnTo>
                  <a:pt x="27711" y="67310"/>
                </a:lnTo>
                <a:lnTo>
                  <a:pt x="27711" y="52070"/>
                </a:lnTo>
                <a:lnTo>
                  <a:pt x="156197" y="52070"/>
                </a:lnTo>
                <a:lnTo>
                  <a:pt x="156197" y="34290"/>
                </a:lnTo>
                <a:lnTo>
                  <a:pt x="156197" y="20320"/>
                </a:lnTo>
                <a:lnTo>
                  <a:pt x="156197" y="0"/>
                </a:lnTo>
                <a:lnTo>
                  <a:pt x="0" y="0"/>
                </a:lnTo>
                <a:lnTo>
                  <a:pt x="0" y="20320"/>
                </a:lnTo>
                <a:lnTo>
                  <a:pt x="128841" y="20320"/>
                </a:lnTo>
                <a:lnTo>
                  <a:pt x="128841" y="34290"/>
                </a:lnTo>
                <a:lnTo>
                  <a:pt x="254" y="34290"/>
                </a:lnTo>
                <a:lnTo>
                  <a:pt x="254" y="52070"/>
                </a:lnTo>
                <a:lnTo>
                  <a:pt x="254" y="67310"/>
                </a:lnTo>
                <a:lnTo>
                  <a:pt x="254" y="86360"/>
                </a:lnTo>
                <a:lnTo>
                  <a:pt x="163042" y="86360"/>
                </a:lnTo>
                <a:lnTo>
                  <a:pt x="163042" y="6731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object 8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2873327" y="7694270"/>
            <a:ext cx="185675" cy="224004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13091466" y="7694929"/>
            <a:ext cx="621665" cy="219710"/>
          </a:xfrm>
          <a:custGeom>
            <a:avLst/>
            <a:gdLst/>
            <a:ahLst/>
            <a:cxnLst/>
            <a:rect l="l" t="t" r="r" b="b"/>
            <a:pathLst>
              <a:path w="621665" h="219709">
                <a:moveTo>
                  <a:pt x="107086" y="15481"/>
                </a:moveTo>
                <a:lnTo>
                  <a:pt x="79540" y="15481"/>
                </a:lnTo>
                <a:lnTo>
                  <a:pt x="79540" y="49530"/>
                </a:lnTo>
                <a:lnTo>
                  <a:pt x="27266" y="49530"/>
                </a:lnTo>
                <a:lnTo>
                  <a:pt x="27266" y="15252"/>
                </a:lnTo>
                <a:lnTo>
                  <a:pt x="0" y="15252"/>
                </a:lnTo>
                <a:lnTo>
                  <a:pt x="0" y="49530"/>
                </a:lnTo>
                <a:lnTo>
                  <a:pt x="0" y="71120"/>
                </a:lnTo>
                <a:lnTo>
                  <a:pt x="0" y="106680"/>
                </a:lnTo>
                <a:lnTo>
                  <a:pt x="0" y="128270"/>
                </a:lnTo>
                <a:lnTo>
                  <a:pt x="107086" y="128270"/>
                </a:lnTo>
                <a:lnTo>
                  <a:pt x="107086" y="106680"/>
                </a:lnTo>
                <a:lnTo>
                  <a:pt x="27266" y="106680"/>
                </a:lnTo>
                <a:lnTo>
                  <a:pt x="27266" y="71120"/>
                </a:lnTo>
                <a:lnTo>
                  <a:pt x="79540" y="71120"/>
                </a:lnTo>
                <a:lnTo>
                  <a:pt x="79540" y="106172"/>
                </a:lnTo>
                <a:lnTo>
                  <a:pt x="107086" y="106172"/>
                </a:lnTo>
                <a:lnTo>
                  <a:pt x="107086" y="71120"/>
                </a:lnTo>
                <a:lnTo>
                  <a:pt x="107086" y="49695"/>
                </a:lnTo>
                <a:lnTo>
                  <a:pt x="107086" y="49530"/>
                </a:lnTo>
                <a:lnTo>
                  <a:pt x="107086" y="15481"/>
                </a:lnTo>
                <a:close/>
              </a:path>
              <a:path w="621665" h="219709">
                <a:moveTo>
                  <a:pt x="178041" y="196850"/>
                </a:moveTo>
                <a:lnTo>
                  <a:pt x="53060" y="196850"/>
                </a:lnTo>
                <a:lnTo>
                  <a:pt x="53060" y="147320"/>
                </a:lnTo>
                <a:lnTo>
                  <a:pt x="25603" y="147320"/>
                </a:lnTo>
                <a:lnTo>
                  <a:pt x="25603" y="196850"/>
                </a:lnTo>
                <a:lnTo>
                  <a:pt x="25603" y="219710"/>
                </a:lnTo>
                <a:lnTo>
                  <a:pt x="178041" y="219710"/>
                </a:lnTo>
                <a:lnTo>
                  <a:pt x="178041" y="196850"/>
                </a:lnTo>
                <a:close/>
              </a:path>
              <a:path w="621665" h="219709">
                <a:moveTo>
                  <a:pt x="200583" y="64770"/>
                </a:moveTo>
                <a:lnTo>
                  <a:pt x="169265" y="64770"/>
                </a:lnTo>
                <a:lnTo>
                  <a:pt x="169265" y="0"/>
                </a:lnTo>
                <a:lnTo>
                  <a:pt x="141554" y="0"/>
                </a:lnTo>
                <a:lnTo>
                  <a:pt x="141554" y="64770"/>
                </a:lnTo>
                <a:lnTo>
                  <a:pt x="141554" y="86360"/>
                </a:lnTo>
                <a:lnTo>
                  <a:pt x="141554" y="163830"/>
                </a:lnTo>
                <a:lnTo>
                  <a:pt x="169265" y="163830"/>
                </a:lnTo>
                <a:lnTo>
                  <a:pt x="169265" y="86360"/>
                </a:lnTo>
                <a:lnTo>
                  <a:pt x="200583" y="86360"/>
                </a:lnTo>
                <a:lnTo>
                  <a:pt x="200583" y="64770"/>
                </a:lnTo>
                <a:close/>
              </a:path>
              <a:path w="621665" h="219709">
                <a:moveTo>
                  <a:pt x="389953" y="75298"/>
                </a:moveTo>
                <a:lnTo>
                  <a:pt x="383527" y="49263"/>
                </a:lnTo>
                <a:lnTo>
                  <a:pt x="370205" y="34163"/>
                </a:lnTo>
                <a:lnTo>
                  <a:pt x="365848" y="29248"/>
                </a:lnTo>
                <a:lnTo>
                  <a:pt x="362851" y="27800"/>
                </a:lnTo>
                <a:lnTo>
                  <a:pt x="362851" y="75298"/>
                </a:lnTo>
                <a:lnTo>
                  <a:pt x="358609" y="92354"/>
                </a:lnTo>
                <a:lnTo>
                  <a:pt x="346837" y="105257"/>
                </a:lnTo>
                <a:lnTo>
                  <a:pt x="328955" y="113411"/>
                </a:lnTo>
                <a:lnTo>
                  <a:pt x="306362" y="116255"/>
                </a:lnTo>
                <a:lnTo>
                  <a:pt x="283743" y="113411"/>
                </a:lnTo>
                <a:lnTo>
                  <a:pt x="265785" y="105257"/>
                </a:lnTo>
                <a:lnTo>
                  <a:pt x="253974" y="92354"/>
                </a:lnTo>
                <a:lnTo>
                  <a:pt x="249796" y="75298"/>
                </a:lnTo>
                <a:lnTo>
                  <a:pt x="253974" y="58318"/>
                </a:lnTo>
                <a:lnTo>
                  <a:pt x="265785" y="45326"/>
                </a:lnTo>
                <a:lnTo>
                  <a:pt x="283743" y="37045"/>
                </a:lnTo>
                <a:lnTo>
                  <a:pt x="306362" y="34163"/>
                </a:lnTo>
                <a:lnTo>
                  <a:pt x="328955" y="37045"/>
                </a:lnTo>
                <a:lnTo>
                  <a:pt x="346837" y="45326"/>
                </a:lnTo>
                <a:lnTo>
                  <a:pt x="358609" y="58318"/>
                </a:lnTo>
                <a:lnTo>
                  <a:pt x="362851" y="75298"/>
                </a:lnTo>
                <a:lnTo>
                  <a:pt x="362851" y="27800"/>
                </a:lnTo>
                <a:lnTo>
                  <a:pt x="339331" y="16383"/>
                </a:lnTo>
                <a:lnTo>
                  <a:pt x="306362" y="11798"/>
                </a:lnTo>
                <a:lnTo>
                  <a:pt x="273481" y="16383"/>
                </a:lnTo>
                <a:lnTo>
                  <a:pt x="247053" y="29248"/>
                </a:lnTo>
                <a:lnTo>
                  <a:pt x="229476" y="49263"/>
                </a:lnTo>
                <a:lnTo>
                  <a:pt x="223126" y="75298"/>
                </a:lnTo>
                <a:lnTo>
                  <a:pt x="229476" y="101485"/>
                </a:lnTo>
                <a:lnTo>
                  <a:pt x="247053" y="121551"/>
                </a:lnTo>
                <a:lnTo>
                  <a:pt x="273481" y="134366"/>
                </a:lnTo>
                <a:lnTo>
                  <a:pt x="306362" y="138798"/>
                </a:lnTo>
                <a:lnTo>
                  <a:pt x="339331" y="134366"/>
                </a:lnTo>
                <a:lnTo>
                  <a:pt x="365848" y="121551"/>
                </a:lnTo>
                <a:lnTo>
                  <a:pt x="370522" y="116255"/>
                </a:lnTo>
                <a:lnTo>
                  <a:pt x="383527" y="101485"/>
                </a:lnTo>
                <a:lnTo>
                  <a:pt x="389953" y="75298"/>
                </a:lnTo>
                <a:close/>
              </a:path>
              <a:path w="621665" h="219709">
                <a:moveTo>
                  <a:pt x="409333" y="172745"/>
                </a:moveTo>
                <a:lnTo>
                  <a:pt x="204368" y="172745"/>
                </a:lnTo>
                <a:lnTo>
                  <a:pt x="204368" y="195199"/>
                </a:lnTo>
                <a:lnTo>
                  <a:pt x="409333" y="195199"/>
                </a:lnTo>
                <a:lnTo>
                  <a:pt x="409333" y="172745"/>
                </a:lnTo>
                <a:close/>
              </a:path>
              <a:path w="621665" h="219709">
                <a:moveTo>
                  <a:pt x="621334" y="175260"/>
                </a:moveTo>
                <a:lnTo>
                  <a:pt x="532041" y="175260"/>
                </a:lnTo>
                <a:lnTo>
                  <a:pt x="532041" y="138430"/>
                </a:lnTo>
                <a:lnTo>
                  <a:pt x="602208" y="138430"/>
                </a:lnTo>
                <a:lnTo>
                  <a:pt x="602208" y="115570"/>
                </a:lnTo>
                <a:lnTo>
                  <a:pt x="468198" y="115570"/>
                </a:lnTo>
                <a:lnTo>
                  <a:pt x="468198" y="86360"/>
                </a:lnTo>
                <a:lnTo>
                  <a:pt x="597039" y="86360"/>
                </a:lnTo>
                <a:lnTo>
                  <a:pt x="597039" y="64770"/>
                </a:lnTo>
                <a:lnTo>
                  <a:pt x="597039" y="36830"/>
                </a:lnTo>
                <a:lnTo>
                  <a:pt x="597039" y="13970"/>
                </a:lnTo>
                <a:lnTo>
                  <a:pt x="440309" y="13970"/>
                </a:lnTo>
                <a:lnTo>
                  <a:pt x="440309" y="36830"/>
                </a:lnTo>
                <a:lnTo>
                  <a:pt x="569760" y="36830"/>
                </a:lnTo>
                <a:lnTo>
                  <a:pt x="569760" y="64770"/>
                </a:lnTo>
                <a:lnTo>
                  <a:pt x="440651" y="64770"/>
                </a:lnTo>
                <a:lnTo>
                  <a:pt x="440651" y="86360"/>
                </a:lnTo>
                <a:lnTo>
                  <a:pt x="440651" y="115570"/>
                </a:lnTo>
                <a:lnTo>
                  <a:pt x="440651" y="138430"/>
                </a:lnTo>
                <a:lnTo>
                  <a:pt x="504685" y="138430"/>
                </a:lnTo>
                <a:lnTo>
                  <a:pt x="504685" y="175260"/>
                </a:lnTo>
                <a:lnTo>
                  <a:pt x="416356" y="175260"/>
                </a:lnTo>
                <a:lnTo>
                  <a:pt x="416356" y="196850"/>
                </a:lnTo>
                <a:lnTo>
                  <a:pt x="621334" y="196850"/>
                </a:lnTo>
                <a:lnTo>
                  <a:pt x="621334" y="17526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2" name="object 82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3771922" y="7692340"/>
            <a:ext cx="399954" cy="224092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4250311" y="7694270"/>
            <a:ext cx="403199" cy="223828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161938" y="8217931"/>
            <a:ext cx="102869" cy="102870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3415485" y="8146409"/>
            <a:ext cx="210409" cy="224004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680128" y="8145708"/>
            <a:ext cx="403287" cy="223653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4166148" y="8146409"/>
            <a:ext cx="604520" cy="224790"/>
            <a:chOff x="4166148" y="8146409"/>
            <a:chExt cx="604520" cy="224790"/>
          </a:xfrm>
        </p:grpSpPr>
        <p:pic>
          <p:nvPicPr>
            <p:cNvPr id="88" name="object 8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166148" y="8146409"/>
              <a:ext cx="185851" cy="22400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377884" y="8146409"/>
              <a:ext cx="179361" cy="22453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592953" y="8146409"/>
              <a:ext cx="177694" cy="224530"/>
            </a:xfrm>
            <a:prstGeom prst="rect">
              <a:avLst/>
            </a:prstGeom>
          </p:spPr>
        </p:pic>
      </p:grpSp>
      <p:sp>
        <p:nvSpPr>
          <p:cNvPr id="91" name="object 91"/>
          <p:cNvSpPr/>
          <p:nvPr/>
        </p:nvSpPr>
        <p:spPr>
          <a:xfrm>
            <a:off x="4794415" y="8150859"/>
            <a:ext cx="205104" cy="118110"/>
          </a:xfrm>
          <a:custGeom>
            <a:avLst/>
            <a:gdLst/>
            <a:ahLst/>
            <a:cxnLst/>
            <a:rect l="l" t="t" r="r" b="b"/>
            <a:pathLst>
              <a:path w="205104" h="118109">
                <a:moveTo>
                  <a:pt x="183489" y="66040"/>
                </a:moveTo>
                <a:lnTo>
                  <a:pt x="53327" y="66040"/>
                </a:lnTo>
                <a:lnTo>
                  <a:pt x="53327" y="50800"/>
                </a:lnTo>
                <a:lnTo>
                  <a:pt x="179628" y="50800"/>
                </a:lnTo>
                <a:lnTo>
                  <a:pt x="179628" y="33020"/>
                </a:lnTo>
                <a:lnTo>
                  <a:pt x="179628" y="19050"/>
                </a:lnTo>
                <a:lnTo>
                  <a:pt x="179628" y="0"/>
                </a:lnTo>
                <a:lnTo>
                  <a:pt x="25438" y="0"/>
                </a:lnTo>
                <a:lnTo>
                  <a:pt x="25438" y="19050"/>
                </a:lnTo>
                <a:lnTo>
                  <a:pt x="152095" y="19050"/>
                </a:lnTo>
                <a:lnTo>
                  <a:pt x="152095" y="33020"/>
                </a:lnTo>
                <a:lnTo>
                  <a:pt x="25971" y="33020"/>
                </a:lnTo>
                <a:lnTo>
                  <a:pt x="25971" y="50800"/>
                </a:lnTo>
                <a:lnTo>
                  <a:pt x="25971" y="66040"/>
                </a:lnTo>
                <a:lnTo>
                  <a:pt x="25971" y="85090"/>
                </a:lnTo>
                <a:lnTo>
                  <a:pt x="183489" y="85090"/>
                </a:lnTo>
                <a:lnTo>
                  <a:pt x="183489" y="66040"/>
                </a:lnTo>
                <a:close/>
              </a:path>
              <a:path w="205104" h="118109">
                <a:moveTo>
                  <a:pt x="204978" y="97205"/>
                </a:moveTo>
                <a:lnTo>
                  <a:pt x="0" y="97205"/>
                </a:lnTo>
                <a:lnTo>
                  <a:pt x="0" y="117906"/>
                </a:lnTo>
                <a:lnTo>
                  <a:pt x="204978" y="117906"/>
                </a:lnTo>
                <a:lnTo>
                  <a:pt x="204978" y="9720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818278" y="8281669"/>
            <a:ext cx="163195" cy="86360"/>
          </a:xfrm>
          <a:custGeom>
            <a:avLst/>
            <a:gdLst/>
            <a:ahLst/>
            <a:cxnLst/>
            <a:rect l="l" t="t" r="r" b="b"/>
            <a:pathLst>
              <a:path w="163195" h="86359">
                <a:moveTo>
                  <a:pt x="163042" y="67310"/>
                </a:moveTo>
                <a:lnTo>
                  <a:pt x="27711" y="67310"/>
                </a:lnTo>
                <a:lnTo>
                  <a:pt x="27711" y="52070"/>
                </a:lnTo>
                <a:lnTo>
                  <a:pt x="156210" y="52070"/>
                </a:lnTo>
                <a:lnTo>
                  <a:pt x="156210" y="34290"/>
                </a:lnTo>
                <a:lnTo>
                  <a:pt x="156210" y="20320"/>
                </a:lnTo>
                <a:lnTo>
                  <a:pt x="156210" y="0"/>
                </a:lnTo>
                <a:lnTo>
                  <a:pt x="0" y="0"/>
                </a:lnTo>
                <a:lnTo>
                  <a:pt x="0" y="20320"/>
                </a:lnTo>
                <a:lnTo>
                  <a:pt x="128841" y="20320"/>
                </a:lnTo>
                <a:lnTo>
                  <a:pt x="128841" y="34290"/>
                </a:lnTo>
                <a:lnTo>
                  <a:pt x="266" y="34290"/>
                </a:lnTo>
                <a:lnTo>
                  <a:pt x="266" y="52070"/>
                </a:lnTo>
                <a:lnTo>
                  <a:pt x="266" y="67310"/>
                </a:lnTo>
                <a:lnTo>
                  <a:pt x="266" y="86360"/>
                </a:lnTo>
                <a:lnTo>
                  <a:pt x="163042" y="86360"/>
                </a:lnTo>
                <a:lnTo>
                  <a:pt x="163042" y="6731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057076" y="8144484"/>
            <a:ext cx="619125" cy="226060"/>
          </a:xfrm>
          <a:custGeom>
            <a:avLst/>
            <a:gdLst/>
            <a:ahLst/>
            <a:cxnLst/>
            <a:rect l="l" t="t" r="r" b="b"/>
            <a:pathLst>
              <a:path w="619125" h="226059">
                <a:moveTo>
                  <a:pt x="134543" y="17018"/>
                </a:moveTo>
                <a:lnTo>
                  <a:pt x="84023" y="17018"/>
                </a:lnTo>
                <a:lnTo>
                  <a:pt x="84023" y="0"/>
                </a:lnTo>
                <a:lnTo>
                  <a:pt x="56489" y="0"/>
                </a:lnTo>
                <a:lnTo>
                  <a:pt x="56489" y="17018"/>
                </a:lnTo>
                <a:lnTo>
                  <a:pt x="5791" y="17018"/>
                </a:lnTo>
                <a:lnTo>
                  <a:pt x="5791" y="35788"/>
                </a:lnTo>
                <a:lnTo>
                  <a:pt x="134543" y="35788"/>
                </a:lnTo>
                <a:lnTo>
                  <a:pt x="134543" y="17018"/>
                </a:lnTo>
                <a:close/>
              </a:path>
              <a:path w="619125" h="226059">
                <a:moveTo>
                  <a:pt x="142532" y="122262"/>
                </a:moveTo>
                <a:lnTo>
                  <a:pt x="141084" y="109728"/>
                </a:lnTo>
                <a:lnTo>
                  <a:pt x="140512" y="104813"/>
                </a:lnTo>
                <a:lnTo>
                  <a:pt x="126796" y="106476"/>
                </a:lnTo>
                <a:lnTo>
                  <a:pt x="112725" y="107823"/>
                </a:lnTo>
                <a:lnTo>
                  <a:pt x="98425" y="108889"/>
                </a:lnTo>
                <a:lnTo>
                  <a:pt x="84023" y="109728"/>
                </a:lnTo>
                <a:lnTo>
                  <a:pt x="84023" y="99466"/>
                </a:lnTo>
                <a:lnTo>
                  <a:pt x="100711" y="96024"/>
                </a:lnTo>
                <a:lnTo>
                  <a:pt x="113322" y="89877"/>
                </a:lnTo>
                <a:lnTo>
                  <a:pt x="120103" y="82537"/>
                </a:lnTo>
                <a:lnTo>
                  <a:pt x="121323" y="81203"/>
                </a:lnTo>
                <a:lnTo>
                  <a:pt x="124193" y="70167"/>
                </a:lnTo>
                <a:lnTo>
                  <a:pt x="120510" y="58674"/>
                </a:lnTo>
                <a:lnTo>
                  <a:pt x="120281" y="57950"/>
                </a:lnTo>
                <a:lnTo>
                  <a:pt x="109359" y="48856"/>
                </a:lnTo>
                <a:lnTo>
                  <a:pt x="97713" y="44983"/>
                </a:lnTo>
                <a:lnTo>
                  <a:pt x="97713" y="70167"/>
                </a:lnTo>
                <a:lnTo>
                  <a:pt x="95821" y="75425"/>
                </a:lnTo>
                <a:lnTo>
                  <a:pt x="90360" y="79311"/>
                </a:lnTo>
                <a:lnTo>
                  <a:pt x="81648" y="81711"/>
                </a:lnTo>
                <a:lnTo>
                  <a:pt x="69989" y="82537"/>
                </a:lnTo>
                <a:lnTo>
                  <a:pt x="58293" y="81711"/>
                </a:lnTo>
                <a:lnTo>
                  <a:pt x="49568" y="79311"/>
                </a:lnTo>
                <a:lnTo>
                  <a:pt x="44157" y="75425"/>
                </a:lnTo>
                <a:lnTo>
                  <a:pt x="42367" y="70167"/>
                </a:lnTo>
                <a:lnTo>
                  <a:pt x="44157" y="65201"/>
                </a:lnTo>
                <a:lnTo>
                  <a:pt x="49568" y="61633"/>
                </a:lnTo>
                <a:lnTo>
                  <a:pt x="58293" y="59448"/>
                </a:lnTo>
                <a:lnTo>
                  <a:pt x="69989" y="58674"/>
                </a:lnTo>
                <a:lnTo>
                  <a:pt x="81648" y="59448"/>
                </a:lnTo>
                <a:lnTo>
                  <a:pt x="90360" y="61633"/>
                </a:lnTo>
                <a:lnTo>
                  <a:pt x="95821" y="65201"/>
                </a:lnTo>
                <a:lnTo>
                  <a:pt x="97713" y="70167"/>
                </a:lnTo>
                <a:lnTo>
                  <a:pt x="97713" y="44983"/>
                </a:lnTo>
                <a:lnTo>
                  <a:pt x="92316" y="43180"/>
                </a:lnTo>
                <a:lnTo>
                  <a:pt x="69989" y="41224"/>
                </a:lnTo>
                <a:lnTo>
                  <a:pt x="47650" y="43180"/>
                </a:lnTo>
                <a:lnTo>
                  <a:pt x="30581" y="48856"/>
                </a:lnTo>
                <a:lnTo>
                  <a:pt x="19710" y="57950"/>
                </a:lnTo>
                <a:lnTo>
                  <a:pt x="15963" y="70167"/>
                </a:lnTo>
                <a:lnTo>
                  <a:pt x="18694" y="81254"/>
                </a:lnTo>
                <a:lnTo>
                  <a:pt x="26758" y="89941"/>
                </a:lnTo>
                <a:lnTo>
                  <a:pt x="39547" y="96062"/>
                </a:lnTo>
                <a:lnTo>
                  <a:pt x="56489" y="99466"/>
                </a:lnTo>
                <a:lnTo>
                  <a:pt x="56489" y="110693"/>
                </a:lnTo>
                <a:lnTo>
                  <a:pt x="41478" y="110998"/>
                </a:lnTo>
                <a:lnTo>
                  <a:pt x="0" y="111213"/>
                </a:lnTo>
                <a:lnTo>
                  <a:pt x="2984" y="130594"/>
                </a:lnTo>
                <a:lnTo>
                  <a:pt x="34569" y="130416"/>
                </a:lnTo>
                <a:lnTo>
                  <a:pt x="69494" y="129425"/>
                </a:lnTo>
                <a:lnTo>
                  <a:pt x="106057" y="126936"/>
                </a:lnTo>
                <a:lnTo>
                  <a:pt x="142532" y="122262"/>
                </a:lnTo>
                <a:close/>
              </a:path>
              <a:path w="619125" h="226059">
                <a:moveTo>
                  <a:pt x="187515" y="205409"/>
                </a:moveTo>
                <a:lnTo>
                  <a:pt x="57797" y="205409"/>
                </a:lnTo>
                <a:lnTo>
                  <a:pt x="57797" y="191122"/>
                </a:lnTo>
                <a:lnTo>
                  <a:pt x="179717" y="191122"/>
                </a:lnTo>
                <a:lnTo>
                  <a:pt x="179717" y="142608"/>
                </a:lnTo>
                <a:lnTo>
                  <a:pt x="29908" y="142608"/>
                </a:lnTo>
                <a:lnTo>
                  <a:pt x="29908" y="161290"/>
                </a:lnTo>
                <a:lnTo>
                  <a:pt x="152171" y="161290"/>
                </a:lnTo>
                <a:lnTo>
                  <a:pt x="152171" y="173926"/>
                </a:lnTo>
                <a:lnTo>
                  <a:pt x="30175" y="173926"/>
                </a:lnTo>
                <a:lnTo>
                  <a:pt x="30175" y="224091"/>
                </a:lnTo>
                <a:lnTo>
                  <a:pt x="187515" y="224091"/>
                </a:lnTo>
                <a:lnTo>
                  <a:pt x="187515" y="205409"/>
                </a:lnTo>
                <a:close/>
              </a:path>
              <a:path w="619125" h="226059">
                <a:moveTo>
                  <a:pt x="209969" y="56311"/>
                </a:moveTo>
                <a:lnTo>
                  <a:pt x="179717" y="56311"/>
                </a:lnTo>
                <a:lnTo>
                  <a:pt x="179717" y="1930"/>
                </a:lnTo>
                <a:lnTo>
                  <a:pt x="152082" y="1930"/>
                </a:lnTo>
                <a:lnTo>
                  <a:pt x="152082" y="133934"/>
                </a:lnTo>
                <a:lnTo>
                  <a:pt x="179717" y="133934"/>
                </a:lnTo>
                <a:lnTo>
                  <a:pt x="179717" y="79463"/>
                </a:lnTo>
                <a:lnTo>
                  <a:pt x="209969" y="79463"/>
                </a:lnTo>
                <a:lnTo>
                  <a:pt x="209969" y="56311"/>
                </a:lnTo>
                <a:close/>
              </a:path>
              <a:path w="619125" h="226059">
                <a:moveTo>
                  <a:pt x="393560" y="185331"/>
                </a:moveTo>
                <a:lnTo>
                  <a:pt x="388175" y="168186"/>
                </a:lnTo>
                <a:lnTo>
                  <a:pt x="385749" y="166204"/>
                </a:lnTo>
                <a:lnTo>
                  <a:pt x="372795" y="155625"/>
                </a:lnTo>
                <a:lnTo>
                  <a:pt x="366014" y="153492"/>
                </a:lnTo>
                <a:lnTo>
                  <a:pt x="366014" y="185331"/>
                </a:lnTo>
                <a:lnTo>
                  <a:pt x="362635" y="193751"/>
                </a:lnTo>
                <a:lnTo>
                  <a:pt x="352933" y="199859"/>
                </a:lnTo>
                <a:lnTo>
                  <a:pt x="337235" y="203542"/>
                </a:lnTo>
                <a:lnTo>
                  <a:pt x="315849" y="204711"/>
                </a:lnTo>
                <a:lnTo>
                  <a:pt x="294284" y="203542"/>
                </a:lnTo>
                <a:lnTo>
                  <a:pt x="278587" y="199859"/>
                </a:lnTo>
                <a:lnTo>
                  <a:pt x="269011" y="193751"/>
                </a:lnTo>
                <a:lnTo>
                  <a:pt x="265849" y="185331"/>
                </a:lnTo>
                <a:lnTo>
                  <a:pt x="269011" y="177114"/>
                </a:lnTo>
                <a:lnTo>
                  <a:pt x="278587" y="171157"/>
                </a:lnTo>
                <a:lnTo>
                  <a:pt x="294284" y="167513"/>
                </a:lnTo>
                <a:lnTo>
                  <a:pt x="315849" y="166204"/>
                </a:lnTo>
                <a:lnTo>
                  <a:pt x="337235" y="167513"/>
                </a:lnTo>
                <a:lnTo>
                  <a:pt x="352933" y="171157"/>
                </a:lnTo>
                <a:lnTo>
                  <a:pt x="362635" y="177114"/>
                </a:lnTo>
                <a:lnTo>
                  <a:pt x="366014" y="185331"/>
                </a:lnTo>
                <a:lnTo>
                  <a:pt x="366014" y="153492"/>
                </a:lnTo>
                <a:lnTo>
                  <a:pt x="348361" y="147916"/>
                </a:lnTo>
                <a:lnTo>
                  <a:pt x="315849" y="145338"/>
                </a:lnTo>
                <a:lnTo>
                  <a:pt x="283044" y="147916"/>
                </a:lnTo>
                <a:lnTo>
                  <a:pt x="258495" y="155625"/>
                </a:lnTo>
                <a:lnTo>
                  <a:pt x="243116" y="168186"/>
                </a:lnTo>
                <a:lnTo>
                  <a:pt x="237782" y="185331"/>
                </a:lnTo>
                <a:lnTo>
                  <a:pt x="243116" y="202653"/>
                </a:lnTo>
                <a:lnTo>
                  <a:pt x="258495" y="215290"/>
                </a:lnTo>
                <a:lnTo>
                  <a:pt x="283044" y="223012"/>
                </a:lnTo>
                <a:lnTo>
                  <a:pt x="315849" y="225590"/>
                </a:lnTo>
                <a:lnTo>
                  <a:pt x="348361" y="223012"/>
                </a:lnTo>
                <a:lnTo>
                  <a:pt x="372795" y="215290"/>
                </a:lnTo>
                <a:lnTo>
                  <a:pt x="385673" y="204711"/>
                </a:lnTo>
                <a:lnTo>
                  <a:pt x="388175" y="202653"/>
                </a:lnTo>
                <a:lnTo>
                  <a:pt x="393560" y="185331"/>
                </a:lnTo>
                <a:close/>
              </a:path>
              <a:path w="619125" h="226059">
                <a:moveTo>
                  <a:pt x="418287" y="109728"/>
                </a:moveTo>
                <a:lnTo>
                  <a:pt x="369963" y="109728"/>
                </a:lnTo>
                <a:lnTo>
                  <a:pt x="369963" y="88417"/>
                </a:lnTo>
                <a:lnTo>
                  <a:pt x="369963" y="81394"/>
                </a:lnTo>
                <a:lnTo>
                  <a:pt x="396709" y="48158"/>
                </a:lnTo>
                <a:lnTo>
                  <a:pt x="391045" y="30226"/>
                </a:lnTo>
                <a:lnTo>
                  <a:pt x="386969" y="26835"/>
                </a:lnTo>
                <a:lnTo>
                  <a:pt x="374891" y="16840"/>
                </a:lnTo>
                <a:lnTo>
                  <a:pt x="368388" y="14706"/>
                </a:lnTo>
                <a:lnTo>
                  <a:pt x="368388" y="48158"/>
                </a:lnTo>
                <a:lnTo>
                  <a:pt x="364845" y="57251"/>
                </a:lnTo>
                <a:lnTo>
                  <a:pt x="354571" y="63842"/>
                </a:lnTo>
                <a:lnTo>
                  <a:pt x="342506" y="66789"/>
                </a:lnTo>
                <a:lnTo>
                  <a:pt x="342506" y="88417"/>
                </a:lnTo>
                <a:lnTo>
                  <a:pt x="342506" y="109728"/>
                </a:lnTo>
                <a:lnTo>
                  <a:pt x="289356" y="109728"/>
                </a:lnTo>
                <a:lnTo>
                  <a:pt x="289356" y="88417"/>
                </a:lnTo>
                <a:lnTo>
                  <a:pt x="295605" y="89115"/>
                </a:lnTo>
                <a:lnTo>
                  <a:pt x="302133" y="89636"/>
                </a:lnTo>
                <a:lnTo>
                  <a:pt x="308940" y="89966"/>
                </a:lnTo>
                <a:lnTo>
                  <a:pt x="316026" y="90081"/>
                </a:lnTo>
                <a:lnTo>
                  <a:pt x="323062" y="89966"/>
                </a:lnTo>
                <a:lnTo>
                  <a:pt x="329831" y="89636"/>
                </a:lnTo>
                <a:lnTo>
                  <a:pt x="336308" y="89115"/>
                </a:lnTo>
                <a:lnTo>
                  <a:pt x="342506" y="88417"/>
                </a:lnTo>
                <a:lnTo>
                  <a:pt x="342506" y="66789"/>
                </a:lnTo>
                <a:lnTo>
                  <a:pt x="338112" y="67856"/>
                </a:lnTo>
                <a:lnTo>
                  <a:pt x="316026" y="69202"/>
                </a:lnTo>
                <a:lnTo>
                  <a:pt x="293852" y="67856"/>
                </a:lnTo>
                <a:lnTo>
                  <a:pt x="277431" y="63842"/>
                </a:lnTo>
                <a:lnTo>
                  <a:pt x="267258" y="57251"/>
                </a:lnTo>
                <a:lnTo>
                  <a:pt x="263842" y="48158"/>
                </a:lnTo>
                <a:lnTo>
                  <a:pt x="267258" y="39052"/>
                </a:lnTo>
                <a:lnTo>
                  <a:pt x="277431" y="32372"/>
                </a:lnTo>
                <a:lnTo>
                  <a:pt x="293852" y="28244"/>
                </a:lnTo>
                <a:lnTo>
                  <a:pt x="316026" y="26835"/>
                </a:lnTo>
                <a:lnTo>
                  <a:pt x="338112" y="28244"/>
                </a:lnTo>
                <a:lnTo>
                  <a:pt x="354571" y="32372"/>
                </a:lnTo>
                <a:lnTo>
                  <a:pt x="364845" y="39052"/>
                </a:lnTo>
                <a:lnTo>
                  <a:pt x="368388" y="48158"/>
                </a:lnTo>
                <a:lnTo>
                  <a:pt x="368388" y="14706"/>
                </a:lnTo>
                <a:lnTo>
                  <a:pt x="349465" y="8458"/>
                </a:lnTo>
                <a:lnTo>
                  <a:pt x="316026" y="5524"/>
                </a:lnTo>
                <a:lnTo>
                  <a:pt x="282486" y="8458"/>
                </a:lnTo>
                <a:lnTo>
                  <a:pt x="257022" y="16840"/>
                </a:lnTo>
                <a:lnTo>
                  <a:pt x="240855" y="30226"/>
                </a:lnTo>
                <a:lnTo>
                  <a:pt x="235242" y="48158"/>
                </a:lnTo>
                <a:lnTo>
                  <a:pt x="236956" y="58483"/>
                </a:lnTo>
                <a:lnTo>
                  <a:pt x="242049" y="67487"/>
                </a:lnTo>
                <a:lnTo>
                  <a:pt x="250329" y="75082"/>
                </a:lnTo>
                <a:lnTo>
                  <a:pt x="261556" y="81216"/>
                </a:lnTo>
                <a:lnTo>
                  <a:pt x="261556" y="109728"/>
                </a:lnTo>
                <a:lnTo>
                  <a:pt x="214020" y="109728"/>
                </a:lnTo>
                <a:lnTo>
                  <a:pt x="214020" y="131826"/>
                </a:lnTo>
                <a:lnTo>
                  <a:pt x="418287" y="131826"/>
                </a:lnTo>
                <a:lnTo>
                  <a:pt x="418287" y="109728"/>
                </a:lnTo>
                <a:close/>
              </a:path>
              <a:path w="619125" h="226059">
                <a:moveTo>
                  <a:pt x="529780" y="123761"/>
                </a:moveTo>
                <a:lnTo>
                  <a:pt x="526097" y="102679"/>
                </a:lnTo>
                <a:lnTo>
                  <a:pt x="521017" y="94373"/>
                </a:lnTo>
                <a:lnTo>
                  <a:pt x="515962" y="86131"/>
                </a:lnTo>
                <a:lnTo>
                  <a:pt x="505485" y="78803"/>
                </a:lnTo>
                <a:lnTo>
                  <a:pt x="505485" y="123761"/>
                </a:lnTo>
                <a:lnTo>
                  <a:pt x="503605" y="135953"/>
                </a:lnTo>
                <a:lnTo>
                  <a:pt x="498487" y="145173"/>
                </a:lnTo>
                <a:lnTo>
                  <a:pt x="490702" y="150977"/>
                </a:lnTo>
                <a:lnTo>
                  <a:pt x="480834" y="152958"/>
                </a:lnTo>
                <a:lnTo>
                  <a:pt x="470827" y="150977"/>
                </a:lnTo>
                <a:lnTo>
                  <a:pt x="463016" y="145173"/>
                </a:lnTo>
                <a:lnTo>
                  <a:pt x="457962" y="135953"/>
                </a:lnTo>
                <a:lnTo>
                  <a:pt x="456184" y="123761"/>
                </a:lnTo>
                <a:lnTo>
                  <a:pt x="457962" y="111696"/>
                </a:lnTo>
                <a:lnTo>
                  <a:pt x="463016" y="102425"/>
                </a:lnTo>
                <a:lnTo>
                  <a:pt x="470827" y="96469"/>
                </a:lnTo>
                <a:lnTo>
                  <a:pt x="480834" y="94373"/>
                </a:lnTo>
                <a:lnTo>
                  <a:pt x="490702" y="96469"/>
                </a:lnTo>
                <a:lnTo>
                  <a:pt x="498487" y="102425"/>
                </a:lnTo>
                <a:lnTo>
                  <a:pt x="503605" y="111696"/>
                </a:lnTo>
                <a:lnTo>
                  <a:pt x="505485" y="123761"/>
                </a:lnTo>
                <a:lnTo>
                  <a:pt x="505485" y="78803"/>
                </a:lnTo>
                <a:lnTo>
                  <a:pt x="500494" y="75311"/>
                </a:lnTo>
                <a:lnTo>
                  <a:pt x="480834" y="71399"/>
                </a:lnTo>
                <a:lnTo>
                  <a:pt x="461187" y="75311"/>
                </a:lnTo>
                <a:lnTo>
                  <a:pt x="445681" y="86131"/>
                </a:lnTo>
                <a:lnTo>
                  <a:pt x="435508" y="102679"/>
                </a:lnTo>
                <a:lnTo>
                  <a:pt x="431888" y="123761"/>
                </a:lnTo>
                <a:lnTo>
                  <a:pt x="435508" y="145059"/>
                </a:lnTo>
                <a:lnTo>
                  <a:pt x="445681" y="161721"/>
                </a:lnTo>
                <a:lnTo>
                  <a:pt x="461187" y="172593"/>
                </a:lnTo>
                <a:lnTo>
                  <a:pt x="480834" y="176466"/>
                </a:lnTo>
                <a:lnTo>
                  <a:pt x="500494" y="172593"/>
                </a:lnTo>
                <a:lnTo>
                  <a:pt x="515962" y="161721"/>
                </a:lnTo>
                <a:lnTo>
                  <a:pt x="521284" y="152958"/>
                </a:lnTo>
                <a:lnTo>
                  <a:pt x="526097" y="145059"/>
                </a:lnTo>
                <a:lnTo>
                  <a:pt x="529780" y="123761"/>
                </a:lnTo>
                <a:close/>
              </a:path>
              <a:path w="619125" h="226059">
                <a:moveTo>
                  <a:pt x="535393" y="37541"/>
                </a:moveTo>
                <a:lnTo>
                  <a:pt x="494436" y="37541"/>
                </a:lnTo>
                <a:lnTo>
                  <a:pt x="494436" y="8331"/>
                </a:lnTo>
                <a:lnTo>
                  <a:pt x="467156" y="8331"/>
                </a:lnTo>
                <a:lnTo>
                  <a:pt x="467156" y="37541"/>
                </a:lnTo>
                <a:lnTo>
                  <a:pt x="425577" y="37541"/>
                </a:lnTo>
                <a:lnTo>
                  <a:pt x="425577" y="59728"/>
                </a:lnTo>
                <a:lnTo>
                  <a:pt x="535393" y="59728"/>
                </a:lnTo>
                <a:lnTo>
                  <a:pt x="535393" y="37541"/>
                </a:lnTo>
                <a:close/>
              </a:path>
              <a:path w="619125" h="226059">
                <a:moveTo>
                  <a:pt x="618794" y="1930"/>
                </a:moveTo>
                <a:lnTo>
                  <a:pt x="592569" y="1930"/>
                </a:lnTo>
                <a:lnTo>
                  <a:pt x="592569" y="94195"/>
                </a:lnTo>
                <a:lnTo>
                  <a:pt x="570560" y="94195"/>
                </a:lnTo>
                <a:lnTo>
                  <a:pt x="570560" y="6667"/>
                </a:lnTo>
                <a:lnTo>
                  <a:pt x="544690" y="6667"/>
                </a:lnTo>
                <a:lnTo>
                  <a:pt x="544690" y="215849"/>
                </a:lnTo>
                <a:lnTo>
                  <a:pt x="570560" y="215849"/>
                </a:lnTo>
                <a:lnTo>
                  <a:pt x="570560" y="116471"/>
                </a:lnTo>
                <a:lnTo>
                  <a:pt x="592569" y="116471"/>
                </a:lnTo>
                <a:lnTo>
                  <a:pt x="592569" y="225933"/>
                </a:lnTo>
                <a:lnTo>
                  <a:pt x="618794" y="225933"/>
                </a:lnTo>
                <a:lnTo>
                  <a:pt x="618794" y="116471"/>
                </a:lnTo>
                <a:lnTo>
                  <a:pt x="618794" y="94195"/>
                </a:lnTo>
                <a:lnTo>
                  <a:pt x="618794" y="193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751468" y="8146585"/>
            <a:ext cx="189230" cy="219710"/>
          </a:xfrm>
          <a:custGeom>
            <a:avLst/>
            <a:gdLst/>
            <a:ahLst/>
            <a:cxnLst/>
            <a:rect l="l" t="t" r="r" b="b"/>
            <a:pathLst>
              <a:path w="189229" h="219709">
                <a:moveTo>
                  <a:pt x="62096" y="145506"/>
                </a:moveTo>
                <a:lnTo>
                  <a:pt x="34293" y="145506"/>
                </a:lnTo>
                <a:lnTo>
                  <a:pt x="34293" y="219618"/>
                </a:lnTo>
                <a:lnTo>
                  <a:pt x="188921" y="219618"/>
                </a:lnTo>
                <a:lnTo>
                  <a:pt x="188921" y="197253"/>
                </a:lnTo>
                <a:lnTo>
                  <a:pt x="62096" y="197253"/>
                </a:lnTo>
                <a:lnTo>
                  <a:pt x="62096" y="145506"/>
                </a:lnTo>
                <a:close/>
              </a:path>
              <a:path w="189229" h="219709">
                <a:moveTo>
                  <a:pt x="182606" y="0"/>
                </a:moveTo>
                <a:lnTo>
                  <a:pt x="154978" y="0"/>
                </a:lnTo>
                <a:lnTo>
                  <a:pt x="154978" y="161995"/>
                </a:lnTo>
                <a:lnTo>
                  <a:pt x="182606" y="161995"/>
                </a:lnTo>
                <a:lnTo>
                  <a:pt x="182606" y="0"/>
                </a:lnTo>
                <a:close/>
              </a:path>
              <a:path w="189229" h="219709">
                <a:moveTo>
                  <a:pt x="60430" y="14734"/>
                </a:moveTo>
                <a:lnTo>
                  <a:pt x="36582" y="18889"/>
                </a:lnTo>
                <a:lnTo>
                  <a:pt x="17388" y="30478"/>
                </a:lnTo>
                <a:lnTo>
                  <a:pt x="4607" y="48184"/>
                </a:lnTo>
                <a:lnTo>
                  <a:pt x="0" y="70691"/>
                </a:lnTo>
                <a:lnTo>
                  <a:pt x="4607" y="93475"/>
                </a:lnTo>
                <a:lnTo>
                  <a:pt x="17388" y="111267"/>
                </a:lnTo>
                <a:lnTo>
                  <a:pt x="36582" y="122826"/>
                </a:lnTo>
                <a:lnTo>
                  <a:pt x="60430" y="126912"/>
                </a:lnTo>
                <a:lnTo>
                  <a:pt x="84252" y="122826"/>
                </a:lnTo>
                <a:lnTo>
                  <a:pt x="103395" y="111267"/>
                </a:lnTo>
                <a:lnTo>
                  <a:pt x="109404" y="102880"/>
                </a:lnTo>
                <a:lnTo>
                  <a:pt x="60430" y="102880"/>
                </a:lnTo>
                <a:lnTo>
                  <a:pt x="47079" y="100650"/>
                </a:lnTo>
                <a:lnTo>
                  <a:pt x="36442" y="94252"/>
                </a:lnTo>
                <a:lnTo>
                  <a:pt x="29423" y="84120"/>
                </a:lnTo>
                <a:lnTo>
                  <a:pt x="26926" y="70691"/>
                </a:lnTo>
                <a:lnTo>
                  <a:pt x="29423" y="57526"/>
                </a:lnTo>
                <a:lnTo>
                  <a:pt x="36442" y="47460"/>
                </a:lnTo>
                <a:lnTo>
                  <a:pt x="47079" y="41029"/>
                </a:lnTo>
                <a:lnTo>
                  <a:pt x="60430" y="38766"/>
                </a:lnTo>
                <a:lnTo>
                  <a:pt x="109362" y="38766"/>
                </a:lnTo>
                <a:lnTo>
                  <a:pt x="103395" y="30478"/>
                </a:lnTo>
                <a:lnTo>
                  <a:pt x="84252" y="18889"/>
                </a:lnTo>
                <a:lnTo>
                  <a:pt x="60430" y="14734"/>
                </a:lnTo>
                <a:close/>
              </a:path>
              <a:path w="189229" h="219709">
                <a:moveTo>
                  <a:pt x="109362" y="38766"/>
                </a:moveTo>
                <a:lnTo>
                  <a:pt x="60430" y="38766"/>
                </a:lnTo>
                <a:lnTo>
                  <a:pt x="73505" y="41029"/>
                </a:lnTo>
                <a:lnTo>
                  <a:pt x="84056" y="47460"/>
                </a:lnTo>
                <a:lnTo>
                  <a:pt x="91104" y="57526"/>
                </a:lnTo>
                <a:lnTo>
                  <a:pt x="93671" y="70691"/>
                </a:lnTo>
                <a:lnTo>
                  <a:pt x="91104" y="84120"/>
                </a:lnTo>
                <a:lnTo>
                  <a:pt x="84056" y="94252"/>
                </a:lnTo>
                <a:lnTo>
                  <a:pt x="73505" y="100650"/>
                </a:lnTo>
                <a:lnTo>
                  <a:pt x="60430" y="102880"/>
                </a:lnTo>
                <a:lnTo>
                  <a:pt x="109404" y="102880"/>
                </a:lnTo>
                <a:lnTo>
                  <a:pt x="116142" y="93475"/>
                </a:lnTo>
                <a:lnTo>
                  <a:pt x="120772" y="70691"/>
                </a:lnTo>
                <a:lnTo>
                  <a:pt x="116142" y="48184"/>
                </a:lnTo>
                <a:lnTo>
                  <a:pt x="109362" y="3876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5985129" y="8153400"/>
            <a:ext cx="153035" cy="69850"/>
          </a:xfrm>
          <a:custGeom>
            <a:avLst/>
            <a:gdLst/>
            <a:ahLst/>
            <a:cxnLst/>
            <a:rect l="l" t="t" r="r" b="b"/>
            <a:pathLst>
              <a:path w="153035" h="69850">
                <a:moveTo>
                  <a:pt x="152425" y="0"/>
                </a:moveTo>
                <a:lnTo>
                  <a:pt x="0" y="0"/>
                </a:lnTo>
                <a:lnTo>
                  <a:pt x="0" y="21590"/>
                </a:lnTo>
                <a:lnTo>
                  <a:pt x="0" y="48260"/>
                </a:lnTo>
                <a:lnTo>
                  <a:pt x="0" y="69850"/>
                </a:lnTo>
                <a:lnTo>
                  <a:pt x="152425" y="69850"/>
                </a:lnTo>
                <a:lnTo>
                  <a:pt x="152425" y="48260"/>
                </a:lnTo>
                <a:lnTo>
                  <a:pt x="27101" y="48260"/>
                </a:lnTo>
                <a:lnTo>
                  <a:pt x="27101" y="21590"/>
                </a:lnTo>
                <a:lnTo>
                  <a:pt x="124891" y="21590"/>
                </a:lnTo>
                <a:lnTo>
                  <a:pt x="124891" y="48183"/>
                </a:lnTo>
                <a:lnTo>
                  <a:pt x="152425" y="48183"/>
                </a:lnTo>
                <a:lnTo>
                  <a:pt x="152425" y="21590"/>
                </a:lnTo>
                <a:lnTo>
                  <a:pt x="152425" y="21437"/>
                </a:lnTo>
                <a:lnTo>
                  <a:pt x="152425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5959424" y="8146415"/>
            <a:ext cx="690880" cy="222250"/>
          </a:xfrm>
          <a:custGeom>
            <a:avLst/>
            <a:gdLst/>
            <a:ahLst/>
            <a:cxnLst/>
            <a:rect l="l" t="t" r="r" b="b"/>
            <a:pathLst>
              <a:path w="690879" h="222250">
                <a:moveTo>
                  <a:pt x="184975" y="201295"/>
                </a:moveTo>
                <a:lnTo>
                  <a:pt x="51308" y="201295"/>
                </a:lnTo>
                <a:lnTo>
                  <a:pt x="51308" y="184785"/>
                </a:lnTo>
                <a:lnTo>
                  <a:pt x="178841" y="184785"/>
                </a:lnTo>
                <a:lnTo>
                  <a:pt x="178841" y="164465"/>
                </a:lnTo>
                <a:lnTo>
                  <a:pt x="178841" y="150495"/>
                </a:lnTo>
                <a:lnTo>
                  <a:pt x="178841" y="130175"/>
                </a:lnTo>
                <a:lnTo>
                  <a:pt x="24028" y="130175"/>
                </a:lnTo>
                <a:lnTo>
                  <a:pt x="24028" y="150495"/>
                </a:lnTo>
                <a:lnTo>
                  <a:pt x="151650" y="150495"/>
                </a:lnTo>
                <a:lnTo>
                  <a:pt x="151650" y="164465"/>
                </a:lnTo>
                <a:lnTo>
                  <a:pt x="24295" y="164465"/>
                </a:lnTo>
                <a:lnTo>
                  <a:pt x="24295" y="184785"/>
                </a:lnTo>
                <a:lnTo>
                  <a:pt x="24295" y="201295"/>
                </a:lnTo>
                <a:lnTo>
                  <a:pt x="24295" y="221615"/>
                </a:lnTo>
                <a:lnTo>
                  <a:pt x="184975" y="221615"/>
                </a:lnTo>
                <a:lnTo>
                  <a:pt x="184975" y="201295"/>
                </a:lnTo>
                <a:close/>
              </a:path>
              <a:path w="690879" h="222250">
                <a:moveTo>
                  <a:pt x="204266" y="90868"/>
                </a:moveTo>
                <a:lnTo>
                  <a:pt x="0" y="90868"/>
                </a:lnTo>
                <a:lnTo>
                  <a:pt x="0" y="112699"/>
                </a:lnTo>
                <a:lnTo>
                  <a:pt x="87972" y="112699"/>
                </a:lnTo>
                <a:lnTo>
                  <a:pt x="87972" y="129628"/>
                </a:lnTo>
                <a:lnTo>
                  <a:pt x="115684" y="129628"/>
                </a:lnTo>
                <a:lnTo>
                  <a:pt x="115684" y="112699"/>
                </a:lnTo>
                <a:lnTo>
                  <a:pt x="204266" y="112699"/>
                </a:lnTo>
                <a:lnTo>
                  <a:pt x="204266" y="90868"/>
                </a:lnTo>
                <a:close/>
              </a:path>
              <a:path w="690879" h="222250">
                <a:moveTo>
                  <a:pt x="258394" y="123405"/>
                </a:moveTo>
                <a:lnTo>
                  <a:pt x="256819" y="116027"/>
                </a:lnTo>
                <a:lnTo>
                  <a:pt x="252641" y="109969"/>
                </a:lnTo>
                <a:lnTo>
                  <a:pt x="246545" y="105879"/>
                </a:lnTo>
                <a:lnTo>
                  <a:pt x="239191" y="104368"/>
                </a:lnTo>
                <a:lnTo>
                  <a:pt x="231686" y="105879"/>
                </a:lnTo>
                <a:lnTo>
                  <a:pt x="225539" y="109969"/>
                </a:lnTo>
                <a:lnTo>
                  <a:pt x="221411" y="116027"/>
                </a:lnTo>
                <a:lnTo>
                  <a:pt x="219976" y="123405"/>
                </a:lnTo>
                <a:lnTo>
                  <a:pt x="221411" y="130886"/>
                </a:lnTo>
                <a:lnTo>
                  <a:pt x="225539" y="136994"/>
                </a:lnTo>
                <a:lnTo>
                  <a:pt x="231686" y="141109"/>
                </a:lnTo>
                <a:lnTo>
                  <a:pt x="239191" y="142608"/>
                </a:lnTo>
                <a:lnTo>
                  <a:pt x="246545" y="141109"/>
                </a:lnTo>
                <a:lnTo>
                  <a:pt x="252641" y="136994"/>
                </a:lnTo>
                <a:lnTo>
                  <a:pt x="256819" y="130886"/>
                </a:lnTo>
                <a:lnTo>
                  <a:pt x="258394" y="123405"/>
                </a:lnTo>
                <a:close/>
              </a:path>
              <a:path w="690879" h="222250">
                <a:moveTo>
                  <a:pt x="461365" y="0"/>
                </a:moveTo>
                <a:lnTo>
                  <a:pt x="433908" y="0"/>
                </a:lnTo>
                <a:lnTo>
                  <a:pt x="433908" y="46570"/>
                </a:lnTo>
                <a:lnTo>
                  <a:pt x="393306" y="46570"/>
                </a:lnTo>
                <a:lnTo>
                  <a:pt x="386105" y="30302"/>
                </a:lnTo>
                <a:lnTo>
                  <a:pt x="385089" y="29298"/>
                </a:lnTo>
                <a:lnTo>
                  <a:pt x="373456" y="17767"/>
                </a:lnTo>
                <a:lnTo>
                  <a:pt x="368300" y="15341"/>
                </a:lnTo>
                <a:lnTo>
                  <a:pt x="368300" y="57797"/>
                </a:lnTo>
                <a:lnTo>
                  <a:pt x="365861" y="69913"/>
                </a:lnTo>
                <a:lnTo>
                  <a:pt x="359079" y="79108"/>
                </a:lnTo>
                <a:lnTo>
                  <a:pt x="348805" y="84963"/>
                </a:lnTo>
                <a:lnTo>
                  <a:pt x="335851" y="87007"/>
                </a:lnTo>
                <a:lnTo>
                  <a:pt x="322605" y="84963"/>
                </a:lnTo>
                <a:lnTo>
                  <a:pt x="312204" y="79108"/>
                </a:lnTo>
                <a:lnTo>
                  <a:pt x="305396" y="69913"/>
                </a:lnTo>
                <a:lnTo>
                  <a:pt x="302958" y="57797"/>
                </a:lnTo>
                <a:lnTo>
                  <a:pt x="305396" y="46050"/>
                </a:lnTo>
                <a:lnTo>
                  <a:pt x="312204" y="37033"/>
                </a:lnTo>
                <a:lnTo>
                  <a:pt x="322605" y="31280"/>
                </a:lnTo>
                <a:lnTo>
                  <a:pt x="335851" y="29298"/>
                </a:lnTo>
                <a:lnTo>
                  <a:pt x="348805" y="31280"/>
                </a:lnTo>
                <a:lnTo>
                  <a:pt x="359079" y="37033"/>
                </a:lnTo>
                <a:lnTo>
                  <a:pt x="365861" y="46050"/>
                </a:lnTo>
                <a:lnTo>
                  <a:pt x="368300" y="57797"/>
                </a:lnTo>
                <a:lnTo>
                  <a:pt x="368300" y="15341"/>
                </a:lnTo>
                <a:lnTo>
                  <a:pt x="356374" y="9690"/>
                </a:lnTo>
                <a:lnTo>
                  <a:pt x="335851" y="6845"/>
                </a:lnTo>
                <a:lnTo>
                  <a:pt x="312267" y="10604"/>
                </a:lnTo>
                <a:lnTo>
                  <a:pt x="293497" y="21107"/>
                </a:lnTo>
                <a:lnTo>
                  <a:pt x="281127" y="37223"/>
                </a:lnTo>
                <a:lnTo>
                  <a:pt x="276733" y="57797"/>
                </a:lnTo>
                <a:lnTo>
                  <a:pt x="281127" y="78714"/>
                </a:lnTo>
                <a:lnTo>
                  <a:pt x="293497" y="95046"/>
                </a:lnTo>
                <a:lnTo>
                  <a:pt x="312267" y="105664"/>
                </a:lnTo>
                <a:lnTo>
                  <a:pt x="335851" y="109461"/>
                </a:lnTo>
                <a:lnTo>
                  <a:pt x="356438" y="106553"/>
                </a:lnTo>
                <a:lnTo>
                  <a:pt x="373570" y="98348"/>
                </a:lnTo>
                <a:lnTo>
                  <a:pt x="384784" y="87007"/>
                </a:lnTo>
                <a:lnTo>
                  <a:pt x="386219" y="85559"/>
                </a:lnTo>
                <a:lnTo>
                  <a:pt x="393395" y="68935"/>
                </a:lnTo>
                <a:lnTo>
                  <a:pt x="433908" y="68935"/>
                </a:lnTo>
                <a:lnTo>
                  <a:pt x="433908" y="112623"/>
                </a:lnTo>
                <a:lnTo>
                  <a:pt x="461365" y="112623"/>
                </a:lnTo>
                <a:lnTo>
                  <a:pt x="461365" y="68935"/>
                </a:lnTo>
                <a:lnTo>
                  <a:pt x="461365" y="46570"/>
                </a:lnTo>
                <a:lnTo>
                  <a:pt x="461365" y="0"/>
                </a:lnTo>
                <a:close/>
              </a:path>
              <a:path w="690879" h="222250">
                <a:moveTo>
                  <a:pt x="468553" y="199529"/>
                </a:moveTo>
                <a:lnTo>
                  <a:pt x="341464" y="199529"/>
                </a:lnTo>
                <a:lnTo>
                  <a:pt x="341464" y="181559"/>
                </a:lnTo>
                <a:lnTo>
                  <a:pt x="461365" y="181559"/>
                </a:lnTo>
                <a:lnTo>
                  <a:pt x="461365" y="123405"/>
                </a:lnTo>
                <a:lnTo>
                  <a:pt x="313575" y="123405"/>
                </a:lnTo>
                <a:lnTo>
                  <a:pt x="313575" y="144716"/>
                </a:lnTo>
                <a:lnTo>
                  <a:pt x="433908" y="144716"/>
                </a:lnTo>
                <a:lnTo>
                  <a:pt x="433908" y="161201"/>
                </a:lnTo>
                <a:lnTo>
                  <a:pt x="313842" y="161201"/>
                </a:lnTo>
                <a:lnTo>
                  <a:pt x="313842" y="221373"/>
                </a:lnTo>
                <a:lnTo>
                  <a:pt x="468553" y="221373"/>
                </a:lnTo>
                <a:lnTo>
                  <a:pt x="468553" y="199529"/>
                </a:lnTo>
                <a:close/>
              </a:path>
              <a:path w="690879" h="222250">
                <a:moveTo>
                  <a:pt x="690638" y="78676"/>
                </a:moveTo>
                <a:lnTo>
                  <a:pt x="661263" y="78676"/>
                </a:lnTo>
                <a:lnTo>
                  <a:pt x="663740" y="62649"/>
                </a:lnTo>
                <a:lnTo>
                  <a:pt x="665022" y="48133"/>
                </a:lnTo>
                <a:lnTo>
                  <a:pt x="665492" y="35166"/>
                </a:lnTo>
                <a:lnTo>
                  <a:pt x="665556" y="8864"/>
                </a:lnTo>
                <a:lnTo>
                  <a:pt x="511009" y="8864"/>
                </a:lnTo>
                <a:lnTo>
                  <a:pt x="511009" y="30695"/>
                </a:lnTo>
                <a:lnTo>
                  <a:pt x="638009" y="30695"/>
                </a:lnTo>
                <a:lnTo>
                  <a:pt x="637806" y="40932"/>
                </a:lnTo>
                <a:lnTo>
                  <a:pt x="637146" y="52184"/>
                </a:lnTo>
                <a:lnTo>
                  <a:pt x="635787" y="64693"/>
                </a:lnTo>
                <a:lnTo>
                  <a:pt x="633450" y="78676"/>
                </a:lnTo>
                <a:lnTo>
                  <a:pt x="485673" y="78676"/>
                </a:lnTo>
                <a:lnTo>
                  <a:pt x="485673" y="100076"/>
                </a:lnTo>
                <a:lnTo>
                  <a:pt x="573989" y="100076"/>
                </a:lnTo>
                <a:lnTo>
                  <a:pt x="573989" y="123926"/>
                </a:lnTo>
                <a:lnTo>
                  <a:pt x="509257" y="123926"/>
                </a:lnTo>
                <a:lnTo>
                  <a:pt x="509257" y="145503"/>
                </a:lnTo>
                <a:lnTo>
                  <a:pt x="637844" y="145503"/>
                </a:lnTo>
                <a:lnTo>
                  <a:pt x="637844" y="162877"/>
                </a:lnTo>
                <a:lnTo>
                  <a:pt x="509524" y="162877"/>
                </a:lnTo>
                <a:lnTo>
                  <a:pt x="509524" y="221983"/>
                </a:lnTo>
                <a:lnTo>
                  <a:pt x="670991" y="221983"/>
                </a:lnTo>
                <a:lnTo>
                  <a:pt x="670991" y="200494"/>
                </a:lnTo>
                <a:lnTo>
                  <a:pt x="536981" y="200494"/>
                </a:lnTo>
                <a:lnTo>
                  <a:pt x="536981" y="181902"/>
                </a:lnTo>
                <a:lnTo>
                  <a:pt x="665111" y="181902"/>
                </a:lnTo>
                <a:lnTo>
                  <a:pt x="665111" y="123926"/>
                </a:lnTo>
                <a:lnTo>
                  <a:pt x="601357" y="123926"/>
                </a:lnTo>
                <a:lnTo>
                  <a:pt x="601357" y="100076"/>
                </a:lnTo>
                <a:lnTo>
                  <a:pt x="690638" y="100076"/>
                </a:lnTo>
                <a:lnTo>
                  <a:pt x="690638" y="7867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7" name="object 97"/>
          <p:cNvGrpSpPr/>
          <p:nvPr/>
        </p:nvGrpSpPr>
        <p:grpSpPr>
          <a:xfrm>
            <a:off x="6718492" y="8146409"/>
            <a:ext cx="459105" cy="254000"/>
            <a:chOff x="6718492" y="8146409"/>
            <a:chExt cx="459105" cy="254000"/>
          </a:xfrm>
        </p:grpSpPr>
        <p:pic>
          <p:nvPicPr>
            <p:cNvPr id="98" name="object 9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718492" y="8146409"/>
              <a:ext cx="389518" cy="224004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7132841" y="8330594"/>
              <a:ext cx="44450" cy="69850"/>
            </a:xfrm>
            <a:custGeom>
              <a:avLst/>
              <a:gdLst/>
              <a:ahLst/>
              <a:cxnLst/>
              <a:rect l="l" t="t" r="r" b="b"/>
              <a:pathLst>
                <a:path w="44450" h="69850">
                  <a:moveTo>
                    <a:pt x="44292" y="0"/>
                  </a:moveTo>
                  <a:lnTo>
                    <a:pt x="12805" y="0"/>
                  </a:lnTo>
                  <a:lnTo>
                    <a:pt x="0" y="69551"/>
                  </a:lnTo>
                  <a:lnTo>
                    <a:pt x="23681" y="69551"/>
                  </a:lnTo>
                  <a:lnTo>
                    <a:pt x="44292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0" name="object 100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7248373" y="8146585"/>
            <a:ext cx="399779" cy="224354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7725359" y="8145884"/>
            <a:ext cx="467675" cy="254263"/>
          </a:xfrm>
          <a:prstGeom prst="rect">
            <a:avLst/>
          </a:prstGeom>
        </p:spPr>
      </p:pic>
      <p:sp>
        <p:nvSpPr>
          <p:cNvPr id="102" name="object 102"/>
          <p:cNvSpPr/>
          <p:nvPr/>
        </p:nvSpPr>
        <p:spPr>
          <a:xfrm>
            <a:off x="8262608" y="8146415"/>
            <a:ext cx="1139190" cy="229235"/>
          </a:xfrm>
          <a:custGeom>
            <a:avLst/>
            <a:gdLst/>
            <a:ahLst/>
            <a:cxnLst/>
            <a:rect l="l" t="t" r="r" b="b"/>
            <a:pathLst>
              <a:path w="1139190" h="229234">
                <a:moveTo>
                  <a:pt x="115417" y="102095"/>
                </a:moveTo>
                <a:lnTo>
                  <a:pt x="82740" y="76377"/>
                </a:lnTo>
                <a:lnTo>
                  <a:pt x="72174" y="40525"/>
                </a:lnTo>
                <a:lnTo>
                  <a:pt x="72174" y="13246"/>
                </a:lnTo>
                <a:lnTo>
                  <a:pt x="45339" y="13246"/>
                </a:lnTo>
                <a:lnTo>
                  <a:pt x="45339" y="40525"/>
                </a:lnTo>
                <a:lnTo>
                  <a:pt x="42608" y="59867"/>
                </a:lnTo>
                <a:lnTo>
                  <a:pt x="34277" y="78625"/>
                </a:lnTo>
                <a:lnTo>
                  <a:pt x="20142" y="95123"/>
                </a:lnTo>
                <a:lnTo>
                  <a:pt x="0" y="107708"/>
                </a:lnTo>
                <a:lnTo>
                  <a:pt x="14820" y="129019"/>
                </a:lnTo>
                <a:lnTo>
                  <a:pt x="29502" y="120802"/>
                </a:lnTo>
                <a:lnTo>
                  <a:pt x="41744" y="110045"/>
                </a:lnTo>
                <a:lnTo>
                  <a:pt x="51549" y="97180"/>
                </a:lnTo>
                <a:lnTo>
                  <a:pt x="58928" y="82715"/>
                </a:lnTo>
                <a:lnTo>
                  <a:pt x="66078" y="95504"/>
                </a:lnTo>
                <a:lnTo>
                  <a:pt x="75399" y="106718"/>
                </a:lnTo>
                <a:lnTo>
                  <a:pt x="86931" y="116065"/>
                </a:lnTo>
                <a:lnTo>
                  <a:pt x="100685" y="123228"/>
                </a:lnTo>
                <a:lnTo>
                  <a:pt x="115417" y="102095"/>
                </a:lnTo>
                <a:close/>
              </a:path>
              <a:path w="1139190" h="229234">
                <a:moveTo>
                  <a:pt x="193827" y="146469"/>
                </a:moveTo>
                <a:lnTo>
                  <a:pt x="40246" y="146469"/>
                </a:lnTo>
                <a:lnTo>
                  <a:pt x="40246" y="168668"/>
                </a:lnTo>
                <a:lnTo>
                  <a:pt x="166370" y="168668"/>
                </a:lnTo>
                <a:lnTo>
                  <a:pt x="166370" y="224002"/>
                </a:lnTo>
                <a:lnTo>
                  <a:pt x="193827" y="224002"/>
                </a:lnTo>
                <a:lnTo>
                  <a:pt x="193827" y="146469"/>
                </a:lnTo>
                <a:close/>
              </a:path>
              <a:path w="1139190" h="229234">
                <a:moveTo>
                  <a:pt x="193827" y="177"/>
                </a:moveTo>
                <a:lnTo>
                  <a:pt x="167601" y="177"/>
                </a:lnTo>
                <a:lnTo>
                  <a:pt x="167601" y="56045"/>
                </a:lnTo>
                <a:lnTo>
                  <a:pt x="145148" y="56045"/>
                </a:lnTo>
                <a:lnTo>
                  <a:pt x="145148" y="3949"/>
                </a:lnTo>
                <a:lnTo>
                  <a:pt x="119545" y="3949"/>
                </a:lnTo>
                <a:lnTo>
                  <a:pt x="119545" y="134543"/>
                </a:lnTo>
                <a:lnTo>
                  <a:pt x="145148" y="134543"/>
                </a:lnTo>
                <a:lnTo>
                  <a:pt x="145148" y="78676"/>
                </a:lnTo>
                <a:lnTo>
                  <a:pt x="167601" y="78676"/>
                </a:lnTo>
                <a:lnTo>
                  <a:pt x="167601" y="135775"/>
                </a:lnTo>
                <a:lnTo>
                  <a:pt x="193827" y="135775"/>
                </a:lnTo>
                <a:lnTo>
                  <a:pt x="193827" y="78676"/>
                </a:lnTo>
                <a:lnTo>
                  <a:pt x="193827" y="56045"/>
                </a:lnTo>
                <a:lnTo>
                  <a:pt x="193827" y="177"/>
                </a:lnTo>
                <a:close/>
              </a:path>
              <a:path w="1139190" h="229234">
                <a:moveTo>
                  <a:pt x="346189" y="101473"/>
                </a:moveTo>
                <a:lnTo>
                  <a:pt x="309664" y="77622"/>
                </a:lnTo>
                <a:lnTo>
                  <a:pt x="293471" y="35610"/>
                </a:lnTo>
                <a:lnTo>
                  <a:pt x="293471" y="11836"/>
                </a:lnTo>
                <a:lnTo>
                  <a:pt x="265938" y="11836"/>
                </a:lnTo>
                <a:lnTo>
                  <a:pt x="265938" y="33070"/>
                </a:lnTo>
                <a:lnTo>
                  <a:pt x="262445" y="56476"/>
                </a:lnTo>
                <a:lnTo>
                  <a:pt x="252234" y="77635"/>
                </a:lnTo>
                <a:lnTo>
                  <a:pt x="235267" y="95123"/>
                </a:lnTo>
                <a:lnTo>
                  <a:pt x="211556" y="107530"/>
                </a:lnTo>
                <a:lnTo>
                  <a:pt x="226466" y="129286"/>
                </a:lnTo>
                <a:lnTo>
                  <a:pt x="244398" y="120662"/>
                </a:lnTo>
                <a:lnTo>
                  <a:pt x="259359" y="108915"/>
                </a:lnTo>
                <a:lnTo>
                  <a:pt x="271284" y="94424"/>
                </a:lnTo>
                <a:lnTo>
                  <a:pt x="280136" y="77622"/>
                </a:lnTo>
                <a:lnTo>
                  <a:pt x="288823" y="92329"/>
                </a:lnTo>
                <a:lnTo>
                  <a:pt x="300329" y="105029"/>
                </a:lnTo>
                <a:lnTo>
                  <a:pt x="314579" y="115366"/>
                </a:lnTo>
                <a:lnTo>
                  <a:pt x="331444" y="122961"/>
                </a:lnTo>
                <a:lnTo>
                  <a:pt x="346189" y="101473"/>
                </a:lnTo>
                <a:close/>
              </a:path>
              <a:path w="1139190" h="229234">
                <a:moveTo>
                  <a:pt x="393014" y="181292"/>
                </a:moveTo>
                <a:lnTo>
                  <a:pt x="387819" y="163423"/>
                </a:lnTo>
                <a:lnTo>
                  <a:pt x="384632" y="160591"/>
                </a:lnTo>
                <a:lnTo>
                  <a:pt x="372897" y="150126"/>
                </a:lnTo>
                <a:lnTo>
                  <a:pt x="365925" y="147688"/>
                </a:lnTo>
                <a:lnTo>
                  <a:pt x="365925" y="181292"/>
                </a:lnTo>
                <a:lnTo>
                  <a:pt x="362750" y="190347"/>
                </a:lnTo>
                <a:lnTo>
                  <a:pt x="353491" y="196862"/>
                </a:lnTo>
                <a:lnTo>
                  <a:pt x="338467" y="200799"/>
                </a:lnTo>
                <a:lnTo>
                  <a:pt x="318033" y="202171"/>
                </a:lnTo>
                <a:lnTo>
                  <a:pt x="297484" y="200799"/>
                </a:lnTo>
                <a:lnTo>
                  <a:pt x="282295" y="196862"/>
                </a:lnTo>
                <a:lnTo>
                  <a:pt x="272884" y="190347"/>
                </a:lnTo>
                <a:lnTo>
                  <a:pt x="269709" y="181292"/>
                </a:lnTo>
                <a:lnTo>
                  <a:pt x="272884" y="172504"/>
                </a:lnTo>
                <a:lnTo>
                  <a:pt x="282295" y="166014"/>
                </a:lnTo>
                <a:lnTo>
                  <a:pt x="297484" y="161975"/>
                </a:lnTo>
                <a:lnTo>
                  <a:pt x="318033" y="160591"/>
                </a:lnTo>
                <a:lnTo>
                  <a:pt x="338467" y="161975"/>
                </a:lnTo>
                <a:lnTo>
                  <a:pt x="353491" y="166014"/>
                </a:lnTo>
                <a:lnTo>
                  <a:pt x="362750" y="172504"/>
                </a:lnTo>
                <a:lnTo>
                  <a:pt x="365925" y="181292"/>
                </a:lnTo>
                <a:lnTo>
                  <a:pt x="365925" y="147688"/>
                </a:lnTo>
                <a:lnTo>
                  <a:pt x="349288" y="141833"/>
                </a:lnTo>
                <a:lnTo>
                  <a:pt x="318033" y="139014"/>
                </a:lnTo>
                <a:lnTo>
                  <a:pt x="286410" y="141833"/>
                </a:lnTo>
                <a:lnTo>
                  <a:pt x="262496" y="150126"/>
                </a:lnTo>
                <a:lnTo>
                  <a:pt x="247396" y="163423"/>
                </a:lnTo>
                <a:lnTo>
                  <a:pt x="242163" y="181292"/>
                </a:lnTo>
                <a:lnTo>
                  <a:pt x="247396" y="199390"/>
                </a:lnTo>
                <a:lnTo>
                  <a:pt x="262496" y="212763"/>
                </a:lnTo>
                <a:lnTo>
                  <a:pt x="286410" y="221030"/>
                </a:lnTo>
                <a:lnTo>
                  <a:pt x="318033" y="223824"/>
                </a:lnTo>
                <a:lnTo>
                  <a:pt x="349288" y="221030"/>
                </a:lnTo>
                <a:lnTo>
                  <a:pt x="372897" y="212763"/>
                </a:lnTo>
                <a:lnTo>
                  <a:pt x="384708" y="202171"/>
                </a:lnTo>
                <a:lnTo>
                  <a:pt x="387819" y="199390"/>
                </a:lnTo>
                <a:lnTo>
                  <a:pt x="393014" y="181292"/>
                </a:lnTo>
                <a:close/>
              </a:path>
              <a:path w="1139190" h="229234">
                <a:moveTo>
                  <a:pt x="422313" y="54381"/>
                </a:moveTo>
                <a:lnTo>
                  <a:pt x="391007" y="54381"/>
                </a:lnTo>
                <a:lnTo>
                  <a:pt x="391007" y="0"/>
                </a:lnTo>
                <a:lnTo>
                  <a:pt x="363283" y="0"/>
                </a:lnTo>
                <a:lnTo>
                  <a:pt x="363283" y="134023"/>
                </a:lnTo>
                <a:lnTo>
                  <a:pt x="391007" y="134023"/>
                </a:lnTo>
                <a:lnTo>
                  <a:pt x="391007" y="77355"/>
                </a:lnTo>
                <a:lnTo>
                  <a:pt x="422313" y="77355"/>
                </a:lnTo>
                <a:lnTo>
                  <a:pt x="422313" y="54381"/>
                </a:lnTo>
                <a:close/>
              </a:path>
              <a:path w="1139190" h="229234">
                <a:moveTo>
                  <a:pt x="506958" y="14033"/>
                </a:moveTo>
                <a:lnTo>
                  <a:pt x="479336" y="14033"/>
                </a:lnTo>
                <a:lnTo>
                  <a:pt x="421449" y="229095"/>
                </a:lnTo>
                <a:lnTo>
                  <a:pt x="449072" y="229095"/>
                </a:lnTo>
                <a:lnTo>
                  <a:pt x="506958" y="14033"/>
                </a:lnTo>
                <a:close/>
              </a:path>
              <a:path w="1139190" h="229234">
                <a:moveTo>
                  <a:pt x="615645" y="123139"/>
                </a:moveTo>
                <a:lnTo>
                  <a:pt x="613549" y="106299"/>
                </a:lnTo>
                <a:lnTo>
                  <a:pt x="612927" y="101219"/>
                </a:lnTo>
                <a:lnTo>
                  <a:pt x="596950" y="103632"/>
                </a:lnTo>
                <a:lnTo>
                  <a:pt x="581075" y="105168"/>
                </a:lnTo>
                <a:lnTo>
                  <a:pt x="564261" y="106019"/>
                </a:lnTo>
                <a:lnTo>
                  <a:pt x="545477" y="106299"/>
                </a:lnTo>
                <a:lnTo>
                  <a:pt x="545477" y="81572"/>
                </a:lnTo>
                <a:lnTo>
                  <a:pt x="595820" y="81572"/>
                </a:lnTo>
                <a:lnTo>
                  <a:pt x="595820" y="60426"/>
                </a:lnTo>
                <a:lnTo>
                  <a:pt x="545477" y="60426"/>
                </a:lnTo>
                <a:lnTo>
                  <a:pt x="545477" y="37363"/>
                </a:lnTo>
                <a:lnTo>
                  <a:pt x="604329" y="37363"/>
                </a:lnTo>
                <a:lnTo>
                  <a:pt x="604329" y="15265"/>
                </a:lnTo>
                <a:lnTo>
                  <a:pt x="518985" y="15265"/>
                </a:lnTo>
                <a:lnTo>
                  <a:pt x="518985" y="128231"/>
                </a:lnTo>
                <a:lnTo>
                  <a:pt x="533806" y="128231"/>
                </a:lnTo>
                <a:lnTo>
                  <a:pt x="557618" y="128054"/>
                </a:lnTo>
                <a:lnTo>
                  <a:pt x="578078" y="127330"/>
                </a:lnTo>
                <a:lnTo>
                  <a:pt x="596861" y="125793"/>
                </a:lnTo>
                <a:lnTo>
                  <a:pt x="615645" y="123139"/>
                </a:lnTo>
                <a:close/>
              </a:path>
              <a:path w="1139190" h="229234">
                <a:moveTo>
                  <a:pt x="657123" y="4648"/>
                </a:moveTo>
                <a:lnTo>
                  <a:pt x="630897" y="4648"/>
                </a:lnTo>
                <a:lnTo>
                  <a:pt x="630897" y="57619"/>
                </a:lnTo>
                <a:lnTo>
                  <a:pt x="605637" y="57619"/>
                </a:lnTo>
                <a:lnTo>
                  <a:pt x="605637" y="79908"/>
                </a:lnTo>
                <a:lnTo>
                  <a:pt x="630897" y="79908"/>
                </a:lnTo>
                <a:lnTo>
                  <a:pt x="630897" y="137706"/>
                </a:lnTo>
                <a:lnTo>
                  <a:pt x="657123" y="137706"/>
                </a:lnTo>
                <a:lnTo>
                  <a:pt x="657123" y="4648"/>
                </a:lnTo>
                <a:close/>
              </a:path>
              <a:path w="1139190" h="229234">
                <a:moveTo>
                  <a:pt x="701332" y="148755"/>
                </a:moveTo>
                <a:lnTo>
                  <a:pt x="547052" y="148755"/>
                </a:lnTo>
                <a:lnTo>
                  <a:pt x="547052" y="170853"/>
                </a:lnTo>
                <a:lnTo>
                  <a:pt x="673874" y="170853"/>
                </a:lnTo>
                <a:lnTo>
                  <a:pt x="673874" y="224002"/>
                </a:lnTo>
                <a:lnTo>
                  <a:pt x="701332" y="224002"/>
                </a:lnTo>
                <a:lnTo>
                  <a:pt x="701332" y="148755"/>
                </a:lnTo>
                <a:close/>
              </a:path>
              <a:path w="1139190" h="229234">
                <a:moveTo>
                  <a:pt x="701332" y="177"/>
                </a:moveTo>
                <a:lnTo>
                  <a:pt x="675106" y="177"/>
                </a:lnTo>
                <a:lnTo>
                  <a:pt x="675106" y="139280"/>
                </a:lnTo>
                <a:lnTo>
                  <a:pt x="701332" y="139280"/>
                </a:lnTo>
                <a:lnTo>
                  <a:pt x="701332" y="177"/>
                </a:lnTo>
                <a:close/>
              </a:path>
              <a:path w="1139190" h="229234">
                <a:moveTo>
                  <a:pt x="918248" y="108318"/>
                </a:moveTo>
                <a:lnTo>
                  <a:pt x="885812" y="97586"/>
                </a:lnTo>
                <a:lnTo>
                  <a:pt x="860221" y="79400"/>
                </a:lnTo>
                <a:lnTo>
                  <a:pt x="853859" y="70612"/>
                </a:lnTo>
                <a:lnTo>
                  <a:pt x="843445" y="56248"/>
                </a:lnTo>
                <a:lnTo>
                  <a:pt x="837463" y="30607"/>
                </a:lnTo>
                <a:lnTo>
                  <a:pt x="837463" y="14122"/>
                </a:lnTo>
                <a:lnTo>
                  <a:pt x="808164" y="14122"/>
                </a:lnTo>
                <a:lnTo>
                  <a:pt x="808164" y="30607"/>
                </a:lnTo>
                <a:lnTo>
                  <a:pt x="802043" y="56146"/>
                </a:lnTo>
                <a:lnTo>
                  <a:pt x="785266" y="79260"/>
                </a:lnTo>
                <a:lnTo>
                  <a:pt x="759853" y="97485"/>
                </a:lnTo>
                <a:lnTo>
                  <a:pt x="727824" y="108318"/>
                </a:lnTo>
                <a:lnTo>
                  <a:pt x="739940" y="131305"/>
                </a:lnTo>
                <a:lnTo>
                  <a:pt x="766622" y="122656"/>
                </a:lnTo>
                <a:lnTo>
                  <a:pt x="789940" y="109169"/>
                </a:lnTo>
                <a:lnTo>
                  <a:pt x="808990" y="91579"/>
                </a:lnTo>
                <a:lnTo>
                  <a:pt x="822909" y="70612"/>
                </a:lnTo>
                <a:lnTo>
                  <a:pt x="836714" y="91719"/>
                </a:lnTo>
                <a:lnTo>
                  <a:pt x="855738" y="109334"/>
                </a:lnTo>
                <a:lnTo>
                  <a:pt x="879081" y="122770"/>
                </a:lnTo>
                <a:lnTo>
                  <a:pt x="905878" y="131305"/>
                </a:lnTo>
                <a:lnTo>
                  <a:pt x="918248" y="108318"/>
                </a:lnTo>
                <a:close/>
              </a:path>
              <a:path w="1139190" h="229234">
                <a:moveTo>
                  <a:pt x="926579" y="172783"/>
                </a:moveTo>
                <a:lnTo>
                  <a:pt x="721601" y="172783"/>
                </a:lnTo>
                <a:lnTo>
                  <a:pt x="721601" y="195592"/>
                </a:lnTo>
                <a:lnTo>
                  <a:pt x="926579" y="195592"/>
                </a:lnTo>
                <a:lnTo>
                  <a:pt x="926579" y="172783"/>
                </a:lnTo>
                <a:close/>
              </a:path>
              <a:path w="1139190" h="229234">
                <a:moveTo>
                  <a:pt x="1115860" y="117475"/>
                </a:moveTo>
                <a:lnTo>
                  <a:pt x="986574" y="117475"/>
                </a:lnTo>
                <a:lnTo>
                  <a:pt x="986574" y="88265"/>
                </a:lnTo>
                <a:lnTo>
                  <a:pt x="1108748" y="88265"/>
                </a:lnTo>
                <a:lnTo>
                  <a:pt x="1108748" y="66675"/>
                </a:lnTo>
                <a:lnTo>
                  <a:pt x="986574" y="66675"/>
                </a:lnTo>
                <a:lnTo>
                  <a:pt x="986574" y="40005"/>
                </a:lnTo>
                <a:lnTo>
                  <a:pt x="1113840" y="40005"/>
                </a:lnTo>
                <a:lnTo>
                  <a:pt x="1113840" y="17145"/>
                </a:lnTo>
                <a:lnTo>
                  <a:pt x="958596" y="17145"/>
                </a:lnTo>
                <a:lnTo>
                  <a:pt x="958596" y="40005"/>
                </a:lnTo>
                <a:lnTo>
                  <a:pt x="958596" y="66675"/>
                </a:lnTo>
                <a:lnTo>
                  <a:pt x="958596" y="88265"/>
                </a:lnTo>
                <a:lnTo>
                  <a:pt x="958596" y="117475"/>
                </a:lnTo>
                <a:lnTo>
                  <a:pt x="958596" y="139065"/>
                </a:lnTo>
                <a:lnTo>
                  <a:pt x="1115860" y="139065"/>
                </a:lnTo>
                <a:lnTo>
                  <a:pt x="1115860" y="117475"/>
                </a:lnTo>
                <a:close/>
              </a:path>
              <a:path w="1139190" h="229234">
                <a:moveTo>
                  <a:pt x="1138567" y="174358"/>
                </a:moveTo>
                <a:lnTo>
                  <a:pt x="933602" y="174358"/>
                </a:lnTo>
                <a:lnTo>
                  <a:pt x="933602" y="196900"/>
                </a:lnTo>
                <a:lnTo>
                  <a:pt x="1138567" y="196900"/>
                </a:lnTo>
                <a:lnTo>
                  <a:pt x="1138567" y="17435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3" name="object 10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9462037" y="8146409"/>
            <a:ext cx="185675" cy="224004"/>
          </a:xfrm>
          <a:prstGeom prst="rect">
            <a:avLst/>
          </a:prstGeom>
        </p:spPr>
      </p:pic>
      <p:sp>
        <p:nvSpPr>
          <p:cNvPr id="104" name="object 104"/>
          <p:cNvSpPr/>
          <p:nvPr/>
        </p:nvSpPr>
        <p:spPr>
          <a:xfrm>
            <a:off x="9680168" y="8147050"/>
            <a:ext cx="200660" cy="219710"/>
          </a:xfrm>
          <a:custGeom>
            <a:avLst/>
            <a:gdLst/>
            <a:ahLst/>
            <a:cxnLst/>
            <a:rect l="l" t="t" r="r" b="b"/>
            <a:pathLst>
              <a:path w="200659" h="219709">
                <a:moveTo>
                  <a:pt x="107086" y="15506"/>
                </a:moveTo>
                <a:lnTo>
                  <a:pt x="79552" y="15506"/>
                </a:lnTo>
                <a:lnTo>
                  <a:pt x="79552" y="49530"/>
                </a:lnTo>
                <a:lnTo>
                  <a:pt x="27279" y="49530"/>
                </a:lnTo>
                <a:lnTo>
                  <a:pt x="27279" y="15240"/>
                </a:lnTo>
                <a:lnTo>
                  <a:pt x="0" y="15240"/>
                </a:lnTo>
                <a:lnTo>
                  <a:pt x="0" y="49530"/>
                </a:lnTo>
                <a:lnTo>
                  <a:pt x="0" y="71120"/>
                </a:lnTo>
                <a:lnTo>
                  <a:pt x="0" y="106680"/>
                </a:lnTo>
                <a:lnTo>
                  <a:pt x="0" y="128270"/>
                </a:lnTo>
                <a:lnTo>
                  <a:pt x="107086" y="128270"/>
                </a:lnTo>
                <a:lnTo>
                  <a:pt x="107086" y="106680"/>
                </a:lnTo>
                <a:lnTo>
                  <a:pt x="27279" y="106680"/>
                </a:lnTo>
                <a:lnTo>
                  <a:pt x="27279" y="71120"/>
                </a:lnTo>
                <a:lnTo>
                  <a:pt x="79552" y="71120"/>
                </a:lnTo>
                <a:lnTo>
                  <a:pt x="79552" y="106197"/>
                </a:lnTo>
                <a:lnTo>
                  <a:pt x="107086" y="106197"/>
                </a:lnTo>
                <a:lnTo>
                  <a:pt x="107086" y="71120"/>
                </a:lnTo>
                <a:lnTo>
                  <a:pt x="107086" y="49707"/>
                </a:lnTo>
                <a:lnTo>
                  <a:pt x="107086" y="49530"/>
                </a:lnTo>
                <a:lnTo>
                  <a:pt x="107086" y="15506"/>
                </a:lnTo>
                <a:close/>
              </a:path>
              <a:path w="200659" h="219709">
                <a:moveTo>
                  <a:pt x="178041" y="196850"/>
                </a:moveTo>
                <a:lnTo>
                  <a:pt x="53060" y="196850"/>
                </a:lnTo>
                <a:lnTo>
                  <a:pt x="53060" y="147320"/>
                </a:lnTo>
                <a:lnTo>
                  <a:pt x="25615" y="147320"/>
                </a:lnTo>
                <a:lnTo>
                  <a:pt x="25615" y="196850"/>
                </a:lnTo>
                <a:lnTo>
                  <a:pt x="25615" y="219710"/>
                </a:lnTo>
                <a:lnTo>
                  <a:pt x="178041" y="219710"/>
                </a:lnTo>
                <a:lnTo>
                  <a:pt x="178041" y="196850"/>
                </a:lnTo>
                <a:close/>
              </a:path>
              <a:path w="200659" h="219709">
                <a:moveTo>
                  <a:pt x="200583" y="64770"/>
                </a:moveTo>
                <a:lnTo>
                  <a:pt x="169278" y="64770"/>
                </a:lnTo>
                <a:lnTo>
                  <a:pt x="169278" y="0"/>
                </a:lnTo>
                <a:lnTo>
                  <a:pt x="141566" y="0"/>
                </a:lnTo>
                <a:lnTo>
                  <a:pt x="141566" y="64770"/>
                </a:lnTo>
                <a:lnTo>
                  <a:pt x="141566" y="86360"/>
                </a:lnTo>
                <a:lnTo>
                  <a:pt x="141566" y="163830"/>
                </a:lnTo>
                <a:lnTo>
                  <a:pt x="169278" y="163830"/>
                </a:lnTo>
                <a:lnTo>
                  <a:pt x="169278" y="86360"/>
                </a:lnTo>
                <a:lnTo>
                  <a:pt x="200583" y="86360"/>
                </a:lnTo>
                <a:lnTo>
                  <a:pt x="200583" y="6477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5" name="object 105"/>
          <p:cNvGrpSpPr/>
          <p:nvPr/>
        </p:nvGrpSpPr>
        <p:grpSpPr>
          <a:xfrm>
            <a:off x="9943874" y="8146409"/>
            <a:ext cx="392430" cy="224154"/>
            <a:chOff x="9943874" y="8146409"/>
            <a:chExt cx="392430" cy="224154"/>
          </a:xfrm>
        </p:grpSpPr>
        <p:sp>
          <p:nvSpPr>
            <p:cNvPr id="106" name="object 106"/>
            <p:cNvSpPr/>
            <p:nvPr/>
          </p:nvSpPr>
          <p:spPr>
            <a:xfrm>
              <a:off x="9943871" y="8146414"/>
              <a:ext cx="186690" cy="224154"/>
            </a:xfrm>
            <a:custGeom>
              <a:avLst/>
              <a:gdLst/>
              <a:ahLst/>
              <a:cxnLst/>
              <a:rect l="l" t="t" r="r" b="b"/>
              <a:pathLst>
                <a:path w="186690" h="224154">
                  <a:moveTo>
                    <a:pt x="88049" y="24765"/>
                  </a:moveTo>
                  <a:lnTo>
                    <a:pt x="62179" y="24765"/>
                  </a:lnTo>
                  <a:lnTo>
                    <a:pt x="62179" y="46355"/>
                  </a:lnTo>
                  <a:lnTo>
                    <a:pt x="62179" y="144145"/>
                  </a:lnTo>
                  <a:lnTo>
                    <a:pt x="25869" y="144145"/>
                  </a:lnTo>
                  <a:lnTo>
                    <a:pt x="25869" y="46355"/>
                  </a:lnTo>
                  <a:lnTo>
                    <a:pt x="62179" y="46355"/>
                  </a:lnTo>
                  <a:lnTo>
                    <a:pt x="62179" y="24765"/>
                  </a:lnTo>
                  <a:lnTo>
                    <a:pt x="0" y="24765"/>
                  </a:lnTo>
                  <a:lnTo>
                    <a:pt x="0" y="46355"/>
                  </a:lnTo>
                  <a:lnTo>
                    <a:pt x="0" y="144145"/>
                  </a:lnTo>
                  <a:lnTo>
                    <a:pt x="0" y="167005"/>
                  </a:lnTo>
                  <a:lnTo>
                    <a:pt x="88049" y="167005"/>
                  </a:lnTo>
                  <a:lnTo>
                    <a:pt x="88049" y="144627"/>
                  </a:lnTo>
                  <a:lnTo>
                    <a:pt x="88049" y="144145"/>
                  </a:lnTo>
                  <a:lnTo>
                    <a:pt x="88049" y="46355"/>
                  </a:lnTo>
                  <a:lnTo>
                    <a:pt x="88049" y="45961"/>
                  </a:lnTo>
                  <a:lnTo>
                    <a:pt x="88049" y="24765"/>
                  </a:lnTo>
                  <a:close/>
                </a:path>
                <a:path w="186690" h="224154">
                  <a:moveTo>
                    <a:pt x="186461" y="109194"/>
                  </a:moveTo>
                  <a:lnTo>
                    <a:pt x="159969" y="109194"/>
                  </a:lnTo>
                  <a:lnTo>
                    <a:pt x="159969" y="224002"/>
                  </a:lnTo>
                  <a:lnTo>
                    <a:pt x="186461" y="224002"/>
                  </a:lnTo>
                  <a:lnTo>
                    <a:pt x="186461" y="109194"/>
                  </a:lnTo>
                  <a:close/>
                </a:path>
                <a:path w="186690" h="224154">
                  <a:moveTo>
                    <a:pt x="186461" y="86995"/>
                  </a:moveTo>
                  <a:lnTo>
                    <a:pt x="136118" y="86995"/>
                  </a:lnTo>
                  <a:lnTo>
                    <a:pt x="136118" y="4445"/>
                  </a:lnTo>
                  <a:lnTo>
                    <a:pt x="109982" y="4445"/>
                  </a:lnTo>
                  <a:lnTo>
                    <a:pt x="109982" y="86995"/>
                  </a:lnTo>
                  <a:lnTo>
                    <a:pt x="109982" y="108585"/>
                  </a:lnTo>
                  <a:lnTo>
                    <a:pt x="109982" y="212725"/>
                  </a:lnTo>
                  <a:lnTo>
                    <a:pt x="136118" y="212725"/>
                  </a:lnTo>
                  <a:lnTo>
                    <a:pt x="136118" y="108585"/>
                  </a:lnTo>
                  <a:lnTo>
                    <a:pt x="186461" y="108585"/>
                  </a:lnTo>
                  <a:lnTo>
                    <a:pt x="186461" y="86995"/>
                  </a:lnTo>
                  <a:close/>
                </a:path>
                <a:path w="186690" h="224154">
                  <a:moveTo>
                    <a:pt x="186461" y="0"/>
                  </a:moveTo>
                  <a:lnTo>
                    <a:pt x="159969" y="0"/>
                  </a:lnTo>
                  <a:lnTo>
                    <a:pt x="159969" y="86563"/>
                  </a:lnTo>
                  <a:lnTo>
                    <a:pt x="186461" y="86563"/>
                  </a:lnTo>
                  <a:lnTo>
                    <a:pt x="1864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151662" y="8146497"/>
              <a:ext cx="184623" cy="223740"/>
            </a:xfrm>
            <a:prstGeom prst="rect">
              <a:avLst/>
            </a:prstGeom>
          </p:spPr>
        </p:pic>
      </p:grpSp>
      <p:grpSp>
        <p:nvGrpSpPr>
          <p:cNvPr id="108" name="object 108"/>
          <p:cNvGrpSpPr/>
          <p:nvPr/>
        </p:nvGrpSpPr>
        <p:grpSpPr>
          <a:xfrm>
            <a:off x="10412001" y="8146409"/>
            <a:ext cx="629920" cy="224154"/>
            <a:chOff x="10412001" y="8146409"/>
            <a:chExt cx="629920" cy="224154"/>
          </a:xfrm>
        </p:grpSpPr>
        <p:pic>
          <p:nvPicPr>
            <p:cNvPr id="109" name="object 10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412001" y="8146409"/>
              <a:ext cx="189886" cy="223828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625492" y="8149830"/>
              <a:ext cx="416268" cy="219706"/>
            </a:xfrm>
            <a:prstGeom prst="rect">
              <a:avLst/>
            </a:prstGeom>
          </p:spPr>
        </p:pic>
      </p:grpSp>
      <p:grpSp>
        <p:nvGrpSpPr>
          <p:cNvPr id="111" name="object 111"/>
          <p:cNvGrpSpPr/>
          <p:nvPr/>
        </p:nvGrpSpPr>
        <p:grpSpPr>
          <a:xfrm>
            <a:off x="11113725" y="8146409"/>
            <a:ext cx="890269" cy="224790"/>
            <a:chOff x="11113725" y="8146409"/>
            <a:chExt cx="890269" cy="224790"/>
          </a:xfrm>
        </p:grpSpPr>
        <p:sp>
          <p:nvSpPr>
            <p:cNvPr id="112" name="object 112"/>
            <p:cNvSpPr/>
            <p:nvPr/>
          </p:nvSpPr>
          <p:spPr>
            <a:xfrm>
              <a:off x="11113719" y="8146414"/>
              <a:ext cx="175260" cy="224790"/>
            </a:xfrm>
            <a:custGeom>
              <a:avLst/>
              <a:gdLst/>
              <a:ahLst/>
              <a:cxnLst/>
              <a:rect l="l" t="t" r="r" b="b"/>
              <a:pathLst>
                <a:path w="175259" h="224790">
                  <a:moveTo>
                    <a:pt x="109194" y="18249"/>
                  </a:moveTo>
                  <a:lnTo>
                    <a:pt x="81915" y="18249"/>
                  </a:lnTo>
                  <a:lnTo>
                    <a:pt x="81915" y="74295"/>
                  </a:lnTo>
                  <a:lnTo>
                    <a:pt x="27622" y="74295"/>
                  </a:lnTo>
                  <a:lnTo>
                    <a:pt x="27622" y="18415"/>
                  </a:lnTo>
                  <a:lnTo>
                    <a:pt x="0" y="18415"/>
                  </a:lnTo>
                  <a:lnTo>
                    <a:pt x="0" y="74295"/>
                  </a:lnTo>
                  <a:lnTo>
                    <a:pt x="0" y="95885"/>
                  </a:lnTo>
                  <a:lnTo>
                    <a:pt x="0" y="149225"/>
                  </a:lnTo>
                  <a:lnTo>
                    <a:pt x="0" y="172085"/>
                  </a:lnTo>
                  <a:lnTo>
                    <a:pt x="109194" y="172085"/>
                  </a:lnTo>
                  <a:lnTo>
                    <a:pt x="109194" y="149225"/>
                  </a:lnTo>
                  <a:lnTo>
                    <a:pt x="27622" y="149225"/>
                  </a:lnTo>
                  <a:lnTo>
                    <a:pt x="27622" y="95885"/>
                  </a:lnTo>
                  <a:lnTo>
                    <a:pt x="81915" y="95885"/>
                  </a:lnTo>
                  <a:lnTo>
                    <a:pt x="81915" y="148932"/>
                  </a:lnTo>
                  <a:lnTo>
                    <a:pt x="109194" y="148932"/>
                  </a:lnTo>
                  <a:lnTo>
                    <a:pt x="109194" y="95885"/>
                  </a:lnTo>
                  <a:lnTo>
                    <a:pt x="109194" y="74295"/>
                  </a:lnTo>
                  <a:lnTo>
                    <a:pt x="109194" y="18249"/>
                  </a:lnTo>
                  <a:close/>
                </a:path>
                <a:path w="175259" h="224790">
                  <a:moveTo>
                    <a:pt x="174802" y="0"/>
                  </a:moveTo>
                  <a:lnTo>
                    <a:pt x="147002" y="0"/>
                  </a:lnTo>
                  <a:lnTo>
                    <a:pt x="147002" y="224536"/>
                  </a:lnTo>
                  <a:lnTo>
                    <a:pt x="174802" y="224536"/>
                  </a:lnTo>
                  <a:lnTo>
                    <a:pt x="174802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1313971" y="8146585"/>
              <a:ext cx="461448" cy="220934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1799637" y="8157110"/>
              <a:ext cx="204270" cy="213128"/>
            </a:xfrm>
            <a:prstGeom prst="rect">
              <a:avLst/>
            </a:prstGeom>
          </p:spPr>
        </p:pic>
      </p:grpSp>
      <p:sp>
        <p:nvSpPr>
          <p:cNvPr id="115" name="object 115"/>
          <p:cNvSpPr/>
          <p:nvPr/>
        </p:nvSpPr>
        <p:spPr>
          <a:xfrm>
            <a:off x="1736864" y="3139414"/>
            <a:ext cx="1299210" cy="300990"/>
          </a:xfrm>
          <a:custGeom>
            <a:avLst/>
            <a:gdLst/>
            <a:ahLst/>
            <a:cxnLst/>
            <a:rect l="l" t="t" r="r" b="b"/>
            <a:pathLst>
              <a:path w="1299210" h="300989">
                <a:moveTo>
                  <a:pt x="170370" y="127279"/>
                </a:moveTo>
                <a:lnTo>
                  <a:pt x="124447" y="96367"/>
                </a:lnTo>
                <a:lnTo>
                  <a:pt x="104482" y="40233"/>
                </a:lnTo>
                <a:lnTo>
                  <a:pt x="104482" y="15341"/>
                </a:lnTo>
                <a:lnTo>
                  <a:pt x="69837" y="15341"/>
                </a:lnTo>
                <a:lnTo>
                  <a:pt x="69837" y="41770"/>
                </a:lnTo>
                <a:lnTo>
                  <a:pt x="65354" y="71310"/>
                </a:lnTo>
                <a:lnTo>
                  <a:pt x="52222" y="97917"/>
                </a:lnTo>
                <a:lnTo>
                  <a:pt x="30441" y="119761"/>
                </a:lnTo>
                <a:lnTo>
                  <a:pt x="0" y="135064"/>
                </a:lnTo>
                <a:lnTo>
                  <a:pt x="18415" y="162801"/>
                </a:lnTo>
                <a:lnTo>
                  <a:pt x="41846" y="151726"/>
                </a:lnTo>
                <a:lnTo>
                  <a:pt x="61264" y="136613"/>
                </a:lnTo>
                <a:lnTo>
                  <a:pt x="76644" y="117983"/>
                </a:lnTo>
                <a:lnTo>
                  <a:pt x="87922" y="96367"/>
                </a:lnTo>
                <a:lnTo>
                  <a:pt x="98666" y="115125"/>
                </a:lnTo>
                <a:lnTo>
                  <a:pt x="112941" y="131229"/>
                </a:lnTo>
                <a:lnTo>
                  <a:pt x="130683" y="144373"/>
                </a:lnTo>
                <a:lnTo>
                  <a:pt x="151841" y="154254"/>
                </a:lnTo>
                <a:lnTo>
                  <a:pt x="170370" y="127279"/>
                </a:lnTo>
                <a:close/>
              </a:path>
              <a:path w="1299210" h="300989">
                <a:moveTo>
                  <a:pt x="236588" y="215"/>
                </a:moveTo>
                <a:lnTo>
                  <a:pt x="202158" y="215"/>
                </a:lnTo>
                <a:lnTo>
                  <a:pt x="202158" y="54368"/>
                </a:lnTo>
                <a:lnTo>
                  <a:pt x="146354" y="54368"/>
                </a:lnTo>
                <a:lnTo>
                  <a:pt x="146354" y="82664"/>
                </a:lnTo>
                <a:lnTo>
                  <a:pt x="202158" y="82664"/>
                </a:lnTo>
                <a:lnTo>
                  <a:pt x="202158" y="164884"/>
                </a:lnTo>
                <a:lnTo>
                  <a:pt x="236588" y="164884"/>
                </a:lnTo>
                <a:lnTo>
                  <a:pt x="236588" y="215"/>
                </a:lnTo>
                <a:close/>
              </a:path>
              <a:path w="1299210" h="300989">
                <a:moveTo>
                  <a:pt x="237350" y="226390"/>
                </a:moveTo>
                <a:lnTo>
                  <a:pt x="230759" y="203581"/>
                </a:lnTo>
                <a:lnTo>
                  <a:pt x="225983" y="199313"/>
                </a:lnTo>
                <a:lnTo>
                  <a:pt x="211797" y="186639"/>
                </a:lnTo>
                <a:lnTo>
                  <a:pt x="203149" y="183616"/>
                </a:lnTo>
                <a:lnTo>
                  <a:pt x="203149" y="226390"/>
                </a:lnTo>
                <a:lnTo>
                  <a:pt x="199009" y="237769"/>
                </a:lnTo>
                <a:lnTo>
                  <a:pt x="187083" y="246113"/>
                </a:lnTo>
                <a:lnTo>
                  <a:pt x="167843" y="251231"/>
                </a:lnTo>
                <a:lnTo>
                  <a:pt x="141757" y="252920"/>
                </a:lnTo>
                <a:lnTo>
                  <a:pt x="115722" y="251231"/>
                </a:lnTo>
                <a:lnTo>
                  <a:pt x="96507" y="246113"/>
                </a:lnTo>
                <a:lnTo>
                  <a:pt x="84645" y="237769"/>
                </a:lnTo>
                <a:lnTo>
                  <a:pt x="80683" y="226390"/>
                </a:lnTo>
                <a:lnTo>
                  <a:pt x="84645" y="214706"/>
                </a:lnTo>
                <a:lnTo>
                  <a:pt x="96507" y="206235"/>
                </a:lnTo>
                <a:lnTo>
                  <a:pt x="115722" y="201053"/>
                </a:lnTo>
                <a:lnTo>
                  <a:pt x="141757" y="199313"/>
                </a:lnTo>
                <a:lnTo>
                  <a:pt x="167843" y="201053"/>
                </a:lnTo>
                <a:lnTo>
                  <a:pt x="187083" y="206235"/>
                </a:lnTo>
                <a:lnTo>
                  <a:pt x="199009" y="214706"/>
                </a:lnTo>
                <a:lnTo>
                  <a:pt x="203149" y="226390"/>
                </a:lnTo>
                <a:lnTo>
                  <a:pt x="203149" y="183616"/>
                </a:lnTo>
                <a:lnTo>
                  <a:pt x="181711" y="176085"/>
                </a:lnTo>
                <a:lnTo>
                  <a:pt x="141757" y="172453"/>
                </a:lnTo>
                <a:lnTo>
                  <a:pt x="101866" y="176085"/>
                </a:lnTo>
                <a:lnTo>
                  <a:pt x="71818" y="186639"/>
                </a:lnTo>
                <a:lnTo>
                  <a:pt x="52908" y="203581"/>
                </a:lnTo>
                <a:lnTo>
                  <a:pt x="46367" y="226390"/>
                </a:lnTo>
                <a:lnTo>
                  <a:pt x="52908" y="249212"/>
                </a:lnTo>
                <a:lnTo>
                  <a:pt x="71818" y="266065"/>
                </a:lnTo>
                <a:lnTo>
                  <a:pt x="101866" y="276479"/>
                </a:lnTo>
                <a:lnTo>
                  <a:pt x="141757" y="279996"/>
                </a:lnTo>
                <a:lnTo>
                  <a:pt x="181711" y="276479"/>
                </a:lnTo>
                <a:lnTo>
                  <a:pt x="211797" y="266065"/>
                </a:lnTo>
                <a:lnTo>
                  <a:pt x="226580" y="252920"/>
                </a:lnTo>
                <a:lnTo>
                  <a:pt x="230759" y="249212"/>
                </a:lnTo>
                <a:lnTo>
                  <a:pt x="237350" y="226390"/>
                </a:lnTo>
                <a:close/>
              </a:path>
              <a:path w="1299210" h="300989">
                <a:moveTo>
                  <a:pt x="454215" y="192951"/>
                </a:moveTo>
                <a:lnTo>
                  <a:pt x="423951" y="173774"/>
                </a:lnTo>
                <a:lnTo>
                  <a:pt x="401294" y="146519"/>
                </a:lnTo>
                <a:lnTo>
                  <a:pt x="398780" y="140766"/>
                </a:lnTo>
                <a:lnTo>
                  <a:pt x="387096" y="114173"/>
                </a:lnTo>
                <a:lnTo>
                  <a:pt x="382181" y="79705"/>
                </a:lnTo>
                <a:lnTo>
                  <a:pt x="382181" y="56134"/>
                </a:lnTo>
                <a:lnTo>
                  <a:pt x="443357" y="56134"/>
                </a:lnTo>
                <a:lnTo>
                  <a:pt x="443357" y="27838"/>
                </a:lnTo>
                <a:lnTo>
                  <a:pt x="285381" y="27838"/>
                </a:lnTo>
                <a:lnTo>
                  <a:pt x="285381" y="56134"/>
                </a:lnTo>
                <a:lnTo>
                  <a:pt x="347103" y="56134"/>
                </a:lnTo>
                <a:lnTo>
                  <a:pt x="347103" y="79705"/>
                </a:lnTo>
                <a:lnTo>
                  <a:pt x="341985" y="115811"/>
                </a:lnTo>
                <a:lnTo>
                  <a:pt x="327609" y="150152"/>
                </a:lnTo>
                <a:lnTo>
                  <a:pt x="304977" y="179336"/>
                </a:lnTo>
                <a:lnTo>
                  <a:pt x="275069" y="199974"/>
                </a:lnTo>
                <a:lnTo>
                  <a:pt x="294919" y="227152"/>
                </a:lnTo>
                <a:lnTo>
                  <a:pt x="317969" y="212496"/>
                </a:lnTo>
                <a:lnTo>
                  <a:pt x="337578" y="192557"/>
                </a:lnTo>
                <a:lnTo>
                  <a:pt x="353428" y="168313"/>
                </a:lnTo>
                <a:lnTo>
                  <a:pt x="365188" y="140766"/>
                </a:lnTo>
                <a:lnTo>
                  <a:pt x="376923" y="166179"/>
                </a:lnTo>
                <a:lnTo>
                  <a:pt x="392722" y="188429"/>
                </a:lnTo>
                <a:lnTo>
                  <a:pt x="412318" y="206692"/>
                </a:lnTo>
                <a:lnTo>
                  <a:pt x="435470" y="220141"/>
                </a:lnTo>
                <a:lnTo>
                  <a:pt x="454215" y="192951"/>
                </a:lnTo>
                <a:close/>
              </a:path>
              <a:path w="1299210" h="300989">
                <a:moveTo>
                  <a:pt x="509574" y="215"/>
                </a:moveTo>
                <a:lnTo>
                  <a:pt x="474827" y="215"/>
                </a:lnTo>
                <a:lnTo>
                  <a:pt x="474827" y="280225"/>
                </a:lnTo>
                <a:lnTo>
                  <a:pt x="509574" y="280225"/>
                </a:lnTo>
                <a:lnTo>
                  <a:pt x="509574" y="215"/>
                </a:lnTo>
                <a:close/>
              </a:path>
              <a:path w="1299210" h="300989">
                <a:moveTo>
                  <a:pt x="707351" y="20929"/>
                </a:moveTo>
                <a:lnTo>
                  <a:pt x="564616" y="20929"/>
                </a:lnTo>
                <a:lnTo>
                  <a:pt x="564616" y="49326"/>
                </a:lnTo>
                <a:lnTo>
                  <a:pt x="673595" y="49326"/>
                </a:lnTo>
                <a:lnTo>
                  <a:pt x="673138" y="63093"/>
                </a:lnTo>
                <a:lnTo>
                  <a:pt x="672058" y="78752"/>
                </a:lnTo>
                <a:lnTo>
                  <a:pt x="669988" y="96621"/>
                </a:lnTo>
                <a:lnTo>
                  <a:pt x="666572" y="116979"/>
                </a:lnTo>
                <a:lnTo>
                  <a:pt x="700557" y="120040"/>
                </a:lnTo>
                <a:lnTo>
                  <a:pt x="704367" y="94907"/>
                </a:lnTo>
                <a:lnTo>
                  <a:pt x="706348" y="72694"/>
                </a:lnTo>
                <a:lnTo>
                  <a:pt x="707123" y="53555"/>
                </a:lnTo>
                <a:lnTo>
                  <a:pt x="707351" y="37604"/>
                </a:lnTo>
                <a:lnTo>
                  <a:pt x="707351" y="20929"/>
                </a:lnTo>
                <a:close/>
              </a:path>
              <a:path w="1299210" h="300989">
                <a:moveTo>
                  <a:pt x="724674" y="158305"/>
                </a:moveTo>
                <a:lnTo>
                  <a:pt x="723366" y="140652"/>
                </a:lnTo>
                <a:lnTo>
                  <a:pt x="722820" y="133311"/>
                </a:lnTo>
                <a:lnTo>
                  <a:pt x="701941" y="135953"/>
                </a:lnTo>
                <a:lnTo>
                  <a:pt x="680440" y="138010"/>
                </a:lnTo>
                <a:lnTo>
                  <a:pt x="658622" y="139560"/>
                </a:lnTo>
                <a:lnTo>
                  <a:pt x="636752" y="140652"/>
                </a:lnTo>
                <a:lnTo>
                  <a:pt x="636752" y="84848"/>
                </a:lnTo>
                <a:lnTo>
                  <a:pt x="602551" y="84848"/>
                </a:lnTo>
                <a:lnTo>
                  <a:pt x="602551" y="141757"/>
                </a:lnTo>
                <a:lnTo>
                  <a:pt x="588048" y="142024"/>
                </a:lnTo>
                <a:lnTo>
                  <a:pt x="547954" y="142303"/>
                </a:lnTo>
                <a:lnTo>
                  <a:pt x="551014" y="169926"/>
                </a:lnTo>
                <a:lnTo>
                  <a:pt x="590626" y="169532"/>
                </a:lnTo>
                <a:lnTo>
                  <a:pt x="634352" y="167982"/>
                </a:lnTo>
                <a:lnTo>
                  <a:pt x="679831" y="164503"/>
                </a:lnTo>
                <a:lnTo>
                  <a:pt x="724674" y="158305"/>
                </a:lnTo>
                <a:close/>
              </a:path>
              <a:path w="1299210" h="300989">
                <a:moveTo>
                  <a:pt x="783336" y="247002"/>
                </a:moveTo>
                <a:lnTo>
                  <a:pt x="624370" y="247002"/>
                </a:lnTo>
                <a:lnTo>
                  <a:pt x="624370" y="191312"/>
                </a:lnTo>
                <a:lnTo>
                  <a:pt x="589724" y="191312"/>
                </a:lnTo>
                <a:lnTo>
                  <a:pt x="589724" y="274955"/>
                </a:lnTo>
                <a:lnTo>
                  <a:pt x="783336" y="274955"/>
                </a:lnTo>
                <a:lnTo>
                  <a:pt x="783336" y="247002"/>
                </a:lnTo>
                <a:close/>
              </a:path>
              <a:path w="1299210" h="300989">
                <a:moveTo>
                  <a:pt x="810628" y="87477"/>
                </a:moveTo>
                <a:lnTo>
                  <a:pt x="774344" y="87477"/>
                </a:lnTo>
                <a:lnTo>
                  <a:pt x="774344" y="215"/>
                </a:lnTo>
                <a:lnTo>
                  <a:pt x="739254" y="215"/>
                </a:lnTo>
                <a:lnTo>
                  <a:pt x="739254" y="210159"/>
                </a:lnTo>
                <a:lnTo>
                  <a:pt x="774344" y="210159"/>
                </a:lnTo>
                <a:lnTo>
                  <a:pt x="774344" y="116420"/>
                </a:lnTo>
                <a:lnTo>
                  <a:pt x="810628" y="116420"/>
                </a:lnTo>
                <a:lnTo>
                  <a:pt x="810628" y="87477"/>
                </a:lnTo>
                <a:close/>
              </a:path>
              <a:path w="1299210" h="300989">
                <a:moveTo>
                  <a:pt x="925525" y="21818"/>
                </a:moveTo>
                <a:lnTo>
                  <a:pt x="888466" y="21818"/>
                </a:lnTo>
                <a:lnTo>
                  <a:pt x="869530" y="52362"/>
                </a:lnTo>
                <a:lnTo>
                  <a:pt x="855954" y="85610"/>
                </a:lnTo>
                <a:lnTo>
                  <a:pt x="847788" y="121793"/>
                </a:lnTo>
                <a:lnTo>
                  <a:pt x="845058" y="161163"/>
                </a:lnTo>
                <a:lnTo>
                  <a:pt x="847788" y="200571"/>
                </a:lnTo>
                <a:lnTo>
                  <a:pt x="855954" y="236753"/>
                </a:lnTo>
                <a:lnTo>
                  <a:pt x="869530" y="269976"/>
                </a:lnTo>
                <a:lnTo>
                  <a:pt x="888466" y="300507"/>
                </a:lnTo>
                <a:lnTo>
                  <a:pt x="925525" y="300507"/>
                </a:lnTo>
                <a:lnTo>
                  <a:pt x="910018" y="273837"/>
                </a:lnTo>
                <a:lnTo>
                  <a:pt x="897483" y="239509"/>
                </a:lnTo>
                <a:lnTo>
                  <a:pt x="889114" y="200825"/>
                </a:lnTo>
                <a:lnTo>
                  <a:pt x="886066" y="161163"/>
                </a:lnTo>
                <a:lnTo>
                  <a:pt x="889114" y="121526"/>
                </a:lnTo>
                <a:lnTo>
                  <a:pt x="897483" y="82854"/>
                </a:lnTo>
                <a:lnTo>
                  <a:pt x="910018" y="48488"/>
                </a:lnTo>
                <a:lnTo>
                  <a:pt x="925525" y="21818"/>
                </a:lnTo>
                <a:close/>
              </a:path>
              <a:path w="1299210" h="300989">
                <a:moveTo>
                  <a:pt x="1109713" y="126733"/>
                </a:moveTo>
                <a:lnTo>
                  <a:pt x="1107313" y="110401"/>
                </a:lnTo>
                <a:lnTo>
                  <a:pt x="1105547" y="98336"/>
                </a:lnTo>
                <a:lnTo>
                  <a:pt x="1075397" y="103708"/>
                </a:lnTo>
                <a:lnTo>
                  <a:pt x="1046264" y="107327"/>
                </a:lnTo>
                <a:lnTo>
                  <a:pt x="1018070" y="109474"/>
                </a:lnTo>
                <a:lnTo>
                  <a:pt x="990765" y="110401"/>
                </a:lnTo>
                <a:lnTo>
                  <a:pt x="990765" y="14249"/>
                </a:lnTo>
                <a:lnTo>
                  <a:pt x="956119" y="14249"/>
                </a:lnTo>
                <a:lnTo>
                  <a:pt x="956119" y="139014"/>
                </a:lnTo>
                <a:lnTo>
                  <a:pt x="979474" y="139014"/>
                </a:lnTo>
                <a:lnTo>
                  <a:pt x="1010335" y="138480"/>
                </a:lnTo>
                <a:lnTo>
                  <a:pt x="1042289" y="136486"/>
                </a:lnTo>
                <a:lnTo>
                  <a:pt x="1075397" y="132689"/>
                </a:lnTo>
                <a:lnTo>
                  <a:pt x="1109713" y="126733"/>
                </a:lnTo>
                <a:close/>
              </a:path>
              <a:path w="1299210" h="300989">
                <a:moveTo>
                  <a:pt x="1180871" y="252374"/>
                </a:moveTo>
                <a:lnTo>
                  <a:pt x="1119568" y="230555"/>
                </a:lnTo>
                <a:lnTo>
                  <a:pt x="1094041" y="195580"/>
                </a:lnTo>
                <a:lnTo>
                  <a:pt x="1169136" y="195580"/>
                </a:lnTo>
                <a:lnTo>
                  <a:pt x="1169136" y="167957"/>
                </a:lnTo>
                <a:lnTo>
                  <a:pt x="981659" y="167957"/>
                </a:lnTo>
                <a:lnTo>
                  <a:pt x="981659" y="195580"/>
                </a:lnTo>
                <a:lnTo>
                  <a:pt x="1056868" y="195580"/>
                </a:lnTo>
                <a:lnTo>
                  <a:pt x="1049020" y="214058"/>
                </a:lnTo>
                <a:lnTo>
                  <a:pt x="1031430" y="230708"/>
                </a:lnTo>
                <a:lnTo>
                  <a:pt x="1004887" y="243890"/>
                </a:lnTo>
                <a:lnTo>
                  <a:pt x="970153" y="251929"/>
                </a:lnTo>
                <a:lnTo>
                  <a:pt x="983640" y="278028"/>
                </a:lnTo>
                <a:lnTo>
                  <a:pt x="1014044" y="271056"/>
                </a:lnTo>
                <a:lnTo>
                  <a:pt x="1039901" y="260019"/>
                </a:lnTo>
                <a:lnTo>
                  <a:pt x="1060627" y="245402"/>
                </a:lnTo>
                <a:lnTo>
                  <a:pt x="1075613" y="227711"/>
                </a:lnTo>
                <a:lnTo>
                  <a:pt x="1090587" y="245465"/>
                </a:lnTo>
                <a:lnTo>
                  <a:pt x="1111288" y="260311"/>
                </a:lnTo>
                <a:lnTo>
                  <a:pt x="1137145" y="271602"/>
                </a:lnTo>
                <a:lnTo>
                  <a:pt x="1167599" y="278688"/>
                </a:lnTo>
                <a:lnTo>
                  <a:pt x="1180871" y="252374"/>
                </a:lnTo>
                <a:close/>
              </a:path>
              <a:path w="1299210" h="300989">
                <a:moveTo>
                  <a:pt x="1204328" y="63906"/>
                </a:moveTo>
                <a:lnTo>
                  <a:pt x="1165186" y="63906"/>
                </a:lnTo>
                <a:lnTo>
                  <a:pt x="1165186" y="0"/>
                </a:lnTo>
                <a:lnTo>
                  <a:pt x="1130541" y="0"/>
                </a:lnTo>
                <a:lnTo>
                  <a:pt x="1130541" y="155346"/>
                </a:lnTo>
                <a:lnTo>
                  <a:pt x="1165186" y="155346"/>
                </a:lnTo>
                <a:lnTo>
                  <a:pt x="1165186" y="92633"/>
                </a:lnTo>
                <a:lnTo>
                  <a:pt x="1204328" y="92633"/>
                </a:lnTo>
                <a:lnTo>
                  <a:pt x="1204328" y="63906"/>
                </a:lnTo>
                <a:close/>
              </a:path>
              <a:path w="1299210" h="300989">
                <a:moveTo>
                  <a:pt x="1298943" y="161163"/>
                </a:moveTo>
                <a:lnTo>
                  <a:pt x="1296212" y="121793"/>
                </a:lnTo>
                <a:lnTo>
                  <a:pt x="1288046" y="85610"/>
                </a:lnTo>
                <a:lnTo>
                  <a:pt x="1274470" y="52362"/>
                </a:lnTo>
                <a:lnTo>
                  <a:pt x="1255522" y="21818"/>
                </a:lnTo>
                <a:lnTo>
                  <a:pt x="1218476" y="21818"/>
                </a:lnTo>
                <a:lnTo>
                  <a:pt x="1233982" y="48488"/>
                </a:lnTo>
                <a:lnTo>
                  <a:pt x="1246505" y="82854"/>
                </a:lnTo>
                <a:lnTo>
                  <a:pt x="1254887" y="121526"/>
                </a:lnTo>
                <a:lnTo>
                  <a:pt x="1257935" y="161163"/>
                </a:lnTo>
                <a:lnTo>
                  <a:pt x="1254887" y="200825"/>
                </a:lnTo>
                <a:lnTo>
                  <a:pt x="1246505" y="239509"/>
                </a:lnTo>
                <a:lnTo>
                  <a:pt x="1233982" y="273837"/>
                </a:lnTo>
                <a:lnTo>
                  <a:pt x="1218476" y="300507"/>
                </a:lnTo>
                <a:lnTo>
                  <a:pt x="1255522" y="300507"/>
                </a:lnTo>
                <a:lnTo>
                  <a:pt x="1274470" y="269976"/>
                </a:lnTo>
                <a:lnTo>
                  <a:pt x="1288046" y="236753"/>
                </a:lnTo>
                <a:lnTo>
                  <a:pt x="1296212" y="200571"/>
                </a:lnTo>
                <a:lnTo>
                  <a:pt x="1298943" y="16116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6" name="object 116"/>
          <p:cNvGrpSpPr/>
          <p:nvPr/>
        </p:nvGrpSpPr>
        <p:grpSpPr>
          <a:xfrm>
            <a:off x="980196" y="3029449"/>
            <a:ext cx="432434" cy="2586990"/>
            <a:chOff x="980196" y="3029449"/>
            <a:chExt cx="432434" cy="2586990"/>
          </a:xfrm>
        </p:grpSpPr>
        <p:pic>
          <p:nvPicPr>
            <p:cNvPr id="117" name="object 11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80196" y="3029449"/>
              <a:ext cx="432119" cy="2586945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70482" y="3259226"/>
              <a:ext cx="139718" cy="176639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30601" y="3261560"/>
              <a:ext cx="77168" cy="170640"/>
            </a:xfrm>
            <a:prstGeom prst="rect">
              <a:avLst/>
            </a:prstGeom>
          </p:spPr>
        </p:pic>
      </p:grpSp>
      <p:pic>
        <p:nvPicPr>
          <p:cNvPr id="120" name="object 12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340752" y="3167689"/>
            <a:ext cx="94394" cy="224530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486346" y="3167689"/>
            <a:ext cx="94394" cy="224530"/>
          </a:xfrm>
          <a:prstGeom prst="rect">
            <a:avLst/>
          </a:prstGeom>
        </p:spPr>
      </p:pic>
      <p:sp>
        <p:nvSpPr>
          <p:cNvPr id="122" name="object 122"/>
          <p:cNvSpPr/>
          <p:nvPr/>
        </p:nvSpPr>
        <p:spPr>
          <a:xfrm>
            <a:off x="7638516" y="3139846"/>
            <a:ext cx="228600" cy="274320"/>
          </a:xfrm>
          <a:custGeom>
            <a:avLst/>
            <a:gdLst/>
            <a:ahLst/>
            <a:cxnLst/>
            <a:rect l="l" t="t" r="r" b="b"/>
            <a:pathLst>
              <a:path w="228600" h="274320">
                <a:moveTo>
                  <a:pt x="222110" y="75793"/>
                </a:moveTo>
                <a:lnTo>
                  <a:pt x="131343" y="75793"/>
                </a:lnTo>
                <a:lnTo>
                  <a:pt x="131343" y="63588"/>
                </a:lnTo>
                <a:lnTo>
                  <a:pt x="131343" y="63093"/>
                </a:lnTo>
                <a:lnTo>
                  <a:pt x="131343" y="18415"/>
                </a:lnTo>
                <a:lnTo>
                  <a:pt x="97243" y="18415"/>
                </a:lnTo>
                <a:lnTo>
                  <a:pt x="97243" y="63093"/>
                </a:lnTo>
                <a:lnTo>
                  <a:pt x="97243" y="89763"/>
                </a:lnTo>
                <a:lnTo>
                  <a:pt x="97243" y="103733"/>
                </a:lnTo>
                <a:lnTo>
                  <a:pt x="97243" y="134213"/>
                </a:lnTo>
                <a:lnTo>
                  <a:pt x="34645" y="134213"/>
                </a:lnTo>
                <a:lnTo>
                  <a:pt x="34645" y="89763"/>
                </a:lnTo>
                <a:lnTo>
                  <a:pt x="97243" y="89763"/>
                </a:lnTo>
                <a:lnTo>
                  <a:pt x="97243" y="63093"/>
                </a:lnTo>
                <a:lnTo>
                  <a:pt x="34645" y="63093"/>
                </a:lnTo>
                <a:lnTo>
                  <a:pt x="34645" y="18643"/>
                </a:lnTo>
                <a:lnTo>
                  <a:pt x="0" y="18643"/>
                </a:lnTo>
                <a:lnTo>
                  <a:pt x="0" y="160883"/>
                </a:lnTo>
                <a:lnTo>
                  <a:pt x="131343" y="160883"/>
                </a:lnTo>
                <a:lnTo>
                  <a:pt x="131343" y="134213"/>
                </a:lnTo>
                <a:lnTo>
                  <a:pt x="131343" y="103733"/>
                </a:lnTo>
                <a:lnTo>
                  <a:pt x="187693" y="103733"/>
                </a:lnTo>
                <a:lnTo>
                  <a:pt x="187693" y="206768"/>
                </a:lnTo>
                <a:lnTo>
                  <a:pt x="222110" y="206768"/>
                </a:lnTo>
                <a:lnTo>
                  <a:pt x="222110" y="103733"/>
                </a:lnTo>
                <a:lnTo>
                  <a:pt x="222110" y="103606"/>
                </a:lnTo>
                <a:lnTo>
                  <a:pt x="222110" y="89763"/>
                </a:lnTo>
                <a:lnTo>
                  <a:pt x="222110" y="75793"/>
                </a:lnTo>
                <a:close/>
              </a:path>
              <a:path w="228600" h="274320">
                <a:moveTo>
                  <a:pt x="222110" y="0"/>
                </a:moveTo>
                <a:lnTo>
                  <a:pt x="187693" y="0"/>
                </a:lnTo>
                <a:lnTo>
                  <a:pt x="187693" y="75755"/>
                </a:lnTo>
                <a:lnTo>
                  <a:pt x="222110" y="75755"/>
                </a:lnTo>
                <a:lnTo>
                  <a:pt x="222110" y="0"/>
                </a:lnTo>
                <a:close/>
              </a:path>
              <a:path w="228600" h="274320">
                <a:moveTo>
                  <a:pt x="228257" y="245973"/>
                </a:moveTo>
                <a:lnTo>
                  <a:pt x="72250" y="245973"/>
                </a:lnTo>
                <a:lnTo>
                  <a:pt x="72250" y="186283"/>
                </a:lnTo>
                <a:lnTo>
                  <a:pt x="37376" y="186283"/>
                </a:lnTo>
                <a:lnTo>
                  <a:pt x="37376" y="245973"/>
                </a:lnTo>
                <a:lnTo>
                  <a:pt x="37376" y="273913"/>
                </a:lnTo>
                <a:lnTo>
                  <a:pt x="228257" y="273913"/>
                </a:lnTo>
                <a:lnTo>
                  <a:pt x="228257" y="24597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920050" y="3139630"/>
            <a:ext cx="728980" cy="300355"/>
          </a:xfrm>
          <a:custGeom>
            <a:avLst/>
            <a:gdLst/>
            <a:ahLst/>
            <a:cxnLst/>
            <a:rect l="l" t="t" r="r" b="b"/>
            <a:pathLst>
              <a:path w="728979" h="300354">
                <a:moveTo>
                  <a:pt x="80467" y="21602"/>
                </a:moveTo>
                <a:lnTo>
                  <a:pt x="43421" y="21602"/>
                </a:lnTo>
                <a:lnTo>
                  <a:pt x="24472" y="52146"/>
                </a:lnTo>
                <a:lnTo>
                  <a:pt x="10896" y="85394"/>
                </a:lnTo>
                <a:lnTo>
                  <a:pt x="2730" y="121577"/>
                </a:lnTo>
                <a:lnTo>
                  <a:pt x="0" y="160947"/>
                </a:lnTo>
                <a:lnTo>
                  <a:pt x="2730" y="200355"/>
                </a:lnTo>
                <a:lnTo>
                  <a:pt x="10896" y="236537"/>
                </a:lnTo>
                <a:lnTo>
                  <a:pt x="24472" y="269760"/>
                </a:lnTo>
                <a:lnTo>
                  <a:pt x="43421" y="300291"/>
                </a:lnTo>
                <a:lnTo>
                  <a:pt x="80467" y="300291"/>
                </a:lnTo>
                <a:lnTo>
                  <a:pt x="64960" y="273621"/>
                </a:lnTo>
                <a:lnTo>
                  <a:pt x="52438" y="239293"/>
                </a:lnTo>
                <a:lnTo>
                  <a:pt x="44056" y="200609"/>
                </a:lnTo>
                <a:lnTo>
                  <a:pt x="41008" y="160947"/>
                </a:lnTo>
                <a:lnTo>
                  <a:pt x="44056" y="121310"/>
                </a:lnTo>
                <a:lnTo>
                  <a:pt x="52438" y="82638"/>
                </a:lnTo>
                <a:lnTo>
                  <a:pt x="64960" y="48272"/>
                </a:lnTo>
                <a:lnTo>
                  <a:pt x="80467" y="21602"/>
                </a:lnTo>
                <a:close/>
              </a:path>
              <a:path w="728979" h="300354">
                <a:moveTo>
                  <a:pt x="333730" y="178917"/>
                </a:moveTo>
                <a:lnTo>
                  <a:pt x="142633" y="178917"/>
                </a:lnTo>
                <a:lnTo>
                  <a:pt x="142633" y="206222"/>
                </a:lnTo>
                <a:lnTo>
                  <a:pt x="299300" y="206222"/>
                </a:lnTo>
                <a:lnTo>
                  <a:pt x="299300" y="280009"/>
                </a:lnTo>
                <a:lnTo>
                  <a:pt x="333730" y="280009"/>
                </a:lnTo>
                <a:lnTo>
                  <a:pt x="333730" y="178917"/>
                </a:lnTo>
                <a:close/>
              </a:path>
              <a:path w="728979" h="300354">
                <a:moveTo>
                  <a:pt x="333730" y="0"/>
                </a:moveTo>
                <a:lnTo>
                  <a:pt x="299300" y="0"/>
                </a:lnTo>
                <a:lnTo>
                  <a:pt x="299300" y="38811"/>
                </a:lnTo>
                <a:lnTo>
                  <a:pt x="299300" y="66763"/>
                </a:lnTo>
                <a:lnTo>
                  <a:pt x="299300" y="100533"/>
                </a:lnTo>
                <a:lnTo>
                  <a:pt x="248107" y="100533"/>
                </a:lnTo>
                <a:lnTo>
                  <a:pt x="249415" y="95046"/>
                </a:lnTo>
                <a:lnTo>
                  <a:pt x="250190" y="89344"/>
                </a:lnTo>
                <a:lnTo>
                  <a:pt x="250190" y="77508"/>
                </a:lnTo>
                <a:lnTo>
                  <a:pt x="249415" y="72034"/>
                </a:lnTo>
                <a:lnTo>
                  <a:pt x="248208" y="66763"/>
                </a:lnTo>
                <a:lnTo>
                  <a:pt x="299300" y="66763"/>
                </a:lnTo>
                <a:lnTo>
                  <a:pt x="299300" y="38811"/>
                </a:lnTo>
                <a:lnTo>
                  <a:pt x="233413" y="38811"/>
                </a:lnTo>
                <a:lnTo>
                  <a:pt x="222224" y="28930"/>
                </a:lnTo>
                <a:lnTo>
                  <a:pt x="217297" y="26212"/>
                </a:lnTo>
                <a:lnTo>
                  <a:pt x="217297" y="83324"/>
                </a:lnTo>
                <a:lnTo>
                  <a:pt x="214198" y="99707"/>
                </a:lnTo>
                <a:lnTo>
                  <a:pt x="205651" y="112153"/>
                </a:lnTo>
                <a:lnTo>
                  <a:pt x="192786" y="120078"/>
                </a:lnTo>
                <a:lnTo>
                  <a:pt x="176733" y="122897"/>
                </a:lnTo>
                <a:lnTo>
                  <a:pt x="160185" y="120078"/>
                </a:lnTo>
                <a:lnTo>
                  <a:pt x="147167" y="112153"/>
                </a:lnTo>
                <a:lnTo>
                  <a:pt x="138671" y="99707"/>
                </a:lnTo>
                <a:lnTo>
                  <a:pt x="135623" y="83324"/>
                </a:lnTo>
                <a:lnTo>
                  <a:pt x="138671" y="67360"/>
                </a:lnTo>
                <a:lnTo>
                  <a:pt x="147167" y="55118"/>
                </a:lnTo>
                <a:lnTo>
                  <a:pt x="160185" y="47269"/>
                </a:lnTo>
                <a:lnTo>
                  <a:pt x="176733" y="44513"/>
                </a:lnTo>
                <a:lnTo>
                  <a:pt x="192786" y="47269"/>
                </a:lnTo>
                <a:lnTo>
                  <a:pt x="205651" y="55118"/>
                </a:lnTo>
                <a:lnTo>
                  <a:pt x="214198" y="67360"/>
                </a:lnTo>
                <a:lnTo>
                  <a:pt x="217297" y="83324"/>
                </a:lnTo>
                <a:lnTo>
                  <a:pt x="217297" y="26212"/>
                </a:lnTo>
                <a:lnTo>
                  <a:pt x="208813" y="21526"/>
                </a:lnTo>
                <a:lnTo>
                  <a:pt x="193522" y="16903"/>
                </a:lnTo>
                <a:lnTo>
                  <a:pt x="176733" y="15341"/>
                </a:lnTo>
                <a:lnTo>
                  <a:pt x="147345" y="20294"/>
                </a:lnTo>
                <a:lnTo>
                  <a:pt x="123875" y="34366"/>
                </a:lnTo>
                <a:lnTo>
                  <a:pt x="108356" y="55930"/>
                </a:lnTo>
                <a:lnTo>
                  <a:pt x="102844" y="83324"/>
                </a:lnTo>
                <a:lnTo>
                  <a:pt x="108356" y="111099"/>
                </a:lnTo>
                <a:lnTo>
                  <a:pt x="123875" y="132867"/>
                </a:lnTo>
                <a:lnTo>
                  <a:pt x="147345" y="147040"/>
                </a:lnTo>
                <a:lnTo>
                  <a:pt x="176733" y="152057"/>
                </a:lnTo>
                <a:lnTo>
                  <a:pt x="193522" y="150507"/>
                </a:lnTo>
                <a:lnTo>
                  <a:pt x="208813" y="145859"/>
                </a:lnTo>
                <a:lnTo>
                  <a:pt x="222224" y="138391"/>
                </a:lnTo>
                <a:lnTo>
                  <a:pt x="233413" y="128384"/>
                </a:lnTo>
                <a:lnTo>
                  <a:pt x="299300" y="128384"/>
                </a:lnTo>
                <a:lnTo>
                  <a:pt x="299300" y="165328"/>
                </a:lnTo>
                <a:lnTo>
                  <a:pt x="333730" y="165328"/>
                </a:lnTo>
                <a:lnTo>
                  <a:pt x="333730" y="128384"/>
                </a:lnTo>
                <a:lnTo>
                  <a:pt x="333730" y="122897"/>
                </a:lnTo>
                <a:lnTo>
                  <a:pt x="333730" y="100533"/>
                </a:lnTo>
                <a:lnTo>
                  <a:pt x="333730" y="66763"/>
                </a:lnTo>
                <a:lnTo>
                  <a:pt x="333730" y="44513"/>
                </a:lnTo>
                <a:lnTo>
                  <a:pt x="333730" y="38811"/>
                </a:lnTo>
                <a:lnTo>
                  <a:pt x="333730" y="0"/>
                </a:lnTo>
                <a:close/>
              </a:path>
              <a:path w="728979" h="300354">
                <a:moveTo>
                  <a:pt x="530186" y="16116"/>
                </a:moveTo>
                <a:lnTo>
                  <a:pt x="387223" y="16116"/>
                </a:lnTo>
                <a:lnTo>
                  <a:pt x="387223" y="44069"/>
                </a:lnTo>
                <a:lnTo>
                  <a:pt x="495769" y="44069"/>
                </a:lnTo>
                <a:lnTo>
                  <a:pt x="495401" y="56832"/>
                </a:lnTo>
                <a:lnTo>
                  <a:pt x="494436" y="71081"/>
                </a:lnTo>
                <a:lnTo>
                  <a:pt x="492544" y="87045"/>
                </a:lnTo>
                <a:lnTo>
                  <a:pt x="489407" y="104914"/>
                </a:lnTo>
                <a:lnTo>
                  <a:pt x="523176" y="107657"/>
                </a:lnTo>
                <a:lnTo>
                  <a:pt x="527113" y="85344"/>
                </a:lnTo>
                <a:lnTo>
                  <a:pt x="529145" y="65468"/>
                </a:lnTo>
                <a:lnTo>
                  <a:pt x="529958" y="48069"/>
                </a:lnTo>
                <a:lnTo>
                  <a:pt x="530186" y="33223"/>
                </a:lnTo>
                <a:lnTo>
                  <a:pt x="530186" y="16116"/>
                </a:lnTo>
                <a:close/>
              </a:path>
              <a:path w="728979" h="300354">
                <a:moveTo>
                  <a:pt x="547293" y="146583"/>
                </a:moveTo>
                <a:lnTo>
                  <a:pt x="545922" y="128714"/>
                </a:lnTo>
                <a:lnTo>
                  <a:pt x="545426" y="122351"/>
                </a:lnTo>
                <a:lnTo>
                  <a:pt x="524548" y="124625"/>
                </a:lnTo>
                <a:lnTo>
                  <a:pt x="503059" y="126390"/>
                </a:lnTo>
                <a:lnTo>
                  <a:pt x="481228" y="127736"/>
                </a:lnTo>
                <a:lnTo>
                  <a:pt x="459371" y="128714"/>
                </a:lnTo>
                <a:lnTo>
                  <a:pt x="459371" y="78054"/>
                </a:lnTo>
                <a:lnTo>
                  <a:pt x="425157" y="78054"/>
                </a:lnTo>
                <a:lnTo>
                  <a:pt x="425157" y="129590"/>
                </a:lnTo>
                <a:lnTo>
                  <a:pt x="370560" y="130022"/>
                </a:lnTo>
                <a:lnTo>
                  <a:pt x="373634" y="158089"/>
                </a:lnTo>
                <a:lnTo>
                  <a:pt x="413842" y="157695"/>
                </a:lnTo>
                <a:lnTo>
                  <a:pt x="457504" y="156083"/>
                </a:lnTo>
                <a:lnTo>
                  <a:pt x="502640" y="152590"/>
                </a:lnTo>
                <a:lnTo>
                  <a:pt x="547293" y="146583"/>
                </a:lnTo>
                <a:close/>
              </a:path>
              <a:path w="728979" h="300354">
                <a:moveTo>
                  <a:pt x="599147" y="226936"/>
                </a:moveTo>
                <a:lnTo>
                  <a:pt x="592480" y="205447"/>
                </a:lnTo>
                <a:lnTo>
                  <a:pt x="588606" y="202158"/>
                </a:lnTo>
                <a:lnTo>
                  <a:pt x="573379" y="189268"/>
                </a:lnTo>
                <a:lnTo>
                  <a:pt x="563854" y="186067"/>
                </a:lnTo>
                <a:lnTo>
                  <a:pt x="563854" y="226936"/>
                </a:lnTo>
                <a:lnTo>
                  <a:pt x="559727" y="238125"/>
                </a:lnTo>
                <a:lnTo>
                  <a:pt x="547865" y="246062"/>
                </a:lnTo>
                <a:lnTo>
                  <a:pt x="528815" y="250761"/>
                </a:lnTo>
                <a:lnTo>
                  <a:pt x="503110" y="252272"/>
                </a:lnTo>
                <a:lnTo>
                  <a:pt x="477278" y="250761"/>
                </a:lnTo>
                <a:lnTo>
                  <a:pt x="458076" y="246062"/>
                </a:lnTo>
                <a:lnTo>
                  <a:pt x="446163" y="238125"/>
                </a:lnTo>
                <a:lnTo>
                  <a:pt x="442150" y="226936"/>
                </a:lnTo>
                <a:lnTo>
                  <a:pt x="446163" y="216408"/>
                </a:lnTo>
                <a:lnTo>
                  <a:pt x="458076" y="208635"/>
                </a:lnTo>
                <a:lnTo>
                  <a:pt x="477278" y="203809"/>
                </a:lnTo>
                <a:lnTo>
                  <a:pt x="503110" y="202158"/>
                </a:lnTo>
                <a:lnTo>
                  <a:pt x="528815" y="203809"/>
                </a:lnTo>
                <a:lnTo>
                  <a:pt x="547865" y="208635"/>
                </a:lnTo>
                <a:lnTo>
                  <a:pt x="559727" y="216408"/>
                </a:lnTo>
                <a:lnTo>
                  <a:pt x="563854" y="226936"/>
                </a:lnTo>
                <a:lnTo>
                  <a:pt x="563854" y="186067"/>
                </a:lnTo>
                <a:lnTo>
                  <a:pt x="543140" y="179070"/>
                </a:lnTo>
                <a:lnTo>
                  <a:pt x="503110" y="175526"/>
                </a:lnTo>
                <a:lnTo>
                  <a:pt x="463067" y="179070"/>
                </a:lnTo>
                <a:lnTo>
                  <a:pt x="432790" y="189268"/>
                </a:lnTo>
                <a:lnTo>
                  <a:pt x="413651" y="205447"/>
                </a:lnTo>
                <a:lnTo>
                  <a:pt x="406958" y="226936"/>
                </a:lnTo>
                <a:lnTo>
                  <a:pt x="413651" y="249148"/>
                </a:lnTo>
                <a:lnTo>
                  <a:pt x="432790" y="265595"/>
                </a:lnTo>
                <a:lnTo>
                  <a:pt x="463067" y="275831"/>
                </a:lnTo>
                <a:lnTo>
                  <a:pt x="503110" y="279349"/>
                </a:lnTo>
                <a:lnTo>
                  <a:pt x="543140" y="275831"/>
                </a:lnTo>
                <a:lnTo>
                  <a:pt x="573379" y="265595"/>
                </a:lnTo>
                <a:lnTo>
                  <a:pt x="588860" y="252272"/>
                </a:lnTo>
                <a:lnTo>
                  <a:pt x="592480" y="249148"/>
                </a:lnTo>
                <a:lnTo>
                  <a:pt x="599147" y="226936"/>
                </a:lnTo>
                <a:close/>
              </a:path>
              <a:path w="728979" h="300354">
                <a:moveTo>
                  <a:pt x="633463" y="71589"/>
                </a:moveTo>
                <a:lnTo>
                  <a:pt x="596963" y="71589"/>
                </a:lnTo>
                <a:lnTo>
                  <a:pt x="596963" y="0"/>
                </a:lnTo>
                <a:lnTo>
                  <a:pt x="561873" y="0"/>
                </a:lnTo>
                <a:lnTo>
                  <a:pt x="561873" y="172123"/>
                </a:lnTo>
                <a:lnTo>
                  <a:pt x="596963" y="172123"/>
                </a:lnTo>
                <a:lnTo>
                  <a:pt x="596963" y="100317"/>
                </a:lnTo>
                <a:lnTo>
                  <a:pt x="633463" y="100317"/>
                </a:lnTo>
                <a:lnTo>
                  <a:pt x="633463" y="71589"/>
                </a:lnTo>
                <a:close/>
              </a:path>
              <a:path w="728979" h="300354">
                <a:moveTo>
                  <a:pt x="728408" y="160947"/>
                </a:moveTo>
                <a:lnTo>
                  <a:pt x="725678" y="121577"/>
                </a:lnTo>
                <a:lnTo>
                  <a:pt x="717511" y="85394"/>
                </a:lnTo>
                <a:lnTo>
                  <a:pt x="703948" y="52146"/>
                </a:lnTo>
                <a:lnTo>
                  <a:pt x="684999" y="21602"/>
                </a:lnTo>
                <a:lnTo>
                  <a:pt x="647941" y="21602"/>
                </a:lnTo>
                <a:lnTo>
                  <a:pt x="663448" y="48272"/>
                </a:lnTo>
                <a:lnTo>
                  <a:pt x="675982" y="82638"/>
                </a:lnTo>
                <a:lnTo>
                  <a:pt x="684352" y="121310"/>
                </a:lnTo>
                <a:lnTo>
                  <a:pt x="687412" y="160947"/>
                </a:lnTo>
                <a:lnTo>
                  <a:pt x="684352" y="200609"/>
                </a:lnTo>
                <a:lnTo>
                  <a:pt x="675982" y="239293"/>
                </a:lnTo>
                <a:lnTo>
                  <a:pt x="663448" y="273621"/>
                </a:lnTo>
                <a:lnTo>
                  <a:pt x="647941" y="300291"/>
                </a:lnTo>
                <a:lnTo>
                  <a:pt x="684999" y="300291"/>
                </a:lnTo>
                <a:lnTo>
                  <a:pt x="703948" y="269760"/>
                </a:lnTo>
                <a:lnTo>
                  <a:pt x="717511" y="236537"/>
                </a:lnTo>
                <a:lnTo>
                  <a:pt x="725678" y="200355"/>
                </a:lnTo>
                <a:lnTo>
                  <a:pt x="728408" y="160947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4" name="object 124"/>
          <p:cNvGrpSpPr/>
          <p:nvPr/>
        </p:nvGrpSpPr>
        <p:grpSpPr>
          <a:xfrm>
            <a:off x="6576186" y="3029449"/>
            <a:ext cx="432434" cy="2586990"/>
            <a:chOff x="6576186" y="3029449"/>
            <a:chExt cx="432434" cy="2586990"/>
          </a:xfrm>
        </p:grpSpPr>
        <p:pic>
          <p:nvPicPr>
            <p:cNvPr id="125" name="object 12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576186" y="3029449"/>
              <a:ext cx="432119" cy="2586945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649014" y="3259226"/>
              <a:ext cx="139718" cy="176639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809643" y="3259227"/>
              <a:ext cx="126290" cy="172973"/>
            </a:xfrm>
            <a:prstGeom prst="rect">
              <a:avLst/>
            </a:prstGeom>
          </p:spPr>
        </p:pic>
      </p:grpSp>
      <p:sp>
        <p:nvSpPr>
          <p:cNvPr id="128" name="object 128"/>
          <p:cNvSpPr/>
          <p:nvPr/>
        </p:nvSpPr>
        <p:spPr>
          <a:xfrm>
            <a:off x="12930712" y="3149490"/>
            <a:ext cx="255904" cy="270510"/>
          </a:xfrm>
          <a:custGeom>
            <a:avLst/>
            <a:gdLst/>
            <a:ahLst/>
            <a:cxnLst/>
            <a:rect l="l" t="t" r="r" b="b"/>
            <a:pathLst>
              <a:path w="255905" h="270510">
                <a:moveTo>
                  <a:pt x="255665" y="125859"/>
                </a:moveTo>
                <a:lnTo>
                  <a:pt x="0" y="125859"/>
                </a:lnTo>
                <a:lnTo>
                  <a:pt x="0" y="153487"/>
                </a:lnTo>
                <a:lnTo>
                  <a:pt x="255665" y="153487"/>
                </a:lnTo>
                <a:lnTo>
                  <a:pt x="255665" y="125859"/>
                </a:lnTo>
                <a:close/>
              </a:path>
              <a:path w="255905" h="270510">
                <a:moveTo>
                  <a:pt x="144607" y="101082"/>
                </a:moveTo>
                <a:lnTo>
                  <a:pt x="110401" y="101082"/>
                </a:lnTo>
                <a:lnTo>
                  <a:pt x="110401" y="125859"/>
                </a:lnTo>
                <a:lnTo>
                  <a:pt x="144607" y="125859"/>
                </a:lnTo>
                <a:lnTo>
                  <a:pt x="144607" y="101082"/>
                </a:lnTo>
                <a:close/>
              </a:path>
              <a:path w="255905" h="270510">
                <a:moveTo>
                  <a:pt x="90447" y="27847"/>
                </a:moveTo>
                <a:lnTo>
                  <a:pt x="56241" y="27847"/>
                </a:lnTo>
                <a:lnTo>
                  <a:pt x="56241" y="30149"/>
                </a:lnTo>
                <a:lnTo>
                  <a:pt x="53004" y="43993"/>
                </a:lnTo>
                <a:lnTo>
                  <a:pt x="43414" y="57777"/>
                </a:lnTo>
                <a:lnTo>
                  <a:pt x="27658" y="69833"/>
                </a:lnTo>
                <a:lnTo>
                  <a:pt x="5919" y="78498"/>
                </a:lnTo>
                <a:lnTo>
                  <a:pt x="20501" y="103494"/>
                </a:lnTo>
                <a:lnTo>
                  <a:pt x="39154" y="96580"/>
                </a:lnTo>
                <a:lnTo>
                  <a:pt x="54364" y="86912"/>
                </a:lnTo>
                <a:lnTo>
                  <a:pt x="66182" y="75065"/>
                </a:lnTo>
                <a:lnTo>
                  <a:pt x="74660" y="61614"/>
                </a:lnTo>
                <a:lnTo>
                  <a:pt x="110690" y="61614"/>
                </a:lnTo>
                <a:lnTo>
                  <a:pt x="99972" y="51802"/>
                </a:lnTo>
                <a:lnTo>
                  <a:pt x="92861" y="40348"/>
                </a:lnTo>
                <a:lnTo>
                  <a:pt x="90447" y="29162"/>
                </a:lnTo>
                <a:lnTo>
                  <a:pt x="90447" y="27847"/>
                </a:lnTo>
                <a:close/>
              </a:path>
              <a:path w="255905" h="270510">
                <a:moveTo>
                  <a:pt x="216198" y="61943"/>
                </a:moveTo>
                <a:lnTo>
                  <a:pt x="180128" y="61943"/>
                </a:lnTo>
                <a:lnTo>
                  <a:pt x="188688" y="75404"/>
                </a:lnTo>
                <a:lnTo>
                  <a:pt x="200588" y="87159"/>
                </a:lnTo>
                <a:lnTo>
                  <a:pt x="215880" y="96693"/>
                </a:lnTo>
                <a:lnTo>
                  <a:pt x="234615" y="103494"/>
                </a:lnTo>
                <a:lnTo>
                  <a:pt x="249417" y="78498"/>
                </a:lnTo>
                <a:lnTo>
                  <a:pt x="227322" y="70219"/>
                </a:lnTo>
                <a:lnTo>
                  <a:pt x="216198" y="61943"/>
                </a:lnTo>
                <a:close/>
              </a:path>
              <a:path w="255905" h="270510">
                <a:moveTo>
                  <a:pt x="110690" y="61614"/>
                </a:moveTo>
                <a:lnTo>
                  <a:pt x="74660" y="61614"/>
                </a:lnTo>
                <a:lnTo>
                  <a:pt x="83210" y="73667"/>
                </a:lnTo>
                <a:lnTo>
                  <a:pt x="94792" y="84445"/>
                </a:lnTo>
                <a:lnTo>
                  <a:pt x="109519" y="93373"/>
                </a:lnTo>
                <a:lnTo>
                  <a:pt x="127503" y="99876"/>
                </a:lnTo>
                <a:lnTo>
                  <a:pt x="145485" y="93594"/>
                </a:lnTo>
                <a:lnTo>
                  <a:pt x="160188" y="84815"/>
                </a:lnTo>
                <a:lnTo>
                  <a:pt x="171705" y="74083"/>
                </a:lnTo>
                <a:lnTo>
                  <a:pt x="173739" y="71152"/>
                </a:lnTo>
                <a:lnTo>
                  <a:pt x="127503" y="71152"/>
                </a:lnTo>
                <a:lnTo>
                  <a:pt x="111584" y="62433"/>
                </a:lnTo>
                <a:lnTo>
                  <a:pt x="110690" y="61614"/>
                </a:lnTo>
                <a:close/>
              </a:path>
              <a:path w="255905" h="270510">
                <a:moveTo>
                  <a:pt x="198985" y="27847"/>
                </a:moveTo>
                <a:lnTo>
                  <a:pt x="164121" y="27847"/>
                </a:lnTo>
                <a:lnTo>
                  <a:pt x="164121" y="29162"/>
                </a:lnTo>
                <a:lnTo>
                  <a:pt x="161745" y="40657"/>
                </a:lnTo>
                <a:lnTo>
                  <a:pt x="154734" y="52131"/>
                </a:lnTo>
                <a:lnTo>
                  <a:pt x="143261" y="62618"/>
                </a:lnTo>
                <a:lnTo>
                  <a:pt x="127503" y="71152"/>
                </a:lnTo>
                <a:lnTo>
                  <a:pt x="173739" y="71152"/>
                </a:lnTo>
                <a:lnTo>
                  <a:pt x="180128" y="61943"/>
                </a:lnTo>
                <a:lnTo>
                  <a:pt x="216198" y="61943"/>
                </a:lnTo>
                <a:lnTo>
                  <a:pt x="211538" y="58476"/>
                </a:lnTo>
                <a:lnTo>
                  <a:pt x="202086" y="44657"/>
                </a:lnTo>
                <a:lnTo>
                  <a:pt x="198985" y="30149"/>
                </a:lnTo>
                <a:lnTo>
                  <a:pt x="198985" y="27847"/>
                </a:lnTo>
                <a:close/>
              </a:path>
              <a:path w="255905" h="270510">
                <a:moveTo>
                  <a:pt x="121803" y="0"/>
                </a:moveTo>
                <a:lnTo>
                  <a:pt x="16664" y="0"/>
                </a:lnTo>
                <a:lnTo>
                  <a:pt x="16664" y="27847"/>
                </a:lnTo>
                <a:lnTo>
                  <a:pt x="121803" y="27847"/>
                </a:lnTo>
                <a:lnTo>
                  <a:pt x="121803" y="0"/>
                </a:lnTo>
                <a:close/>
              </a:path>
              <a:path w="255905" h="270510">
                <a:moveTo>
                  <a:pt x="237905" y="0"/>
                </a:moveTo>
                <a:lnTo>
                  <a:pt x="133095" y="0"/>
                </a:lnTo>
                <a:lnTo>
                  <a:pt x="133095" y="27847"/>
                </a:lnTo>
                <a:lnTo>
                  <a:pt x="237905" y="27847"/>
                </a:lnTo>
                <a:lnTo>
                  <a:pt x="237905" y="0"/>
                </a:lnTo>
                <a:close/>
              </a:path>
              <a:path w="255905" h="270510">
                <a:moveTo>
                  <a:pt x="224201" y="178374"/>
                </a:moveTo>
                <a:lnTo>
                  <a:pt x="27736" y="178374"/>
                </a:lnTo>
                <a:lnTo>
                  <a:pt x="27736" y="205892"/>
                </a:lnTo>
                <a:lnTo>
                  <a:pt x="189557" y="205892"/>
                </a:lnTo>
                <a:lnTo>
                  <a:pt x="189557" y="270138"/>
                </a:lnTo>
                <a:lnTo>
                  <a:pt x="224201" y="270138"/>
                </a:lnTo>
                <a:lnTo>
                  <a:pt x="224201" y="17837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13237350" y="3152139"/>
            <a:ext cx="191135" cy="101600"/>
          </a:xfrm>
          <a:custGeom>
            <a:avLst/>
            <a:gdLst/>
            <a:ahLst/>
            <a:cxnLst/>
            <a:rect l="l" t="t" r="r" b="b"/>
            <a:pathLst>
              <a:path w="191134" h="101600">
                <a:moveTo>
                  <a:pt x="190766" y="27178"/>
                </a:moveTo>
                <a:lnTo>
                  <a:pt x="156781" y="27178"/>
                </a:lnTo>
                <a:lnTo>
                  <a:pt x="156781" y="74536"/>
                </a:lnTo>
                <a:lnTo>
                  <a:pt x="190766" y="74536"/>
                </a:lnTo>
                <a:lnTo>
                  <a:pt x="190766" y="27178"/>
                </a:lnTo>
                <a:close/>
              </a:path>
              <a:path w="191134" h="101600">
                <a:moveTo>
                  <a:pt x="190766" y="0"/>
                </a:moveTo>
                <a:lnTo>
                  <a:pt x="0" y="0"/>
                </a:lnTo>
                <a:lnTo>
                  <a:pt x="0" y="26670"/>
                </a:lnTo>
                <a:lnTo>
                  <a:pt x="0" y="74930"/>
                </a:lnTo>
                <a:lnTo>
                  <a:pt x="0" y="101600"/>
                </a:lnTo>
                <a:lnTo>
                  <a:pt x="190766" y="101600"/>
                </a:lnTo>
                <a:lnTo>
                  <a:pt x="190766" y="74930"/>
                </a:lnTo>
                <a:lnTo>
                  <a:pt x="33655" y="74930"/>
                </a:lnTo>
                <a:lnTo>
                  <a:pt x="33655" y="26670"/>
                </a:lnTo>
                <a:lnTo>
                  <a:pt x="190766" y="26670"/>
                </a:lnTo>
                <a:lnTo>
                  <a:pt x="190766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3204902" y="3161232"/>
            <a:ext cx="375285" cy="278765"/>
          </a:xfrm>
          <a:custGeom>
            <a:avLst/>
            <a:gdLst/>
            <a:ahLst/>
            <a:cxnLst/>
            <a:rect l="l" t="t" r="r" b="b"/>
            <a:pathLst>
              <a:path w="375284" h="278764">
                <a:moveTo>
                  <a:pt x="227926" y="224586"/>
                </a:moveTo>
                <a:lnTo>
                  <a:pt x="65455" y="224586"/>
                </a:lnTo>
                <a:lnTo>
                  <a:pt x="65455" y="172516"/>
                </a:lnTo>
                <a:lnTo>
                  <a:pt x="31026" y="172516"/>
                </a:lnTo>
                <a:lnTo>
                  <a:pt x="31026" y="224586"/>
                </a:lnTo>
                <a:lnTo>
                  <a:pt x="31026" y="252526"/>
                </a:lnTo>
                <a:lnTo>
                  <a:pt x="227926" y="252526"/>
                </a:lnTo>
                <a:lnTo>
                  <a:pt x="227926" y="224586"/>
                </a:lnTo>
                <a:close/>
              </a:path>
              <a:path w="375284" h="278764">
                <a:moveTo>
                  <a:pt x="256209" y="118402"/>
                </a:moveTo>
                <a:lnTo>
                  <a:pt x="0" y="118402"/>
                </a:lnTo>
                <a:lnTo>
                  <a:pt x="0" y="146138"/>
                </a:lnTo>
                <a:lnTo>
                  <a:pt x="113906" y="146138"/>
                </a:lnTo>
                <a:lnTo>
                  <a:pt x="113906" y="197332"/>
                </a:lnTo>
                <a:lnTo>
                  <a:pt x="148005" y="197332"/>
                </a:lnTo>
                <a:lnTo>
                  <a:pt x="148005" y="146138"/>
                </a:lnTo>
                <a:lnTo>
                  <a:pt x="256209" y="146138"/>
                </a:lnTo>
                <a:lnTo>
                  <a:pt x="256209" y="118402"/>
                </a:lnTo>
                <a:close/>
              </a:path>
              <a:path w="375284" h="278764">
                <a:moveTo>
                  <a:pt x="374942" y="0"/>
                </a:moveTo>
                <a:lnTo>
                  <a:pt x="337896" y="0"/>
                </a:lnTo>
                <a:lnTo>
                  <a:pt x="318947" y="30543"/>
                </a:lnTo>
                <a:lnTo>
                  <a:pt x="305371" y="63792"/>
                </a:lnTo>
                <a:lnTo>
                  <a:pt x="297205" y="99974"/>
                </a:lnTo>
                <a:lnTo>
                  <a:pt x="294474" y="139344"/>
                </a:lnTo>
                <a:lnTo>
                  <a:pt x="297205" y="178752"/>
                </a:lnTo>
                <a:lnTo>
                  <a:pt x="305371" y="214934"/>
                </a:lnTo>
                <a:lnTo>
                  <a:pt x="318947" y="248158"/>
                </a:lnTo>
                <a:lnTo>
                  <a:pt x="337896" y="278688"/>
                </a:lnTo>
                <a:lnTo>
                  <a:pt x="374942" y="278688"/>
                </a:lnTo>
                <a:lnTo>
                  <a:pt x="359435" y="252018"/>
                </a:lnTo>
                <a:lnTo>
                  <a:pt x="346913" y="217690"/>
                </a:lnTo>
                <a:lnTo>
                  <a:pt x="338531" y="179006"/>
                </a:lnTo>
                <a:lnTo>
                  <a:pt x="335483" y="139344"/>
                </a:lnTo>
                <a:lnTo>
                  <a:pt x="338531" y="99707"/>
                </a:lnTo>
                <a:lnTo>
                  <a:pt x="346913" y="61036"/>
                </a:lnTo>
                <a:lnTo>
                  <a:pt x="359435" y="26670"/>
                </a:lnTo>
                <a:lnTo>
                  <a:pt x="374942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3607910" y="3139439"/>
            <a:ext cx="250825" cy="161290"/>
          </a:xfrm>
          <a:custGeom>
            <a:avLst/>
            <a:gdLst/>
            <a:ahLst/>
            <a:cxnLst/>
            <a:rect l="l" t="t" r="r" b="b"/>
            <a:pathLst>
              <a:path w="250825" h="161289">
                <a:moveTo>
                  <a:pt x="133870" y="14770"/>
                </a:moveTo>
                <a:lnTo>
                  <a:pt x="99441" y="14770"/>
                </a:lnTo>
                <a:lnTo>
                  <a:pt x="99441" y="52070"/>
                </a:lnTo>
                <a:lnTo>
                  <a:pt x="34099" y="52070"/>
                </a:lnTo>
                <a:lnTo>
                  <a:pt x="34099" y="15240"/>
                </a:lnTo>
                <a:lnTo>
                  <a:pt x="0" y="15240"/>
                </a:lnTo>
                <a:lnTo>
                  <a:pt x="0" y="52070"/>
                </a:lnTo>
                <a:lnTo>
                  <a:pt x="0" y="78740"/>
                </a:lnTo>
                <a:lnTo>
                  <a:pt x="0" y="118110"/>
                </a:lnTo>
                <a:lnTo>
                  <a:pt x="0" y="146050"/>
                </a:lnTo>
                <a:lnTo>
                  <a:pt x="133870" y="146050"/>
                </a:lnTo>
                <a:lnTo>
                  <a:pt x="133870" y="118160"/>
                </a:lnTo>
                <a:lnTo>
                  <a:pt x="133870" y="79349"/>
                </a:lnTo>
                <a:lnTo>
                  <a:pt x="99441" y="79349"/>
                </a:lnTo>
                <a:lnTo>
                  <a:pt x="99441" y="118110"/>
                </a:lnTo>
                <a:lnTo>
                  <a:pt x="34099" y="118110"/>
                </a:lnTo>
                <a:lnTo>
                  <a:pt x="34099" y="78740"/>
                </a:lnTo>
                <a:lnTo>
                  <a:pt x="133870" y="78740"/>
                </a:lnTo>
                <a:lnTo>
                  <a:pt x="133870" y="52590"/>
                </a:lnTo>
                <a:lnTo>
                  <a:pt x="133870" y="52070"/>
                </a:lnTo>
                <a:lnTo>
                  <a:pt x="133870" y="14770"/>
                </a:lnTo>
                <a:close/>
              </a:path>
              <a:path w="250825" h="161289">
                <a:moveTo>
                  <a:pt x="250736" y="63500"/>
                </a:moveTo>
                <a:lnTo>
                  <a:pt x="211594" y="63500"/>
                </a:lnTo>
                <a:lnTo>
                  <a:pt x="211594" y="0"/>
                </a:lnTo>
                <a:lnTo>
                  <a:pt x="176949" y="0"/>
                </a:lnTo>
                <a:lnTo>
                  <a:pt x="176949" y="63500"/>
                </a:lnTo>
                <a:lnTo>
                  <a:pt x="176949" y="92710"/>
                </a:lnTo>
                <a:lnTo>
                  <a:pt x="176949" y="161290"/>
                </a:lnTo>
                <a:lnTo>
                  <a:pt x="211594" y="161290"/>
                </a:lnTo>
                <a:lnTo>
                  <a:pt x="211594" y="92710"/>
                </a:lnTo>
                <a:lnTo>
                  <a:pt x="250736" y="92710"/>
                </a:lnTo>
                <a:lnTo>
                  <a:pt x="250736" y="6350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3638505" y="3313429"/>
            <a:ext cx="181610" cy="102870"/>
          </a:xfrm>
          <a:custGeom>
            <a:avLst/>
            <a:gdLst/>
            <a:ahLst/>
            <a:cxnLst/>
            <a:rect l="l" t="t" r="r" b="b"/>
            <a:pathLst>
              <a:path w="181609" h="102870">
                <a:moveTo>
                  <a:pt x="181000" y="0"/>
                </a:moveTo>
                <a:lnTo>
                  <a:pt x="146913" y="0"/>
                </a:lnTo>
                <a:lnTo>
                  <a:pt x="146913" y="27940"/>
                </a:lnTo>
                <a:lnTo>
                  <a:pt x="146913" y="74930"/>
                </a:lnTo>
                <a:lnTo>
                  <a:pt x="33985" y="74930"/>
                </a:lnTo>
                <a:lnTo>
                  <a:pt x="33985" y="27940"/>
                </a:lnTo>
                <a:lnTo>
                  <a:pt x="146913" y="27940"/>
                </a:lnTo>
                <a:lnTo>
                  <a:pt x="146913" y="0"/>
                </a:lnTo>
                <a:lnTo>
                  <a:pt x="0" y="0"/>
                </a:lnTo>
                <a:lnTo>
                  <a:pt x="0" y="27940"/>
                </a:lnTo>
                <a:lnTo>
                  <a:pt x="0" y="74930"/>
                </a:lnTo>
                <a:lnTo>
                  <a:pt x="0" y="102870"/>
                </a:lnTo>
                <a:lnTo>
                  <a:pt x="181000" y="102870"/>
                </a:lnTo>
                <a:lnTo>
                  <a:pt x="181000" y="75069"/>
                </a:lnTo>
                <a:lnTo>
                  <a:pt x="181000" y="74930"/>
                </a:lnTo>
                <a:lnTo>
                  <a:pt x="181000" y="27940"/>
                </a:lnTo>
                <a:lnTo>
                  <a:pt x="181000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3872796" y="3161220"/>
            <a:ext cx="80645" cy="278765"/>
          </a:xfrm>
          <a:custGeom>
            <a:avLst/>
            <a:gdLst/>
            <a:ahLst/>
            <a:cxnLst/>
            <a:rect l="l" t="t" r="r" b="b"/>
            <a:pathLst>
              <a:path w="80644" h="278764">
                <a:moveTo>
                  <a:pt x="37055" y="0"/>
                </a:moveTo>
                <a:lnTo>
                  <a:pt x="0" y="0"/>
                </a:lnTo>
                <a:lnTo>
                  <a:pt x="15509" y="26675"/>
                </a:lnTo>
                <a:lnTo>
                  <a:pt x="28039" y="61038"/>
                </a:lnTo>
                <a:lnTo>
                  <a:pt x="36415" y="99719"/>
                </a:lnTo>
                <a:lnTo>
                  <a:pt x="39468" y="139344"/>
                </a:lnTo>
                <a:lnTo>
                  <a:pt x="36415" y="179017"/>
                </a:lnTo>
                <a:lnTo>
                  <a:pt x="28039" y="217692"/>
                </a:lnTo>
                <a:lnTo>
                  <a:pt x="15509" y="252029"/>
                </a:lnTo>
                <a:lnTo>
                  <a:pt x="0" y="278689"/>
                </a:lnTo>
                <a:lnTo>
                  <a:pt x="37055" y="278689"/>
                </a:lnTo>
                <a:lnTo>
                  <a:pt x="56004" y="248160"/>
                </a:lnTo>
                <a:lnTo>
                  <a:pt x="69576" y="214937"/>
                </a:lnTo>
                <a:lnTo>
                  <a:pt x="77742" y="178754"/>
                </a:lnTo>
                <a:lnTo>
                  <a:pt x="80471" y="139344"/>
                </a:lnTo>
                <a:lnTo>
                  <a:pt x="77742" y="99981"/>
                </a:lnTo>
                <a:lnTo>
                  <a:pt x="69576" y="63793"/>
                </a:lnTo>
                <a:lnTo>
                  <a:pt x="56004" y="30545"/>
                </a:lnTo>
                <a:lnTo>
                  <a:pt x="37055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4" name="object 134"/>
          <p:cNvGrpSpPr/>
          <p:nvPr/>
        </p:nvGrpSpPr>
        <p:grpSpPr>
          <a:xfrm>
            <a:off x="12172174" y="3029449"/>
            <a:ext cx="432434" cy="2586990"/>
            <a:chOff x="12172174" y="3029449"/>
            <a:chExt cx="432434" cy="2586990"/>
          </a:xfrm>
        </p:grpSpPr>
        <p:pic>
          <p:nvPicPr>
            <p:cNvPr id="135" name="object 135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172174" y="3029449"/>
              <a:ext cx="432119" cy="2586945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241512" y="3259226"/>
              <a:ext cx="139718" cy="176639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2402056" y="3259227"/>
              <a:ext cx="133598" cy="175306"/>
            </a:xfrm>
            <a:prstGeom prst="rect">
              <a:avLst/>
            </a:prstGeom>
          </p:spPr>
        </p:pic>
      </p:grpSp>
      <p:grpSp>
        <p:nvGrpSpPr>
          <p:cNvPr id="138" name="object 138"/>
          <p:cNvGrpSpPr/>
          <p:nvPr/>
        </p:nvGrpSpPr>
        <p:grpSpPr>
          <a:xfrm>
            <a:off x="15154011" y="6847568"/>
            <a:ext cx="2175510" cy="113664"/>
            <a:chOff x="15154011" y="6847568"/>
            <a:chExt cx="2175510" cy="113664"/>
          </a:xfrm>
        </p:grpSpPr>
        <p:sp>
          <p:nvSpPr>
            <p:cNvPr id="139" name="object 139"/>
            <p:cNvSpPr/>
            <p:nvPr/>
          </p:nvSpPr>
          <p:spPr>
            <a:xfrm>
              <a:off x="15154011" y="6859628"/>
              <a:ext cx="50165" cy="50800"/>
            </a:xfrm>
            <a:custGeom>
              <a:avLst/>
              <a:gdLst/>
              <a:ahLst/>
              <a:cxnLst/>
              <a:rect l="l" t="t" r="r" b="b"/>
              <a:pathLst>
                <a:path w="50165" h="50800">
                  <a:moveTo>
                    <a:pt x="30698" y="0"/>
                  </a:moveTo>
                  <a:lnTo>
                    <a:pt x="18989" y="0"/>
                  </a:lnTo>
                  <a:lnTo>
                    <a:pt x="20084" y="17059"/>
                  </a:lnTo>
                  <a:lnTo>
                    <a:pt x="5832" y="7498"/>
                  </a:lnTo>
                  <a:lnTo>
                    <a:pt x="0" y="17761"/>
                  </a:lnTo>
                  <a:lnTo>
                    <a:pt x="15393" y="25260"/>
                  </a:lnTo>
                  <a:lnTo>
                    <a:pt x="0" y="32759"/>
                  </a:lnTo>
                  <a:lnTo>
                    <a:pt x="5832" y="43021"/>
                  </a:lnTo>
                  <a:lnTo>
                    <a:pt x="20084" y="33461"/>
                  </a:lnTo>
                  <a:lnTo>
                    <a:pt x="18989" y="50520"/>
                  </a:lnTo>
                  <a:lnTo>
                    <a:pt x="30698" y="50520"/>
                  </a:lnTo>
                  <a:lnTo>
                    <a:pt x="29601" y="33461"/>
                  </a:lnTo>
                  <a:lnTo>
                    <a:pt x="43854" y="43021"/>
                  </a:lnTo>
                  <a:lnTo>
                    <a:pt x="49687" y="32759"/>
                  </a:lnTo>
                  <a:lnTo>
                    <a:pt x="34294" y="25260"/>
                  </a:lnTo>
                  <a:lnTo>
                    <a:pt x="49687" y="17761"/>
                  </a:lnTo>
                  <a:lnTo>
                    <a:pt x="43854" y="7498"/>
                  </a:lnTo>
                  <a:lnTo>
                    <a:pt x="29601" y="17059"/>
                  </a:lnTo>
                  <a:lnTo>
                    <a:pt x="30698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5239347" y="6847918"/>
              <a:ext cx="310234" cy="113232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5593499" y="6847918"/>
              <a:ext cx="92795" cy="112969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15726215" y="6847918"/>
              <a:ext cx="91440" cy="113664"/>
            </a:xfrm>
            <a:custGeom>
              <a:avLst/>
              <a:gdLst/>
              <a:ahLst/>
              <a:cxnLst/>
              <a:rect l="l" t="t" r="r" b="b"/>
              <a:pathLst>
                <a:path w="91440" h="113665">
                  <a:moveTo>
                    <a:pt x="91174" y="0"/>
                  </a:moveTo>
                  <a:lnTo>
                    <a:pt x="75167" y="0"/>
                  </a:lnTo>
                  <a:lnTo>
                    <a:pt x="75167" y="113232"/>
                  </a:lnTo>
                  <a:lnTo>
                    <a:pt x="91174" y="113232"/>
                  </a:lnTo>
                  <a:lnTo>
                    <a:pt x="91174" y="0"/>
                  </a:lnTo>
                  <a:close/>
                </a:path>
                <a:path w="91440" h="113665">
                  <a:moveTo>
                    <a:pt x="29865" y="7981"/>
                  </a:moveTo>
                  <a:lnTo>
                    <a:pt x="17903" y="10804"/>
                  </a:lnTo>
                  <a:lnTo>
                    <a:pt x="8437" y="18857"/>
                  </a:lnTo>
                  <a:lnTo>
                    <a:pt x="2218" y="31514"/>
                  </a:lnTo>
                  <a:lnTo>
                    <a:pt x="0" y="48152"/>
                  </a:lnTo>
                  <a:lnTo>
                    <a:pt x="2218" y="64928"/>
                  </a:lnTo>
                  <a:lnTo>
                    <a:pt x="8437" y="77633"/>
                  </a:lnTo>
                  <a:lnTo>
                    <a:pt x="17903" y="85685"/>
                  </a:lnTo>
                  <a:lnTo>
                    <a:pt x="29865" y="88498"/>
                  </a:lnTo>
                  <a:lnTo>
                    <a:pt x="41702" y="85685"/>
                  </a:lnTo>
                  <a:lnTo>
                    <a:pt x="51113" y="77633"/>
                  </a:lnTo>
                  <a:lnTo>
                    <a:pt x="52814" y="74158"/>
                  </a:lnTo>
                  <a:lnTo>
                    <a:pt x="29865" y="74158"/>
                  </a:lnTo>
                  <a:lnTo>
                    <a:pt x="23877" y="72469"/>
                  </a:lnTo>
                  <a:lnTo>
                    <a:pt x="19263" y="67486"/>
                  </a:lnTo>
                  <a:lnTo>
                    <a:pt x="16310" y="59338"/>
                  </a:lnTo>
                  <a:lnTo>
                    <a:pt x="15306" y="48152"/>
                  </a:lnTo>
                  <a:lnTo>
                    <a:pt x="16310" y="37060"/>
                  </a:lnTo>
                  <a:lnTo>
                    <a:pt x="19263" y="28949"/>
                  </a:lnTo>
                  <a:lnTo>
                    <a:pt x="23877" y="23971"/>
                  </a:lnTo>
                  <a:lnTo>
                    <a:pt x="29865" y="22278"/>
                  </a:lnTo>
                  <a:lnTo>
                    <a:pt x="52794" y="22278"/>
                  </a:lnTo>
                  <a:lnTo>
                    <a:pt x="51113" y="18857"/>
                  </a:lnTo>
                  <a:lnTo>
                    <a:pt x="41702" y="10804"/>
                  </a:lnTo>
                  <a:lnTo>
                    <a:pt x="29865" y="7981"/>
                  </a:lnTo>
                  <a:close/>
                </a:path>
                <a:path w="91440" h="113665">
                  <a:moveTo>
                    <a:pt x="52794" y="22278"/>
                  </a:moveTo>
                  <a:lnTo>
                    <a:pt x="29865" y="22278"/>
                  </a:lnTo>
                  <a:lnTo>
                    <a:pt x="35746" y="23971"/>
                  </a:lnTo>
                  <a:lnTo>
                    <a:pt x="40303" y="28949"/>
                  </a:lnTo>
                  <a:lnTo>
                    <a:pt x="43248" y="37060"/>
                  </a:lnTo>
                  <a:lnTo>
                    <a:pt x="44293" y="48152"/>
                  </a:lnTo>
                  <a:lnTo>
                    <a:pt x="43248" y="59338"/>
                  </a:lnTo>
                  <a:lnTo>
                    <a:pt x="40303" y="67486"/>
                  </a:lnTo>
                  <a:lnTo>
                    <a:pt x="35746" y="72469"/>
                  </a:lnTo>
                  <a:lnTo>
                    <a:pt x="29865" y="74158"/>
                  </a:lnTo>
                  <a:lnTo>
                    <a:pt x="52814" y="74158"/>
                  </a:lnTo>
                  <a:lnTo>
                    <a:pt x="57333" y="64928"/>
                  </a:lnTo>
                  <a:lnTo>
                    <a:pt x="59598" y="48152"/>
                  </a:lnTo>
                  <a:lnTo>
                    <a:pt x="57333" y="31514"/>
                  </a:lnTo>
                  <a:lnTo>
                    <a:pt x="52794" y="2227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5835812" y="6847568"/>
              <a:ext cx="1493647" cy="113583"/>
            </a:xfrm>
            <a:prstGeom prst="rect">
              <a:avLst/>
            </a:prstGeom>
          </p:spPr>
        </p:pic>
      </p:grpSp>
      <p:pic>
        <p:nvPicPr>
          <p:cNvPr id="144" name="object 144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1224138" y="3711264"/>
            <a:ext cx="4922266" cy="2896658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6820127" y="3711264"/>
            <a:ext cx="4922266" cy="2896658"/>
          </a:xfrm>
          <a:prstGeom prst="rect">
            <a:avLst/>
          </a:prstGeom>
        </p:spPr>
      </p:pic>
      <p:pic>
        <p:nvPicPr>
          <p:cNvPr id="146" name="object 146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12416116" y="3711264"/>
            <a:ext cx="4922266" cy="2896658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7534016" y="9537479"/>
            <a:ext cx="72558" cy="193994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17657726" y="9534828"/>
            <a:ext cx="135075" cy="1992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52514" y="6671482"/>
            <a:ext cx="0" cy="1734185"/>
          </a:xfrm>
          <a:custGeom>
            <a:avLst/>
            <a:gdLst/>
            <a:ahLst/>
            <a:cxnLst/>
            <a:rect l="l" t="t" r="r" b="b"/>
            <a:pathLst>
              <a:path h="1734184">
                <a:moveTo>
                  <a:pt x="0" y="0"/>
                </a:moveTo>
                <a:lnTo>
                  <a:pt x="0" y="1734100"/>
                </a:lnTo>
              </a:path>
            </a:pathLst>
          </a:custGeom>
          <a:ln w="28922">
            <a:solidFill>
              <a:srgbClr val="9D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47403" y="6671751"/>
            <a:ext cx="0" cy="1734185"/>
          </a:xfrm>
          <a:custGeom>
            <a:avLst/>
            <a:gdLst/>
            <a:ahLst/>
            <a:cxnLst/>
            <a:rect l="l" t="t" r="r" b="b"/>
            <a:pathLst>
              <a:path h="1734184">
                <a:moveTo>
                  <a:pt x="0" y="0"/>
                </a:moveTo>
                <a:lnTo>
                  <a:pt x="0" y="1734100"/>
                </a:lnTo>
              </a:path>
            </a:pathLst>
          </a:custGeom>
          <a:ln w="28922">
            <a:solidFill>
              <a:srgbClr val="9D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58232" y="6626088"/>
            <a:ext cx="0" cy="913130"/>
          </a:xfrm>
          <a:custGeom>
            <a:avLst/>
            <a:gdLst/>
            <a:ahLst/>
            <a:cxnLst/>
            <a:rect l="l" t="t" r="r" b="b"/>
            <a:pathLst>
              <a:path h="913129">
                <a:moveTo>
                  <a:pt x="0" y="0"/>
                </a:moveTo>
                <a:lnTo>
                  <a:pt x="0" y="912713"/>
                </a:lnTo>
              </a:path>
            </a:pathLst>
          </a:custGeom>
          <a:ln w="28922">
            <a:solidFill>
              <a:srgbClr val="9D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05436" y="6671482"/>
            <a:ext cx="0" cy="1734185"/>
          </a:xfrm>
          <a:custGeom>
            <a:avLst/>
            <a:gdLst/>
            <a:ahLst/>
            <a:cxnLst/>
            <a:rect l="l" t="t" r="r" b="b"/>
            <a:pathLst>
              <a:path h="1734184">
                <a:moveTo>
                  <a:pt x="0" y="0"/>
                </a:moveTo>
                <a:lnTo>
                  <a:pt x="0" y="1734100"/>
                </a:lnTo>
              </a:path>
            </a:pathLst>
          </a:custGeom>
          <a:ln w="28922">
            <a:solidFill>
              <a:srgbClr val="9D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2691" y="4747664"/>
            <a:ext cx="0" cy="1734185"/>
          </a:xfrm>
          <a:custGeom>
            <a:avLst/>
            <a:gdLst/>
            <a:ahLst/>
            <a:cxnLst/>
            <a:rect l="l" t="t" r="r" b="b"/>
            <a:pathLst>
              <a:path h="1734185">
                <a:moveTo>
                  <a:pt x="0" y="0"/>
                </a:moveTo>
                <a:lnTo>
                  <a:pt x="0" y="1734100"/>
                </a:lnTo>
              </a:path>
            </a:pathLst>
          </a:custGeom>
          <a:ln w="28922">
            <a:solidFill>
              <a:srgbClr val="9D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52515" y="4747664"/>
            <a:ext cx="0" cy="1734185"/>
          </a:xfrm>
          <a:custGeom>
            <a:avLst/>
            <a:gdLst/>
            <a:ahLst/>
            <a:cxnLst/>
            <a:rect l="l" t="t" r="r" b="b"/>
            <a:pathLst>
              <a:path h="1734185">
                <a:moveTo>
                  <a:pt x="0" y="0"/>
                </a:moveTo>
                <a:lnTo>
                  <a:pt x="0" y="1734100"/>
                </a:lnTo>
              </a:path>
            </a:pathLst>
          </a:custGeom>
          <a:ln w="28922">
            <a:solidFill>
              <a:srgbClr val="9D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48883" y="4747932"/>
            <a:ext cx="0" cy="1734185"/>
          </a:xfrm>
          <a:custGeom>
            <a:avLst/>
            <a:gdLst/>
            <a:ahLst/>
            <a:cxnLst/>
            <a:rect l="l" t="t" r="r" b="b"/>
            <a:pathLst>
              <a:path h="1734185">
                <a:moveTo>
                  <a:pt x="0" y="0"/>
                </a:moveTo>
                <a:lnTo>
                  <a:pt x="0" y="1734100"/>
                </a:lnTo>
              </a:path>
            </a:pathLst>
          </a:custGeom>
          <a:ln w="28922">
            <a:solidFill>
              <a:srgbClr val="9D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843771" y="4747663"/>
            <a:ext cx="0" cy="1734185"/>
          </a:xfrm>
          <a:custGeom>
            <a:avLst/>
            <a:gdLst/>
            <a:ahLst/>
            <a:cxnLst/>
            <a:rect l="l" t="t" r="r" b="b"/>
            <a:pathLst>
              <a:path h="1734185">
                <a:moveTo>
                  <a:pt x="0" y="0"/>
                </a:moveTo>
                <a:lnTo>
                  <a:pt x="0" y="1734100"/>
                </a:lnTo>
              </a:path>
            </a:pathLst>
          </a:custGeom>
          <a:ln w="28922">
            <a:solidFill>
              <a:srgbClr val="9DD1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122157" y="4288852"/>
            <a:ext cx="8554720" cy="702310"/>
            <a:chOff x="1122157" y="4288852"/>
            <a:chExt cx="8554720" cy="702310"/>
          </a:xfrm>
        </p:grpSpPr>
        <p:sp>
          <p:nvSpPr>
            <p:cNvPr id="11" name="object 11"/>
            <p:cNvSpPr/>
            <p:nvPr/>
          </p:nvSpPr>
          <p:spPr>
            <a:xfrm>
              <a:off x="1421061" y="4636085"/>
              <a:ext cx="8089900" cy="0"/>
            </a:xfrm>
            <a:custGeom>
              <a:avLst/>
              <a:gdLst/>
              <a:ahLst/>
              <a:cxnLst/>
              <a:rect l="l" t="t" r="r" b="b"/>
              <a:pathLst>
                <a:path w="8089900">
                  <a:moveTo>
                    <a:pt x="0" y="0"/>
                  </a:moveTo>
                  <a:lnTo>
                    <a:pt x="8089676" y="0"/>
                  </a:lnTo>
                </a:path>
              </a:pathLst>
            </a:custGeom>
            <a:ln w="28922">
              <a:solidFill>
                <a:srgbClr val="9DD1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2146" y="4288853"/>
              <a:ext cx="8554720" cy="702310"/>
            </a:xfrm>
            <a:custGeom>
              <a:avLst/>
              <a:gdLst/>
              <a:ahLst/>
              <a:cxnLst/>
              <a:rect l="l" t="t" r="r" b="b"/>
              <a:pathLst>
                <a:path w="8554720" h="702310">
                  <a:moveTo>
                    <a:pt x="1701355" y="69824"/>
                  </a:moveTo>
                  <a:lnTo>
                    <a:pt x="1695869" y="42646"/>
                  </a:lnTo>
                  <a:lnTo>
                    <a:pt x="1680908" y="20459"/>
                  </a:lnTo>
                  <a:lnTo>
                    <a:pt x="1658721" y="5499"/>
                  </a:lnTo>
                  <a:lnTo>
                    <a:pt x="1631543" y="12"/>
                  </a:lnTo>
                  <a:lnTo>
                    <a:pt x="69811" y="12"/>
                  </a:lnTo>
                  <a:lnTo>
                    <a:pt x="42646" y="5499"/>
                  </a:lnTo>
                  <a:lnTo>
                    <a:pt x="20447" y="20459"/>
                  </a:lnTo>
                  <a:lnTo>
                    <a:pt x="5486" y="42646"/>
                  </a:lnTo>
                  <a:lnTo>
                    <a:pt x="0" y="69824"/>
                  </a:lnTo>
                  <a:lnTo>
                    <a:pt x="0" y="628319"/>
                  </a:lnTo>
                  <a:lnTo>
                    <a:pt x="5486" y="655497"/>
                  </a:lnTo>
                  <a:lnTo>
                    <a:pt x="20447" y="677697"/>
                  </a:lnTo>
                  <a:lnTo>
                    <a:pt x="42646" y="692658"/>
                  </a:lnTo>
                  <a:lnTo>
                    <a:pt x="69811" y="698144"/>
                  </a:lnTo>
                  <a:lnTo>
                    <a:pt x="1631543" y="698144"/>
                  </a:lnTo>
                  <a:lnTo>
                    <a:pt x="1658721" y="692658"/>
                  </a:lnTo>
                  <a:lnTo>
                    <a:pt x="1680908" y="677697"/>
                  </a:lnTo>
                  <a:lnTo>
                    <a:pt x="1695869" y="655497"/>
                  </a:lnTo>
                  <a:lnTo>
                    <a:pt x="1701355" y="628319"/>
                  </a:lnTo>
                  <a:lnTo>
                    <a:pt x="1701355" y="69824"/>
                  </a:lnTo>
                  <a:close/>
                </a:path>
                <a:path w="8554720" h="702310">
                  <a:moveTo>
                    <a:pt x="3965359" y="70180"/>
                  </a:moveTo>
                  <a:lnTo>
                    <a:pt x="3959847" y="42862"/>
                  </a:lnTo>
                  <a:lnTo>
                    <a:pt x="3944810" y="20561"/>
                  </a:lnTo>
                  <a:lnTo>
                    <a:pt x="3922496" y="5524"/>
                  </a:lnTo>
                  <a:lnTo>
                    <a:pt x="3895191" y="0"/>
                  </a:lnTo>
                  <a:lnTo>
                    <a:pt x="2336609" y="0"/>
                  </a:lnTo>
                  <a:lnTo>
                    <a:pt x="2309291" y="5524"/>
                  </a:lnTo>
                  <a:lnTo>
                    <a:pt x="2286990" y="20561"/>
                  </a:lnTo>
                  <a:lnTo>
                    <a:pt x="2271953" y="42862"/>
                  </a:lnTo>
                  <a:lnTo>
                    <a:pt x="2266442" y="70180"/>
                  </a:lnTo>
                  <a:lnTo>
                    <a:pt x="2266442" y="631571"/>
                  </a:lnTo>
                  <a:lnTo>
                    <a:pt x="2271953" y="658876"/>
                  </a:lnTo>
                  <a:lnTo>
                    <a:pt x="2286990" y="681189"/>
                  </a:lnTo>
                  <a:lnTo>
                    <a:pt x="2309291" y="696226"/>
                  </a:lnTo>
                  <a:lnTo>
                    <a:pt x="2336609" y="701738"/>
                  </a:lnTo>
                  <a:lnTo>
                    <a:pt x="3895191" y="701738"/>
                  </a:lnTo>
                  <a:lnTo>
                    <a:pt x="3922496" y="696226"/>
                  </a:lnTo>
                  <a:lnTo>
                    <a:pt x="3944810" y="681189"/>
                  </a:lnTo>
                  <a:lnTo>
                    <a:pt x="3959847" y="658876"/>
                  </a:lnTo>
                  <a:lnTo>
                    <a:pt x="3965359" y="631571"/>
                  </a:lnTo>
                  <a:lnTo>
                    <a:pt x="3965359" y="70180"/>
                  </a:lnTo>
                  <a:close/>
                </a:path>
                <a:path w="8554720" h="702310">
                  <a:moveTo>
                    <a:pt x="6253023" y="69824"/>
                  </a:moveTo>
                  <a:lnTo>
                    <a:pt x="6247536" y="42646"/>
                  </a:lnTo>
                  <a:lnTo>
                    <a:pt x="6232576" y="20459"/>
                  </a:lnTo>
                  <a:lnTo>
                    <a:pt x="6210389" y="5499"/>
                  </a:lnTo>
                  <a:lnTo>
                    <a:pt x="6183211" y="12"/>
                  </a:lnTo>
                  <a:lnTo>
                    <a:pt x="4623917" y="12"/>
                  </a:lnTo>
                  <a:lnTo>
                    <a:pt x="4596739" y="5499"/>
                  </a:lnTo>
                  <a:lnTo>
                    <a:pt x="4574552" y="20459"/>
                  </a:lnTo>
                  <a:lnTo>
                    <a:pt x="4559592" y="42646"/>
                  </a:lnTo>
                  <a:lnTo>
                    <a:pt x="4554105" y="69824"/>
                  </a:lnTo>
                  <a:lnTo>
                    <a:pt x="4554105" y="628319"/>
                  </a:lnTo>
                  <a:lnTo>
                    <a:pt x="4559592" y="655497"/>
                  </a:lnTo>
                  <a:lnTo>
                    <a:pt x="4574552" y="677697"/>
                  </a:lnTo>
                  <a:lnTo>
                    <a:pt x="4596739" y="692658"/>
                  </a:lnTo>
                  <a:lnTo>
                    <a:pt x="4623917" y="698144"/>
                  </a:lnTo>
                  <a:lnTo>
                    <a:pt x="6183211" y="698144"/>
                  </a:lnTo>
                  <a:lnTo>
                    <a:pt x="6210389" y="692658"/>
                  </a:lnTo>
                  <a:lnTo>
                    <a:pt x="6232576" y="677697"/>
                  </a:lnTo>
                  <a:lnTo>
                    <a:pt x="6247536" y="655497"/>
                  </a:lnTo>
                  <a:lnTo>
                    <a:pt x="6253023" y="628319"/>
                  </a:lnTo>
                  <a:lnTo>
                    <a:pt x="6253023" y="69824"/>
                  </a:lnTo>
                  <a:close/>
                </a:path>
                <a:path w="8554720" h="702310">
                  <a:moveTo>
                    <a:pt x="8554364" y="69824"/>
                  </a:moveTo>
                  <a:lnTo>
                    <a:pt x="8548878" y="42646"/>
                  </a:lnTo>
                  <a:lnTo>
                    <a:pt x="8533917" y="20459"/>
                  </a:lnTo>
                  <a:lnTo>
                    <a:pt x="8511718" y="5499"/>
                  </a:lnTo>
                  <a:lnTo>
                    <a:pt x="8484552" y="12"/>
                  </a:lnTo>
                  <a:lnTo>
                    <a:pt x="6925246" y="12"/>
                  </a:lnTo>
                  <a:lnTo>
                    <a:pt x="6898081" y="5499"/>
                  </a:lnTo>
                  <a:lnTo>
                    <a:pt x="6875881" y="20459"/>
                  </a:lnTo>
                  <a:lnTo>
                    <a:pt x="6860921" y="42646"/>
                  </a:lnTo>
                  <a:lnTo>
                    <a:pt x="6855434" y="69824"/>
                  </a:lnTo>
                  <a:lnTo>
                    <a:pt x="6855434" y="628319"/>
                  </a:lnTo>
                  <a:lnTo>
                    <a:pt x="6860921" y="655497"/>
                  </a:lnTo>
                  <a:lnTo>
                    <a:pt x="6875881" y="677697"/>
                  </a:lnTo>
                  <a:lnTo>
                    <a:pt x="6898081" y="692658"/>
                  </a:lnTo>
                  <a:lnTo>
                    <a:pt x="6925246" y="698144"/>
                  </a:lnTo>
                  <a:lnTo>
                    <a:pt x="8484552" y="698144"/>
                  </a:lnTo>
                  <a:lnTo>
                    <a:pt x="8511718" y="692658"/>
                  </a:lnTo>
                  <a:lnTo>
                    <a:pt x="8533917" y="677697"/>
                  </a:lnTo>
                  <a:lnTo>
                    <a:pt x="8548878" y="655497"/>
                  </a:lnTo>
                  <a:lnTo>
                    <a:pt x="8554364" y="628319"/>
                  </a:lnTo>
                  <a:lnTo>
                    <a:pt x="8554364" y="69824"/>
                  </a:lnTo>
                  <a:close/>
                </a:path>
              </a:pathLst>
            </a:custGeom>
            <a:solidFill>
              <a:srgbClr val="EFF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462577" y="3305276"/>
            <a:ext cx="409575" cy="486409"/>
          </a:xfrm>
          <a:custGeom>
            <a:avLst/>
            <a:gdLst/>
            <a:ahLst/>
            <a:cxnLst/>
            <a:rect l="l" t="t" r="r" b="b"/>
            <a:pathLst>
              <a:path w="409575" h="486410">
                <a:moveTo>
                  <a:pt x="407646" y="219736"/>
                </a:moveTo>
                <a:lnTo>
                  <a:pt x="347804" y="219736"/>
                </a:lnTo>
                <a:lnTo>
                  <a:pt x="347804" y="298635"/>
                </a:lnTo>
                <a:lnTo>
                  <a:pt x="407646" y="298635"/>
                </a:lnTo>
                <a:lnTo>
                  <a:pt x="407646" y="219736"/>
                </a:lnTo>
                <a:close/>
              </a:path>
              <a:path w="409575" h="486410">
                <a:moveTo>
                  <a:pt x="113393" y="82139"/>
                </a:moveTo>
                <a:lnTo>
                  <a:pt x="55267" y="82139"/>
                </a:lnTo>
                <a:lnTo>
                  <a:pt x="55267" y="227169"/>
                </a:lnTo>
                <a:lnTo>
                  <a:pt x="0" y="227550"/>
                </a:lnTo>
                <a:lnTo>
                  <a:pt x="6670" y="276719"/>
                </a:lnTo>
                <a:lnTo>
                  <a:pt x="56461" y="276401"/>
                </a:lnTo>
                <a:lnTo>
                  <a:pt x="111311" y="275085"/>
                </a:lnTo>
                <a:lnTo>
                  <a:pt x="169051" y="272232"/>
                </a:lnTo>
                <a:lnTo>
                  <a:pt x="227515" y="267303"/>
                </a:lnTo>
                <a:lnTo>
                  <a:pt x="284532" y="259757"/>
                </a:lnTo>
                <a:lnTo>
                  <a:pt x="282616" y="226216"/>
                </a:lnTo>
                <a:lnTo>
                  <a:pt x="113393" y="226216"/>
                </a:lnTo>
                <a:lnTo>
                  <a:pt x="113393" y="82139"/>
                </a:lnTo>
                <a:close/>
              </a:path>
              <a:path w="409575" h="486410">
                <a:moveTo>
                  <a:pt x="228502" y="82139"/>
                </a:moveTo>
                <a:lnTo>
                  <a:pt x="171138" y="82139"/>
                </a:lnTo>
                <a:lnTo>
                  <a:pt x="171138" y="224120"/>
                </a:lnTo>
                <a:lnTo>
                  <a:pt x="156595" y="224769"/>
                </a:lnTo>
                <a:lnTo>
                  <a:pt x="113393" y="226216"/>
                </a:lnTo>
                <a:lnTo>
                  <a:pt x="282616" y="226216"/>
                </a:lnTo>
                <a:lnTo>
                  <a:pt x="282289" y="220498"/>
                </a:lnTo>
                <a:lnTo>
                  <a:pt x="228502" y="220498"/>
                </a:lnTo>
                <a:lnTo>
                  <a:pt x="228502" y="82139"/>
                </a:lnTo>
                <a:close/>
              </a:path>
              <a:path w="409575" h="486410">
                <a:moveTo>
                  <a:pt x="407646" y="0"/>
                </a:moveTo>
                <a:lnTo>
                  <a:pt x="347804" y="0"/>
                </a:lnTo>
                <a:lnTo>
                  <a:pt x="347804" y="81948"/>
                </a:lnTo>
                <a:lnTo>
                  <a:pt x="280721" y="81948"/>
                </a:lnTo>
                <a:lnTo>
                  <a:pt x="280721" y="129593"/>
                </a:lnTo>
                <a:lnTo>
                  <a:pt x="347804" y="129593"/>
                </a:lnTo>
                <a:lnTo>
                  <a:pt x="347804" y="171711"/>
                </a:lnTo>
                <a:lnTo>
                  <a:pt x="280721" y="171711"/>
                </a:lnTo>
                <a:lnTo>
                  <a:pt x="280721" y="215543"/>
                </a:lnTo>
                <a:lnTo>
                  <a:pt x="268006" y="216934"/>
                </a:lnTo>
                <a:lnTo>
                  <a:pt x="241861" y="219429"/>
                </a:lnTo>
                <a:lnTo>
                  <a:pt x="228502" y="220498"/>
                </a:lnTo>
                <a:lnTo>
                  <a:pt x="282289" y="220498"/>
                </a:lnTo>
                <a:lnTo>
                  <a:pt x="282246" y="219736"/>
                </a:lnTo>
                <a:lnTo>
                  <a:pt x="407646" y="219736"/>
                </a:lnTo>
                <a:lnTo>
                  <a:pt x="407646" y="0"/>
                </a:lnTo>
                <a:close/>
              </a:path>
              <a:path w="409575" h="486410">
                <a:moveTo>
                  <a:pt x="271573" y="33732"/>
                </a:moveTo>
                <a:lnTo>
                  <a:pt x="12768" y="33732"/>
                </a:lnTo>
                <a:lnTo>
                  <a:pt x="12768" y="82139"/>
                </a:lnTo>
                <a:lnTo>
                  <a:pt x="271573" y="82139"/>
                </a:lnTo>
                <a:lnTo>
                  <a:pt x="271573" y="33732"/>
                </a:lnTo>
                <a:close/>
              </a:path>
              <a:path w="409575" h="486410">
                <a:moveTo>
                  <a:pt x="242796" y="306830"/>
                </a:moveTo>
                <a:lnTo>
                  <a:pt x="185796" y="310773"/>
                </a:lnTo>
                <a:lnTo>
                  <a:pt x="139673" y="322134"/>
                </a:lnTo>
                <a:lnTo>
                  <a:pt x="105470" y="340558"/>
                </a:lnTo>
                <a:lnTo>
                  <a:pt x="76993" y="397164"/>
                </a:lnTo>
                <a:lnTo>
                  <a:pt x="84229" y="427974"/>
                </a:lnTo>
                <a:lnTo>
                  <a:pt x="105470" y="452819"/>
                </a:lnTo>
                <a:lnTo>
                  <a:pt x="139673" y="471179"/>
                </a:lnTo>
                <a:lnTo>
                  <a:pt x="185796" y="482531"/>
                </a:lnTo>
                <a:lnTo>
                  <a:pt x="242796" y="486355"/>
                </a:lnTo>
                <a:lnTo>
                  <a:pt x="299963" y="482531"/>
                </a:lnTo>
                <a:lnTo>
                  <a:pt x="346162" y="471179"/>
                </a:lnTo>
                <a:lnTo>
                  <a:pt x="380396" y="452819"/>
                </a:lnTo>
                <a:lnTo>
                  <a:pt x="391171" y="440235"/>
                </a:lnTo>
                <a:lnTo>
                  <a:pt x="242796" y="440235"/>
                </a:lnTo>
                <a:lnTo>
                  <a:pt x="197373" y="437472"/>
                </a:lnTo>
                <a:lnTo>
                  <a:pt x="163992" y="429277"/>
                </a:lnTo>
                <a:lnTo>
                  <a:pt x="143475" y="415793"/>
                </a:lnTo>
                <a:lnTo>
                  <a:pt x="136644" y="397164"/>
                </a:lnTo>
                <a:lnTo>
                  <a:pt x="143475" y="377955"/>
                </a:lnTo>
                <a:lnTo>
                  <a:pt x="163992" y="364123"/>
                </a:lnTo>
                <a:lnTo>
                  <a:pt x="197373" y="355758"/>
                </a:lnTo>
                <a:lnTo>
                  <a:pt x="242796" y="352950"/>
                </a:lnTo>
                <a:lnTo>
                  <a:pt x="390886" y="352950"/>
                </a:lnTo>
                <a:lnTo>
                  <a:pt x="380396" y="340558"/>
                </a:lnTo>
                <a:lnTo>
                  <a:pt x="346162" y="322134"/>
                </a:lnTo>
                <a:lnTo>
                  <a:pt x="299963" y="310773"/>
                </a:lnTo>
                <a:lnTo>
                  <a:pt x="242796" y="306830"/>
                </a:lnTo>
                <a:close/>
              </a:path>
              <a:path w="409575" h="486410">
                <a:moveTo>
                  <a:pt x="390886" y="352950"/>
                </a:moveTo>
                <a:lnTo>
                  <a:pt x="242796" y="352950"/>
                </a:lnTo>
                <a:lnTo>
                  <a:pt x="288308" y="355758"/>
                </a:lnTo>
                <a:lnTo>
                  <a:pt x="321743" y="364123"/>
                </a:lnTo>
                <a:lnTo>
                  <a:pt x="342385" y="377955"/>
                </a:lnTo>
                <a:lnTo>
                  <a:pt x="349519" y="397164"/>
                </a:lnTo>
                <a:lnTo>
                  <a:pt x="342385" y="415793"/>
                </a:lnTo>
                <a:lnTo>
                  <a:pt x="321743" y="429277"/>
                </a:lnTo>
                <a:lnTo>
                  <a:pt x="288308" y="437472"/>
                </a:lnTo>
                <a:lnTo>
                  <a:pt x="242796" y="440235"/>
                </a:lnTo>
                <a:lnTo>
                  <a:pt x="391171" y="440235"/>
                </a:lnTo>
                <a:lnTo>
                  <a:pt x="401668" y="427974"/>
                </a:lnTo>
                <a:lnTo>
                  <a:pt x="408980" y="397164"/>
                </a:lnTo>
                <a:lnTo>
                  <a:pt x="401668" y="365687"/>
                </a:lnTo>
                <a:lnTo>
                  <a:pt x="390886" y="352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36921" y="3305288"/>
            <a:ext cx="885190" cy="487045"/>
          </a:xfrm>
          <a:custGeom>
            <a:avLst/>
            <a:gdLst/>
            <a:ahLst/>
            <a:cxnLst/>
            <a:rect l="l" t="t" r="r" b="b"/>
            <a:pathLst>
              <a:path w="885189" h="487045">
                <a:moveTo>
                  <a:pt x="255371" y="50495"/>
                </a:moveTo>
                <a:lnTo>
                  <a:pt x="25920" y="50495"/>
                </a:lnTo>
                <a:lnTo>
                  <a:pt x="25920" y="99860"/>
                </a:lnTo>
                <a:lnTo>
                  <a:pt x="194386" y="99860"/>
                </a:lnTo>
                <a:lnTo>
                  <a:pt x="186118" y="145681"/>
                </a:lnTo>
                <a:lnTo>
                  <a:pt x="171424" y="188137"/>
                </a:lnTo>
                <a:lnTo>
                  <a:pt x="150241" y="227317"/>
                </a:lnTo>
                <a:lnTo>
                  <a:pt x="122555" y="263296"/>
                </a:lnTo>
                <a:lnTo>
                  <a:pt x="88303" y="296164"/>
                </a:lnTo>
                <a:lnTo>
                  <a:pt x="47472" y="326021"/>
                </a:lnTo>
                <a:lnTo>
                  <a:pt x="0" y="352945"/>
                </a:lnTo>
                <a:lnTo>
                  <a:pt x="33731" y="399059"/>
                </a:lnTo>
                <a:lnTo>
                  <a:pt x="83985" y="370840"/>
                </a:lnTo>
                <a:lnTo>
                  <a:pt x="126987" y="339445"/>
                </a:lnTo>
                <a:lnTo>
                  <a:pt x="163106" y="305092"/>
                </a:lnTo>
                <a:lnTo>
                  <a:pt x="192697" y="268046"/>
                </a:lnTo>
                <a:lnTo>
                  <a:pt x="216115" y="228523"/>
                </a:lnTo>
                <a:lnTo>
                  <a:pt x="233743" y="186778"/>
                </a:lnTo>
                <a:lnTo>
                  <a:pt x="245910" y="143027"/>
                </a:lnTo>
                <a:lnTo>
                  <a:pt x="253009" y="97523"/>
                </a:lnTo>
                <a:lnTo>
                  <a:pt x="255371" y="50495"/>
                </a:lnTo>
                <a:close/>
              </a:path>
              <a:path w="885189" h="487045">
                <a:moveTo>
                  <a:pt x="456247" y="190195"/>
                </a:moveTo>
                <a:lnTo>
                  <a:pt x="384009" y="190195"/>
                </a:lnTo>
                <a:lnTo>
                  <a:pt x="384009" y="0"/>
                </a:lnTo>
                <a:lnTo>
                  <a:pt x="323977" y="0"/>
                </a:lnTo>
                <a:lnTo>
                  <a:pt x="323977" y="485965"/>
                </a:lnTo>
                <a:lnTo>
                  <a:pt x="384009" y="485965"/>
                </a:lnTo>
                <a:lnTo>
                  <a:pt x="384009" y="239928"/>
                </a:lnTo>
                <a:lnTo>
                  <a:pt x="456247" y="239928"/>
                </a:lnTo>
                <a:lnTo>
                  <a:pt x="456247" y="190195"/>
                </a:lnTo>
                <a:close/>
              </a:path>
              <a:path w="885189" h="487045">
                <a:moveTo>
                  <a:pt x="788797" y="335026"/>
                </a:moveTo>
                <a:lnTo>
                  <a:pt x="745705" y="309651"/>
                </a:lnTo>
                <a:lnTo>
                  <a:pt x="710895" y="274624"/>
                </a:lnTo>
                <a:lnTo>
                  <a:pt x="692289" y="244309"/>
                </a:lnTo>
                <a:lnTo>
                  <a:pt x="685101" y="232600"/>
                </a:lnTo>
                <a:lnTo>
                  <a:pt x="669099" y="186232"/>
                </a:lnTo>
                <a:lnTo>
                  <a:pt x="663587" y="138163"/>
                </a:lnTo>
                <a:lnTo>
                  <a:pt x="663587" y="97193"/>
                </a:lnTo>
                <a:lnTo>
                  <a:pt x="769937" y="97193"/>
                </a:lnTo>
                <a:lnTo>
                  <a:pt x="769937" y="48018"/>
                </a:lnTo>
                <a:lnTo>
                  <a:pt x="495312" y="48018"/>
                </a:lnTo>
                <a:lnTo>
                  <a:pt x="495312" y="97193"/>
                </a:lnTo>
                <a:lnTo>
                  <a:pt x="602602" y="97193"/>
                </a:lnTo>
                <a:lnTo>
                  <a:pt x="602602" y="138163"/>
                </a:lnTo>
                <a:lnTo>
                  <a:pt x="596823" y="188429"/>
                </a:lnTo>
                <a:lnTo>
                  <a:pt x="580542" y="237490"/>
                </a:lnTo>
                <a:lnTo>
                  <a:pt x="554621" y="282333"/>
                </a:lnTo>
                <a:lnTo>
                  <a:pt x="519950" y="319925"/>
                </a:lnTo>
                <a:lnTo>
                  <a:pt x="477393" y="347230"/>
                </a:lnTo>
                <a:lnTo>
                  <a:pt x="511886" y="394487"/>
                </a:lnTo>
                <a:lnTo>
                  <a:pt x="551967" y="369011"/>
                </a:lnTo>
                <a:lnTo>
                  <a:pt x="586054" y="334340"/>
                </a:lnTo>
                <a:lnTo>
                  <a:pt x="613600" y="292188"/>
                </a:lnTo>
                <a:lnTo>
                  <a:pt x="634047" y="244309"/>
                </a:lnTo>
                <a:lnTo>
                  <a:pt x="654456" y="288493"/>
                </a:lnTo>
                <a:lnTo>
                  <a:pt x="681913" y="327164"/>
                </a:lnTo>
                <a:lnTo>
                  <a:pt x="715975" y="358914"/>
                </a:lnTo>
                <a:lnTo>
                  <a:pt x="756208" y="382295"/>
                </a:lnTo>
                <a:lnTo>
                  <a:pt x="788797" y="335026"/>
                </a:lnTo>
                <a:close/>
              </a:path>
              <a:path w="885189" h="487045">
                <a:moveTo>
                  <a:pt x="885037" y="0"/>
                </a:moveTo>
                <a:lnTo>
                  <a:pt x="824623" y="0"/>
                </a:lnTo>
                <a:lnTo>
                  <a:pt x="824623" y="486727"/>
                </a:lnTo>
                <a:lnTo>
                  <a:pt x="885037" y="486727"/>
                </a:lnTo>
                <a:lnTo>
                  <a:pt x="8850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893819" y="3346441"/>
          <a:ext cx="445770" cy="340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2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083" y="4529170"/>
            <a:ext cx="427165" cy="22843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4049191" y="4529170"/>
            <a:ext cx="425450" cy="229235"/>
            <a:chOff x="4049191" y="4529170"/>
            <a:chExt cx="425450" cy="22923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9191" y="4529170"/>
              <a:ext cx="190822" cy="22905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9186" y="4529170"/>
              <a:ext cx="215307" cy="228436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6115380" y="4529175"/>
            <a:ext cx="833119" cy="229235"/>
          </a:xfrm>
          <a:custGeom>
            <a:avLst/>
            <a:gdLst/>
            <a:ahLst/>
            <a:cxnLst/>
            <a:rect l="l" t="t" r="r" b="b"/>
            <a:pathLst>
              <a:path w="833120" h="229235">
                <a:moveTo>
                  <a:pt x="124917" y="68224"/>
                </a:moveTo>
                <a:lnTo>
                  <a:pt x="120065" y="45897"/>
                </a:lnTo>
                <a:lnTo>
                  <a:pt x="115620" y="39916"/>
                </a:lnTo>
                <a:lnTo>
                  <a:pt x="106934" y="28270"/>
                </a:lnTo>
                <a:lnTo>
                  <a:pt x="93687" y="20523"/>
                </a:lnTo>
                <a:lnTo>
                  <a:pt x="93687" y="68224"/>
                </a:lnTo>
                <a:lnTo>
                  <a:pt x="91249" y="80429"/>
                </a:lnTo>
                <a:lnTo>
                  <a:pt x="84670" y="89484"/>
                </a:lnTo>
                <a:lnTo>
                  <a:pt x="74815" y="95084"/>
                </a:lnTo>
                <a:lnTo>
                  <a:pt x="62547" y="96964"/>
                </a:lnTo>
                <a:lnTo>
                  <a:pt x="50088" y="95084"/>
                </a:lnTo>
                <a:lnTo>
                  <a:pt x="40144" y="89484"/>
                </a:lnTo>
                <a:lnTo>
                  <a:pt x="33604" y="80429"/>
                </a:lnTo>
                <a:lnTo>
                  <a:pt x="31318" y="68224"/>
                </a:lnTo>
                <a:lnTo>
                  <a:pt x="33604" y="56286"/>
                </a:lnTo>
                <a:lnTo>
                  <a:pt x="40144" y="47421"/>
                </a:lnTo>
                <a:lnTo>
                  <a:pt x="50088" y="41871"/>
                </a:lnTo>
                <a:lnTo>
                  <a:pt x="62547" y="39916"/>
                </a:lnTo>
                <a:lnTo>
                  <a:pt x="74853" y="41871"/>
                </a:lnTo>
                <a:lnTo>
                  <a:pt x="84709" y="47421"/>
                </a:lnTo>
                <a:lnTo>
                  <a:pt x="91262" y="56286"/>
                </a:lnTo>
                <a:lnTo>
                  <a:pt x="93687" y="68224"/>
                </a:lnTo>
                <a:lnTo>
                  <a:pt x="93687" y="20523"/>
                </a:lnTo>
                <a:lnTo>
                  <a:pt x="87198" y="16713"/>
                </a:lnTo>
                <a:lnTo>
                  <a:pt x="62547" y="12598"/>
                </a:lnTo>
                <a:lnTo>
                  <a:pt x="37706" y="16713"/>
                </a:lnTo>
                <a:lnTo>
                  <a:pt x="17830" y="28270"/>
                </a:lnTo>
                <a:lnTo>
                  <a:pt x="4686" y="45897"/>
                </a:lnTo>
                <a:lnTo>
                  <a:pt x="0" y="68224"/>
                </a:lnTo>
                <a:lnTo>
                  <a:pt x="4686" y="90817"/>
                </a:lnTo>
                <a:lnTo>
                  <a:pt x="17830" y="108521"/>
                </a:lnTo>
                <a:lnTo>
                  <a:pt x="37706" y="120065"/>
                </a:lnTo>
                <a:lnTo>
                  <a:pt x="62547" y="124193"/>
                </a:lnTo>
                <a:lnTo>
                  <a:pt x="87198" y="120065"/>
                </a:lnTo>
                <a:lnTo>
                  <a:pt x="106934" y="108521"/>
                </a:lnTo>
                <a:lnTo>
                  <a:pt x="115506" y="96964"/>
                </a:lnTo>
                <a:lnTo>
                  <a:pt x="120065" y="90817"/>
                </a:lnTo>
                <a:lnTo>
                  <a:pt x="124917" y="68224"/>
                </a:lnTo>
                <a:close/>
              </a:path>
              <a:path w="833120" h="229235">
                <a:moveTo>
                  <a:pt x="179565" y="143268"/>
                </a:moveTo>
                <a:lnTo>
                  <a:pt x="25819" y="143268"/>
                </a:lnTo>
                <a:lnTo>
                  <a:pt x="25819" y="169087"/>
                </a:lnTo>
                <a:lnTo>
                  <a:pt x="147447" y="169087"/>
                </a:lnTo>
                <a:lnTo>
                  <a:pt x="147447" y="228701"/>
                </a:lnTo>
                <a:lnTo>
                  <a:pt x="179565" y="228701"/>
                </a:lnTo>
                <a:lnTo>
                  <a:pt x="179565" y="143268"/>
                </a:lnTo>
                <a:close/>
              </a:path>
              <a:path w="833120" h="229235">
                <a:moveTo>
                  <a:pt x="210261" y="53848"/>
                </a:moveTo>
                <a:lnTo>
                  <a:pt x="179565" y="53848"/>
                </a:lnTo>
                <a:lnTo>
                  <a:pt x="179565" y="0"/>
                </a:lnTo>
                <a:lnTo>
                  <a:pt x="147447" y="0"/>
                </a:lnTo>
                <a:lnTo>
                  <a:pt x="147447" y="133604"/>
                </a:lnTo>
                <a:lnTo>
                  <a:pt x="179565" y="133604"/>
                </a:lnTo>
                <a:lnTo>
                  <a:pt x="179565" y="79933"/>
                </a:lnTo>
                <a:lnTo>
                  <a:pt x="210261" y="79933"/>
                </a:lnTo>
                <a:lnTo>
                  <a:pt x="210261" y="53848"/>
                </a:lnTo>
                <a:close/>
              </a:path>
              <a:path w="833120" h="229235">
                <a:moveTo>
                  <a:pt x="327545" y="152768"/>
                </a:moveTo>
                <a:lnTo>
                  <a:pt x="307835" y="134632"/>
                </a:lnTo>
                <a:lnTo>
                  <a:pt x="301155" y="122605"/>
                </a:lnTo>
                <a:lnTo>
                  <a:pt x="294995" y="111518"/>
                </a:lnTo>
                <a:lnTo>
                  <a:pt x="288036" y="85242"/>
                </a:lnTo>
                <a:lnTo>
                  <a:pt x="286054" y="59080"/>
                </a:lnTo>
                <a:lnTo>
                  <a:pt x="285940" y="19697"/>
                </a:lnTo>
                <a:lnTo>
                  <a:pt x="254889" y="19697"/>
                </a:lnTo>
                <a:lnTo>
                  <a:pt x="254889" y="59080"/>
                </a:lnTo>
                <a:lnTo>
                  <a:pt x="252412" y="88049"/>
                </a:lnTo>
                <a:lnTo>
                  <a:pt x="244411" y="115633"/>
                </a:lnTo>
                <a:lnTo>
                  <a:pt x="230073" y="139903"/>
                </a:lnTo>
                <a:lnTo>
                  <a:pt x="208584" y="158889"/>
                </a:lnTo>
                <a:lnTo>
                  <a:pt x="228092" y="182664"/>
                </a:lnTo>
                <a:lnTo>
                  <a:pt x="242316" y="171589"/>
                </a:lnTo>
                <a:lnTo>
                  <a:pt x="254063" y="157594"/>
                </a:lnTo>
                <a:lnTo>
                  <a:pt x="263448" y="141109"/>
                </a:lnTo>
                <a:lnTo>
                  <a:pt x="270586" y="122605"/>
                </a:lnTo>
                <a:lnTo>
                  <a:pt x="277063" y="139344"/>
                </a:lnTo>
                <a:lnTo>
                  <a:pt x="285673" y="154305"/>
                </a:lnTo>
                <a:lnTo>
                  <a:pt x="296608" y="167132"/>
                </a:lnTo>
                <a:lnTo>
                  <a:pt x="310070" y="177431"/>
                </a:lnTo>
                <a:lnTo>
                  <a:pt x="327545" y="152768"/>
                </a:lnTo>
                <a:close/>
              </a:path>
              <a:path w="833120" h="229235">
                <a:moveTo>
                  <a:pt x="362940" y="3556"/>
                </a:moveTo>
                <a:lnTo>
                  <a:pt x="332955" y="3556"/>
                </a:lnTo>
                <a:lnTo>
                  <a:pt x="332955" y="77177"/>
                </a:lnTo>
                <a:lnTo>
                  <a:pt x="303415" y="77177"/>
                </a:lnTo>
                <a:lnTo>
                  <a:pt x="303415" y="103263"/>
                </a:lnTo>
                <a:lnTo>
                  <a:pt x="332955" y="103263"/>
                </a:lnTo>
                <a:lnTo>
                  <a:pt x="332955" y="217970"/>
                </a:lnTo>
                <a:lnTo>
                  <a:pt x="362940" y="217970"/>
                </a:lnTo>
                <a:lnTo>
                  <a:pt x="362940" y="3556"/>
                </a:lnTo>
                <a:close/>
              </a:path>
              <a:path w="833120" h="229235">
                <a:moveTo>
                  <a:pt x="410667" y="0"/>
                </a:moveTo>
                <a:lnTo>
                  <a:pt x="380060" y="0"/>
                </a:lnTo>
                <a:lnTo>
                  <a:pt x="380060" y="228523"/>
                </a:lnTo>
                <a:lnTo>
                  <a:pt x="410667" y="228523"/>
                </a:lnTo>
                <a:lnTo>
                  <a:pt x="410667" y="0"/>
                </a:lnTo>
                <a:close/>
              </a:path>
              <a:path w="833120" h="229235">
                <a:moveTo>
                  <a:pt x="565213" y="151701"/>
                </a:moveTo>
                <a:lnTo>
                  <a:pt x="527697" y="115062"/>
                </a:lnTo>
                <a:lnTo>
                  <a:pt x="511276" y="51816"/>
                </a:lnTo>
                <a:lnTo>
                  <a:pt x="511276" y="17653"/>
                </a:lnTo>
                <a:lnTo>
                  <a:pt x="479259" y="17653"/>
                </a:lnTo>
                <a:lnTo>
                  <a:pt x="479259" y="51816"/>
                </a:lnTo>
                <a:lnTo>
                  <a:pt x="475742" y="83426"/>
                </a:lnTo>
                <a:lnTo>
                  <a:pt x="465213" y="112953"/>
                </a:lnTo>
                <a:lnTo>
                  <a:pt x="447471" y="137858"/>
                </a:lnTo>
                <a:lnTo>
                  <a:pt x="422300" y="155600"/>
                </a:lnTo>
                <a:lnTo>
                  <a:pt x="441909" y="181597"/>
                </a:lnTo>
                <a:lnTo>
                  <a:pt x="459790" y="169926"/>
                </a:lnTo>
                <a:lnTo>
                  <a:pt x="474637" y="154584"/>
                </a:lnTo>
                <a:lnTo>
                  <a:pt x="486498" y="136105"/>
                </a:lnTo>
                <a:lnTo>
                  <a:pt x="495401" y="115062"/>
                </a:lnTo>
                <a:lnTo>
                  <a:pt x="503859" y="134670"/>
                </a:lnTo>
                <a:lnTo>
                  <a:pt x="515048" y="151904"/>
                </a:lnTo>
                <a:lnTo>
                  <a:pt x="529031" y="166230"/>
                </a:lnTo>
                <a:lnTo>
                  <a:pt x="545884" y="177165"/>
                </a:lnTo>
                <a:lnTo>
                  <a:pt x="565213" y="151701"/>
                </a:lnTo>
                <a:close/>
              </a:path>
              <a:path w="833120" h="229235">
                <a:moveTo>
                  <a:pt x="641070" y="88087"/>
                </a:moveTo>
                <a:lnTo>
                  <a:pt x="607352" y="88087"/>
                </a:lnTo>
                <a:lnTo>
                  <a:pt x="607352" y="0"/>
                </a:lnTo>
                <a:lnTo>
                  <a:pt x="575335" y="0"/>
                </a:lnTo>
                <a:lnTo>
                  <a:pt x="575335" y="228523"/>
                </a:lnTo>
                <a:lnTo>
                  <a:pt x="607352" y="228523"/>
                </a:lnTo>
                <a:lnTo>
                  <a:pt x="607352" y="115150"/>
                </a:lnTo>
                <a:lnTo>
                  <a:pt x="641070" y="115150"/>
                </a:lnTo>
                <a:lnTo>
                  <a:pt x="641070" y="88087"/>
                </a:lnTo>
                <a:close/>
              </a:path>
              <a:path w="833120" h="229235">
                <a:moveTo>
                  <a:pt x="787539" y="167487"/>
                </a:moveTo>
                <a:lnTo>
                  <a:pt x="785609" y="149212"/>
                </a:lnTo>
                <a:lnTo>
                  <a:pt x="784796" y="141503"/>
                </a:lnTo>
                <a:lnTo>
                  <a:pt x="760349" y="145021"/>
                </a:lnTo>
                <a:lnTo>
                  <a:pt x="736473" y="147358"/>
                </a:lnTo>
                <a:lnTo>
                  <a:pt x="712292" y="148678"/>
                </a:lnTo>
                <a:lnTo>
                  <a:pt x="686943" y="149212"/>
                </a:lnTo>
                <a:lnTo>
                  <a:pt x="686943" y="107251"/>
                </a:lnTo>
                <a:lnTo>
                  <a:pt x="762266" y="107251"/>
                </a:lnTo>
                <a:lnTo>
                  <a:pt x="762266" y="19253"/>
                </a:lnTo>
                <a:lnTo>
                  <a:pt x="653770" y="19253"/>
                </a:lnTo>
                <a:lnTo>
                  <a:pt x="653770" y="45072"/>
                </a:lnTo>
                <a:lnTo>
                  <a:pt x="729615" y="45072"/>
                </a:lnTo>
                <a:lnTo>
                  <a:pt x="729615" y="82054"/>
                </a:lnTo>
                <a:lnTo>
                  <a:pt x="653948" y="82054"/>
                </a:lnTo>
                <a:lnTo>
                  <a:pt x="653948" y="175564"/>
                </a:lnTo>
                <a:lnTo>
                  <a:pt x="674433" y="175564"/>
                </a:lnTo>
                <a:lnTo>
                  <a:pt x="704469" y="175234"/>
                </a:lnTo>
                <a:lnTo>
                  <a:pt x="732624" y="174028"/>
                </a:lnTo>
                <a:lnTo>
                  <a:pt x="759955" y="171564"/>
                </a:lnTo>
                <a:lnTo>
                  <a:pt x="787539" y="167487"/>
                </a:lnTo>
                <a:close/>
              </a:path>
              <a:path w="833120" h="229235">
                <a:moveTo>
                  <a:pt x="832967" y="0"/>
                </a:moveTo>
                <a:lnTo>
                  <a:pt x="801116" y="0"/>
                </a:lnTo>
                <a:lnTo>
                  <a:pt x="801116" y="229057"/>
                </a:lnTo>
                <a:lnTo>
                  <a:pt x="832967" y="229057"/>
                </a:lnTo>
                <a:lnTo>
                  <a:pt x="832967" y="0"/>
                </a:lnTo>
                <a:close/>
              </a:path>
            </a:pathLst>
          </a:custGeom>
          <a:solidFill>
            <a:srgbClr val="066EC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12985" y="4528460"/>
            <a:ext cx="411108" cy="228170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122157" y="5223184"/>
            <a:ext cx="1732280" cy="698500"/>
            <a:chOff x="1122157" y="5223184"/>
            <a:chExt cx="1732280" cy="698500"/>
          </a:xfrm>
        </p:grpSpPr>
        <p:sp>
          <p:nvSpPr>
            <p:cNvPr id="23" name="object 23"/>
            <p:cNvSpPr/>
            <p:nvPr/>
          </p:nvSpPr>
          <p:spPr>
            <a:xfrm>
              <a:off x="1122157" y="5223184"/>
              <a:ext cx="1732280" cy="698500"/>
            </a:xfrm>
            <a:custGeom>
              <a:avLst/>
              <a:gdLst/>
              <a:ahLst/>
              <a:cxnLst/>
              <a:rect l="l" t="t" r="r" b="b"/>
              <a:pathLst>
                <a:path w="1732280" h="698500">
                  <a:moveTo>
                    <a:pt x="1662326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62326" y="0"/>
                  </a:lnTo>
                  <a:lnTo>
                    <a:pt x="1689501" y="5486"/>
                  </a:lnTo>
                  <a:lnTo>
                    <a:pt x="1711692" y="20447"/>
                  </a:lnTo>
                  <a:lnTo>
                    <a:pt x="1726653" y="42638"/>
                  </a:lnTo>
                  <a:lnTo>
                    <a:pt x="1732139" y="69812"/>
                  </a:lnTo>
                  <a:lnTo>
                    <a:pt x="1732139" y="628315"/>
                  </a:lnTo>
                  <a:lnTo>
                    <a:pt x="1726653" y="655490"/>
                  </a:lnTo>
                  <a:lnTo>
                    <a:pt x="1711692" y="677680"/>
                  </a:lnTo>
                  <a:lnTo>
                    <a:pt x="1689501" y="692642"/>
                  </a:lnTo>
                  <a:lnTo>
                    <a:pt x="1662326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1924" y="5452176"/>
              <a:ext cx="185901" cy="21749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007387" y="5452186"/>
              <a:ext cx="180340" cy="214629"/>
            </a:xfrm>
            <a:custGeom>
              <a:avLst/>
              <a:gdLst/>
              <a:ahLst/>
              <a:cxnLst/>
              <a:rect l="l" t="t" r="r" b="b"/>
              <a:pathLst>
                <a:path w="180339" h="214629">
                  <a:moveTo>
                    <a:pt x="173913" y="90208"/>
                  </a:moveTo>
                  <a:lnTo>
                    <a:pt x="143586" y="90208"/>
                  </a:lnTo>
                  <a:lnTo>
                    <a:pt x="143586" y="111988"/>
                  </a:lnTo>
                  <a:lnTo>
                    <a:pt x="173913" y="111988"/>
                  </a:lnTo>
                  <a:lnTo>
                    <a:pt x="173913" y="90208"/>
                  </a:lnTo>
                  <a:close/>
                </a:path>
                <a:path w="180339" h="214629">
                  <a:moveTo>
                    <a:pt x="173913" y="27863"/>
                  </a:moveTo>
                  <a:lnTo>
                    <a:pt x="103555" y="27863"/>
                  </a:lnTo>
                  <a:lnTo>
                    <a:pt x="103555" y="8813"/>
                  </a:lnTo>
                  <a:lnTo>
                    <a:pt x="73406" y="8813"/>
                  </a:lnTo>
                  <a:lnTo>
                    <a:pt x="73406" y="81203"/>
                  </a:lnTo>
                  <a:lnTo>
                    <a:pt x="30581" y="81203"/>
                  </a:lnTo>
                  <a:lnTo>
                    <a:pt x="30581" y="58343"/>
                  </a:lnTo>
                  <a:lnTo>
                    <a:pt x="73406" y="58343"/>
                  </a:lnTo>
                  <a:lnTo>
                    <a:pt x="73406" y="35483"/>
                  </a:lnTo>
                  <a:lnTo>
                    <a:pt x="30581" y="35483"/>
                  </a:lnTo>
                  <a:lnTo>
                    <a:pt x="30581" y="8813"/>
                  </a:lnTo>
                  <a:lnTo>
                    <a:pt x="0" y="8813"/>
                  </a:lnTo>
                  <a:lnTo>
                    <a:pt x="0" y="105333"/>
                  </a:lnTo>
                  <a:lnTo>
                    <a:pt x="103555" y="105333"/>
                  </a:lnTo>
                  <a:lnTo>
                    <a:pt x="103555" y="90093"/>
                  </a:lnTo>
                  <a:lnTo>
                    <a:pt x="173913" y="90093"/>
                  </a:lnTo>
                  <a:lnTo>
                    <a:pt x="173913" y="81203"/>
                  </a:lnTo>
                  <a:lnTo>
                    <a:pt x="173913" y="67233"/>
                  </a:lnTo>
                  <a:lnTo>
                    <a:pt x="103555" y="67233"/>
                  </a:lnTo>
                  <a:lnTo>
                    <a:pt x="103555" y="58343"/>
                  </a:lnTo>
                  <a:lnTo>
                    <a:pt x="103555" y="50723"/>
                  </a:lnTo>
                  <a:lnTo>
                    <a:pt x="143586" y="50723"/>
                  </a:lnTo>
                  <a:lnTo>
                    <a:pt x="143586" y="67144"/>
                  </a:lnTo>
                  <a:lnTo>
                    <a:pt x="173913" y="67144"/>
                  </a:lnTo>
                  <a:lnTo>
                    <a:pt x="173913" y="50723"/>
                  </a:lnTo>
                  <a:lnTo>
                    <a:pt x="173913" y="50507"/>
                  </a:lnTo>
                  <a:lnTo>
                    <a:pt x="173913" y="35483"/>
                  </a:lnTo>
                  <a:lnTo>
                    <a:pt x="173913" y="27863"/>
                  </a:lnTo>
                  <a:close/>
                </a:path>
                <a:path w="180339" h="214629">
                  <a:moveTo>
                    <a:pt x="173913" y="0"/>
                  </a:moveTo>
                  <a:lnTo>
                    <a:pt x="143586" y="0"/>
                  </a:lnTo>
                  <a:lnTo>
                    <a:pt x="143586" y="27787"/>
                  </a:lnTo>
                  <a:lnTo>
                    <a:pt x="173913" y="27787"/>
                  </a:lnTo>
                  <a:lnTo>
                    <a:pt x="173913" y="0"/>
                  </a:lnTo>
                  <a:close/>
                </a:path>
                <a:path w="180339" h="214629">
                  <a:moveTo>
                    <a:pt x="180327" y="191693"/>
                  </a:moveTo>
                  <a:lnTo>
                    <a:pt x="60058" y="191693"/>
                  </a:lnTo>
                  <a:lnTo>
                    <a:pt x="60058" y="177723"/>
                  </a:lnTo>
                  <a:lnTo>
                    <a:pt x="173913" y="177723"/>
                  </a:lnTo>
                  <a:lnTo>
                    <a:pt x="173913" y="156133"/>
                  </a:lnTo>
                  <a:lnTo>
                    <a:pt x="173913" y="143433"/>
                  </a:lnTo>
                  <a:lnTo>
                    <a:pt x="173913" y="120573"/>
                  </a:lnTo>
                  <a:lnTo>
                    <a:pt x="29222" y="120573"/>
                  </a:lnTo>
                  <a:lnTo>
                    <a:pt x="29222" y="143433"/>
                  </a:lnTo>
                  <a:lnTo>
                    <a:pt x="143586" y="143433"/>
                  </a:lnTo>
                  <a:lnTo>
                    <a:pt x="143586" y="156133"/>
                  </a:lnTo>
                  <a:lnTo>
                    <a:pt x="29476" y="156133"/>
                  </a:lnTo>
                  <a:lnTo>
                    <a:pt x="29476" y="177723"/>
                  </a:lnTo>
                  <a:lnTo>
                    <a:pt x="29476" y="191693"/>
                  </a:lnTo>
                  <a:lnTo>
                    <a:pt x="29476" y="214553"/>
                  </a:lnTo>
                  <a:lnTo>
                    <a:pt x="180327" y="214553"/>
                  </a:lnTo>
                  <a:lnTo>
                    <a:pt x="180327" y="191693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122157" y="6106970"/>
            <a:ext cx="1715770" cy="698500"/>
            <a:chOff x="1122157" y="6106970"/>
            <a:chExt cx="1715770" cy="698500"/>
          </a:xfrm>
        </p:grpSpPr>
        <p:sp>
          <p:nvSpPr>
            <p:cNvPr id="27" name="object 27"/>
            <p:cNvSpPr/>
            <p:nvPr/>
          </p:nvSpPr>
          <p:spPr>
            <a:xfrm>
              <a:off x="1122157" y="6106970"/>
              <a:ext cx="1715770" cy="698500"/>
            </a:xfrm>
            <a:custGeom>
              <a:avLst/>
              <a:gdLst/>
              <a:ahLst/>
              <a:cxnLst/>
              <a:rect l="l" t="t" r="r" b="b"/>
              <a:pathLst>
                <a:path w="1715770" h="698500">
                  <a:moveTo>
                    <a:pt x="1645530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45530" y="0"/>
                  </a:lnTo>
                  <a:lnTo>
                    <a:pt x="1672704" y="5486"/>
                  </a:lnTo>
                  <a:lnTo>
                    <a:pt x="1694895" y="20447"/>
                  </a:lnTo>
                  <a:lnTo>
                    <a:pt x="1709856" y="42638"/>
                  </a:lnTo>
                  <a:lnTo>
                    <a:pt x="1715342" y="69812"/>
                  </a:lnTo>
                  <a:lnTo>
                    <a:pt x="1715342" y="628315"/>
                  </a:lnTo>
                  <a:lnTo>
                    <a:pt x="1709856" y="655490"/>
                  </a:lnTo>
                  <a:lnTo>
                    <a:pt x="1694895" y="677680"/>
                  </a:lnTo>
                  <a:lnTo>
                    <a:pt x="1672704" y="692642"/>
                  </a:lnTo>
                  <a:lnTo>
                    <a:pt x="1645530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2503" y="6335962"/>
              <a:ext cx="180664" cy="217574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3388591" y="5223184"/>
            <a:ext cx="1689100" cy="698500"/>
            <a:chOff x="3388591" y="5223184"/>
            <a:chExt cx="1689100" cy="698500"/>
          </a:xfrm>
        </p:grpSpPr>
        <p:sp>
          <p:nvSpPr>
            <p:cNvPr id="30" name="object 30"/>
            <p:cNvSpPr/>
            <p:nvPr/>
          </p:nvSpPr>
          <p:spPr>
            <a:xfrm>
              <a:off x="3388591" y="5223184"/>
              <a:ext cx="1689100" cy="698500"/>
            </a:xfrm>
            <a:custGeom>
              <a:avLst/>
              <a:gdLst/>
              <a:ahLst/>
              <a:cxnLst/>
              <a:rect l="l" t="t" r="r" b="b"/>
              <a:pathLst>
                <a:path w="1689100" h="698500">
                  <a:moveTo>
                    <a:pt x="1618861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18861" y="0"/>
                  </a:lnTo>
                  <a:lnTo>
                    <a:pt x="1646036" y="5486"/>
                  </a:lnTo>
                  <a:lnTo>
                    <a:pt x="1668227" y="20447"/>
                  </a:lnTo>
                  <a:lnTo>
                    <a:pt x="1683188" y="42638"/>
                  </a:lnTo>
                  <a:lnTo>
                    <a:pt x="1688674" y="69812"/>
                  </a:lnTo>
                  <a:lnTo>
                    <a:pt x="1688674" y="628315"/>
                  </a:lnTo>
                  <a:lnTo>
                    <a:pt x="1683188" y="655490"/>
                  </a:lnTo>
                  <a:lnTo>
                    <a:pt x="1668227" y="677680"/>
                  </a:lnTo>
                  <a:lnTo>
                    <a:pt x="1646036" y="692642"/>
                  </a:lnTo>
                  <a:lnTo>
                    <a:pt x="1618861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76807" y="5452176"/>
              <a:ext cx="390056" cy="218081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3388591" y="6106970"/>
            <a:ext cx="1710689" cy="698500"/>
            <a:chOff x="3388591" y="6106970"/>
            <a:chExt cx="1710689" cy="698500"/>
          </a:xfrm>
        </p:grpSpPr>
        <p:sp>
          <p:nvSpPr>
            <p:cNvPr id="33" name="object 33"/>
            <p:cNvSpPr/>
            <p:nvPr/>
          </p:nvSpPr>
          <p:spPr>
            <a:xfrm>
              <a:off x="3388591" y="6106970"/>
              <a:ext cx="1710689" cy="698500"/>
            </a:xfrm>
            <a:custGeom>
              <a:avLst/>
              <a:gdLst/>
              <a:ahLst/>
              <a:cxnLst/>
              <a:rect l="l" t="t" r="r" b="b"/>
              <a:pathLst>
                <a:path w="1710689" h="698500">
                  <a:moveTo>
                    <a:pt x="1640643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40643" y="0"/>
                  </a:lnTo>
                  <a:lnTo>
                    <a:pt x="1667817" y="5486"/>
                  </a:lnTo>
                  <a:lnTo>
                    <a:pt x="1690008" y="20447"/>
                  </a:lnTo>
                  <a:lnTo>
                    <a:pt x="1704969" y="42638"/>
                  </a:lnTo>
                  <a:lnTo>
                    <a:pt x="1710455" y="69812"/>
                  </a:lnTo>
                  <a:lnTo>
                    <a:pt x="1710455" y="628315"/>
                  </a:lnTo>
                  <a:lnTo>
                    <a:pt x="1704969" y="655490"/>
                  </a:lnTo>
                  <a:lnTo>
                    <a:pt x="1690008" y="677680"/>
                  </a:lnTo>
                  <a:lnTo>
                    <a:pt x="1667817" y="692642"/>
                  </a:lnTo>
                  <a:lnTo>
                    <a:pt x="1640643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8918" y="6335962"/>
              <a:ext cx="387944" cy="218081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5676256" y="6106970"/>
            <a:ext cx="1699260" cy="698500"/>
            <a:chOff x="5676256" y="6106970"/>
            <a:chExt cx="1699260" cy="698500"/>
          </a:xfrm>
        </p:grpSpPr>
        <p:sp>
          <p:nvSpPr>
            <p:cNvPr id="36" name="object 36"/>
            <p:cNvSpPr/>
            <p:nvPr/>
          </p:nvSpPr>
          <p:spPr>
            <a:xfrm>
              <a:off x="5676256" y="6106970"/>
              <a:ext cx="1699260" cy="698500"/>
            </a:xfrm>
            <a:custGeom>
              <a:avLst/>
              <a:gdLst/>
              <a:ahLst/>
              <a:cxnLst/>
              <a:rect l="l" t="t" r="r" b="b"/>
              <a:pathLst>
                <a:path w="1699259" h="698500">
                  <a:moveTo>
                    <a:pt x="1629110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29110" y="0"/>
                  </a:lnTo>
                  <a:lnTo>
                    <a:pt x="1656284" y="5486"/>
                  </a:lnTo>
                  <a:lnTo>
                    <a:pt x="1678475" y="20447"/>
                  </a:lnTo>
                  <a:lnTo>
                    <a:pt x="1693436" y="42638"/>
                  </a:lnTo>
                  <a:lnTo>
                    <a:pt x="1698922" y="69812"/>
                  </a:lnTo>
                  <a:lnTo>
                    <a:pt x="1698922" y="628315"/>
                  </a:lnTo>
                  <a:lnTo>
                    <a:pt x="1693436" y="655490"/>
                  </a:lnTo>
                  <a:lnTo>
                    <a:pt x="1678475" y="677680"/>
                  </a:lnTo>
                  <a:lnTo>
                    <a:pt x="1656284" y="692642"/>
                  </a:lnTo>
                  <a:lnTo>
                    <a:pt x="1629110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48326" y="6328833"/>
              <a:ext cx="387438" cy="216392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5676256" y="5223184"/>
            <a:ext cx="1699260" cy="698500"/>
            <a:chOff x="5676256" y="5223184"/>
            <a:chExt cx="1699260" cy="698500"/>
          </a:xfrm>
        </p:grpSpPr>
        <p:sp>
          <p:nvSpPr>
            <p:cNvPr id="39" name="object 39"/>
            <p:cNvSpPr/>
            <p:nvPr/>
          </p:nvSpPr>
          <p:spPr>
            <a:xfrm>
              <a:off x="5676256" y="5223184"/>
              <a:ext cx="1699260" cy="698500"/>
            </a:xfrm>
            <a:custGeom>
              <a:avLst/>
              <a:gdLst/>
              <a:ahLst/>
              <a:cxnLst/>
              <a:rect l="l" t="t" r="r" b="b"/>
              <a:pathLst>
                <a:path w="1699259" h="698500">
                  <a:moveTo>
                    <a:pt x="1629110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29110" y="0"/>
                  </a:lnTo>
                  <a:lnTo>
                    <a:pt x="1656284" y="5486"/>
                  </a:lnTo>
                  <a:lnTo>
                    <a:pt x="1678475" y="20447"/>
                  </a:lnTo>
                  <a:lnTo>
                    <a:pt x="1693436" y="42638"/>
                  </a:lnTo>
                  <a:lnTo>
                    <a:pt x="1698922" y="69812"/>
                  </a:lnTo>
                  <a:lnTo>
                    <a:pt x="1698922" y="628315"/>
                  </a:lnTo>
                  <a:lnTo>
                    <a:pt x="1693436" y="655490"/>
                  </a:lnTo>
                  <a:lnTo>
                    <a:pt x="1678475" y="677680"/>
                  </a:lnTo>
                  <a:lnTo>
                    <a:pt x="1656284" y="692642"/>
                  </a:lnTo>
                  <a:lnTo>
                    <a:pt x="1629110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35828" y="5452176"/>
              <a:ext cx="408215" cy="217828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89343" y="758964"/>
              <a:ext cx="791210" cy="465455"/>
            </a:xfrm>
            <a:custGeom>
              <a:avLst/>
              <a:gdLst/>
              <a:ahLst/>
              <a:cxnLst/>
              <a:rect l="l" t="t" r="r" b="b"/>
              <a:pathLst>
                <a:path w="79121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91210" h="465455">
                  <a:moveTo>
                    <a:pt x="790625" y="300837"/>
                  </a:moveTo>
                  <a:lnTo>
                    <a:pt x="732929" y="300837"/>
                  </a:lnTo>
                  <a:lnTo>
                    <a:pt x="732929" y="108318"/>
                  </a:lnTo>
                  <a:lnTo>
                    <a:pt x="732929" y="6146"/>
                  </a:lnTo>
                  <a:lnTo>
                    <a:pt x="643458" y="6146"/>
                  </a:lnTo>
                  <a:lnTo>
                    <a:pt x="643458" y="108318"/>
                  </a:lnTo>
                  <a:lnTo>
                    <a:pt x="643458" y="300837"/>
                  </a:lnTo>
                  <a:lnTo>
                    <a:pt x="515531" y="300837"/>
                  </a:lnTo>
                  <a:lnTo>
                    <a:pt x="515531" y="297332"/>
                  </a:lnTo>
                  <a:lnTo>
                    <a:pt x="639216" y="108318"/>
                  </a:lnTo>
                  <a:lnTo>
                    <a:pt x="643458" y="108318"/>
                  </a:lnTo>
                  <a:lnTo>
                    <a:pt x="643458" y="6146"/>
                  </a:lnTo>
                  <a:lnTo>
                    <a:pt x="613498" y="6146"/>
                  </a:lnTo>
                  <a:lnTo>
                    <a:pt x="419582" y="302158"/>
                  </a:lnTo>
                  <a:lnTo>
                    <a:pt x="419582" y="375602"/>
                  </a:lnTo>
                  <a:lnTo>
                    <a:pt x="642124" y="375602"/>
                  </a:lnTo>
                  <a:lnTo>
                    <a:pt x="642124" y="455206"/>
                  </a:lnTo>
                  <a:lnTo>
                    <a:pt x="732929" y="455206"/>
                  </a:lnTo>
                  <a:lnTo>
                    <a:pt x="732929" y="375602"/>
                  </a:lnTo>
                  <a:lnTo>
                    <a:pt x="790625" y="375602"/>
                  </a:lnTo>
                  <a:lnTo>
                    <a:pt x="790625" y="30083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37687" y="1115928"/>
              <a:ext cx="106235" cy="10371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869109" y="740142"/>
              <a:ext cx="4028440" cy="504825"/>
            </a:xfrm>
            <a:custGeom>
              <a:avLst/>
              <a:gdLst/>
              <a:ahLst/>
              <a:cxnLst/>
              <a:rect l="l" t="t" r="r" b="b"/>
              <a:pathLst>
                <a:path w="4028440" h="504825">
                  <a:moveTo>
                    <a:pt x="422109" y="0"/>
                  </a:moveTo>
                  <a:lnTo>
                    <a:pt x="360146" y="0"/>
                  </a:lnTo>
                  <a:lnTo>
                    <a:pt x="360146" y="84861"/>
                  </a:lnTo>
                  <a:lnTo>
                    <a:pt x="290677" y="84861"/>
                  </a:lnTo>
                  <a:lnTo>
                    <a:pt x="290677" y="134188"/>
                  </a:lnTo>
                  <a:lnTo>
                    <a:pt x="360146" y="134188"/>
                  </a:lnTo>
                  <a:lnTo>
                    <a:pt x="360146" y="177800"/>
                  </a:lnTo>
                  <a:lnTo>
                    <a:pt x="290677" y="177800"/>
                  </a:lnTo>
                  <a:lnTo>
                    <a:pt x="290677" y="223189"/>
                  </a:lnTo>
                  <a:lnTo>
                    <a:pt x="277520" y="224637"/>
                  </a:lnTo>
                  <a:lnTo>
                    <a:pt x="250444" y="227215"/>
                  </a:lnTo>
                  <a:lnTo>
                    <a:pt x="236613" y="228320"/>
                  </a:lnTo>
                  <a:lnTo>
                    <a:pt x="236613" y="85051"/>
                  </a:lnTo>
                  <a:lnTo>
                    <a:pt x="281216" y="85051"/>
                  </a:lnTo>
                  <a:lnTo>
                    <a:pt x="281216" y="34925"/>
                  </a:lnTo>
                  <a:lnTo>
                    <a:pt x="177215" y="34925"/>
                  </a:lnTo>
                  <a:lnTo>
                    <a:pt x="177215" y="85051"/>
                  </a:lnTo>
                  <a:lnTo>
                    <a:pt x="177215" y="232079"/>
                  </a:lnTo>
                  <a:lnTo>
                    <a:pt x="162153" y="232740"/>
                  </a:lnTo>
                  <a:lnTo>
                    <a:pt x="117424" y="234238"/>
                  </a:lnTo>
                  <a:lnTo>
                    <a:pt x="117424" y="85051"/>
                  </a:lnTo>
                  <a:lnTo>
                    <a:pt x="177215" y="85051"/>
                  </a:lnTo>
                  <a:lnTo>
                    <a:pt x="177215" y="34925"/>
                  </a:lnTo>
                  <a:lnTo>
                    <a:pt x="13220" y="34925"/>
                  </a:lnTo>
                  <a:lnTo>
                    <a:pt x="13220" y="85051"/>
                  </a:lnTo>
                  <a:lnTo>
                    <a:pt x="57226" y="85051"/>
                  </a:lnTo>
                  <a:lnTo>
                    <a:pt x="57226" y="235229"/>
                  </a:lnTo>
                  <a:lnTo>
                    <a:pt x="0" y="235623"/>
                  </a:lnTo>
                  <a:lnTo>
                    <a:pt x="6908" y="286537"/>
                  </a:lnTo>
                  <a:lnTo>
                    <a:pt x="49453" y="286321"/>
                  </a:lnTo>
                  <a:lnTo>
                    <a:pt x="95885" y="285445"/>
                  </a:lnTo>
                  <a:lnTo>
                    <a:pt x="144919" y="283603"/>
                  </a:lnTo>
                  <a:lnTo>
                    <a:pt x="195262" y="280454"/>
                  </a:lnTo>
                  <a:lnTo>
                    <a:pt x="245592" y="275691"/>
                  </a:lnTo>
                  <a:lnTo>
                    <a:pt x="294627" y="268973"/>
                  </a:lnTo>
                  <a:lnTo>
                    <a:pt x="292646" y="234238"/>
                  </a:lnTo>
                  <a:lnTo>
                    <a:pt x="292303" y="228320"/>
                  </a:lnTo>
                  <a:lnTo>
                    <a:pt x="292265" y="227533"/>
                  </a:lnTo>
                  <a:lnTo>
                    <a:pt x="360146" y="227533"/>
                  </a:lnTo>
                  <a:lnTo>
                    <a:pt x="360146" y="309232"/>
                  </a:lnTo>
                  <a:lnTo>
                    <a:pt x="422109" y="309232"/>
                  </a:lnTo>
                  <a:lnTo>
                    <a:pt x="422109" y="227533"/>
                  </a:lnTo>
                  <a:lnTo>
                    <a:pt x="422109" y="0"/>
                  </a:lnTo>
                  <a:close/>
                </a:path>
                <a:path w="4028440" h="504825">
                  <a:moveTo>
                    <a:pt x="423494" y="411264"/>
                  </a:moveTo>
                  <a:lnTo>
                    <a:pt x="415925" y="378663"/>
                  </a:lnTo>
                  <a:lnTo>
                    <a:pt x="404761" y="365480"/>
                  </a:lnTo>
                  <a:lnTo>
                    <a:pt x="393890" y="352640"/>
                  </a:lnTo>
                  <a:lnTo>
                    <a:pt x="361924" y="335445"/>
                  </a:lnTo>
                  <a:lnTo>
                    <a:pt x="361924" y="411264"/>
                  </a:lnTo>
                  <a:lnTo>
                    <a:pt x="354533" y="430555"/>
                  </a:lnTo>
                  <a:lnTo>
                    <a:pt x="333159" y="444512"/>
                  </a:lnTo>
                  <a:lnTo>
                    <a:pt x="298538" y="452996"/>
                  </a:lnTo>
                  <a:lnTo>
                    <a:pt x="251409" y="455853"/>
                  </a:lnTo>
                  <a:lnTo>
                    <a:pt x="204381" y="452996"/>
                  </a:lnTo>
                  <a:lnTo>
                    <a:pt x="169811" y="444512"/>
                  </a:lnTo>
                  <a:lnTo>
                    <a:pt x="148564" y="430555"/>
                  </a:lnTo>
                  <a:lnTo>
                    <a:pt x="141490" y="411264"/>
                  </a:lnTo>
                  <a:lnTo>
                    <a:pt x="148564" y="391363"/>
                  </a:lnTo>
                  <a:lnTo>
                    <a:pt x="169811" y="377050"/>
                  </a:lnTo>
                  <a:lnTo>
                    <a:pt x="204381" y="368388"/>
                  </a:lnTo>
                  <a:lnTo>
                    <a:pt x="251409" y="365480"/>
                  </a:lnTo>
                  <a:lnTo>
                    <a:pt x="298538" y="368388"/>
                  </a:lnTo>
                  <a:lnTo>
                    <a:pt x="333159" y="377050"/>
                  </a:lnTo>
                  <a:lnTo>
                    <a:pt x="354533" y="391363"/>
                  </a:lnTo>
                  <a:lnTo>
                    <a:pt x="361924" y="411264"/>
                  </a:lnTo>
                  <a:lnTo>
                    <a:pt x="361924" y="335445"/>
                  </a:lnTo>
                  <a:lnTo>
                    <a:pt x="358444" y="333565"/>
                  </a:lnTo>
                  <a:lnTo>
                    <a:pt x="310603" y="321805"/>
                  </a:lnTo>
                  <a:lnTo>
                    <a:pt x="251409" y="317715"/>
                  </a:lnTo>
                  <a:lnTo>
                    <a:pt x="192392" y="321805"/>
                  </a:lnTo>
                  <a:lnTo>
                    <a:pt x="144627" y="333565"/>
                  </a:lnTo>
                  <a:lnTo>
                    <a:pt x="109207" y="352640"/>
                  </a:lnTo>
                  <a:lnTo>
                    <a:pt x="87223" y="378663"/>
                  </a:lnTo>
                  <a:lnTo>
                    <a:pt x="79730" y="411264"/>
                  </a:lnTo>
                  <a:lnTo>
                    <a:pt x="87223" y="443166"/>
                  </a:lnTo>
                  <a:lnTo>
                    <a:pt x="109207" y="468884"/>
                  </a:lnTo>
                  <a:lnTo>
                    <a:pt x="144627" y="487895"/>
                  </a:lnTo>
                  <a:lnTo>
                    <a:pt x="192392" y="499656"/>
                  </a:lnTo>
                  <a:lnTo>
                    <a:pt x="251409" y="503618"/>
                  </a:lnTo>
                  <a:lnTo>
                    <a:pt x="310603" y="499656"/>
                  </a:lnTo>
                  <a:lnTo>
                    <a:pt x="358444" y="487895"/>
                  </a:lnTo>
                  <a:lnTo>
                    <a:pt x="393890" y="468884"/>
                  </a:lnTo>
                  <a:lnTo>
                    <a:pt x="405053" y="455853"/>
                  </a:lnTo>
                  <a:lnTo>
                    <a:pt x="415925" y="443166"/>
                  </a:lnTo>
                  <a:lnTo>
                    <a:pt x="423494" y="411264"/>
                  </a:lnTo>
                  <a:close/>
                </a:path>
                <a:path w="4028440" h="504825">
                  <a:moveTo>
                    <a:pt x="744194" y="52298"/>
                  </a:moveTo>
                  <a:lnTo>
                    <a:pt x="506590" y="52298"/>
                  </a:lnTo>
                  <a:lnTo>
                    <a:pt x="506590" y="103403"/>
                  </a:lnTo>
                  <a:lnTo>
                    <a:pt x="681037" y="103403"/>
                  </a:lnTo>
                  <a:lnTo>
                    <a:pt x="672477" y="150863"/>
                  </a:lnTo>
                  <a:lnTo>
                    <a:pt x="657250" y="194818"/>
                  </a:lnTo>
                  <a:lnTo>
                    <a:pt x="635330" y="235381"/>
                  </a:lnTo>
                  <a:lnTo>
                    <a:pt x="606653" y="272643"/>
                  </a:lnTo>
                  <a:lnTo>
                    <a:pt x="571195" y="306692"/>
                  </a:lnTo>
                  <a:lnTo>
                    <a:pt x="528904" y="337604"/>
                  </a:lnTo>
                  <a:lnTo>
                    <a:pt x="479755" y="365480"/>
                  </a:lnTo>
                  <a:lnTo>
                    <a:pt x="514680" y="413232"/>
                  </a:lnTo>
                  <a:lnTo>
                    <a:pt x="566712" y="384009"/>
                  </a:lnTo>
                  <a:lnTo>
                    <a:pt x="611251" y="351497"/>
                  </a:lnTo>
                  <a:lnTo>
                    <a:pt x="648652" y="315925"/>
                  </a:lnTo>
                  <a:lnTo>
                    <a:pt x="679284" y="277558"/>
                  </a:lnTo>
                  <a:lnTo>
                    <a:pt x="703541" y="236639"/>
                  </a:lnTo>
                  <a:lnTo>
                    <a:pt x="721791" y="193408"/>
                  </a:lnTo>
                  <a:lnTo>
                    <a:pt x="734390" y="148107"/>
                  </a:lnTo>
                  <a:lnTo>
                    <a:pt x="741743" y="100990"/>
                  </a:lnTo>
                  <a:lnTo>
                    <a:pt x="744194" y="52298"/>
                  </a:lnTo>
                  <a:close/>
                </a:path>
                <a:path w="4028440" h="504825">
                  <a:moveTo>
                    <a:pt x="952182" y="196951"/>
                  </a:moveTo>
                  <a:lnTo>
                    <a:pt x="877392" y="196951"/>
                  </a:lnTo>
                  <a:lnTo>
                    <a:pt x="877392" y="0"/>
                  </a:lnTo>
                  <a:lnTo>
                    <a:pt x="815238" y="0"/>
                  </a:lnTo>
                  <a:lnTo>
                    <a:pt x="815238" y="503224"/>
                  </a:lnTo>
                  <a:lnTo>
                    <a:pt x="877392" y="503224"/>
                  </a:lnTo>
                  <a:lnTo>
                    <a:pt x="877392" y="248450"/>
                  </a:lnTo>
                  <a:lnTo>
                    <a:pt x="952182" y="248450"/>
                  </a:lnTo>
                  <a:lnTo>
                    <a:pt x="952182" y="196951"/>
                  </a:lnTo>
                  <a:close/>
                </a:path>
                <a:path w="4028440" h="504825">
                  <a:moveTo>
                    <a:pt x="1347444" y="31572"/>
                  </a:moveTo>
                  <a:lnTo>
                    <a:pt x="1285481" y="31572"/>
                  </a:lnTo>
                  <a:lnTo>
                    <a:pt x="1285481" y="99860"/>
                  </a:lnTo>
                  <a:lnTo>
                    <a:pt x="1285481" y="148209"/>
                  </a:lnTo>
                  <a:lnTo>
                    <a:pt x="1285481" y="217868"/>
                  </a:lnTo>
                  <a:lnTo>
                    <a:pt x="1167866" y="217868"/>
                  </a:lnTo>
                  <a:lnTo>
                    <a:pt x="1167866" y="148209"/>
                  </a:lnTo>
                  <a:lnTo>
                    <a:pt x="1285481" y="148209"/>
                  </a:lnTo>
                  <a:lnTo>
                    <a:pt x="1285481" y="99860"/>
                  </a:lnTo>
                  <a:lnTo>
                    <a:pt x="1167866" y="99860"/>
                  </a:lnTo>
                  <a:lnTo>
                    <a:pt x="1167866" y="31572"/>
                  </a:lnTo>
                  <a:lnTo>
                    <a:pt x="1106487" y="31572"/>
                  </a:lnTo>
                  <a:lnTo>
                    <a:pt x="1106487" y="267004"/>
                  </a:lnTo>
                  <a:lnTo>
                    <a:pt x="1347444" y="267004"/>
                  </a:lnTo>
                  <a:lnTo>
                    <a:pt x="1347444" y="217868"/>
                  </a:lnTo>
                  <a:lnTo>
                    <a:pt x="1347444" y="148209"/>
                  </a:lnTo>
                  <a:lnTo>
                    <a:pt x="1347444" y="99860"/>
                  </a:lnTo>
                  <a:lnTo>
                    <a:pt x="1347444" y="31572"/>
                  </a:lnTo>
                  <a:close/>
                </a:path>
                <a:path w="4028440" h="504825">
                  <a:moveTo>
                    <a:pt x="1491907" y="407314"/>
                  </a:moveTo>
                  <a:lnTo>
                    <a:pt x="1484388" y="373976"/>
                  </a:lnTo>
                  <a:lnTo>
                    <a:pt x="1472819" y="359752"/>
                  </a:lnTo>
                  <a:lnTo>
                    <a:pt x="1462633" y="347243"/>
                  </a:lnTo>
                  <a:lnTo>
                    <a:pt x="1430921" y="329361"/>
                  </a:lnTo>
                  <a:lnTo>
                    <a:pt x="1430921" y="407314"/>
                  </a:lnTo>
                  <a:lnTo>
                    <a:pt x="1423797" y="427990"/>
                  </a:lnTo>
                  <a:lnTo>
                    <a:pt x="1402943" y="443077"/>
                  </a:lnTo>
                  <a:lnTo>
                    <a:pt x="1369148" y="452323"/>
                  </a:lnTo>
                  <a:lnTo>
                    <a:pt x="1323174" y="455460"/>
                  </a:lnTo>
                  <a:lnTo>
                    <a:pt x="1276934" y="452323"/>
                  </a:lnTo>
                  <a:lnTo>
                    <a:pt x="1242758" y="443077"/>
                  </a:lnTo>
                  <a:lnTo>
                    <a:pt x="1221600" y="427990"/>
                  </a:lnTo>
                  <a:lnTo>
                    <a:pt x="1214437" y="407314"/>
                  </a:lnTo>
                  <a:lnTo>
                    <a:pt x="1221600" y="386753"/>
                  </a:lnTo>
                  <a:lnTo>
                    <a:pt x="1242758" y="371919"/>
                  </a:lnTo>
                  <a:lnTo>
                    <a:pt x="1276934" y="362889"/>
                  </a:lnTo>
                  <a:lnTo>
                    <a:pt x="1323174" y="359752"/>
                  </a:lnTo>
                  <a:lnTo>
                    <a:pt x="1369148" y="362889"/>
                  </a:lnTo>
                  <a:lnTo>
                    <a:pt x="1402943" y="371919"/>
                  </a:lnTo>
                  <a:lnTo>
                    <a:pt x="1423797" y="386753"/>
                  </a:lnTo>
                  <a:lnTo>
                    <a:pt x="1430921" y="407314"/>
                  </a:lnTo>
                  <a:lnTo>
                    <a:pt x="1430921" y="329361"/>
                  </a:lnTo>
                  <a:lnTo>
                    <a:pt x="1427746" y="327571"/>
                  </a:lnTo>
                  <a:lnTo>
                    <a:pt x="1380883" y="315468"/>
                  </a:lnTo>
                  <a:lnTo>
                    <a:pt x="1323174" y="311404"/>
                  </a:lnTo>
                  <a:lnTo>
                    <a:pt x="1264856" y="315468"/>
                  </a:lnTo>
                  <a:lnTo>
                    <a:pt x="1217422" y="327571"/>
                  </a:lnTo>
                  <a:lnTo>
                    <a:pt x="1182065" y="347243"/>
                  </a:lnTo>
                  <a:lnTo>
                    <a:pt x="1160018" y="373976"/>
                  </a:lnTo>
                  <a:lnTo>
                    <a:pt x="1152474" y="407314"/>
                  </a:lnTo>
                  <a:lnTo>
                    <a:pt x="1160018" y="440956"/>
                  </a:lnTo>
                  <a:lnTo>
                    <a:pt x="1182065" y="467944"/>
                  </a:lnTo>
                  <a:lnTo>
                    <a:pt x="1217422" y="487819"/>
                  </a:lnTo>
                  <a:lnTo>
                    <a:pt x="1264856" y="500126"/>
                  </a:lnTo>
                  <a:lnTo>
                    <a:pt x="1323174" y="504405"/>
                  </a:lnTo>
                  <a:lnTo>
                    <a:pt x="1380883" y="500126"/>
                  </a:lnTo>
                  <a:lnTo>
                    <a:pt x="1427746" y="487819"/>
                  </a:lnTo>
                  <a:lnTo>
                    <a:pt x="1462633" y="467944"/>
                  </a:lnTo>
                  <a:lnTo>
                    <a:pt x="1472692" y="455460"/>
                  </a:lnTo>
                  <a:lnTo>
                    <a:pt x="1484388" y="440956"/>
                  </a:lnTo>
                  <a:lnTo>
                    <a:pt x="1491907" y="407314"/>
                  </a:lnTo>
                  <a:close/>
                </a:path>
                <a:path w="4028440" h="504825">
                  <a:moveTo>
                    <a:pt x="1557807" y="120383"/>
                  </a:moveTo>
                  <a:lnTo>
                    <a:pt x="1487360" y="120383"/>
                  </a:lnTo>
                  <a:lnTo>
                    <a:pt x="1487360" y="0"/>
                  </a:lnTo>
                  <a:lnTo>
                    <a:pt x="1425003" y="0"/>
                  </a:lnTo>
                  <a:lnTo>
                    <a:pt x="1425003" y="299173"/>
                  </a:lnTo>
                  <a:lnTo>
                    <a:pt x="1487360" y="299173"/>
                  </a:lnTo>
                  <a:lnTo>
                    <a:pt x="1487360" y="172478"/>
                  </a:lnTo>
                  <a:lnTo>
                    <a:pt x="1557807" y="172478"/>
                  </a:lnTo>
                  <a:lnTo>
                    <a:pt x="1557807" y="120383"/>
                  </a:lnTo>
                  <a:close/>
                </a:path>
                <a:path w="4028440" h="504825">
                  <a:moveTo>
                    <a:pt x="1881860" y="226148"/>
                  </a:moveTo>
                  <a:lnTo>
                    <a:pt x="1828927" y="200736"/>
                  </a:lnTo>
                  <a:lnTo>
                    <a:pt x="1794256" y="167741"/>
                  </a:lnTo>
                  <a:lnTo>
                    <a:pt x="1767840" y="120446"/>
                  </a:lnTo>
                  <a:lnTo>
                    <a:pt x="1760296" y="71831"/>
                  </a:lnTo>
                  <a:lnTo>
                    <a:pt x="1760296" y="23482"/>
                  </a:lnTo>
                  <a:lnTo>
                    <a:pt x="1696161" y="23482"/>
                  </a:lnTo>
                  <a:lnTo>
                    <a:pt x="1696161" y="71831"/>
                  </a:lnTo>
                  <a:lnTo>
                    <a:pt x="1691119" y="112407"/>
                  </a:lnTo>
                  <a:lnTo>
                    <a:pt x="1676082" y="150761"/>
                  </a:lnTo>
                  <a:lnTo>
                    <a:pt x="1651190" y="185115"/>
                  </a:lnTo>
                  <a:lnTo>
                    <a:pt x="1616595" y="213677"/>
                  </a:lnTo>
                  <a:lnTo>
                    <a:pt x="1572437" y="234645"/>
                  </a:lnTo>
                  <a:lnTo>
                    <a:pt x="1603806" y="283184"/>
                  </a:lnTo>
                  <a:lnTo>
                    <a:pt x="1645246" y="264033"/>
                  </a:lnTo>
                  <a:lnTo>
                    <a:pt x="1680006" y="237744"/>
                  </a:lnTo>
                  <a:lnTo>
                    <a:pt x="1707845" y="205320"/>
                  </a:lnTo>
                  <a:lnTo>
                    <a:pt x="1728533" y="167741"/>
                  </a:lnTo>
                  <a:lnTo>
                    <a:pt x="1749056" y="202666"/>
                  </a:lnTo>
                  <a:lnTo>
                    <a:pt x="1776463" y="232638"/>
                  </a:lnTo>
                  <a:lnTo>
                    <a:pt x="1810473" y="256959"/>
                  </a:lnTo>
                  <a:lnTo>
                    <a:pt x="1850885" y="274891"/>
                  </a:lnTo>
                  <a:lnTo>
                    <a:pt x="1881860" y="226148"/>
                  </a:lnTo>
                  <a:close/>
                </a:path>
                <a:path w="4028440" h="504825">
                  <a:moveTo>
                    <a:pt x="1991982" y="324624"/>
                  </a:moveTo>
                  <a:lnTo>
                    <a:pt x="1648015" y="324624"/>
                  </a:lnTo>
                  <a:lnTo>
                    <a:pt x="1648015" y="374548"/>
                  </a:lnTo>
                  <a:lnTo>
                    <a:pt x="1929815" y="374548"/>
                  </a:lnTo>
                  <a:lnTo>
                    <a:pt x="1929815" y="504012"/>
                  </a:lnTo>
                  <a:lnTo>
                    <a:pt x="1991982" y="504012"/>
                  </a:lnTo>
                  <a:lnTo>
                    <a:pt x="1991982" y="324624"/>
                  </a:lnTo>
                  <a:close/>
                </a:path>
                <a:path w="4028440" h="504825">
                  <a:moveTo>
                    <a:pt x="1991982" y="0"/>
                  </a:moveTo>
                  <a:lnTo>
                    <a:pt x="1929815" y="0"/>
                  </a:lnTo>
                  <a:lnTo>
                    <a:pt x="1929815" y="301739"/>
                  </a:lnTo>
                  <a:lnTo>
                    <a:pt x="1991982" y="301739"/>
                  </a:lnTo>
                  <a:lnTo>
                    <a:pt x="1991982" y="0"/>
                  </a:lnTo>
                  <a:close/>
                </a:path>
                <a:path w="4028440" h="504825">
                  <a:moveTo>
                    <a:pt x="2590698" y="45986"/>
                  </a:moveTo>
                  <a:lnTo>
                    <a:pt x="2226995" y="45986"/>
                  </a:lnTo>
                  <a:lnTo>
                    <a:pt x="2226995" y="95910"/>
                  </a:lnTo>
                  <a:lnTo>
                    <a:pt x="2528341" y="95910"/>
                  </a:lnTo>
                  <a:lnTo>
                    <a:pt x="2528062" y="133807"/>
                  </a:lnTo>
                  <a:lnTo>
                    <a:pt x="2526842" y="175196"/>
                  </a:lnTo>
                  <a:lnTo>
                    <a:pt x="2523769" y="220357"/>
                  </a:lnTo>
                  <a:lnTo>
                    <a:pt x="2517864" y="270497"/>
                  </a:lnTo>
                  <a:lnTo>
                    <a:pt x="2508212" y="326212"/>
                  </a:lnTo>
                  <a:lnTo>
                    <a:pt x="2570962" y="332917"/>
                  </a:lnTo>
                  <a:lnTo>
                    <a:pt x="2580500" y="273685"/>
                  </a:lnTo>
                  <a:lnTo>
                    <a:pt x="2586291" y="221551"/>
                  </a:lnTo>
                  <a:lnTo>
                    <a:pt x="2589301" y="175044"/>
                  </a:lnTo>
                  <a:lnTo>
                    <a:pt x="2590444" y="133299"/>
                  </a:lnTo>
                  <a:lnTo>
                    <a:pt x="2590685" y="95910"/>
                  </a:lnTo>
                  <a:lnTo>
                    <a:pt x="2590698" y="45986"/>
                  </a:lnTo>
                  <a:close/>
                </a:path>
                <a:path w="4028440" h="504825">
                  <a:moveTo>
                    <a:pt x="2638653" y="388366"/>
                  </a:moveTo>
                  <a:lnTo>
                    <a:pt x="2410333" y="388366"/>
                  </a:lnTo>
                  <a:lnTo>
                    <a:pt x="2410333" y="212928"/>
                  </a:lnTo>
                  <a:lnTo>
                    <a:pt x="2348763" y="212928"/>
                  </a:lnTo>
                  <a:lnTo>
                    <a:pt x="2348763" y="388366"/>
                  </a:lnTo>
                  <a:lnTo>
                    <a:pt x="2179040" y="388366"/>
                  </a:lnTo>
                  <a:lnTo>
                    <a:pt x="2179040" y="439280"/>
                  </a:lnTo>
                  <a:lnTo>
                    <a:pt x="2638653" y="439280"/>
                  </a:lnTo>
                  <a:lnTo>
                    <a:pt x="2638653" y="388366"/>
                  </a:lnTo>
                  <a:close/>
                </a:path>
                <a:path w="4028440" h="504825">
                  <a:moveTo>
                    <a:pt x="3122942" y="393966"/>
                  </a:moveTo>
                  <a:lnTo>
                    <a:pt x="2922054" y="393966"/>
                  </a:lnTo>
                  <a:lnTo>
                    <a:pt x="2922054" y="278396"/>
                  </a:lnTo>
                  <a:lnTo>
                    <a:pt x="3071241" y="278396"/>
                  </a:lnTo>
                  <a:lnTo>
                    <a:pt x="3071241" y="228866"/>
                  </a:lnTo>
                  <a:lnTo>
                    <a:pt x="2779763" y="228866"/>
                  </a:lnTo>
                  <a:lnTo>
                    <a:pt x="2779763" y="86626"/>
                  </a:lnTo>
                  <a:lnTo>
                    <a:pt x="3067291" y="86626"/>
                  </a:lnTo>
                  <a:lnTo>
                    <a:pt x="3067291" y="37096"/>
                  </a:lnTo>
                  <a:lnTo>
                    <a:pt x="2717609" y="37096"/>
                  </a:lnTo>
                  <a:lnTo>
                    <a:pt x="2717609" y="86626"/>
                  </a:lnTo>
                  <a:lnTo>
                    <a:pt x="2717609" y="228866"/>
                  </a:lnTo>
                  <a:lnTo>
                    <a:pt x="2717609" y="278396"/>
                  </a:lnTo>
                  <a:lnTo>
                    <a:pt x="2860484" y="278396"/>
                  </a:lnTo>
                  <a:lnTo>
                    <a:pt x="2860484" y="393966"/>
                  </a:lnTo>
                  <a:lnTo>
                    <a:pt x="2661755" y="393966"/>
                  </a:lnTo>
                  <a:lnTo>
                    <a:pt x="2661755" y="444766"/>
                  </a:lnTo>
                  <a:lnTo>
                    <a:pt x="3122942" y="444766"/>
                  </a:lnTo>
                  <a:lnTo>
                    <a:pt x="3122942" y="393966"/>
                  </a:lnTo>
                  <a:close/>
                </a:path>
                <a:path w="4028440" h="504825">
                  <a:moveTo>
                    <a:pt x="3448570" y="58013"/>
                  </a:moveTo>
                  <a:lnTo>
                    <a:pt x="3329775" y="58013"/>
                  </a:lnTo>
                  <a:lnTo>
                    <a:pt x="3329775" y="1968"/>
                  </a:lnTo>
                  <a:lnTo>
                    <a:pt x="3267418" y="1968"/>
                  </a:lnTo>
                  <a:lnTo>
                    <a:pt x="3267418" y="58013"/>
                  </a:lnTo>
                  <a:lnTo>
                    <a:pt x="3147822" y="58013"/>
                  </a:lnTo>
                  <a:lnTo>
                    <a:pt x="3147822" y="107162"/>
                  </a:lnTo>
                  <a:lnTo>
                    <a:pt x="3448570" y="107162"/>
                  </a:lnTo>
                  <a:lnTo>
                    <a:pt x="3448570" y="58013"/>
                  </a:lnTo>
                  <a:close/>
                </a:path>
                <a:path w="4028440" h="504825">
                  <a:moveTo>
                    <a:pt x="3458248" y="395084"/>
                  </a:moveTo>
                  <a:lnTo>
                    <a:pt x="3455124" y="360743"/>
                  </a:lnTo>
                  <a:lnTo>
                    <a:pt x="3454095" y="349491"/>
                  </a:lnTo>
                  <a:lnTo>
                    <a:pt x="3423882" y="353275"/>
                  </a:lnTo>
                  <a:lnTo>
                    <a:pt x="3392894" y="356374"/>
                  </a:lnTo>
                  <a:lnTo>
                    <a:pt x="3361436" y="358838"/>
                  </a:lnTo>
                  <a:lnTo>
                    <a:pt x="3329775" y="360743"/>
                  </a:lnTo>
                  <a:lnTo>
                    <a:pt x="3329775" y="315937"/>
                  </a:lnTo>
                  <a:lnTo>
                    <a:pt x="3367227" y="304444"/>
                  </a:lnTo>
                  <a:lnTo>
                    <a:pt x="3396183" y="284619"/>
                  </a:lnTo>
                  <a:lnTo>
                    <a:pt x="3405797" y="270751"/>
                  </a:lnTo>
                  <a:lnTo>
                    <a:pt x="3414915" y="257581"/>
                  </a:lnTo>
                  <a:lnTo>
                    <a:pt x="3421735" y="224574"/>
                  </a:lnTo>
                  <a:lnTo>
                    <a:pt x="3412464" y="185915"/>
                  </a:lnTo>
                  <a:lnTo>
                    <a:pt x="3405390" y="177609"/>
                  </a:lnTo>
                  <a:lnTo>
                    <a:pt x="3387077" y="156070"/>
                  </a:lnTo>
                  <a:lnTo>
                    <a:pt x="3362134" y="143713"/>
                  </a:lnTo>
                  <a:lnTo>
                    <a:pt x="3362134" y="224574"/>
                  </a:lnTo>
                  <a:lnTo>
                    <a:pt x="3357575" y="244144"/>
                  </a:lnTo>
                  <a:lnTo>
                    <a:pt x="3344697" y="258686"/>
                  </a:lnTo>
                  <a:lnTo>
                    <a:pt x="3324758" y="267728"/>
                  </a:lnTo>
                  <a:lnTo>
                    <a:pt x="3298990" y="270751"/>
                  </a:lnTo>
                  <a:lnTo>
                    <a:pt x="3272879" y="267728"/>
                  </a:lnTo>
                  <a:lnTo>
                    <a:pt x="3252787" y="258686"/>
                  </a:lnTo>
                  <a:lnTo>
                    <a:pt x="3239909" y="244144"/>
                  </a:lnTo>
                  <a:lnTo>
                    <a:pt x="3235439" y="224574"/>
                  </a:lnTo>
                  <a:lnTo>
                    <a:pt x="3239909" y="204914"/>
                  </a:lnTo>
                  <a:lnTo>
                    <a:pt x="3252787" y="190144"/>
                  </a:lnTo>
                  <a:lnTo>
                    <a:pt x="3272879" y="180835"/>
                  </a:lnTo>
                  <a:lnTo>
                    <a:pt x="3298990" y="177609"/>
                  </a:lnTo>
                  <a:lnTo>
                    <a:pt x="3324758" y="180835"/>
                  </a:lnTo>
                  <a:lnTo>
                    <a:pt x="3344697" y="190144"/>
                  </a:lnTo>
                  <a:lnTo>
                    <a:pt x="3357575" y="204914"/>
                  </a:lnTo>
                  <a:lnTo>
                    <a:pt x="3362134" y="224574"/>
                  </a:lnTo>
                  <a:lnTo>
                    <a:pt x="3362134" y="143713"/>
                  </a:lnTo>
                  <a:lnTo>
                    <a:pt x="3348329" y="136855"/>
                  </a:lnTo>
                  <a:lnTo>
                    <a:pt x="3298990" y="130048"/>
                  </a:lnTo>
                  <a:lnTo>
                    <a:pt x="3249206" y="136855"/>
                  </a:lnTo>
                  <a:lnTo>
                    <a:pt x="3210509" y="156070"/>
                  </a:lnTo>
                  <a:lnTo>
                    <a:pt x="3185452" y="185915"/>
                  </a:lnTo>
                  <a:lnTo>
                    <a:pt x="3176638" y="224574"/>
                  </a:lnTo>
                  <a:lnTo>
                    <a:pt x="3182988" y="257581"/>
                  </a:lnTo>
                  <a:lnTo>
                    <a:pt x="3201301" y="284518"/>
                  </a:lnTo>
                  <a:lnTo>
                    <a:pt x="3229978" y="304279"/>
                  </a:lnTo>
                  <a:lnTo>
                    <a:pt x="3267418" y="315747"/>
                  </a:lnTo>
                  <a:lnTo>
                    <a:pt x="3267418" y="363105"/>
                  </a:lnTo>
                  <a:lnTo>
                    <a:pt x="3233064" y="363829"/>
                  </a:lnTo>
                  <a:lnTo>
                    <a:pt x="3138347" y="364490"/>
                  </a:lnTo>
                  <a:lnTo>
                    <a:pt x="3147237" y="415607"/>
                  </a:lnTo>
                  <a:lnTo>
                    <a:pt x="3192551" y="415442"/>
                  </a:lnTo>
                  <a:lnTo>
                    <a:pt x="3241941" y="414616"/>
                  </a:lnTo>
                  <a:lnTo>
                    <a:pt x="3294303" y="412661"/>
                  </a:lnTo>
                  <a:lnTo>
                    <a:pt x="3348532" y="409079"/>
                  </a:lnTo>
                  <a:lnTo>
                    <a:pt x="3403549" y="403377"/>
                  </a:lnTo>
                  <a:lnTo>
                    <a:pt x="3458248" y="395084"/>
                  </a:lnTo>
                  <a:close/>
                </a:path>
                <a:path w="4028440" h="504825">
                  <a:moveTo>
                    <a:pt x="3614140" y="208191"/>
                  </a:moveTo>
                  <a:lnTo>
                    <a:pt x="3543490" y="208191"/>
                  </a:lnTo>
                  <a:lnTo>
                    <a:pt x="3543490" y="0"/>
                  </a:lnTo>
                  <a:lnTo>
                    <a:pt x="3481133" y="0"/>
                  </a:lnTo>
                  <a:lnTo>
                    <a:pt x="3481133" y="504012"/>
                  </a:lnTo>
                  <a:lnTo>
                    <a:pt x="3543490" y="504012"/>
                  </a:lnTo>
                  <a:lnTo>
                    <a:pt x="3543490" y="259702"/>
                  </a:lnTo>
                  <a:lnTo>
                    <a:pt x="3614140" y="259702"/>
                  </a:lnTo>
                  <a:lnTo>
                    <a:pt x="3614140" y="208191"/>
                  </a:lnTo>
                  <a:close/>
                </a:path>
                <a:path w="4028440" h="504825">
                  <a:moveTo>
                    <a:pt x="4028135" y="137414"/>
                  </a:moveTo>
                  <a:lnTo>
                    <a:pt x="3997198" y="137414"/>
                  </a:lnTo>
                  <a:lnTo>
                    <a:pt x="3997198" y="360540"/>
                  </a:lnTo>
                  <a:lnTo>
                    <a:pt x="4028135" y="360540"/>
                  </a:lnTo>
                  <a:lnTo>
                    <a:pt x="4028135" y="13741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55930" y="899262"/>
              <a:ext cx="392210" cy="18220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472985" y="899300"/>
              <a:ext cx="36195" cy="179705"/>
            </a:xfrm>
            <a:custGeom>
              <a:avLst/>
              <a:gdLst/>
              <a:ahLst/>
              <a:cxnLst/>
              <a:rect l="l" t="t" r="r" b="b"/>
              <a:pathLst>
                <a:path w="36195" h="179705">
                  <a:moveTo>
                    <a:pt x="36014" y="0"/>
                  </a:moveTo>
                  <a:lnTo>
                    <a:pt x="0" y="0"/>
                  </a:lnTo>
                  <a:lnTo>
                    <a:pt x="0" y="179624"/>
                  </a:lnTo>
                  <a:lnTo>
                    <a:pt x="36014" y="179624"/>
                  </a:lnTo>
                  <a:lnTo>
                    <a:pt x="36014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34530" y="944206"/>
              <a:ext cx="120591" cy="13647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74465" y="889214"/>
              <a:ext cx="417914" cy="19234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12582" y="942452"/>
              <a:ext cx="121022" cy="13647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14046" y="899300"/>
              <a:ext cx="145518" cy="18216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85956" y="942452"/>
              <a:ext cx="272302" cy="18979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83876" y="942277"/>
              <a:ext cx="206118" cy="13919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009853" y="899300"/>
              <a:ext cx="128242" cy="18181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159071" y="942452"/>
              <a:ext cx="125835" cy="139103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1122157" y="7099023"/>
            <a:ext cx="1701800" cy="698500"/>
            <a:chOff x="1122157" y="7099023"/>
            <a:chExt cx="1701800" cy="698500"/>
          </a:xfrm>
        </p:grpSpPr>
        <p:sp>
          <p:nvSpPr>
            <p:cNvPr id="57" name="object 57"/>
            <p:cNvSpPr/>
            <p:nvPr/>
          </p:nvSpPr>
          <p:spPr>
            <a:xfrm>
              <a:off x="1122157" y="7099023"/>
              <a:ext cx="1701800" cy="698500"/>
            </a:xfrm>
            <a:custGeom>
              <a:avLst/>
              <a:gdLst/>
              <a:ahLst/>
              <a:cxnLst/>
              <a:rect l="l" t="t" r="r" b="b"/>
              <a:pathLst>
                <a:path w="1701800" h="698500">
                  <a:moveTo>
                    <a:pt x="1631539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31539" y="0"/>
                  </a:lnTo>
                  <a:lnTo>
                    <a:pt x="1658714" y="5486"/>
                  </a:lnTo>
                  <a:lnTo>
                    <a:pt x="1680905" y="20447"/>
                  </a:lnTo>
                  <a:lnTo>
                    <a:pt x="1695866" y="42638"/>
                  </a:lnTo>
                  <a:lnTo>
                    <a:pt x="1701352" y="69812"/>
                  </a:lnTo>
                  <a:lnTo>
                    <a:pt x="1701352" y="628315"/>
                  </a:lnTo>
                  <a:lnTo>
                    <a:pt x="1695866" y="655490"/>
                  </a:lnTo>
                  <a:lnTo>
                    <a:pt x="1680905" y="677680"/>
                  </a:lnTo>
                  <a:lnTo>
                    <a:pt x="1658714" y="692642"/>
                  </a:lnTo>
                  <a:lnTo>
                    <a:pt x="1631539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488681" y="7328026"/>
              <a:ext cx="175895" cy="218440"/>
            </a:xfrm>
            <a:custGeom>
              <a:avLst/>
              <a:gdLst/>
              <a:ahLst/>
              <a:cxnLst/>
              <a:rect l="l" t="t" r="r" b="b"/>
              <a:pathLst>
                <a:path w="175894" h="218440">
                  <a:moveTo>
                    <a:pt x="175437" y="0"/>
                  </a:moveTo>
                  <a:lnTo>
                    <a:pt x="145275" y="0"/>
                  </a:lnTo>
                  <a:lnTo>
                    <a:pt x="145275" y="74803"/>
                  </a:lnTo>
                  <a:lnTo>
                    <a:pt x="104152" y="74803"/>
                  </a:lnTo>
                  <a:lnTo>
                    <a:pt x="104152" y="43053"/>
                  </a:lnTo>
                  <a:lnTo>
                    <a:pt x="104152" y="18923"/>
                  </a:lnTo>
                  <a:lnTo>
                    <a:pt x="74333" y="18923"/>
                  </a:lnTo>
                  <a:lnTo>
                    <a:pt x="74333" y="43053"/>
                  </a:lnTo>
                  <a:lnTo>
                    <a:pt x="74333" y="74803"/>
                  </a:lnTo>
                  <a:lnTo>
                    <a:pt x="74333" y="100203"/>
                  </a:lnTo>
                  <a:lnTo>
                    <a:pt x="74333" y="140843"/>
                  </a:lnTo>
                  <a:lnTo>
                    <a:pt x="30327" y="140843"/>
                  </a:lnTo>
                  <a:lnTo>
                    <a:pt x="30327" y="43053"/>
                  </a:lnTo>
                  <a:lnTo>
                    <a:pt x="74333" y="43053"/>
                  </a:lnTo>
                  <a:lnTo>
                    <a:pt x="74333" y="18923"/>
                  </a:lnTo>
                  <a:lnTo>
                    <a:pt x="0" y="18923"/>
                  </a:lnTo>
                  <a:lnTo>
                    <a:pt x="0" y="43053"/>
                  </a:lnTo>
                  <a:lnTo>
                    <a:pt x="0" y="140843"/>
                  </a:lnTo>
                  <a:lnTo>
                    <a:pt x="0" y="164973"/>
                  </a:lnTo>
                  <a:lnTo>
                    <a:pt x="104152" y="164973"/>
                  </a:lnTo>
                  <a:lnTo>
                    <a:pt x="104152" y="140843"/>
                  </a:lnTo>
                  <a:lnTo>
                    <a:pt x="104152" y="100203"/>
                  </a:lnTo>
                  <a:lnTo>
                    <a:pt x="145275" y="100203"/>
                  </a:lnTo>
                  <a:lnTo>
                    <a:pt x="145275" y="218071"/>
                  </a:lnTo>
                  <a:lnTo>
                    <a:pt x="175437" y="218071"/>
                  </a:lnTo>
                  <a:lnTo>
                    <a:pt x="175437" y="100203"/>
                  </a:lnTo>
                  <a:lnTo>
                    <a:pt x="175437" y="99910"/>
                  </a:lnTo>
                  <a:lnTo>
                    <a:pt x="175437" y="75336"/>
                  </a:lnTo>
                  <a:lnTo>
                    <a:pt x="175437" y="74803"/>
                  </a:lnTo>
                  <a:lnTo>
                    <a:pt x="175437" y="0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96395" y="7328015"/>
              <a:ext cx="170613" cy="21808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889061" y="7328026"/>
              <a:ext cx="596265" cy="217804"/>
            </a:xfrm>
            <a:custGeom>
              <a:avLst/>
              <a:gdLst/>
              <a:ahLst/>
              <a:cxnLst/>
              <a:rect l="l" t="t" r="r" b="b"/>
              <a:pathLst>
                <a:path w="596264" h="217804">
                  <a:moveTo>
                    <a:pt x="191719" y="103035"/>
                  </a:moveTo>
                  <a:lnTo>
                    <a:pt x="158851" y="92392"/>
                  </a:lnTo>
                  <a:lnTo>
                    <a:pt x="134543" y="74714"/>
                  </a:lnTo>
                  <a:lnTo>
                    <a:pt x="132435" y="71615"/>
                  </a:lnTo>
                  <a:lnTo>
                    <a:pt x="119481" y="52616"/>
                  </a:lnTo>
                  <a:lnTo>
                    <a:pt x="114363" y="28714"/>
                  </a:lnTo>
                  <a:lnTo>
                    <a:pt x="114363" y="13081"/>
                  </a:lnTo>
                  <a:lnTo>
                    <a:pt x="81838" y="13081"/>
                  </a:lnTo>
                  <a:lnTo>
                    <a:pt x="81838" y="28714"/>
                  </a:lnTo>
                  <a:lnTo>
                    <a:pt x="76555" y="52438"/>
                  </a:lnTo>
                  <a:lnTo>
                    <a:pt x="61468" y="74485"/>
                  </a:lnTo>
                  <a:lnTo>
                    <a:pt x="37350" y="92227"/>
                  </a:lnTo>
                  <a:lnTo>
                    <a:pt x="4978" y="103035"/>
                  </a:lnTo>
                  <a:lnTo>
                    <a:pt x="18072" y="128371"/>
                  </a:lnTo>
                  <a:lnTo>
                    <a:pt x="44475" y="120192"/>
                  </a:lnTo>
                  <a:lnTo>
                    <a:pt x="66916" y="107530"/>
                  </a:lnTo>
                  <a:lnTo>
                    <a:pt x="84975" y="91109"/>
                  </a:lnTo>
                  <a:lnTo>
                    <a:pt x="98221" y="71615"/>
                  </a:lnTo>
                  <a:lnTo>
                    <a:pt x="111315" y="91186"/>
                  </a:lnTo>
                  <a:lnTo>
                    <a:pt x="129298" y="107632"/>
                  </a:lnTo>
                  <a:lnTo>
                    <a:pt x="151752" y="120256"/>
                  </a:lnTo>
                  <a:lnTo>
                    <a:pt x="178295" y="128371"/>
                  </a:lnTo>
                  <a:lnTo>
                    <a:pt x="191719" y="103035"/>
                  </a:lnTo>
                  <a:close/>
                </a:path>
                <a:path w="596264" h="217804">
                  <a:moveTo>
                    <a:pt x="198818" y="165798"/>
                  </a:moveTo>
                  <a:lnTo>
                    <a:pt x="0" y="165798"/>
                  </a:lnTo>
                  <a:lnTo>
                    <a:pt x="0" y="190881"/>
                  </a:lnTo>
                  <a:lnTo>
                    <a:pt x="198818" y="190881"/>
                  </a:lnTo>
                  <a:lnTo>
                    <a:pt x="198818" y="165798"/>
                  </a:lnTo>
                  <a:close/>
                </a:path>
                <a:path w="596264" h="217804">
                  <a:moveTo>
                    <a:pt x="331863" y="161988"/>
                  </a:moveTo>
                  <a:lnTo>
                    <a:pt x="329831" y="143662"/>
                  </a:lnTo>
                  <a:lnTo>
                    <a:pt x="329158" y="137502"/>
                  </a:lnTo>
                  <a:lnTo>
                    <a:pt x="307860" y="140347"/>
                  </a:lnTo>
                  <a:lnTo>
                    <a:pt x="287108" y="142201"/>
                  </a:lnTo>
                  <a:lnTo>
                    <a:pt x="265976" y="143230"/>
                  </a:lnTo>
                  <a:lnTo>
                    <a:pt x="243598" y="143662"/>
                  </a:lnTo>
                  <a:lnTo>
                    <a:pt x="243598" y="102704"/>
                  </a:lnTo>
                  <a:lnTo>
                    <a:pt x="312521" y="102704"/>
                  </a:lnTo>
                  <a:lnTo>
                    <a:pt x="312521" y="78803"/>
                  </a:lnTo>
                  <a:lnTo>
                    <a:pt x="243598" y="78803"/>
                  </a:lnTo>
                  <a:lnTo>
                    <a:pt x="243598" y="42900"/>
                  </a:lnTo>
                  <a:lnTo>
                    <a:pt x="315722" y="42900"/>
                  </a:lnTo>
                  <a:lnTo>
                    <a:pt x="315722" y="18148"/>
                  </a:lnTo>
                  <a:lnTo>
                    <a:pt x="212763" y="18148"/>
                  </a:lnTo>
                  <a:lnTo>
                    <a:pt x="212763" y="168160"/>
                  </a:lnTo>
                  <a:lnTo>
                    <a:pt x="231013" y="168160"/>
                  </a:lnTo>
                  <a:lnTo>
                    <a:pt x="258140" y="167868"/>
                  </a:lnTo>
                  <a:lnTo>
                    <a:pt x="283273" y="166941"/>
                  </a:lnTo>
                  <a:lnTo>
                    <a:pt x="307479" y="165087"/>
                  </a:lnTo>
                  <a:lnTo>
                    <a:pt x="331863" y="161988"/>
                  </a:lnTo>
                  <a:close/>
                </a:path>
                <a:path w="596264" h="217804">
                  <a:moveTo>
                    <a:pt x="407708" y="82600"/>
                  </a:moveTo>
                  <a:lnTo>
                    <a:pt x="375615" y="82600"/>
                  </a:lnTo>
                  <a:lnTo>
                    <a:pt x="375615" y="0"/>
                  </a:lnTo>
                  <a:lnTo>
                    <a:pt x="345122" y="0"/>
                  </a:lnTo>
                  <a:lnTo>
                    <a:pt x="345122" y="217563"/>
                  </a:lnTo>
                  <a:lnTo>
                    <a:pt x="375615" y="217563"/>
                  </a:lnTo>
                  <a:lnTo>
                    <a:pt x="375615" y="108026"/>
                  </a:lnTo>
                  <a:lnTo>
                    <a:pt x="407708" y="108026"/>
                  </a:lnTo>
                  <a:lnTo>
                    <a:pt x="407708" y="82600"/>
                  </a:lnTo>
                  <a:close/>
                </a:path>
                <a:path w="596264" h="217804">
                  <a:moveTo>
                    <a:pt x="528243" y="56159"/>
                  </a:moveTo>
                  <a:lnTo>
                    <a:pt x="523735" y="36182"/>
                  </a:lnTo>
                  <a:lnTo>
                    <a:pt x="520026" y="31419"/>
                  </a:lnTo>
                  <a:lnTo>
                    <a:pt x="511492" y="20472"/>
                  </a:lnTo>
                  <a:lnTo>
                    <a:pt x="498678" y="13309"/>
                  </a:lnTo>
                  <a:lnTo>
                    <a:pt x="498678" y="56159"/>
                  </a:lnTo>
                  <a:lnTo>
                    <a:pt x="496519" y="66687"/>
                  </a:lnTo>
                  <a:lnTo>
                    <a:pt x="490537" y="74510"/>
                  </a:lnTo>
                  <a:lnTo>
                    <a:pt x="481469" y="79400"/>
                  </a:lnTo>
                  <a:lnTo>
                    <a:pt x="470052" y="81076"/>
                  </a:lnTo>
                  <a:lnTo>
                    <a:pt x="458457" y="79400"/>
                  </a:lnTo>
                  <a:lnTo>
                    <a:pt x="449275" y="74510"/>
                  </a:lnTo>
                  <a:lnTo>
                    <a:pt x="443255" y="66687"/>
                  </a:lnTo>
                  <a:lnTo>
                    <a:pt x="441159" y="56159"/>
                  </a:lnTo>
                  <a:lnTo>
                    <a:pt x="443268" y="45745"/>
                  </a:lnTo>
                  <a:lnTo>
                    <a:pt x="449300" y="37960"/>
                  </a:lnTo>
                  <a:lnTo>
                    <a:pt x="458495" y="33096"/>
                  </a:lnTo>
                  <a:lnTo>
                    <a:pt x="470052" y="31419"/>
                  </a:lnTo>
                  <a:lnTo>
                    <a:pt x="481469" y="33096"/>
                  </a:lnTo>
                  <a:lnTo>
                    <a:pt x="490537" y="37960"/>
                  </a:lnTo>
                  <a:lnTo>
                    <a:pt x="496519" y="45745"/>
                  </a:lnTo>
                  <a:lnTo>
                    <a:pt x="498678" y="56159"/>
                  </a:lnTo>
                  <a:lnTo>
                    <a:pt x="498678" y="13309"/>
                  </a:lnTo>
                  <a:lnTo>
                    <a:pt x="493090" y="10185"/>
                  </a:lnTo>
                  <a:lnTo>
                    <a:pt x="470052" y="6502"/>
                  </a:lnTo>
                  <a:lnTo>
                    <a:pt x="446760" y="10185"/>
                  </a:lnTo>
                  <a:lnTo>
                    <a:pt x="428218" y="20472"/>
                  </a:lnTo>
                  <a:lnTo>
                    <a:pt x="415975" y="36182"/>
                  </a:lnTo>
                  <a:lnTo>
                    <a:pt x="411594" y="56159"/>
                  </a:lnTo>
                  <a:lnTo>
                    <a:pt x="415975" y="76073"/>
                  </a:lnTo>
                  <a:lnTo>
                    <a:pt x="428218" y="91706"/>
                  </a:lnTo>
                  <a:lnTo>
                    <a:pt x="446760" y="101955"/>
                  </a:lnTo>
                  <a:lnTo>
                    <a:pt x="470052" y="105651"/>
                  </a:lnTo>
                  <a:lnTo>
                    <a:pt x="493090" y="101955"/>
                  </a:lnTo>
                  <a:lnTo>
                    <a:pt x="511492" y="91706"/>
                  </a:lnTo>
                  <a:lnTo>
                    <a:pt x="519811" y="81076"/>
                  </a:lnTo>
                  <a:lnTo>
                    <a:pt x="523735" y="76073"/>
                  </a:lnTo>
                  <a:lnTo>
                    <a:pt x="528243" y="56159"/>
                  </a:lnTo>
                  <a:close/>
                </a:path>
                <a:path w="596264" h="217804">
                  <a:moveTo>
                    <a:pt x="590232" y="0"/>
                  </a:moveTo>
                  <a:lnTo>
                    <a:pt x="559663" y="0"/>
                  </a:lnTo>
                  <a:lnTo>
                    <a:pt x="559663" y="109118"/>
                  </a:lnTo>
                  <a:lnTo>
                    <a:pt x="590232" y="109118"/>
                  </a:lnTo>
                  <a:lnTo>
                    <a:pt x="590232" y="0"/>
                  </a:lnTo>
                  <a:close/>
                </a:path>
                <a:path w="596264" h="217804">
                  <a:moveTo>
                    <a:pt x="596150" y="191135"/>
                  </a:moveTo>
                  <a:lnTo>
                    <a:pt x="474611" y="191135"/>
                  </a:lnTo>
                  <a:lnTo>
                    <a:pt x="474611" y="177114"/>
                  </a:lnTo>
                  <a:lnTo>
                    <a:pt x="590232" y="177114"/>
                  </a:lnTo>
                  <a:lnTo>
                    <a:pt x="590232" y="118071"/>
                  </a:lnTo>
                  <a:lnTo>
                    <a:pt x="444373" y="118071"/>
                  </a:lnTo>
                  <a:lnTo>
                    <a:pt x="444373" y="141554"/>
                  </a:lnTo>
                  <a:lnTo>
                    <a:pt x="559828" y="141554"/>
                  </a:lnTo>
                  <a:lnTo>
                    <a:pt x="559828" y="154813"/>
                  </a:lnTo>
                  <a:lnTo>
                    <a:pt x="444881" y="154813"/>
                  </a:lnTo>
                  <a:lnTo>
                    <a:pt x="444881" y="215125"/>
                  </a:lnTo>
                  <a:lnTo>
                    <a:pt x="596150" y="215125"/>
                  </a:lnTo>
                  <a:lnTo>
                    <a:pt x="596150" y="191135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1122157" y="8056519"/>
            <a:ext cx="1699260" cy="698500"/>
            <a:chOff x="1122157" y="8056519"/>
            <a:chExt cx="1699260" cy="698500"/>
          </a:xfrm>
        </p:grpSpPr>
        <p:sp>
          <p:nvSpPr>
            <p:cNvPr id="62" name="object 62"/>
            <p:cNvSpPr/>
            <p:nvPr/>
          </p:nvSpPr>
          <p:spPr>
            <a:xfrm>
              <a:off x="1122157" y="8056519"/>
              <a:ext cx="1699260" cy="698500"/>
            </a:xfrm>
            <a:custGeom>
              <a:avLst/>
              <a:gdLst/>
              <a:ahLst/>
              <a:cxnLst/>
              <a:rect l="l" t="t" r="r" b="b"/>
              <a:pathLst>
                <a:path w="1699260" h="698500">
                  <a:moveTo>
                    <a:pt x="1629068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29068" y="0"/>
                  </a:lnTo>
                  <a:lnTo>
                    <a:pt x="1656242" y="5486"/>
                  </a:lnTo>
                  <a:lnTo>
                    <a:pt x="1678433" y="20447"/>
                  </a:lnTo>
                  <a:lnTo>
                    <a:pt x="1693394" y="42638"/>
                  </a:lnTo>
                  <a:lnTo>
                    <a:pt x="1698880" y="69812"/>
                  </a:lnTo>
                  <a:lnTo>
                    <a:pt x="1698880" y="628315"/>
                  </a:lnTo>
                  <a:lnTo>
                    <a:pt x="1693394" y="655490"/>
                  </a:lnTo>
                  <a:lnTo>
                    <a:pt x="1678433" y="677680"/>
                  </a:lnTo>
                  <a:lnTo>
                    <a:pt x="1656242" y="692642"/>
                  </a:lnTo>
                  <a:lnTo>
                    <a:pt x="1629068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97956" y="8274781"/>
              <a:ext cx="392590" cy="219432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8008429" y="7099023"/>
            <a:ext cx="1668145" cy="698500"/>
            <a:chOff x="8008429" y="7099023"/>
            <a:chExt cx="1668145" cy="698500"/>
          </a:xfrm>
        </p:grpSpPr>
        <p:sp>
          <p:nvSpPr>
            <p:cNvPr id="65" name="object 65"/>
            <p:cNvSpPr/>
            <p:nvPr/>
          </p:nvSpPr>
          <p:spPr>
            <a:xfrm>
              <a:off x="8008429" y="7099023"/>
              <a:ext cx="1668145" cy="698500"/>
            </a:xfrm>
            <a:custGeom>
              <a:avLst/>
              <a:gdLst/>
              <a:ahLst/>
              <a:cxnLst/>
              <a:rect l="l" t="t" r="r" b="b"/>
              <a:pathLst>
                <a:path w="1668145" h="698500">
                  <a:moveTo>
                    <a:pt x="1598266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598266" y="0"/>
                  </a:lnTo>
                  <a:lnTo>
                    <a:pt x="1625441" y="5486"/>
                  </a:lnTo>
                  <a:lnTo>
                    <a:pt x="1647632" y="20447"/>
                  </a:lnTo>
                  <a:lnTo>
                    <a:pt x="1662593" y="42638"/>
                  </a:lnTo>
                  <a:lnTo>
                    <a:pt x="1668079" y="69812"/>
                  </a:lnTo>
                  <a:lnTo>
                    <a:pt x="1668079" y="628315"/>
                  </a:lnTo>
                  <a:lnTo>
                    <a:pt x="1662593" y="655490"/>
                  </a:lnTo>
                  <a:lnTo>
                    <a:pt x="1647632" y="677680"/>
                  </a:lnTo>
                  <a:lnTo>
                    <a:pt x="1625441" y="692642"/>
                  </a:lnTo>
                  <a:lnTo>
                    <a:pt x="1598266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417662" y="7328026"/>
              <a:ext cx="871855" cy="221615"/>
            </a:xfrm>
            <a:custGeom>
              <a:avLst/>
              <a:gdLst/>
              <a:ahLst/>
              <a:cxnLst/>
              <a:rect l="l" t="t" r="r" b="b"/>
              <a:pathLst>
                <a:path w="871854" h="221615">
                  <a:moveTo>
                    <a:pt x="103289" y="210223"/>
                  </a:moveTo>
                  <a:lnTo>
                    <a:pt x="100863" y="192316"/>
                  </a:lnTo>
                  <a:lnTo>
                    <a:pt x="100253" y="187833"/>
                  </a:lnTo>
                  <a:lnTo>
                    <a:pt x="89293" y="190042"/>
                  </a:lnTo>
                  <a:lnTo>
                    <a:pt x="77304" y="191376"/>
                  </a:lnTo>
                  <a:lnTo>
                    <a:pt x="62585" y="192049"/>
                  </a:lnTo>
                  <a:lnTo>
                    <a:pt x="43408" y="192316"/>
                  </a:lnTo>
                  <a:lnTo>
                    <a:pt x="43408" y="178879"/>
                  </a:lnTo>
                  <a:lnTo>
                    <a:pt x="86398" y="178879"/>
                  </a:lnTo>
                  <a:lnTo>
                    <a:pt x="86398" y="123050"/>
                  </a:lnTo>
                  <a:lnTo>
                    <a:pt x="13169" y="123050"/>
                  </a:lnTo>
                  <a:lnTo>
                    <a:pt x="13169" y="145948"/>
                  </a:lnTo>
                  <a:lnTo>
                    <a:pt x="57086" y="145948"/>
                  </a:lnTo>
                  <a:lnTo>
                    <a:pt x="57086" y="158191"/>
                  </a:lnTo>
                  <a:lnTo>
                    <a:pt x="13512" y="158191"/>
                  </a:lnTo>
                  <a:lnTo>
                    <a:pt x="13512" y="215125"/>
                  </a:lnTo>
                  <a:lnTo>
                    <a:pt x="28041" y="215125"/>
                  </a:lnTo>
                  <a:lnTo>
                    <a:pt x="55156" y="215049"/>
                  </a:lnTo>
                  <a:lnTo>
                    <a:pt x="74815" y="214439"/>
                  </a:lnTo>
                  <a:lnTo>
                    <a:pt x="89903" y="212953"/>
                  </a:lnTo>
                  <a:lnTo>
                    <a:pt x="103289" y="210223"/>
                  </a:lnTo>
                  <a:close/>
                </a:path>
                <a:path w="871854" h="221615">
                  <a:moveTo>
                    <a:pt x="104394" y="11315"/>
                  </a:moveTo>
                  <a:lnTo>
                    <a:pt x="74320" y="11315"/>
                  </a:lnTo>
                  <a:lnTo>
                    <a:pt x="74320" y="35217"/>
                  </a:lnTo>
                  <a:lnTo>
                    <a:pt x="74320" y="79476"/>
                  </a:lnTo>
                  <a:lnTo>
                    <a:pt x="30149" y="79476"/>
                  </a:lnTo>
                  <a:lnTo>
                    <a:pt x="30149" y="35217"/>
                  </a:lnTo>
                  <a:lnTo>
                    <a:pt x="74320" y="35217"/>
                  </a:lnTo>
                  <a:lnTo>
                    <a:pt x="74320" y="11315"/>
                  </a:lnTo>
                  <a:lnTo>
                    <a:pt x="0" y="11315"/>
                  </a:lnTo>
                  <a:lnTo>
                    <a:pt x="0" y="103632"/>
                  </a:lnTo>
                  <a:lnTo>
                    <a:pt x="104394" y="103632"/>
                  </a:lnTo>
                  <a:lnTo>
                    <a:pt x="104394" y="79476"/>
                  </a:lnTo>
                  <a:lnTo>
                    <a:pt x="104394" y="35217"/>
                  </a:lnTo>
                  <a:lnTo>
                    <a:pt x="104394" y="11315"/>
                  </a:lnTo>
                  <a:close/>
                </a:path>
                <a:path w="871854" h="221615">
                  <a:moveTo>
                    <a:pt x="166052" y="123050"/>
                  </a:moveTo>
                  <a:lnTo>
                    <a:pt x="95770" y="123050"/>
                  </a:lnTo>
                  <a:lnTo>
                    <a:pt x="95770" y="147129"/>
                  </a:lnTo>
                  <a:lnTo>
                    <a:pt x="135890" y="147129"/>
                  </a:lnTo>
                  <a:lnTo>
                    <a:pt x="135890" y="215709"/>
                  </a:lnTo>
                  <a:lnTo>
                    <a:pt x="166052" y="215709"/>
                  </a:lnTo>
                  <a:lnTo>
                    <a:pt x="166052" y="123050"/>
                  </a:lnTo>
                  <a:close/>
                </a:path>
                <a:path w="871854" h="221615">
                  <a:moveTo>
                    <a:pt x="195275" y="43497"/>
                  </a:moveTo>
                  <a:lnTo>
                    <a:pt x="166052" y="43497"/>
                  </a:lnTo>
                  <a:lnTo>
                    <a:pt x="166052" y="0"/>
                  </a:lnTo>
                  <a:lnTo>
                    <a:pt x="135470" y="0"/>
                  </a:lnTo>
                  <a:lnTo>
                    <a:pt x="135470" y="114096"/>
                  </a:lnTo>
                  <a:lnTo>
                    <a:pt x="166052" y="114096"/>
                  </a:lnTo>
                  <a:lnTo>
                    <a:pt x="166052" y="68414"/>
                  </a:lnTo>
                  <a:lnTo>
                    <a:pt x="195275" y="68414"/>
                  </a:lnTo>
                  <a:lnTo>
                    <a:pt x="195275" y="43497"/>
                  </a:lnTo>
                  <a:close/>
                </a:path>
                <a:path w="871854" h="221615">
                  <a:moveTo>
                    <a:pt x="372224" y="140957"/>
                  </a:moveTo>
                  <a:lnTo>
                    <a:pt x="342493" y="140957"/>
                  </a:lnTo>
                  <a:lnTo>
                    <a:pt x="342493" y="165112"/>
                  </a:lnTo>
                  <a:lnTo>
                    <a:pt x="342493" y="190715"/>
                  </a:lnTo>
                  <a:lnTo>
                    <a:pt x="250685" y="190715"/>
                  </a:lnTo>
                  <a:lnTo>
                    <a:pt x="250685" y="165112"/>
                  </a:lnTo>
                  <a:lnTo>
                    <a:pt x="342493" y="165112"/>
                  </a:lnTo>
                  <a:lnTo>
                    <a:pt x="342493" y="140957"/>
                  </a:lnTo>
                  <a:lnTo>
                    <a:pt x="220700" y="140957"/>
                  </a:lnTo>
                  <a:lnTo>
                    <a:pt x="220700" y="215125"/>
                  </a:lnTo>
                  <a:lnTo>
                    <a:pt x="372224" y="215125"/>
                  </a:lnTo>
                  <a:lnTo>
                    <a:pt x="372224" y="190715"/>
                  </a:lnTo>
                  <a:lnTo>
                    <a:pt x="372224" y="165112"/>
                  </a:lnTo>
                  <a:lnTo>
                    <a:pt x="372224" y="140957"/>
                  </a:lnTo>
                  <a:close/>
                </a:path>
                <a:path w="871854" h="221615">
                  <a:moveTo>
                    <a:pt x="375780" y="46786"/>
                  </a:moveTo>
                  <a:lnTo>
                    <a:pt x="370192" y="28892"/>
                  </a:lnTo>
                  <a:lnTo>
                    <a:pt x="368973" y="27863"/>
                  </a:lnTo>
                  <a:lnTo>
                    <a:pt x="354368" y="15481"/>
                  </a:lnTo>
                  <a:lnTo>
                    <a:pt x="344360" y="12103"/>
                  </a:lnTo>
                  <a:lnTo>
                    <a:pt x="344360" y="46786"/>
                  </a:lnTo>
                  <a:lnTo>
                    <a:pt x="341147" y="54762"/>
                  </a:lnTo>
                  <a:lnTo>
                    <a:pt x="331812" y="60528"/>
                  </a:lnTo>
                  <a:lnTo>
                    <a:pt x="316852" y="64020"/>
                  </a:lnTo>
                  <a:lnTo>
                    <a:pt x="296722" y="65201"/>
                  </a:lnTo>
                  <a:lnTo>
                    <a:pt x="276491" y="64020"/>
                  </a:lnTo>
                  <a:lnTo>
                    <a:pt x="261556" y="60528"/>
                  </a:lnTo>
                  <a:lnTo>
                    <a:pt x="252336" y="54762"/>
                  </a:lnTo>
                  <a:lnTo>
                    <a:pt x="249250" y="46786"/>
                  </a:lnTo>
                  <a:lnTo>
                    <a:pt x="252336" y="38506"/>
                  </a:lnTo>
                  <a:lnTo>
                    <a:pt x="261556" y="32575"/>
                  </a:lnTo>
                  <a:lnTo>
                    <a:pt x="276491" y="29019"/>
                  </a:lnTo>
                  <a:lnTo>
                    <a:pt x="296722" y="27863"/>
                  </a:lnTo>
                  <a:lnTo>
                    <a:pt x="316852" y="29019"/>
                  </a:lnTo>
                  <a:lnTo>
                    <a:pt x="331812" y="32575"/>
                  </a:lnTo>
                  <a:lnTo>
                    <a:pt x="341147" y="38506"/>
                  </a:lnTo>
                  <a:lnTo>
                    <a:pt x="344360" y="46786"/>
                  </a:lnTo>
                  <a:lnTo>
                    <a:pt x="344360" y="12103"/>
                  </a:lnTo>
                  <a:lnTo>
                    <a:pt x="329476" y="7061"/>
                  </a:lnTo>
                  <a:lnTo>
                    <a:pt x="296722" y="4127"/>
                  </a:lnTo>
                  <a:lnTo>
                    <a:pt x="264071" y="7061"/>
                  </a:lnTo>
                  <a:lnTo>
                    <a:pt x="239102" y="15481"/>
                  </a:lnTo>
                  <a:lnTo>
                    <a:pt x="223151" y="28892"/>
                  </a:lnTo>
                  <a:lnTo>
                    <a:pt x="217576" y="46786"/>
                  </a:lnTo>
                  <a:lnTo>
                    <a:pt x="223151" y="64452"/>
                  </a:lnTo>
                  <a:lnTo>
                    <a:pt x="239102" y="77698"/>
                  </a:lnTo>
                  <a:lnTo>
                    <a:pt x="264071" y="86004"/>
                  </a:lnTo>
                  <a:lnTo>
                    <a:pt x="296722" y="88849"/>
                  </a:lnTo>
                  <a:lnTo>
                    <a:pt x="329476" y="86004"/>
                  </a:lnTo>
                  <a:lnTo>
                    <a:pt x="354368" y="77698"/>
                  </a:lnTo>
                  <a:lnTo>
                    <a:pt x="369303" y="65201"/>
                  </a:lnTo>
                  <a:lnTo>
                    <a:pt x="370192" y="64452"/>
                  </a:lnTo>
                  <a:lnTo>
                    <a:pt x="375780" y="46786"/>
                  </a:lnTo>
                  <a:close/>
                </a:path>
                <a:path w="871854" h="221615">
                  <a:moveTo>
                    <a:pt x="396049" y="101434"/>
                  </a:moveTo>
                  <a:lnTo>
                    <a:pt x="197726" y="101434"/>
                  </a:lnTo>
                  <a:lnTo>
                    <a:pt x="197726" y="125755"/>
                  </a:lnTo>
                  <a:lnTo>
                    <a:pt x="396049" y="125755"/>
                  </a:lnTo>
                  <a:lnTo>
                    <a:pt x="396049" y="101434"/>
                  </a:lnTo>
                  <a:close/>
                </a:path>
                <a:path w="871854" h="221615">
                  <a:moveTo>
                    <a:pt x="483984" y="14439"/>
                  </a:moveTo>
                  <a:lnTo>
                    <a:pt x="453402" y="14439"/>
                  </a:lnTo>
                  <a:lnTo>
                    <a:pt x="397662" y="221538"/>
                  </a:lnTo>
                  <a:lnTo>
                    <a:pt x="428244" y="221538"/>
                  </a:lnTo>
                  <a:lnTo>
                    <a:pt x="483984" y="14439"/>
                  </a:lnTo>
                  <a:close/>
                </a:path>
                <a:path w="871854" h="221615">
                  <a:moveTo>
                    <a:pt x="658406" y="106845"/>
                  </a:moveTo>
                  <a:lnTo>
                    <a:pt x="653161" y="88392"/>
                  </a:lnTo>
                  <a:lnTo>
                    <a:pt x="651637" y="86995"/>
                  </a:lnTo>
                  <a:lnTo>
                    <a:pt x="638238" y="74599"/>
                  </a:lnTo>
                  <a:lnTo>
                    <a:pt x="627075" y="70485"/>
                  </a:lnTo>
                  <a:lnTo>
                    <a:pt x="627075" y="106845"/>
                  </a:lnTo>
                  <a:lnTo>
                    <a:pt x="624179" y="115608"/>
                  </a:lnTo>
                  <a:lnTo>
                    <a:pt x="615848" y="121881"/>
                  </a:lnTo>
                  <a:lnTo>
                    <a:pt x="602399" y="125641"/>
                  </a:lnTo>
                  <a:lnTo>
                    <a:pt x="584161" y="126860"/>
                  </a:lnTo>
                  <a:lnTo>
                    <a:pt x="565594" y="125641"/>
                  </a:lnTo>
                  <a:lnTo>
                    <a:pt x="551992" y="121881"/>
                  </a:lnTo>
                  <a:lnTo>
                    <a:pt x="543674" y="115608"/>
                  </a:lnTo>
                  <a:lnTo>
                    <a:pt x="540918" y="106845"/>
                  </a:lnTo>
                  <a:lnTo>
                    <a:pt x="543674" y="98209"/>
                  </a:lnTo>
                  <a:lnTo>
                    <a:pt x="551992" y="92011"/>
                  </a:lnTo>
                  <a:lnTo>
                    <a:pt x="565594" y="88252"/>
                  </a:lnTo>
                  <a:lnTo>
                    <a:pt x="584161" y="86995"/>
                  </a:lnTo>
                  <a:lnTo>
                    <a:pt x="602399" y="88252"/>
                  </a:lnTo>
                  <a:lnTo>
                    <a:pt x="615848" y="92011"/>
                  </a:lnTo>
                  <a:lnTo>
                    <a:pt x="624179" y="98209"/>
                  </a:lnTo>
                  <a:lnTo>
                    <a:pt x="627075" y="106845"/>
                  </a:lnTo>
                  <a:lnTo>
                    <a:pt x="627075" y="70485"/>
                  </a:lnTo>
                  <a:lnTo>
                    <a:pt x="614832" y="65951"/>
                  </a:lnTo>
                  <a:lnTo>
                    <a:pt x="584161" y="63004"/>
                  </a:lnTo>
                  <a:lnTo>
                    <a:pt x="553300" y="65951"/>
                  </a:lnTo>
                  <a:lnTo>
                    <a:pt x="529882" y="74599"/>
                  </a:lnTo>
                  <a:lnTo>
                    <a:pt x="515035" y="88392"/>
                  </a:lnTo>
                  <a:lnTo>
                    <a:pt x="509917" y="106845"/>
                  </a:lnTo>
                  <a:lnTo>
                    <a:pt x="515035" y="125437"/>
                  </a:lnTo>
                  <a:lnTo>
                    <a:pt x="529882" y="139357"/>
                  </a:lnTo>
                  <a:lnTo>
                    <a:pt x="553300" y="148082"/>
                  </a:lnTo>
                  <a:lnTo>
                    <a:pt x="584161" y="151091"/>
                  </a:lnTo>
                  <a:lnTo>
                    <a:pt x="614832" y="148082"/>
                  </a:lnTo>
                  <a:lnTo>
                    <a:pt x="638238" y="139357"/>
                  </a:lnTo>
                  <a:lnTo>
                    <a:pt x="651649" y="126860"/>
                  </a:lnTo>
                  <a:lnTo>
                    <a:pt x="653161" y="125437"/>
                  </a:lnTo>
                  <a:lnTo>
                    <a:pt x="658406" y="106845"/>
                  </a:lnTo>
                  <a:close/>
                </a:path>
                <a:path w="871854" h="221615">
                  <a:moveTo>
                    <a:pt x="674712" y="28968"/>
                  </a:moveTo>
                  <a:lnTo>
                    <a:pt x="599363" y="28968"/>
                  </a:lnTo>
                  <a:lnTo>
                    <a:pt x="599363" y="3200"/>
                  </a:lnTo>
                  <a:lnTo>
                    <a:pt x="569125" y="3200"/>
                  </a:lnTo>
                  <a:lnTo>
                    <a:pt x="569125" y="28968"/>
                  </a:lnTo>
                  <a:lnTo>
                    <a:pt x="493966" y="28968"/>
                  </a:lnTo>
                  <a:lnTo>
                    <a:pt x="493966" y="53200"/>
                  </a:lnTo>
                  <a:lnTo>
                    <a:pt x="674712" y="53200"/>
                  </a:lnTo>
                  <a:lnTo>
                    <a:pt x="674712" y="28968"/>
                  </a:lnTo>
                  <a:close/>
                </a:path>
                <a:path w="871854" h="221615">
                  <a:moveTo>
                    <a:pt x="684250" y="169760"/>
                  </a:moveTo>
                  <a:lnTo>
                    <a:pt x="485432" y="169760"/>
                  </a:lnTo>
                  <a:lnTo>
                    <a:pt x="485432" y="194259"/>
                  </a:lnTo>
                  <a:lnTo>
                    <a:pt x="684250" y="194259"/>
                  </a:lnTo>
                  <a:lnTo>
                    <a:pt x="684250" y="169760"/>
                  </a:lnTo>
                  <a:close/>
                </a:path>
                <a:path w="871854" h="221615">
                  <a:moveTo>
                    <a:pt x="825817" y="115290"/>
                  </a:moveTo>
                  <a:lnTo>
                    <a:pt x="822934" y="96786"/>
                  </a:lnTo>
                  <a:lnTo>
                    <a:pt x="822020" y="90957"/>
                  </a:lnTo>
                  <a:lnTo>
                    <a:pt x="800557" y="93891"/>
                  </a:lnTo>
                  <a:lnTo>
                    <a:pt x="779119" y="95643"/>
                  </a:lnTo>
                  <a:lnTo>
                    <a:pt x="756373" y="96520"/>
                  </a:lnTo>
                  <a:lnTo>
                    <a:pt x="730973" y="96786"/>
                  </a:lnTo>
                  <a:lnTo>
                    <a:pt x="730973" y="77863"/>
                  </a:lnTo>
                  <a:lnTo>
                    <a:pt x="801497" y="77863"/>
                  </a:lnTo>
                  <a:lnTo>
                    <a:pt x="801497" y="12750"/>
                  </a:lnTo>
                  <a:lnTo>
                    <a:pt x="700735" y="12750"/>
                  </a:lnTo>
                  <a:lnTo>
                    <a:pt x="700735" y="36652"/>
                  </a:lnTo>
                  <a:lnTo>
                    <a:pt x="771347" y="36652"/>
                  </a:lnTo>
                  <a:lnTo>
                    <a:pt x="771347" y="54724"/>
                  </a:lnTo>
                  <a:lnTo>
                    <a:pt x="700989" y="54724"/>
                  </a:lnTo>
                  <a:lnTo>
                    <a:pt x="700989" y="121704"/>
                  </a:lnTo>
                  <a:lnTo>
                    <a:pt x="720077" y="121704"/>
                  </a:lnTo>
                  <a:lnTo>
                    <a:pt x="750125" y="121450"/>
                  </a:lnTo>
                  <a:lnTo>
                    <a:pt x="776655" y="120484"/>
                  </a:lnTo>
                  <a:lnTo>
                    <a:pt x="801331" y="118529"/>
                  </a:lnTo>
                  <a:lnTo>
                    <a:pt x="825817" y="115290"/>
                  </a:lnTo>
                  <a:close/>
                </a:path>
                <a:path w="871854" h="221615">
                  <a:moveTo>
                    <a:pt x="871512" y="138684"/>
                  </a:moveTo>
                  <a:lnTo>
                    <a:pt x="841616" y="138684"/>
                  </a:lnTo>
                  <a:lnTo>
                    <a:pt x="841616" y="162839"/>
                  </a:lnTo>
                  <a:lnTo>
                    <a:pt x="841616" y="190715"/>
                  </a:lnTo>
                  <a:lnTo>
                    <a:pt x="755891" y="190715"/>
                  </a:lnTo>
                  <a:lnTo>
                    <a:pt x="755891" y="162839"/>
                  </a:lnTo>
                  <a:lnTo>
                    <a:pt x="841616" y="162839"/>
                  </a:lnTo>
                  <a:lnTo>
                    <a:pt x="841616" y="138684"/>
                  </a:lnTo>
                  <a:lnTo>
                    <a:pt x="725817" y="138684"/>
                  </a:lnTo>
                  <a:lnTo>
                    <a:pt x="725817" y="215125"/>
                  </a:lnTo>
                  <a:lnTo>
                    <a:pt x="871512" y="215125"/>
                  </a:lnTo>
                  <a:lnTo>
                    <a:pt x="871512" y="190715"/>
                  </a:lnTo>
                  <a:lnTo>
                    <a:pt x="871512" y="162839"/>
                  </a:lnTo>
                  <a:lnTo>
                    <a:pt x="871512" y="138684"/>
                  </a:lnTo>
                  <a:close/>
                </a:path>
                <a:path w="871854" h="221615">
                  <a:moveTo>
                    <a:pt x="871512" y="330"/>
                  </a:moveTo>
                  <a:lnTo>
                    <a:pt x="840943" y="330"/>
                  </a:lnTo>
                  <a:lnTo>
                    <a:pt x="840943" y="129222"/>
                  </a:lnTo>
                  <a:lnTo>
                    <a:pt x="871512" y="129222"/>
                  </a:lnTo>
                  <a:lnTo>
                    <a:pt x="871512" y="330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3388591" y="7099023"/>
            <a:ext cx="1710689" cy="698500"/>
            <a:chOff x="3388591" y="7099023"/>
            <a:chExt cx="1710689" cy="698500"/>
          </a:xfrm>
        </p:grpSpPr>
        <p:sp>
          <p:nvSpPr>
            <p:cNvPr id="68" name="object 68"/>
            <p:cNvSpPr/>
            <p:nvPr/>
          </p:nvSpPr>
          <p:spPr>
            <a:xfrm>
              <a:off x="3388591" y="7099023"/>
              <a:ext cx="1710689" cy="698500"/>
            </a:xfrm>
            <a:custGeom>
              <a:avLst/>
              <a:gdLst/>
              <a:ahLst/>
              <a:cxnLst/>
              <a:rect l="l" t="t" r="r" b="b"/>
              <a:pathLst>
                <a:path w="1710689" h="698500">
                  <a:moveTo>
                    <a:pt x="1640643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40643" y="0"/>
                  </a:lnTo>
                  <a:lnTo>
                    <a:pt x="1667817" y="5486"/>
                  </a:lnTo>
                  <a:lnTo>
                    <a:pt x="1690008" y="20447"/>
                  </a:lnTo>
                  <a:lnTo>
                    <a:pt x="1704969" y="42638"/>
                  </a:lnTo>
                  <a:lnTo>
                    <a:pt x="1710455" y="69812"/>
                  </a:lnTo>
                  <a:lnTo>
                    <a:pt x="1710455" y="628315"/>
                  </a:lnTo>
                  <a:lnTo>
                    <a:pt x="1704969" y="655490"/>
                  </a:lnTo>
                  <a:lnTo>
                    <a:pt x="1690008" y="677680"/>
                  </a:lnTo>
                  <a:lnTo>
                    <a:pt x="1667817" y="692642"/>
                  </a:lnTo>
                  <a:lnTo>
                    <a:pt x="1640643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79256" y="7328353"/>
              <a:ext cx="188519" cy="21343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4290669" y="7327899"/>
              <a:ext cx="195580" cy="215900"/>
            </a:xfrm>
            <a:custGeom>
              <a:avLst/>
              <a:gdLst/>
              <a:ahLst/>
              <a:cxnLst/>
              <a:rect l="l" t="t" r="r" b="b"/>
              <a:pathLst>
                <a:path w="195579" h="215900">
                  <a:moveTo>
                    <a:pt x="105244" y="58648"/>
                  </a:moveTo>
                  <a:lnTo>
                    <a:pt x="74828" y="58648"/>
                  </a:lnTo>
                  <a:lnTo>
                    <a:pt x="74828" y="80949"/>
                  </a:lnTo>
                  <a:lnTo>
                    <a:pt x="105244" y="80949"/>
                  </a:lnTo>
                  <a:lnTo>
                    <a:pt x="105244" y="58648"/>
                  </a:lnTo>
                  <a:close/>
                </a:path>
                <a:path w="195579" h="215900">
                  <a:moveTo>
                    <a:pt x="105244" y="10007"/>
                  </a:moveTo>
                  <a:lnTo>
                    <a:pt x="74828" y="10007"/>
                  </a:lnTo>
                  <a:lnTo>
                    <a:pt x="74828" y="35560"/>
                  </a:lnTo>
                  <a:lnTo>
                    <a:pt x="30238" y="35560"/>
                  </a:lnTo>
                  <a:lnTo>
                    <a:pt x="30238" y="10160"/>
                  </a:lnTo>
                  <a:lnTo>
                    <a:pt x="0" y="10160"/>
                  </a:lnTo>
                  <a:lnTo>
                    <a:pt x="0" y="35560"/>
                  </a:lnTo>
                  <a:lnTo>
                    <a:pt x="0" y="58432"/>
                  </a:lnTo>
                  <a:lnTo>
                    <a:pt x="0" y="81280"/>
                  </a:lnTo>
                  <a:lnTo>
                    <a:pt x="0" y="105410"/>
                  </a:lnTo>
                  <a:lnTo>
                    <a:pt x="105244" y="105410"/>
                  </a:lnTo>
                  <a:lnTo>
                    <a:pt x="105244" y="81280"/>
                  </a:lnTo>
                  <a:lnTo>
                    <a:pt x="30238" y="81280"/>
                  </a:lnTo>
                  <a:lnTo>
                    <a:pt x="30238" y="58432"/>
                  </a:lnTo>
                  <a:lnTo>
                    <a:pt x="105244" y="58432"/>
                  </a:lnTo>
                  <a:lnTo>
                    <a:pt x="105244" y="35763"/>
                  </a:lnTo>
                  <a:lnTo>
                    <a:pt x="105244" y="35560"/>
                  </a:lnTo>
                  <a:lnTo>
                    <a:pt x="105244" y="10007"/>
                  </a:lnTo>
                  <a:close/>
                </a:path>
                <a:path w="195579" h="215900">
                  <a:moveTo>
                    <a:pt x="172300" y="191782"/>
                  </a:moveTo>
                  <a:lnTo>
                    <a:pt x="52197" y="191782"/>
                  </a:lnTo>
                  <a:lnTo>
                    <a:pt x="52197" y="177800"/>
                  </a:lnTo>
                  <a:lnTo>
                    <a:pt x="166052" y="177800"/>
                  </a:lnTo>
                  <a:lnTo>
                    <a:pt x="166052" y="156210"/>
                  </a:lnTo>
                  <a:lnTo>
                    <a:pt x="166052" y="142240"/>
                  </a:lnTo>
                  <a:lnTo>
                    <a:pt x="166052" y="119380"/>
                  </a:lnTo>
                  <a:lnTo>
                    <a:pt x="21793" y="119380"/>
                  </a:lnTo>
                  <a:lnTo>
                    <a:pt x="21793" y="142240"/>
                  </a:lnTo>
                  <a:lnTo>
                    <a:pt x="135648" y="142240"/>
                  </a:lnTo>
                  <a:lnTo>
                    <a:pt x="135648" y="156210"/>
                  </a:lnTo>
                  <a:lnTo>
                    <a:pt x="22123" y="156210"/>
                  </a:lnTo>
                  <a:lnTo>
                    <a:pt x="22123" y="177800"/>
                  </a:lnTo>
                  <a:lnTo>
                    <a:pt x="22123" y="191782"/>
                  </a:lnTo>
                  <a:lnTo>
                    <a:pt x="22123" y="215900"/>
                  </a:lnTo>
                  <a:lnTo>
                    <a:pt x="172300" y="215900"/>
                  </a:lnTo>
                  <a:lnTo>
                    <a:pt x="172300" y="191782"/>
                  </a:lnTo>
                  <a:close/>
                </a:path>
                <a:path w="195579" h="215900">
                  <a:moveTo>
                    <a:pt x="195275" y="41910"/>
                  </a:moveTo>
                  <a:lnTo>
                    <a:pt x="166052" y="41910"/>
                  </a:lnTo>
                  <a:lnTo>
                    <a:pt x="166052" y="0"/>
                  </a:lnTo>
                  <a:lnTo>
                    <a:pt x="135470" y="0"/>
                  </a:lnTo>
                  <a:lnTo>
                    <a:pt x="135470" y="41910"/>
                  </a:lnTo>
                  <a:lnTo>
                    <a:pt x="135470" y="67310"/>
                  </a:lnTo>
                  <a:lnTo>
                    <a:pt x="135470" y="110490"/>
                  </a:lnTo>
                  <a:lnTo>
                    <a:pt x="166052" y="110490"/>
                  </a:lnTo>
                  <a:lnTo>
                    <a:pt x="166052" y="67310"/>
                  </a:lnTo>
                  <a:lnTo>
                    <a:pt x="195275" y="67310"/>
                  </a:lnTo>
                  <a:lnTo>
                    <a:pt x="195275" y="41910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3388591" y="8091076"/>
            <a:ext cx="1710689" cy="698500"/>
            <a:chOff x="3388591" y="8091076"/>
            <a:chExt cx="1710689" cy="698500"/>
          </a:xfrm>
        </p:grpSpPr>
        <p:sp>
          <p:nvSpPr>
            <p:cNvPr id="72" name="object 72"/>
            <p:cNvSpPr/>
            <p:nvPr/>
          </p:nvSpPr>
          <p:spPr>
            <a:xfrm>
              <a:off x="3388591" y="8091076"/>
              <a:ext cx="1710689" cy="698500"/>
            </a:xfrm>
            <a:custGeom>
              <a:avLst/>
              <a:gdLst/>
              <a:ahLst/>
              <a:cxnLst/>
              <a:rect l="l" t="t" r="r" b="b"/>
              <a:pathLst>
                <a:path w="1710689" h="698500">
                  <a:moveTo>
                    <a:pt x="1640643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40643" y="0"/>
                  </a:lnTo>
                  <a:lnTo>
                    <a:pt x="1667817" y="5486"/>
                  </a:lnTo>
                  <a:lnTo>
                    <a:pt x="1690008" y="20447"/>
                  </a:lnTo>
                  <a:lnTo>
                    <a:pt x="1704969" y="42638"/>
                  </a:lnTo>
                  <a:lnTo>
                    <a:pt x="1710455" y="69812"/>
                  </a:lnTo>
                  <a:lnTo>
                    <a:pt x="1710455" y="628315"/>
                  </a:lnTo>
                  <a:lnTo>
                    <a:pt x="1704969" y="655490"/>
                  </a:lnTo>
                  <a:lnTo>
                    <a:pt x="1690008" y="677680"/>
                  </a:lnTo>
                  <a:lnTo>
                    <a:pt x="1667817" y="692642"/>
                  </a:lnTo>
                  <a:lnTo>
                    <a:pt x="1640643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65639" y="8320068"/>
              <a:ext cx="407709" cy="217574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5662732" y="7099023"/>
            <a:ext cx="1742439" cy="698500"/>
            <a:chOff x="5662732" y="7099023"/>
            <a:chExt cx="1742439" cy="698500"/>
          </a:xfrm>
        </p:grpSpPr>
        <p:sp>
          <p:nvSpPr>
            <p:cNvPr id="75" name="object 75"/>
            <p:cNvSpPr/>
            <p:nvPr/>
          </p:nvSpPr>
          <p:spPr>
            <a:xfrm>
              <a:off x="5662732" y="7099023"/>
              <a:ext cx="1742439" cy="698500"/>
            </a:xfrm>
            <a:custGeom>
              <a:avLst/>
              <a:gdLst/>
              <a:ahLst/>
              <a:cxnLst/>
              <a:rect l="l" t="t" r="r" b="b"/>
              <a:pathLst>
                <a:path w="1742440" h="698500">
                  <a:moveTo>
                    <a:pt x="1672086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72086" y="0"/>
                  </a:lnTo>
                  <a:lnTo>
                    <a:pt x="1699261" y="5486"/>
                  </a:lnTo>
                  <a:lnTo>
                    <a:pt x="1721452" y="20447"/>
                  </a:lnTo>
                  <a:lnTo>
                    <a:pt x="1736413" y="42638"/>
                  </a:lnTo>
                  <a:lnTo>
                    <a:pt x="1741899" y="69812"/>
                  </a:lnTo>
                  <a:lnTo>
                    <a:pt x="1741899" y="628315"/>
                  </a:lnTo>
                  <a:lnTo>
                    <a:pt x="1736413" y="655490"/>
                  </a:lnTo>
                  <a:lnTo>
                    <a:pt x="1721452" y="677680"/>
                  </a:lnTo>
                  <a:lnTo>
                    <a:pt x="1699261" y="692642"/>
                  </a:lnTo>
                  <a:lnTo>
                    <a:pt x="1672086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336926" y="7328015"/>
              <a:ext cx="391830" cy="217574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5662732" y="8091076"/>
            <a:ext cx="1742439" cy="698500"/>
            <a:chOff x="5662732" y="8091076"/>
            <a:chExt cx="1742439" cy="698500"/>
          </a:xfrm>
        </p:grpSpPr>
        <p:sp>
          <p:nvSpPr>
            <p:cNvPr id="78" name="object 78"/>
            <p:cNvSpPr/>
            <p:nvPr/>
          </p:nvSpPr>
          <p:spPr>
            <a:xfrm>
              <a:off x="5662732" y="8091076"/>
              <a:ext cx="1742439" cy="698500"/>
            </a:xfrm>
            <a:custGeom>
              <a:avLst/>
              <a:gdLst/>
              <a:ahLst/>
              <a:cxnLst/>
              <a:rect l="l" t="t" r="r" b="b"/>
              <a:pathLst>
                <a:path w="1742440" h="698500">
                  <a:moveTo>
                    <a:pt x="1672086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72086" y="0"/>
                  </a:lnTo>
                  <a:lnTo>
                    <a:pt x="1699261" y="5486"/>
                  </a:lnTo>
                  <a:lnTo>
                    <a:pt x="1721452" y="20447"/>
                  </a:lnTo>
                  <a:lnTo>
                    <a:pt x="1736413" y="42638"/>
                  </a:lnTo>
                  <a:lnTo>
                    <a:pt x="1741899" y="69812"/>
                  </a:lnTo>
                  <a:lnTo>
                    <a:pt x="1741899" y="628315"/>
                  </a:lnTo>
                  <a:lnTo>
                    <a:pt x="1736413" y="655490"/>
                  </a:lnTo>
                  <a:lnTo>
                    <a:pt x="1721452" y="677680"/>
                  </a:lnTo>
                  <a:lnTo>
                    <a:pt x="1699261" y="692642"/>
                  </a:lnTo>
                  <a:lnTo>
                    <a:pt x="1672086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220595" y="8320068"/>
              <a:ext cx="175596" cy="21808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421794" y="8320068"/>
              <a:ext cx="179989" cy="218081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622567" y="8328177"/>
              <a:ext cx="198755" cy="206375"/>
            </a:xfrm>
            <a:custGeom>
              <a:avLst/>
              <a:gdLst/>
              <a:ahLst/>
              <a:cxnLst/>
              <a:rect l="l" t="t" r="r" b="b"/>
              <a:pathLst>
                <a:path w="198754" h="206375">
                  <a:moveTo>
                    <a:pt x="175679" y="180822"/>
                  </a:moveTo>
                  <a:lnTo>
                    <a:pt x="54470" y="180822"/>
                  </a:lnTo>
                  <a:lnTo>
                    <a:pt x="54470" y="143992"/>
                  </a:lnTo>
                  <a:lnTo>
                    <a:pt x="23901" y="143992"/>
                  </a:lnTo>
                  <a:lnTo>
                    <a:pt x="23901" y="180822"/>
                  </a:lnTo>
                  <a:lnTo>
                    <a:pt x="23901" y="206222"/>
                  </a:lnTo>
                  <a:lnTo>
                    <a:pt x="175679" y="206222"/>
                  </a:lnTo>
                  <a:lnTo>
                    <a:pt x="175679" y="180822"/>
                  </a:lnTo>
                  <a:close/>
                </a:path>
                <a:path w="198754" h="206375">
                  <a:moveTo>
                    <a:pt x="198310" y="105918"/>
                  </a:moveTo>
                  <a:lnTo>
                    <a:pt x="114109" y="105918"/>
                  </a:lnTo>
                  <a:lnTo>
                    <a:pt x="114109" y="85648"/>
                  </a:lnTo>
                  <a:lnTo>
                    <a:pt x="179057" y="85648"/>
                  </a:lnTo>
                  <a:lnTo>
                    <a:pt x="179057" y="62001"/>
                  </a:lnTo>
                  <a:lnTo>
                    <a:pt x="152196" y="62001"/>
                  </a:lnTo>
                  <a:lnTo>
                    <a:pt x="152196" y="24409"/>
                  </a:lnTo>
                  <a:lnTo>
                    <a:pt x="180492" y="24409"/>
                  </a:lnTo>
                  <a:lnTo>
                    <a:pt x="180492" y="0"/>
                  </a:lnTo>
                  <a:lnTo>
                    <a:pt x="121539" y="0"/>
                  </a:lnTo>
                  <a:lnTo>
                    <a:pt x="121539" y="24409"/>
                  </a:lnTo>
                  <a:lnTo>
                    <a:pt x="121539" y="62001"/>
                  </a:lnTo>
                  <a:lnTo>
                    <a:pt x="76009" y="62001"/>
                  </a:lnTo>
                  <a:lnTo>
                    <a:pt x="76009" y="24409"/>
                  </a:lnTo>
                  <a:lnTo>
                    <a:pt x="121539" y="24409"/>
                  </a:lnTo>
                  <a:lnTo>
                    <a:pt x="121539" y="0"/>
                  </a:lnTo>
                  <a:lnTo>
                    <a:pt x="17399" y="0"/>
                  </a:lnTo>
                  <a:lnTo>
                    <a:pt x="17399" y="24409"/>
                  </a:lnTo>
                  <a:lnTo>
                    <a:pt x="45605" y="24409"/>
                  </a:lnTo>
                  <a:lnTo>
                    <a:pt x="45605" y="62001"/>
                  </a:lnTo>
                  <a:lnTo>
                    <a:pt x="18834" y="62001"/>
                  </a:lnTo>
                  <a:lnTo>
                    <a:pt x="18834" y="85648"/>
                  </a:lnTo>
                  <a:lnTo>
                    <a:pt x="83527" y="85648"/>
                  </a:lnTo>
                  <a:lnTo>
                    <a:pt x="83527" y="105918"/>
                  </a:lnTo>
                  <a:lnTo>
                    <a:pt x="0" y="105918"/>
                  </a:lnTo>
                  <a:lnTo>
                    <a:pt x="0" y="129908"/>
                  </a:lnTo>
                  <a:lnTo>
                    <a:pt x="198310" y="129908"/>
                  </a:lnTo>
                  <a:lnTo>
                    <a:pt x="198310" y="105918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2" name="object 8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7533064" y="9537479"/>
            <a:ext cx="72558" cy="193994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7652606" y="9537479"/>
            <a:ext cx="144169" cy="193994"/>
          </a:xfrm>
          <a:prstGeom prst="rect">
            <a:avLst/>
          </a:prstGeom>
        </p:spPr>
      </p:pic>
      <p:sp>
        <p:nvSpPr>
          <p:cNvPr id="84" name="object 84"/>
          <p:cNvSpPr/>
          <p:nvPr/>
        </p:nvSpPr>
        <p:spPr>
          <a:xfrm>
            <a:off x="1080981" y="4017754"/>
            <a:ext cx="8497570" cy="0"/>
          </a:xfrm>
          <a:custGeom>
            <a:avLst/>
            <a:gdLst/>
            <a:ahLst/>
            <a:cxnLst/>
            <a:rect l="l" t="t" r="r" b="b"/>
            <a:pathLst>
              <a:path w="8497570">
                <a:moveTo>
                  <a:pt x="0" y="0"/>
                </a:moveTo>
                <a:lnTo>
                  <a:pt x="8497157" y="0"/>
                </a:lnTo>
              </a:path>
            </a:pathLst>
          </a:custGeom>
          <a:ln w="2083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5" name="object 85"/>
          <p:cNvGrpSpPr/>
          <p:nvPr/>
        </p:nvGrpSpPr>
        <p:grpSpPr>
          <a:xfrm>
            <a:off x="11167545" y="4278431"/>
            <a:ext cx="6388735" cy="4338320"/>
            <a:chOff x="11167545" y="4278431"/>
            <a:chExt cx="6388735" cy="4338320"/>
          </a:xfrm>
        </p:grpSpPr>
        <p:pic>
          <p:nvPicPr>
            <p:cNvPr id="86" name="object 8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167545" y="4278431"/>
              <a:ext cx="6388698" cy="433799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667387" y="4778234"/>
              <a:ext cx="5152849" cy="3102140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13747305" y="5512208"/>
              <a:ext cx="607695" cy="336550"/>
            </a:xfrm>
            <a:custGeom>
              <a:avLst/>
              <a:gdLst/>
              <a:ahLst/>
              <a:cxnLst/>
              <a:rect l="l" t="t" r="r" b="b"/>
              <a:pathLst>
                <a:path w="607694" h="336550">
                  <a:moveTo>
                    <a:pt x="38942" y="15261"/>
                  </a:moveTo>
                  <a:lnTo>
                    <a:pt x="38942" y="136954"/>
                  </a:lnTo>
                  <a:lnTo>
                    <a:pt x="267858" y="136954"/>
                  </a:lnTo>
                  <a:lnTo>
                    <a:pt x="267858" y="15261"/>
                  </a:lnTo>
                  <a:lnTo>
                    <a:pt x="38942" y="15261"/>
                  </a:lnTo>
                  <a:close/>
                </a:path>
                <a:path w="607694" h="336550">
                  <a:moveTo>
                    <a:pt x="79331" y="104459"/>
                  </a:moveTo>
                  <a:lnTo>
                    <a:pt x="79331" y="47625"/>
                  </a:lnTo>
                  <a:lnTo>
                    <a:pt x="227074" y="47625"/>
                  </a:lnTo>
                  <a:lnTo>
                    <a:pt x="227074" y="104459"/>
                  </a:lnTo>
                  <a:lnTo>
                    <a:pt x="79331" y="104459"/>
                  </a:lnTo>
                  <a:close/>
                </a:path>
                <a:path w="607694" h="336550">
                  <a:moveTo>
                    <a:pt x="0" y="201288"/>
                  </a:moveTo>
                  <a:lnTo>
                    <a:pt x="136691" y="201288"/>
                  </a:lnTo>
                  <a:lnTo>
                    <a:pt x="136691" y="262726"/>
                  </a:lnTo>
                  <a:lnTo>
                    <a:pt x="177607" y="262726"/>
                  </a:lnTo>
                  <a:lnTo>
                    <a:pt x="177607" y="201288"/>
                  </a:lnTo>
                  <a:lnTo>
                    <a:pt x="307457" y="201288"/>
                  </a:lnTo>
                  <a:lnTo>
                    <a:pt x="307457" y="168003"/>
                  </a:lnTo>
                  <a:lnTo>
                    <a:pt x="0" y="168003"/>
                  </a:lnTo>
                  <a:lnTo>
                    <a:pt x="0" y="201288"/>
                  </a:lnTo>
                  <a:close/>
                </a:path>
                <a:path w="607694" h="336550">
                  <a:moveTo>
                    <a:pt x="37232" y="232204"/>
                  </a:moveTo>
                  <a:lnTo>
                    <a:pt x="37232" y="329691"/>
                  </a:lnTo>
                  <a:lnTo>
                    <a:pt x="273515" y="329691"/>
                  </a:lnTo>
                  <a:lnTo>
                    <a:pt x="273515" y="296143"/>
                  </a:lnTo>
                  <a:lnTo>
                    <a:pt x="78542" y="296143"/>
                  </a:lnTo>
                  <a:lnTo>
                    <a:pt x="78542" y="232204"/>
                  </a:lnTo>
                  <a:lnTo>
                    <a:pt x="37232" y="232204"/>
                  </a:lnTo>
                  <a:close/>
                </a:path>
                <a:path w="607694" h="336550">
                  <a:moveTo>
                    <a:pt x="568490" y="336006"/>
                  </a:moveTo>
                  <a:lnTo>
                    <a:pt x="607695" y="336006"/>
                  </a:lnTo>
                  <a:lnTo>
                    <a:pt x="607695" y="0"/>
                  </a:lnTo>
                  <a:lnTo>
                    <a:pt x="568490" y="0"/>
                  </a:lnTo>
                  <a:lnTo>
                    <a:pt x="568490" y="336006"/>
                  </a:lnTo>
                  <a:close/>
                </a:path>
                <a:path w="607694" h="336550">
                  <a:moveTo>
                    <a:pt x="452059" y="117220"/>
                  </a:moveTo>
                  <a:lnTo>
                    <a:pt x="452059" y="150637"/>
                  </a:lnTo>
                  <a:lnTo>
                    <a:pt x="500472" y="150637"/>
                  </a:lnTo>
                  <a:lnTo>
                    <a:pt x="500472" y="319824"/>
                  </a:lnTo>
                  <a:lnTo>
                    <a:pt x="539283" y="319824"/>
                  </a:lnTo>
                  <a:lnTo>
                    <a:pt x="539283" y="6315"/>
                  </a:lnTo>
                  <a:lnTo>
                    <a:pt x="500472" y="6315"/>
                  </a:lnTo>
                  <a:lnTo>
                    <a:pt x="500472" y="117220"/>
                  </a:lnTo>
                  <a:lnTo>
                    <a:pt x="452059" y="117220"/>
                  </a:lnTo>
                  <a:close/>
                </a:path>
              </a:pathLst>
            </a:custGeom>
            <a:ln w="7620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055968" y="5544445"/>
              <a:ext cx="185753" cy="24285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4379097" y="5508398"/>
              <a:ext cx="290081" cy="339679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13747293" y="5527039"/>
              <a:ext cx="307975" cy="314960"/>
            </a:xfrm>
            <a:custGeom>
              <a:avLst/>
              <a:gdLst/>
              <a:ahLst/>
              <a:cxnLst/>
              <a:rect l="l" t="t" r="r" b="b"/>
              <a:pathLst>
                <a:path w="307975" h="314960">
                  <a:moveTo>
                    <a:pt x="267868" y="0"/>
                  </a:moveTo>
                  <a:lnTo>
                    <a:pt x="38950" y="0"/>
                  </a:lnTo>
                  <a:lnTo>
                    <a:pt x="38950" y="33020"/>
                  </a:lnTo>
                  <a:lnTo>
                    <a:pt x="38950" y="90170"/>
                  </a:lnTo>
                  <a:lnTo>
                    <a:pt x="38950" y="121920"/>
                  </a:lnTo>
                  <a:lnTo>
                    <a:pt x="267868" y="121920"/>
                  </a:lnTo>
                  <a:lnTo>
                    <a:pt x="267868" y="90170"/>
                  </a:lnTo>
                  <a:lnTo>
                    <a:pt x="79336" y="90170"/>
                  </a:lnTo>
                  <a:lnTo>
                    <a:pt x="79336" y="33020"/>
                  </a:lnTo>
                  <a:lnTo>
                    <a:pt x="227076" y="33020"/>
                  </a:lnTo>
                  <a:lnTo>
                    <a:pt x="227076" y="89636"/>
                  </a:lnTo>
                  <a:lnTo>
                    <a:pt x="267868" y="89636"/>
                  </a:lnTo>
                  <a:lnTo>
                    <a:pt x="267868" y="33020"/>
                  </a:lnTo>
                  <a:lnTo>
                    <a:pt x="267868" y="32804"/>
                  </a:lnTo>
                  <a:lnTo>
                    <a:pt x="267868" y="0"/>
                  </a:lnTo>
                  <a:close/>
                </a:path>
                <a:path w="307975" h="314960">
                  <a:moveTo>
                    <a:pt x="273519" y="281940"/>
                  </a:moveTo>
                  <a:lnTo>
                    <a:pt x="78549" y="281940"/>
                  </a:lnTo>
                  <a:lnTo>
                    <a:pt x="78549" y="217170"/>
                  </a:lnTo>
                  <a:lnTo>
                    <a:pt x="37236" y="217170"/>
                  </a:lnTo>
                  <a:lnTo>
                    <a:pt x="37236" y="281940"/>
                  </a:lnTo>
                  <a:lnTo>
                    <a:pt x="37236" y="314960"/>
                  </a:lnTo>
                  <a:lnTo>
                    <a:pt x="273519" y="314960"/>
                  </a:lnTo>
                  <a:lnTo>
                    <a:pt x="273519" y="281940"/>
                  </a:lnTo>
                  <a:close/>
                </a:path>
                <a:path w="307975" h="314960">
                  <a:moveTo>
                    <a:pt x="307467" y="153174"/>
                  </a:moveTo>
                  <a:lnTo>
                    <a:pt x="0" y="153174"/>
                  </a:lnTo>
                  <a:lnTo>
                    <a:pt x="0" y="186461"/>
                  </a:lnTo>
                  <a:lnTo>
                    <a:pt x="136702" y="186461"/>
                  </a:lnTo>
                  <a:lnTo>
                    <a:pt x="136702" y="247904"/>
                  </a:lnTo>
                  <a:lnTo>
                    <a:pt x="177609" y="247904"/>
                  </a:lnTo>
                  <a:lnTo>
                    <a:pt x="177609" y="186461"/>
                  </a:lnTo>
                  <a:lnTo>
                    <a:pt x="307467" y="186461"/>
                  </a:lnTo>
                  <a:lnTo>
                    <a:pt x="307467" y="15317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3747305" y="5527469"/>
              <a:ext cx="307975" cy="314960"/>
            </a:xfrm>
            <a:custGeom>
              <a:avLst/>
              <a:gdLst/>
              <a:ahLst/>
              <a:cxnLst/>
              <a:rect l="l" t="t" r="r" b="b"/>
              <a:pathLst>
                <a:path w="307975" h="314960">
                  <a:moveTo>
                    <a:pt x="38942" y="0"/>
                  </a:moveTo>
                  <a:lnTo>
                    <a:pt x="38942" y="121693"/>
                  </a:lnTo>
                  <a:lnTo>
                    <a:pt x="267858" y="121693"/>
                  </a:lnTo>
                  <a:lnTo>
                    <a:pt x="267858" y="0"/>
                  </a:lnTo>
                  <a:lnTo>
                    <a:pt x="38942" y="0"/>
                  </a:lnTo>
                  <a:close/>
                </a:path>
                <a:path w="307975" h="314960">
                  <a:moveTo>
                    <a:pt x="79331" y="89198"/>
                  </a:moveTo>
                  <a:lnTo>
                    <a:pt x="79331" y="32363"/>
                  </a:lnTo>
                  <a:lnTo>
                    <a:pt x="227074" y="32363"/>
                  </a:lnTo>
                  <a:lnTo>
                    <a:pt x="227074" y="89198"/>
                  </a:lnTo>
                  <a:lnTo>
                    <a:pt x="79331" y="89198"/>
                  </a:lnTo>
                  <a:close/>
                </a:path>
                <a:path w="307975" h="314960">
                  <a:moveTo>
                    <a:pt x="0" y="186026"/>
                  </a:moveTo>
                  <a:lnTo>
                    <a:pt x="136691" y="186026"/>
                  </a:lnTo>
                  <a:lnTo>
                    <a:pt x="136691" y="247465"/>
                  </a:lnTo>
                  <a:lnTo>
                    <a:pt x="177607" y="247465"/>
                  </a:lnTo>
                  <a:lnTo>
                    <a:pt x="177607" y="186026"/>
                  </a:lnTo>
                  <a:lnTo>
                    <a:pt x="307457" y="186026"/>
                  </a:lnTo>
                  <a:lnTo>
                    <a:pt x="307457" y="152742"/>
                  </a:lnTo>
                  <a:lnTo>
                    <a:pt x="0" y="152742"/>
                  </a:lnTo>
                  <a:lnTo>
                    <a:pt x="0" y="186026"/>
                  </a:lnTo>
                  <a:close/>
                </a:path>
                <a:path w="307975" h="314960">
                  <a:moveTo>
                    <a:pt x="37232" y="216943"/>
                  </a:moveTo>
                  <a:lnTo>
                    <a:pt x="37232" y="314430"/>
                  </a:lnTo>
                  <a:lnTo>
                    <a:pt x="273515" y="314430"/>
                  </a:lnTo>
                  <a:lnTo>
                    <a:pt x="273515" y="280882"/>
                  </a:lnTo>
                  <a:lnTo>
                    <a:pt x="78542" y="280882"/>
                  </a:lnTo>
                  <a:lnTo>
                    <a:pt x="78542" y="216943"/>
                  </a:lnTo>
                  <a:lnTo>
                    <a:pt x="37232" y="216943"/>
                  </a:lnTo>
                  <a:close/>
                </a:path>
              </a:pathLst>
            </a:custGeom>
            <a:ln w="7620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4059778" y="5512208"/>
              <a:ext cx="295275" cy="336550"/>
            </a:xfrm>
            <a:custGeom>
              <a:avLst/>
              <a:gdLst/>
              <a:ahLst/>
              <a:cxnLst/>
              <a:rect l="l" t="t" r="r" b="b"/>
              <a:pathLst>
                <a:path w="295275" h="336550">
                  <a:moveTo>
                    <a:pt x="295222" y="0"/>
                  </a:moveTo>
                  <a:lnTo>
                    <a:pt x="256018" y="0"/>
                  </a:lnTo>
                  <a:lnTo>
                    <a:pt x="256018" y="336006"/>
                  </a:lnTo>
                  <a:lnTo>
                    <a:pt x="295222" y="336006"/>
                  </a:lnTo>
                  <a:lnTo>
                    <a:pt x="295222" y="0"/>
                  </a:lnTo>
                  <a:close/>
                </a:path>
                <a:path w="295275" h="336550">
                  <a:moveTo>
                    <a:pt x="226810" y="6315"/>
                  </a:moveTo>
                  <a:lnTo>
                    <a:pt x="188000" y="6315"/>
                  </a:lnTo>
                  <a:lnTo>
                    <a:pt x="188000" y="117220"/>
                  </a:lnTo>
                  <a:lnTo>
                    <a:pt x="139586" y="117220"/>
                  </a:lnTo>
                  <a:lnTo>
                    <a:pt x="139586" y="150637"/>
                  </a:lnTo>
                  <a:lnTo>
                    <a:pt x="188000" y="150637"/>
                  </a:lnTo>
                  <a:lnTo>
                    <a:pt x="188000" y="319824"/>
                  </a:lnTo>
                  <a:lnTo>
                    <a:pt x="226810" y="319824"/>
                  </a:lnTo>
                  <a:lnTo>
                    <a:pt x="226810" y="6315"/>
                  </a:lnTo>
                  <a:close/>
                </a:path>
                <a:path w="295275" h="336550">
                  <a:moveTo>
                    <a:pt x="109722" y="69464"/>
                  </a:moveTo>
                  <a:lnTo>
                    <a:pt x="69859" y="69464"/>
                  </a:lnTo>
                  <a:lnTo>
                    <a:pt x="69859" y="91829"/>
                  </a:lnTo>
                  <a:lnTo>
                    <a:pt x="65770" y="135616"/>
                  </a:lnTo>
                  <a:lnTo>
                    <a:pt x="53134" y="177097"/>
                  </a:lnTo>
                  <a:lnTo>
                    <a:pt x="31395" y="213175"/>
                  </a:lnTo>
                  <a:lnTo>
                    <a:pt x="0" y="240756"/>
                  </a:lnTo>
                  <a:lnTo>
                    <a:pt x="25260" y="271278"/>
                  </a:lnTo>
                  <a:lnTo>
                    <a:pt x="47125" y="253768"/>
                  </a:lnTo>
                  <a:lnTo>
                    <a:pt x="65205" y="231250"/>
                  </a:lnTo>
                  <a:lnTo>
                    <a:pt x="79559" y="204638"/>
                  </a:lnTo>
                  <a:lnTo>
                    <a:pt x="90251" y="174844"/>
                  </a:lnTo>
                  <a:lnTo>
                    <a:pt x="126739" y="174844"/>
                  </a:lnTo>
                  <a:lnTo>
                    <a:pt x="125822" y="173380"/>
                  </a:lnTo>
                  <a:lnTo>
                    <a:pt x="113585" y="133943"/>
                  </a:lnTo>
                  <a:lnTo>
                    <a:pt x="109722" y="91829"/>
                  </a:lnTo>
                  <a:lnTo>
                    <a:pt x="109722" y="69464"/>
                  </a:lnTo>
                  <a:close/>
                </a:path>
                <a:path w="295275" h="336550">
                  <a:moveTo>
                    <a:pt x="126739" y="174844"/>
                  </a:moveTo>
                  <a:lnTo>
                    <a:pt x="90251" y="174844"/>
                  </a:lnTo>
                  <a:lnTo>
                    <a:pt x="100679" y="202260"/>
                  </a:lnTo>
                  <a:lnTo>
                    <a:pt x="114672" y="226630"/>
                  </a:lnTo>
                  <a:lnTo>
                    <a:pt x="132340" y="247274"/>
                  </a:lnTo>
                  <a:lnTo>
                    <a:pt x="153795" y="263516"/>
                  </a:lnTo>
                  <a:lnTo>
                    <a:pt x="178133" y="233125"/>
                  </a:lnTo>
                  <a:lnTo>
                    <a:pt x="147112" y="207366"/>
                  </a:lnTo>
                  <a:lnTo>
                    <a:pt x="126739" y="174844"/>
                  </a:lnTo>
                  <a:close/>
                </a:path>
                <a:path w="295275" h="336550">
                  <a:moveTo>
                    <a:pt x="164056" y="36047"/>
                  </a:moveTo>
                  <a:lnTo>
                    <a:pt x="11445" y="36047"/>
                  </a:lnTo>
                  <a:lnTo>
                    <a:pt x="11445" y="69464"/>
                  </a:lnTo>
                  <a:lnTo>
                    <a:pt x="164056" y="69464"/>
                  </a:lnTo>
                  <a:lnTo>
                    <a:pt x="164056" y="3604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4199365" y="5512208"/>
              <a:ext cx="156210" cy="336550"/>
            </a:xfrm>
            <a:custGeom>
              <a:avLst/>
              <a:gdLst/>
              <a:ahLst/>
              <a:cxnLst/>
              <a:rect l="l" t="t" r="r" b="b"/>
              <a:pathLst>
                <a:path w="156209" h="336550">
                  <a:moveTo>
                    <a:pt x="116431" y="336006"/>
                  </a:moveTo>
                  <a:lnTo>
                    <a:pt x="155635" y="336006"/>
                  </a:lnTo>
                  <a:lnTo>
                    <a:pt x="155635" y="0"/>
                  </a:lnTo>
                  <a:lnTo>
                    <a:pt x="116431" y="0"/>
                  </a:lnTo>
                  <a:lnTo>
                    <a:pt x="116431" y="336006"/>
                  </a:lnTo>
                  <a:close/>
                </a:path>
                <a:path w="156209" h="336550">
                  <a:moveTo>
                    <a:pt x="0" y="117220"/>
                  </a:moveTo>
                  <a:lnTo>
                    <a:pt x="0" y="150637"/>
                  </a:lnTo>
                  <a:lnTo>
                    <a:pt x="48413" y="150637"/>
                  </a:lnTo>
                  <a:lnTo>
                    <a:pt x="48413" y="319824"/>
                  </a:lnTo>
                  <a:lnTo>
                    <a:pt x="87223" y="319824"/>
                  </a:lnTo>
                  <a:lnTo>
                    <a:pt x="87223" y="6315"/>
                  </a:lnTo>
                  <a:lnTo>
                    <a:pt x="48413" y="6315"/>
                  </a:lnTo>
                  <a:lnTo>
                    <a:pt x="48413" y="117220"/>
                  </a:lnTo>
                  <a:lnTo>
                    <a:pt x="0" y="117220"/>
                  </a:lnTo>
                  <a:close/>
                </a:path>
              </a:pathLst>
            </a:custGeom>
            <a:ln w="7620">
              <a:solidFill>
                <a:srgbClr val="3D3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4055968" y="5544445"/>
              <a:ext cx="185753" cy="242850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14382907" y="5512208"/>
              <a:ext cx="282575" cy="332105"/>
            </a:xfrm>
            <a:custGeom>
              <a:avLst/>
              <a:gdLst/>
              <a:ahLst/>
              <a:cxnLst/>
              <a:rect l="l" t="t" r="r" b="b"/>
              <a:pathLst>
                <a:path w="282575" h="332104">
                  <a:moveTo>
                    <a:pt x="282461" y="0"/>
                  </a:moveTo>
                  <a:lnTo>
                    <a:pt x="241151" y="0"/>
                  </a:lnTo>
                  <a:lnTo>
                    <a:pt x="241151" y="79725"/>
                  </a:lnTo>
                  <a:lnTo>
                    <a:pt x="183001" y="79725"/>
                  </a:lnTo>
                  <a:lnTo>
                    <a:pt x="183001" y="113668"/>
                  </a:lnTo>
                  <a:lnTo>
                    <a:pt x="241151" y="113668"/>
                  </a:lnTo>
                  <a:lnTo>
                    <a:pt x="241151" y="195236"/>
                  </a:lnTo>
                  <a:lnTo>
                    <a:pt x="282461" y="195236"/>
                  </a:lnTo>
                  <a:lnTo>
                    <a:pt x="282461" y="0"/>
                  </a:lnTo>
                  <a:close/>
                </a:path>
                <a:path w="282575" h="332104">
                  <a:moveTo>
                    <a:pt x="124324" y="52229"/>
                  </a:moveTo>
                  <a:lnTo>
                    <a:pt x="82225" y="52229"/>
                  </a:lnTo>
                  <a:lnTo>
                    <a:pt x="82182" y="55255"/>
                  </a:lnTo>
                  <a:lnTo>
                    <a:pt x="76907" y="87925"/>
                  </a:lnTo>
                  <a:lnTo>
                    <a:pt x="61192" y="118355"/>
                  </a:lnTo>
                  <a:lnTo>
                    <a:pt x="35437" y="143777"/>
                  </a:lnTo>
                  <a:lnTo>
                    <a:pt x="0" y="161688"/>
                  </a:lnTo>
                  <a:lnTo>
                    <a:pt x="21312" y="194315"/>
                  </a:lnTo>
                  <a:lnTo>
                    <a:pt x="48891" y="181607"/>
                  </a:lnTo>
                  <a:lnTo>
                    <a:pt x="71930" y="164089"/>
                  </a:lnTo>
                  <a:lnTo>
                    <a:pt x="90283" y="142476"/>
                  </a:lnTo>
                  <a:lnTo>
                    <a:pt x="103801" y="117483"/>
                  </a:lnTo>
                  <a:lnTo>
                    <a:pt x="148300" y="117483"/>
                  </a:lnTo>
                  <a:lnTo>
                    <a:pt x="144371" y="113668"/>
                  </a:lnTo>
                  <a:lnTo>
                    <a:pt x="129371" y="85399"/>
                  </a:lnTo>
                  <a:lnTo>
                    <a:pt x="124324" y="55255"/>
                  </a:lnTo>
                  <a:lnTo>
                    <a:pt x="124324" y="52229"/>
                  </a:lnTo>
                  <a:close/>
                </a:path>
                <a:path w="282575" h="332104">
                  <a:moveTo>
                    <a:pt x="148300" y="117483"/>
                  </a:moveTo>
                  <a:lnTo>
                    <a:pt x="103801" y="117483"/>
                  </a:lnTo>
                  <a:lnTo>
                    <a:pt x="117060" y="140097"/>
                  </a:lnTo>
                  <a:lnTo>
                    <a:pt x="134685" y="159764"/>
                  </a:lnTo>
                  <a:lnTo>
                    <a:pt x="156602" y="175853"/>
                  </a:lnTo>
                  <a:lnTo>
                    <a:pt x="182737" y="187737"/>
                  </a:lnTo>
                  <a:lnTo>
                    <a:pt x="203393" y="155110"/>
                  </a:lnTo>
                  <a:lnTo>
                    <a:pt x="169115" y="137694"/>
                  </a:lnTo>
                  <a:lnTo>
                    <a:pt x="148300" y="117483"/>
                  </a:lnTo>
                  <a:close/>
                </a:path>
                <a:path w="282575" h="332104">
                  <a:moveTo>
                    <a:pt x="193920" y="18681"/>
                  </a:moveTo>
                  <a:lnTo>
                    <a:pt x="12103" y="18681"/>
                  </a:lnTo>
                  <a:lnTo>
                    <a:pt x="12103" y="52229"/>
                  </a:lnTo>
                  <a:lnTo>
                    <a:pt x="193920" y="52229"/>
                  </a:lnTo>
                  <a:lnTo>
                    <a:pt x="193920" y="18681"/>
                  </a:lnTo>
                  <a:close/>
                </a:path>
                <a:path w="282575" h="332104">
                  <a:moveTo>
                    <a:pt x="282461" y="209839"/>
                  </a:moveTo>
                  <a:lnTo>
                    <a:pt x="58676" y="209839"/>
                  </a:lnTo>
                  <a:lnTo>
                    <a:pt x="58676" y="332059"/>
                  </a:lnTo>
                  <a:lnTo>
                    <a:pt x="282461" y="332059"/>
                  </a:lnTo>
                  <a:lnTo>
                    <a:pt x="282461" y="298642"/>
                  </a:lnTo>
                  <a:lnTo>
                    <a:pt x="99986" y="298642"/>
                  </a:lnTo>
                  <a:lnTo>
                    <a:pt x="99986" y="242598"/>
                  </a:lnTo>
                  <a:lnTo>
                    <a:pt x="282461" y="242598"/>
                  </a:lnTo>
                  <a:lnTo>
                    <a:pt x="282461" y="209839"/>
                  </a:lnTo>
                  <a:close/>
                </a:path>
                <a:path w="282575" h="332104">
                  <a:moveTo>
                    <a:pt x="282461" y="242598"/>
                  </a:moveTo>
                  <a:lnTo>
                    <a:pt x="241941" y="242598"/>
                  </a:lnTo>
                  <a:lnTo>
                    <a:pt x="241941" y="298642"/>
                  </a:lnTo>
                  <a:lnTo>
                    <a:pt x="282461" y="298642"/>
                  </a:lnTo>
                  <a:lnTo>
                    <a:pt x="282461" y="24259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379097" y="5508398"/>
              <a:ext cx="290081" cy="339679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2891864" y="6467791"/>
              <a:ext cx="108013" cy="108013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3157722" y="6390312"/>
              <a:ext cx="439753" cy="235204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13663473" y="6390322"/>
              <a:ext cx="861694" cy="236220"/>
            </a:xfrm>
            <a:custGeom>
              <a:avLst/>
              <a:gdLst/>
              <a:ahLst/>
              <a:cxnLst/>
              <a:rect l="l" t="t" r="r" b="b"/>
              <a:pathLst>
                <a:path w="861694" h="236220">
                  <a:moveTo>
                    <a:pt x="127000" y="69989"/>
                  </a:moveTo>
                  <a:lnTo>
                    <a:pt x="122110" y="47142"/>
                  </a:lnTo>
                  <a:lnTo>
                    <a:pt x="115354" y="38036"/>
                  </a:lnTo>
                  <a:lnTo>
                    <a:pt x="108813" y="29197"/>
                  </a:lnTo>
                  <a:lnTo>
                    <a:pt x="98729" y="23329"/>
                  </a:lnTo>
                  <a:lnTo>
                    <a:pt x="98729" y="69989"/>
                  </a:lnTo>
                  <a:lnTo>
                    <a:pt x="96012" y="83515"/>
                  </a:lnTo>
                  <a:lnTo>
                    <a:pt x="88633" y="93713"/>
                  </a:lnTo>
                  <a:lnTo>
                    <a:pt x="77495" y="100126"/>
                  </a:lnTo>
                  <a:lnTo>
                    <a:pt x="63550" y="102311"/>
                  </a:lnTo>
                  <a:lnTo>
                    <a:pt x="49491" y="100126"/>
                  </a:lnTo>
                  <a:lnTo>
                    <a:pt x="38328" y="93713"/>
                  </a:lnTo>
                  <a:lnTo>
                    <a:pt x="31013" y="83515"/>
                  </a:lnTo>
                  <a:lnTo>
                    <a:pt x="28460" y="69989"/>
                  </a:lnTo>
                  <a:lnTo>
                    <a:pt x="31013" y="56692"/>
                  </a:lnTo>
                  <a:lnTo>
                    <a:pt x="38328" y="46647"/>
                  </a:lnTo>
                  <a:lnTo>
                    <a:pt x="49491" y="40297"/>
                  </a:lnTo>
                  <a:lnTo>
                    <a:pt x="63550" y="38036"/>
                  </a:lnTo>
                  <a:lnTo>
                    <a:pt x="77495" y="40297"/>
                  </a:lnTo>
                  <a:lnTo>
                    <a:pt x="88633" y="46647"/>
                  </a:lnTo>
                  <a:lnTo>
                    <a:pt x="96012" y="56692"/>
                  </a:lnTo>
                  <a:lnTo>
                    <a:pt x="98729" y="69989"/>
                  </a:lnTo>
                  <a:lnTo>
                    <a:pt x="98729" y="23329"/>
                  </a:lnTo>
                  <a:lnTo>
                    <a:pt x="88734" y="17500"/>
                  </a:lnTo>
                  <a:lnTo>
                    <a:pt x="63550" y="13347"/>
                  </a:lnTo>
                  <a:lnTo>
                    <a:pt x="38239" y="17500"/>
                  </a:lnTo>
                  <a:lnTo>
                    <a:pt x="18059" y="29197"/>
                  </a:lnTo>
                  <a:lnTo>
                    <a:pt x="4737" y="47142"/>
                  </a:lnTo>
                  <a:lnTo>
                    <a:pt x="0" y="69989"/>
                  </a:lnTo>
                  <a:lnTo>
                    <a:pt x="4737" y="93027"/>
                  </a:lnTo>
                  <a:lnTo>
                    <a:pt x="18059" y="111010"/>
                  </a:lnTo>
                  <a:lnTo>
                    <a:pt x="38239" y="122720"/>
                  </a:lnTo>
                  <a:lnTo>
                    <a:pt x="63550" y="126898"/>
                  </a:lnTo>
                  <a:lnTo>
                    <a:pt x="88734" y="122720"/>
                  </a:lnTo>
                  <a:lnTo>
                    <a:pt x="108813" y="111010"/>
                  </a:lnTo>
                  <a:lnTo>
                    <a:pt x="115239" y="102311"/>
                  </a:lnTo>
                  <a:lnTo>
                    <a:pt x="122110" y="93027"/>
                  </a:lnTo>
                  <a:lnTo>
                    <a:pt x="127000" y="69989"/>
                  </a:lnTo>
                  <a:close/>
                </a:path>
                <a:path w="861694" h="236220">
                  <a:moveTo>
                    <a:pt x="183172" y="148539"/>
                  </a:moveTo>
                  <a:lnTo>
                    <a:pt x="26250" y="148539"/>
                  </a:lnTo>
                  <a:lnTo>
                    <a:pt x="26250" y="171932"/>
                  </a:lnTo>
                  <a:lnTo>
                    <a:pt x="154076" y="171932"/>
                  </a:lnTo>
                  <a:lnTo>
                    <a:pt x="154076" y="235572"/>
                  </a:lnTo>
                  <a:lnTo>
                    <a:pt x="183172" y="235572"/>
                  </a:lnTo>
                  <a:lnTo>
                    <a:pt x="183172" y="148539"/>
                  </a:lnTo>
                  <a:close/>
                </a:path>
                <a:path w="861694" h="236220">
                  <a:moveTo>
                    <a:pt x="216052" y="57188"/>
                  </a:moveTo>
                  <a:lnTo>
                    <a:pt x="183172" y="57188"/>
                  </a:lnTo>
                  <a:lnTo>
                    <a:pt x="183172" y="0"/>
                  </a:lnTo>
                  <a:lnTo>
                    <a:pt x="154076" y="0"/>
                  </a:lnTo>
                  <a:lnTo>
                    <a:pt x="154076" y="137858"/>
                  </a:lnTo>
                  <a:lnTo>
                    <a:pt x="183172" y="137858"/>
                  </a:lnTo>
                  <a:lnTo>
                    <a:pt x="183172" y="80949"/>
                  </a:lnTo>
                  <a:lnTo>
                    <a:pt x="216052" y="80949"/>
                  </a:lnTo>
                  <a:lnTo>
                    <a:pt x="216052" y="57188"/>
                  </a:lnTo>
                  <a:close/>
                </a:path>
                <a:path w="861694" h="236220">
                  <a:moveTo>
                    <a:pt x="338632" y="159219"/>
                  </a:moveTo>
                  <a:lnTo>
                    <a:pt x="318109" y="140893"/>
                  </a:lnTo>
                  <a:lnTo>
                    <a:pt x="306400" y="121094"/>
                  </a:lnTo>
                  <a:lnTo>
                    <a:pt x="304088" y="117195"/>
                  </a:lnTo>
                  <a:lnTo>
                    <a:pt x="296062" y="90131"/>
                  </a:lnTo>
                  <a:lnTo>
                    <a:pt x="293624" y="62992"/>
                  </a:lnTo>
                  <a:lnTo>
                    <a:pt x="293509" y="20815"/>
                  </a:lnTo>
                  <a:lnTo>
                    <a:pt x="265518" y="20815"/>
                  </a:lnTo>
                  <a:lnTo>
                    <a:pt x="265518" y="62992"/>
                  </a:lnTo>
                  <a:lnTo>
                    <a:pt x="262610" y="92951"/>
                  </a:lnTo>
                  <a:lnTo>
                    <a:pt x="253657" y="121361"/>
                  </a:lnTo>
                  <a:lnTo>
                    <a:pt x="238315" y="146164"/>
                  </a:lnTo>
                  <a:lnTo>
                    <a:pt x="216242" y="165303"/>
                  </a:lnTo>
                  <a:lnTo>
                    <a:pt x="234111" y="186766"/>
                  </a:lnTo>
                  <a:lnTo>
                    <a:pt x="249377" y="174802"/>
                  </a:lnTo>
                  <a:lnTo>
                    <a:pt x="262064" y="159486"/>
                  </a:lnTo>
                  <a:lnTo>
                    <a:pt x="272186" y="141389"/>
                  </a:lnTo>
                  <a:lnTo>
                    <a:pt x="279793" y="121094"/>
                  </a:lnTo>
                  <a:lnTo>
                    <a:pt x="286791" y="139585"/>
                  </a:lnTo>
                  <a:lnTo>
                    <a:pt x="296164" y="156171"/>
                  </a:lnTo>
                  <a:lnTo>
                    <a:pt x="308051" y="170319"/>
                  </a:lnTo>
                  <a:lnTo>
                    <a:pt x="322618" y="181508"/>
                  </a:lnTo>
                  <a:lnTo>
                    <a:pt x="338632" y="159219"/>
                  </a:lnTo>
                  <a:close/>
                </a:path>
                <a:path w="861694" h="236220">
                  <a:moveTo>
                    <a:pt x="374091" y="4051"/>
                  </a:moveTo>
                  <a:lnTo>
                    <a:pt x="346925" y="4051"/>
                  </a:lnTo>
                  <a:lnTo>
                    <a:pt x="346925" y="81038"/>
                  </a:lnTo>
                  <a:lnTo>
                    <a:pt x="313309" y="81038"/>
                  </a:lnTo>
                  <a:lnTo>
                    <a:pt x="313309" y="104889"/>
                  </a:lnTo>
                  <a:lnTo>
                    <a:pt x="346925" y="104889"/>
                  </a:lnTo>
                  <a:lnTo>
                    <a:pt x="346925" y="223964"/>
                  </a:lnTo>
                  <a:lnTo>
                    <a:pt x="374091" y="223964"/>
                  </a:lnTo>
                  <a:lnTo>
                    <a:pt x="374091" y="4051"/>
                  </a:lnTo>
                  <a:close/>
                </a:path>
                <a:path w="861694" h="236220">
                  <a:moveTo>
                    <a:pt x="423087" y="0"/>
                  </a:moveTo>
                  <a:lnTo>
                    <a:pt x="395274" y="0"/>
                  </a:lnTo>
                  <a:lnTo>
                    <a:pt x="395274" y="235204"/>
                  </a:lnTo>
                  <a:lnTo>
                    <a:pt x="423087" y="235204"/>
                  </a:lnTo>
                  <a:lnTo>
                    <a:pt x="423087" y="0"/>
                  </a:lnTo>
                  <a:close/>
                </a:path>
                <a:path w="861694" h="236220">
                  <a:moveTo>
                    <a:pt x="583984" y="158584"/>
                  </a:moveTo>
                  <a:lnTo>
                    <a:pt x="559663" y="141109"/>
                  </a:lnTo>
                  <a:lnTo>
                    <a:pt x="541629" y="116674"/>
                  </a:lnTo>
                  <a:lnTo>
                    <a:pt x="540639" y="114096"/>
                  </a:lnTo>
                  <a:lnTo>
                    <a:pt x="530453" y="87693"/>
                  </a:lnTo>
                  <a:lnTo>
                    <a:pt x="526694" y="56540"/>
                  </a:lnTo>
                  <a:lnTo>
                    <a:pt x="526694" y="18872"/>
                  </a:lnTo>
                  <a:lnTo>
                    <a:pt x="497789" y="18872"/>
                  </a:lnTo>
                  <a:lnTo>
                    <a:pt x="497789" y="56540"/>
                  </a:lnTo>
                  <a:lnTo>
                    <a:pt x="493712" y="88938"/>
                  </a:lnTo>
                  <a:lnTo>
                    <a:pt x="482104" y="119240"/>
                  </a:lnTo>
                  <a:lnTo>
                    <a:pt x="463410" y="144767"/>
                  </a:lnTo>
                  <a:lnTo>
                    <a:pt x="438111" y="162814"/>
                  </a:lnTo>
                  <a:lnTo>
                    <a:pt x="455968" y="186207"/>
                  </a:lnTo>
                  <a:lnTo>
                    <a:pt x="474687" y="173723"/>
                  </a:lnTo>
                  <a:lnTo>
                    <a:pt x="490423" y="157060"/>
                  </a:lnTo>
                  <a:lnTo>
                    <a:pt x="503072" y="136944"/>
                  </a:lnTo>
                  <a:lnTo>
                    <a:pt x="512521" y="114096"/>
                  </a:lnTo>
                  <a:lnTo>
                    <a:pt x="521576" y="135483"/>
                  </a:lnTo>
                  <a:lnTo>
                    <a:pt x="533615" y="154330"/>
                  </a:lnTo>
                  <a:lnTo>
                    <a:pt x="548589" y="169976"/>
                  </a:lnTo>
                  <a:lnTo>
                    <a:pt x="566394" y="181787"/>
                  </a:lnTo>
                  <a:lnTo>
                    <a:pt x="583984" y="158584"/>
                  </a:lnTo>
                  <a:close/>
                </a:path>
                <a:path w="861694" h="236220">
                  <a:moveTo>
                    <a:pt x="663270" y="92278"/>
                  </a:moveTo>
                  <a:lnTo>
                    <a:pt x="626986" y="92278"/>
                  </a:lnTo>
                  <a:lnTo>
                    <a:pt x="626986" y="0"/>
                  </a:lnTo>
                  <a:lnTo>
                    <a:pt x="597979" y="0"/>
                  </a:lnTo>
                  <a:lnTo>
                    <a:pt x="597979" y="235204"/>
                  </a:lnTo>
                  <a:lnTo>
                    <a:pt x="626986" y="235204"/>
                  </a:lnTo>
                  <a:lnTo>
                    <a:pt x="626986" y="116865"/>
                  </a:lnTo>
                  <a:lnTo>
                    <a:pt x="663270" y="116865"/>
                  </a:lnTo>
                  <a:lnTo>
                    <a:pt x="663270" y="92278"/>
                  </a:lnTo>
                  <a:close/>
                </a:path>
                <a:path w="861694" h="236220">
                  <a:moveTo>
                    <a:pt x="816343" y="171564"/>
                  </a:moveTo>
                  <a:lnTo>
                    <a:pt x="814654" y="156095"/>
                  </a:lnTo>
                  <a:lnTo>
                    <a:pt x="813765" y="147891"/>
                  </a:lnTo>
                  <a:lnTo>
                    <a:pt x="786955" y="151752"/>
                  </a:lnTo>
                  <a:lnTo>
                    <a:pt x="761009" y="154241"/>
                  </a:lnTo>
                  <a:lnTo>
                    <a:pt x="735012" y="155600"/>
                  </a:lnTo>
                  <a:lnTo>
                    <a:pt x="708037" y="156095"/>
                  </a:lnTo>
                  <a:lnTo>
                    <a:pt x="708037" y="108762"/>
                  </a:lnTo>
                  <a:lnTo>
                    <a:pt x="788898" y="108762"/>
                  </a:lnTo>
                  <a:lnTo>
                    <a:pt x="788898" y="20447"/>
                  </a:lnTo>
                  <a:lnTo>
                    <a:pt x="678014" y="20447"/>
                  </a:lnTo>
                  <a:lnTo>
                    <a:pt x="678014" y="43929"/>
                  </a:lnTo>
                  <a:lnTo>
                    <a:pt x="759434" y="43929"/>
                  </a:lnTo>
                  <a:lnTo>
                    <a:pt x="759434" y="85737"/>
                  </a:lnTo>
                  <a:lnTo>
                    <a:pt x="678205" y="85737"/>
                  </a:lnTo>
                  <a:lnTo>
                    <a:pt x="678205" y="179946"/>
                  </a:lnTo>
                  <a:lnTo>
                    <a:pt x="698830" y="179946"/>
                  </a:lnTo>
                  <a:lnTo>
                    <a:pt x="729399" y="179603"/>
                  </a:lnTo>
                  <a:lnTo>
                    <a:pt x="758418" y="178346"/>
                  </a:lnTo>
                  <a:lnTo>
                    <a:pt x="787031" y="175793"/>
                  </a:lnTo>
                  <a:lnTo>
                    <a:pt x="816343" y="171564"/>
                  </a:lnTo>
                  <a:close/>
                </a:path>
                <a:path w="861694" h="236220">
                  <a:moveTo>
                    <a:pt x="861377" y="0"/>
                  </a:moveTo>
                  <a:lnTo>
                    <a:pt x="832548" y="0"/>
                  </a:lnTo>
                  <a:lnTo>
                    <a:pt x="832548" y="235750"/>
                  </a:lnTo>
                  <a:lnTo>
                    <a:pt x="861377" y="235750"/>
                  </a:lnTo>
                  <a:lnTo>
                    <a:pt x="861377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603665" y="6390312"/>
              <a:ext cx="444265" cy="23557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5109791" y="6390312"/>
              <a:ext cx="416638" cy="232441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054111" y="6942404"/>
              <a:ext cx="108013" cy="108013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327520" y="6885923"/>
              <a:ext cx="167331" cy="193762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517701" y="6888480"/>
              <a:ext cx="298391" cy="18923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877684" y="6888501"/>
              <a:ext cx="326478" cy="188605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13223698" y="6864934"/>
              <a:ext cx="270510" cy="234950"/>
            </a:xfrm>
            <a:custGeom>
              <a:avLst/>
              <a:gdLst/>
              <a:ahLst/>
              <a:cxnLst/>
              <a:rect l="l" t="t" r="r" b="b"/>
              <a:pathLst>
                <a:path w="270509" h="234950">
                  <a:moveTo>
                    <a:pt x="33794" y="23571"/>
                  </a:moveTo>
                  <a:lnTo>
                    <a:pt x="0" y="23571"/>
                  </a:lnTo>
                  <a:lnTo>
                    <a:pt x="0" y="212178"/>
                  </a:lnTo>
                  <a:lnTo>
                    <a:pt x="33794" y="212178"/>
                  </a:lnTo>
                  <a:lnTo>
                    <a:pt x="33794" y="23571"/>
                  </a:lnTo>
                  <a:close/>
                </a:path>
                <a:path w="270509" h="234950">
                  <a:moveTo>
                    <a:pt x="173418" y="24396"/>
                  </a:moveTo>
                  <a:lnTo>
                    <a:pt x="62534" y="24396"/>
                  </a:lnTo>
                  <a:lnTo>
                    <a:pt x="62534" y="48260"/>
                  </a:lnTo>
                  <a:lnTo>
                    <a:pt x="143941" y="48260"/>
                  </a:lnTo>
                  <a:lnTo>
                    <a:pt x="134912" y="85940"/>
                  </a:lnTo>
                  <a:lnTo>
                    <a:pt x="116319" y="118732"/>
                  </a:lnTo>
                  <a:lnTo>
                    <a:pt x="88049" y="146862"/>
                  </a:lnTo>
                  <a:lnTo>
                    <a:pt x="50012" y="170548"/>
                  </a:lnTo>
                  <a:lnTo>
                    <a:pt x="66306" y="192836"/>
                  </a:lnTo>
                  <a:lnTo>
                    <a:pt x="116039" y="160007"/>
                  </a:lnTo>
                  <a:lnTo>
                    <a:pt x="149148" y="120116"/>
                  </a:lnTo>
                  <a:lnTo>
                    <a:pt x="167614" y="74485"/>
                  </a:lnTo>
                  <a:lnTo>
                    <a:pt x="173418" y="24396"/>
                  </a:lnTo>
                  <a:close/>
                </a:path>
                <a:path w="270509" h="234950">
                  <a:moveTo>
                    <a:pt x="270484" y="91909"/>
                  </a:moveTo>
                  <a:lnTo>
                    <a:pt x="235585" y="91909"/>
                  </a:lnTo>
                  <a:lnTo>
                    <a:pt x="235585" y="0"/>
                  </a:lnTo>
                  <a:lnTo>
                    <a:pt x="206565" y="0"/>
                  </a:lnTo>
                  <a:lnTo>
                    <a:pt x="206565" y="234835"/>
                  </a:lnTo>
                  <a:lnTo>
                    <a:pt x="235585" y="234835"/>
                  </a:lnTo>
                  <a:lnTo>
                    <a:pt x="235585" y="115938"/>
                  </a:lnTo>
                  <a:lnTo>
                    <a:pt x="270484" y="115938"/>
                  </a:lnTo>
                  <a:lnTo>
                    <a:pt x="270484" y="9190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550734" y="6864189"/>
              <a:ext cx="423453" cy="234836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3998049" y="6868517"/>
              <a:ext cx="214484" cy="229678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4271863" y="6864925"/>
              <a:ext cx="206655" cy="235204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4505881" y="6864925"/>
              <a:ext cx="195236" cy="235204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14721193" y="6864197"/>
              <a:ext cx="1141730" cy="236854"/>
            </a:xfrm>
            <a:custGeom>
              <a:avLst/>
              <a:gdLst/>
              <a:ahLst/>
              <a:cxnLst/>
              <a:rect l="l" t="t" r="r" b="b"/>
              <a:pathLst>
                <a:path w="1141730" h="236854">
                  <a:moveTo>
                    <a:pt x="215226" y="184302"/>
                  </a:moveTo>
                  <a:lnTo>
                    <a:pt x="121475" y="184302"/>
                  </a:lnTo>
                  <a:lnTo>
                    <a:pt x="121475" y="146202"/>
                  </a:lnTo>
                  <a:lnTo>
                    <a:pt x="195148" y="146202"/>
                  </a:lnTo>
                  <a:lnTo>
                    <a:pt x="195148" y="123355"/>
                  </a:lnTo>
                  <a:lnTo>
                    <a:pt x="54432" y="123355"/>
                  </a:lnTo>
                  <a:lnTo>
                    <a:pt x="54432" y="92862"/>
                  </a:lnTo>
                  <a:lnTo>
                    <a:pt x="189712" y="92862"/>
                  </a:lnTo>
                  <a:lnTo>
                    <a:pt x="189712" y="70002"/>
                  </a:lnTo>
                  <a:lnTo>
                    <a:pt x="189712" y="39522"/>
                  </a:lnTo>
                  <a:lnTo>
                    <a:pt x="189712" y="16662"/>
                  </a:lnTo>
                  <a:lnTo>
                    <a:pt x="25146" y="16662"/>
                  </a:lnTo>
                  <a:lnTo>
                    <a:pt x="25146" y="39522"/>
                  </a:lnTo>
                  <a:lnTo>
                    <a:pt x="161074" y="39522"/>
                  </a:lnTo>
                  <a:lnTo>
                    <a:pt x="161074" y="70002"/>
                  </a:lnTo>
                  <a:lnTo>
                    <a:pt x="25514" y="70002"/>
                  </a:lnTo>
                  <a:lnTo>
                    <a:pt x="25514" y="92862"/>
                  </a:lnTo>
                  <a:lnTo>
                    <a:pt x="25514" y="123355"/>
                  </a:lnTo>
                  <a:lnTo>
                    <a:pt x="25514" y="146202"/>
                  </a:lnTo>
                  <a:lnTo>
                    <a:pt x="92748" y="146202"/>
                  </a:lnTo>
                  <a:lnTo>
                    <a:pt x="92748" y="184302"/>
                  </a:lnTo>
                  <a:lnTo>
                    <a:pt x="0" y="184302"/>
                  </a:lnTo>
                  <a:lnTo>
                    <a:pt x="0" y="208445"/>
                  </a:lnTo>
                  <a:lnTo>
                    <a:pt x="215226" y="208445"/>
                  </a:lnTo>
                  <a:lnTo>
                    <a:pt x="215226" y="184302"/>
                  </a:lnTo>
                  <a:close/>
                </a:path>
                <a:path w="1141730" h="236854">
                  <a:moveTo>
                    <a:pt x="493179" y="184454"/>
                  </a:moveTo>
                  <a:lnTo>
                    <a:pt x="399072" y="184454"/>
                  </a:lnTo>
                  <a:lnTo>
                    <a:pt x="399072" y="138137"/>
                  </a:lnTo>
                  <a:lnTo>
                    <a:pt x="473481" y="138137"/>
                  </a:lnTo>
                  <a:lnTo>
                    <a:pt x="473481" y="115392"/>
                  </a:lnTo>
                  <a:lnTo>
                    <a:pt x="439864" y="115392"/>
                  </a:lnTo>
                  <a:lnTo>
                    <a:pt x="439864" y="44843"/>
                  </a:lnTo>
                  <a:lnTo>
                    <a:pt x="474395" y="44843"/>
                  </a:lnTo>
                  <a:lnTo>
                    <a:pt x="474395" y="21551"/>
                  </a:lnTo>
                  <a:lnTo>
                    <a:pt x="411314" y="21551"/>
                  </a:lnTo>
                  <a:lnTo>
                    <a:pt x="411314" y="44843"/>
                  </a:lnTo>
                  <a:lnTo>
                    <a:pt x="411314" y="115392"/>
                  </a:lnTo>
                  <a:lnTo>
                    <a:pt x="358457" y="115392"/>
                  </a:lnTo>
                  <a:lnTo>
                    <a:pt x="358457" y="44843"/>
                  </a:lnTo>
                  <a:lnTo>
                    <a:pt x="411314" y="44843"/>
                  </a:lnTo>
                  <a:lnTo>
                    <a:pt x="411314" y="21551"/>
                  </a:lnTo>
                  <a:lnTo>
                    <a:pt x="295554" y="21551"/>
                  </a:lnTo>
                  <a:lnTo>
                    <a:pt x="295554" y="44843"/>
                  </a:lnTo>
                  <a:lnTo>
                    <a:pt x="329628" y="44843"/>
                  </a:lnTo>
                  <a:lnTo>
                    <a:pt x="329628" y="115392"/>
                  </a:lnTo>
                  <a:lnTo>
                    <a:pt x="296291" y="115392"/>
                  </a:lnTo>
                  <a:lnTo>
                    <a:pt x="296291" y="138137"/>
                  </a:lnTo>
                  <a:lnTo>
                    <a:pt x="370420" y="138137"/>
                  </a:lnTo>
                  <a:lnTo>
                    <a:pt x="370420" y="184454"/>
                  </a:lnTo>
                  <a:lnTo>
                    <a:pt x="277964" y="184454"/>
                  </a:lnTo>
                  <a:lnTo>
                    <a:pt x="277964" y="208775"/>
                  </a:lnTo>
                  <a:lnTo>
                    <a:pt x="493179" y="208775"/>
                  </a:lnTo>
                  <a:lnTo>
                    <a:pt x="493179" y="184454"/>
                  </a:lnTo>
                  <a:close/>
                </a:path>
                <a:path w="1141730" h="236854">
                  <a:moveTo>
                    <a:pt x="641375" y="113550"/>
                  </a:moveTo>
                  <a:lnTo>
                    <a:pt x="616889" y="103200"/>
                  </a:lnTo>
                  <a:lnTo>
                    <a:pt x="603402" y="91909"/>
                  </a:lnTo>
                  <a:lnTo>
                    <a:pt x="599287" y="88468"/>
                  </a:lnTo>
                  <a:lnTo>
                    <a:pt x="588670" y="70777"/>
                  </a:lnTo>
                  <a:lnTo>
                    <a:pt x="585101" y="51574"/>
                  </a:lnTo>
                  <a:lnTo>
                    <a:pt x="585101" y="49911"/>
                  </a:lnTo>
                  <a:lnTo>
                    <a:pt x="634276" y="49911"/>
                  </a:lnTo>
                  <a:lnTo>
                    <a:pt x="634276" y="26885"/>
                  </a:lnTo>
                  <a:lnTo>
                    <a:pt x="585470" y="26885"/>
                  </a:lnTo>
                  <a:lnTo>
                    <a:pt x="585470" y="0"/>
                  </a:lnTo>
                  <a:lnTo>
                    <a:pt x="556285" y="0"/>
                  </a:lnTo>
                  <a:lnTo>
                    <a:pt x="556285" y="26885"/>
                  </a:lnTo>
                  <a:lnTo>
                    <a:pt x="507009" y="26885"/>
                  </a:lnTo>
                  <a:lnTo>
                    <a:pt x="507009" y="49911"/>
                  </a:lnTo>
                  <a:lnTo>
                    <a:pt x="556285" y="49911"/>
                  </a:lnTo>
                  <a:lnTo>
                    <a:pt x="556285" y="51574"/>
                  </a:lnTo>
                  <a:lnTo>
                    <a:pt x="552615" y="72351"/>
                  </a:lnTo>
                  <a:lnTo>
                    <a:pt x="541782" y="91313"/>
                  </a:lnTo>
                  <a:lnTo>
                    <a:pt x="523989" y="106984"/>
                  </a:lnTo>
                  <a:lnTo>
                    <a:pt x="499452" y="117881"/>
                  </a:lnTo>
                  <a:lnTo>
                    <a:pt x="513549" y="140436"/>
                  </a:lnTo>
                  <a:lnTo>
                    <a:pt x="532688" y="132549"/>
                  </a:lnTo>
                  <a:lnTo>
                    <a:pt x="548741" y="121564"/>
                  </a:lnTo>
                  <a:lnTo>
                    <a:pt x="561555" y="107886"/>
                  </a:lnTo>
                  <a:lnTo>
                    <a:pt x="571017" y="91909"/>
                  </a:lnTo>
                  <a:lnTo>
                    <a:pt x="580580" y="106502"/>
                  </a:lnTo>
                  <a:lnTo>
                    <a:pt x="593318" y="119062"/>
                  </a:lnTo>
                  <a:lnTo>
                    <a:pt x="609104" y="129197"/>
                  </a:lnTo>
                  <a:lnTo>
                    <a:pt x="627837" y="136474"/>
                  </a:lnTo>
                  <a:lnTo>
                    <a:pt x="641375" y="113550"/>
                  </a:lnTo>
                  <a:close/>
                </a:path>
                <a:path w="1141730" h="236854">
                  <a:moveTo>
                    <a:pt x="686320" y="155270"/>
                  </a:moveTo>
                  <a:lnTo>
                    <a:pt x="529386" y="155270"/>
                  </a:lnTo>
                  <a:lnTo>
                    <a:pt x="529386" y="178562"/>
                  </a:lnTo>
                  <a:lnTo>
                    <a:pt x="657212" y="178562"/>
                  </a:lnTo>
                  <a:lnTo>
                    <a:pt x="657212" y="236308"/>
                  </a:lnTo>
                  <a:lnTo>
                    <a:pt x="686320" y="236308"/>
                  </a:lnTo>
                  <a:lnTo>
                    <a:pt x="686320" y="155270"/>
                  </a:lnTo>
                  <a:close/>
                </a:path>
                <a:path w="1141730" h="236854">
                  <a:moveTo>
                    <a:pt x="719188" y="60312"/>
                  </a:moveTo>
                  <a:lnTo>
                    <a:pt x="686320" y="60312"/>
                  </a:lnTo>
                  <a:lnTo>
                    <a:pt x="686320" y="736"/>
                  </a:lnTo>
                  <a:lnTo>
                    <a:pt x="657212" y="736"/>
                  </a:lnTo>
                  <a:lnTo>
                    <a:pt x="657212" y="144767"/>
                  </a:lnTo>
                  <a:lnTo>
                    <a:pt x="686320" y="144767"/>
                  </a:lnTo>
                  <a:lnTo>
                    <a:pt x="686320" y="84721"/>
                  </a:lnTo>
                  <a:lnTo>
                    <a:pt x="719188" y="84721"/>
                  </a:lnTo>
                  <a:lnTo>
                    <a:pt x="719188" y="60312"/>
                  </a:lnTo>
                  <a:close/>
                </a:path>
                <a:path w="1141730" h="236854">
                  <a:moveTo>
                    <a:pt x="851357" y="130771"/>
                  </a:moveTo>
                  <a:lnTo>
                    <a:pt x="846785" y="108394"/>
                  </a:lnTo>
                  <a:lnTo>
                    <a:pt x="840206" y="99085"/>
                  </a:lnTo>
                  <a:lnTo>
                    <a:pt x="834390" y="90855"/>
                  </a:lnTo>
                  <a:lnTo>
                    <a:pt x="823633" y="84289"/>
                  </a:lnTo>
                  <a:lnTo>
                    <a:pt x="823633" y="130771"/>
                  </a:lnTo>
                  <a:lnTo>
                    <a:pt x="821182" y="143865"/>
                  </a:lnTo>
                  <a:lnTo>
                    <a:pt x="814616" y="153797"/>
                  </a:lnTo>
                  <a:lnTo>
                    <a:pt x="804684" y="160058"/>
                  </a:lnTo>
                  <a:lnTo>
                    <a:pt x="792137" y="162179"/>
                  </a:lnTo>
                  <a:lnTo>
                    <a:pt x="779399" y="160058"/>
                  </a:lnTo>
                  <a:lnTo>
                    <a:pt x="769327" y="153797"/>
                  </a:lnTo>
                  <a:lnTo>
                    <a:pt x="762736" y="143865"/>
                  </a:lnTo>
                  <a:lnTo>
                    <a:pt x="760463" y="130771"/>
                  </a:lnTo>
                  <a:lnTo>
                    <a:pt x="762736" y="117779"/>
                  </a:lnTo>
                  <a:lnTo>
                    <a:pt x="769327" y="107784"/>
                  </a:lnTo>
                  <a:lnTo>
                    <a:pt x="779399" y="101358"/>
                  </a:lnTo>
                  <a:lnTo>
                    <a:pt x="792137" y="99085"/>
                  </a:lnTo>
                  <a:lnTo>
                    <a:pt x="804684" y="101358"/>
                  </a:lnTo>
                  <a:lnTo>
                    <a:pt x="814616" y="107784"/>
                  </a:lnTo>
                  <a:lnTo>
                    <a:pt x="821182" y="117779"/>
                  </a:lnTo>
                  <a:lnTo>
                    <a:pt x="823633" y="130771"/>
                  </a:lnTo>
                  <a:lnTo>
                    <a:pt x="823633" y="84289"/>
                  </a:lnTo>
                  <a:lnTo>
                    <a:pt x="815670" y="79425"/>
                  </a:lnTo>
                  <a:lnTo>
                    <a:pt x="792137" y="75323"/>
                  </a:lnTo>
                  <a:lnTo>
                    <a:pt x="768337" y="79425"/>
                  </a:lnTo>
                  <a:lnTo>
                    <a:pt x="749490" y="90855"/>
                  </a:lnTo>
                  <a:lnTo>
                    <a:pt x="737108" y="108394"/>
                  </a:lnTo>
                  <a:lnTo>
                    <a:pt x="732739" y="130771"/>
                  </a:lnTo>
                  <a:lnTo>
                    <a:pt x="737108" y="153136"/>
                  </a:lnTo>
                  <a:lnTo>
                    <a:pt x="749490" y="170637"/>
                  </a:lnTo>
                  <a:lnTo>
                    <a:pt x="768337" y="182041"/>
                  </a:lnTo>
                  <a:lnTo>
                    <a:pt x="792137" y="186118"/>
                  </a:lnTo>
                  <a:lnTo>
                    <a:pt x="815670" y="182041"/>
                  </a:lnTo>
                  <a:lnTo>
                    <a:pt x="834390" y="170637"/>
                  </a:lnTo>
                  <a:lnTo>
                    <a:pt x="840384" y="162179"/>
                  </a:lnTo>
                  <a:lnTo>
                    <a:pt x="846785" y="153136"/>
                  </a:lnTo>
                  <a:lnTo>
                    <a:pt x="851357" y="130771"/>
                  </a:lnTo>
                  <a:close/>
                </a:path>
                <a:path w="1141730" h="236854">
                  <a:moveTo>
                    <a:pt x="860755" y="36741"/>
                  </a:moveTo>
                  <a:lnTo>
                    <a:pt x="806411" y="36741"/>
                  </a:lnTo>
                  <a:lnTo>
                    <a:pt x="806411" y="4051"/>
                  </a:lnTo>
                  <a:lnTo>
                    <a:pt x="777494" y="4051"/>
                  </a:lnTo>
                  <a:lnTo>
                    <a:pt x="777494" y="36741"/>
                  </a:lnTo>
                  <a:lnTo>
                    <a:pt x="721868" y="36741"/>
                  </a:lnTo>
                  <a:lnTo>
                    <a:pt x="721868" y="60134"/>
                  </a:lnTo>
                  <a:lnTo>
                    <a:pt x="860755" y="60134"/>
                  </a:lnTo>
                  <a:lnTo>
                    <a:pt x="860755" y="36741"/>
                  </a:lnTo>
                  <a:close/>
                </a:path>
                <a:path w="1141730" h="236854">
                  <a:moveTo>
                    <a:pt x="943813" y="94488"/>
                  </a:moveTo>
                  <a:lnTo>
                    <a:pt x="907529" y="94488"/>
                  </a:lnTo>
                  <a:lnTo>
                    <a:pt x="907529" y="736"/>
                  </a:lnTo>
                  <a:lnTo>
                    <a:pt x="878890" y="736"/>
                  </a:lnTo>
                  <a:lnTo>
                    <a:pt x="878890" y="235940"/>
                  </a:lnTo>
                  <a:lnTo>
                    <a:pt x="907529" y="235940"/>
                  </a:lnTo>
                  <a:lnTo>
                    <a:pt x="907529" y="118338"/>
                  </a:lnTo>
                  <a:lnTo>
                    <a:pt x="943813" y="118338"/>
                  </a:lnTo>
                  <a:lnTo>
                    <a:pt x="943813" y="94488"/>
                  </a:lnTo>
                  <a:close/>
                </a:path>
                <a:path w="1141730" h="236854">
                  <a:moveTo>
                    <a:pt x="1095133" y="162636"/>
                  </a:moveTo>
                  <a:lnTo>
                    <a:pt x="1069708" y="146519"/>
                  </a:lnTo>
                  <a:lnTo>
                    <a:pt x="1050683" y="123634"/>
                  </a:lnTo>
                  <a:lnTo>
                    <a:pt x="1048562" y="118795"/>
                  </a:lnTo>
                  <a:lnTo>
                    <a:pt x="1038758" y="96456"/>
                  </a:lnTo>
                  <a:lnTo>
                    <a:pt x="1034630" y="67500"/>
                  </a:lnTo>
                  <a:lnTo>
                    <a:pt x="1034630" y="47701"/>
                  </a:lnTo>
                  <a:lnTo>
                    <a:pt x="1086015" y="47701"/>
                  </a:lnTo>
                  <a:lnTo>
                    <a:pt x="1086015" y="23939"/>
                  </a:lnTo>
                  <a:lnTo>
                    <a:pt x="953312" y="23939"/>
                  </a:lnTo>
                  <a:lnTo>
                    <a:pt x="953312" y="47701"/>
                  </a:lnTo>
                  <a:lnTo>
                    <a:pt x="1005166" y="47701"/>
                  </a:lnTo>
                  <a:lnTo>
                    <a:pt x="1005166" y="67500"/>
                  </a:lnTo>
                  <a:lnTo>
                    <a:pt x="1000861" y="97828"/>
                  </a:lnTo>
                  <a:lnTo>
                    <a:pt x="988796" y="126682"/>
                  </a:lnTo>
                  <a:lnTo>
                    <a:pt x="969784" y="151206"/>
                  </a:lnTo>
                  <a:lnTo>
                    <a:pt x="944651" y="168529"/>
                  </a:lnTo>
                  <a:lnTo>
                    <a:pt x="961326" y="191363"/>
                  </a:lnTo>
                  <a:lnTo>
                    <a:pt x="980694" y="179057"/>
                  </a:lnTo>
                  <a:lnTo>
                    <a:pt x="997165" y="162293"/>
                  </a:lnTo>
                  <a:lnTo>
                    <a:pt x="1010475" y="141935"/>
                  </a:lnTo>
                  <a:lnTo>
                    <a:pt x="1020356" y="118795"/>
                  </a:lnTo>
                  <a:lnTo>
                    <a:pt x="1030211" y="140144"/>
                  </a:lnTo>
                  <a:lnTo>
                    <a:pt x="1043482" y="158838"/>
                  </a:lnTo>
                  <a:lnTo>
                    <a:pt x="1059942" y="174167"/>
                  </a:lnTo>
                  <a:lnTo>
                    <a:pt x="1079385" y="185470"/>
                  </a:lnTo>
                  <a:lnTo>
                    <a:pt x="1095133" y="162636"/>
                  </a:lnTo>
                  <a:close/>
                </a:path>
                <a:path w="1141730" h="236854">
                  <a:moveTo>
                    <a:pt x="1141641" y="736"/>
                  </a:moveTo>
                  <a:lnTo>
                    <a:pt x="1112443" y="736"/>
                  </a:lnTo>
                  <a:lnTo>
                    <a:pt x="1112443" y="235940"/>
                  </a:lnTo>
                  <a:lnTo>
                    <a:pt x="1141641" y="235940"/>
                  </a:lnTo>
                  <a:lnTo>
                    <a:pt x="1141641" y="73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5944967" y="6863360"/>
              <a:ext cx="441226" cy="235481"/>
            </a:xfrm>
            <a:prstGeom prst="rect">
              <a:avLst/>
            </a:prstGeom>
          </p:spPr>
        </p:pic>
      </p:grpSp>
      <p:grpSp>
        <p:nvGrpSpPr>
          <p:cNvPr id="114" name="object 114"/>
          <p:cNvGrpSpPr/>
          <p:nvPr/>
        </p:nvGrpSpPr>
        <p:grpSpPr>
          <a:xfrm>
            <a:off x="7977590" y="5223184"/>
            <a:ext cx="1699260" cy="698500"/>
            <a:chOff x="7977590" y="5223184"/>
            <a:chExt cx="1699260" cy="698500"/>
          </a:xfrm>
        </p:grpSpPr>
        <p:sp>
          <p:nvSpPr>
            <p:cNvPr id="115" name="object 115"/>
            <p:cNvSpPr/>
            <p:nvPr/>
          </p:nvSpPr>
          <p:spPr>
            <a:xfrm>
              <a:off x="7977590" y="5223184"/>
              <a:ext cx="1699260" cy="698500"/>
            </a:xfrm>
            <a:custGeom>
              <a:avLst/>
              <a:gdLst/>
              <a:ahLst/>
              <a:cxnLst/>
              <a:rect l="l" t="t" r="r" b="b"/>
              <a:pathLst>
                <a:path w="1699259" h="698500">
                  <a:moveTo>
                    <a:pt x="1629110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29110" y="0"/>
                  </a:lnTo>
                  <a:lnTo>
                    <a:pt x="1656284" y="5486"/>
                  </a:lnTo>
                  <a:lnTo>
                    <a:pt x="1678475" y="20447"/>
                  </a:lnTo>
                  <a:lnTo>
                    <a:pt x="1693436" y="42638"/>
                  </a:lnTo>
                  <a:lnTo>
                    <a:pt x="1698922" y="69812"/>
                  </a:lnTo>
                  <a:lnTo>
                    <a:pt x="1698922" y="628315"/>
                  </a:lnTo>
                  <a:lnTo>
                    <a:pt x="1693436" y="655490"/>
                  </a:lnTo>
                  <a:lnTo>
                    <a:pt x="1678475" y="677680"/>
                  </a:lnTo>
                  <a:lnTo>
                    <a:pt x="1656284" y="692642"/>
                  </a:lnTo>
                  <a:lnTo>
                    <a:pt x="1629110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8606389" y="5452110"/>
              <a:ext cx="480694" cy="221610"/>
            </a:xfrm>
            <a:prstGeom prst="rect">
              <a:avLst/>
            </a:prstGeom>
          </p:spPr>
        </p:pic>
      </p:grpSp>
      <p:grpSp>
        <p:nvGrpSpPr>
          <p:cNvPr id="117" name="object 117"/>
          <p:cNvGrpSpPr/>
          <p:nvPr/>
        </p:nvGrpSpPr>
        <p:grpSpPr>
          <a:xfrm>
            <a:off x="7977590" y="6132970"/>
            <a:ext cx="1699260" cy="698500"/>
            <a:chOff x="7977590" y="6132970"/>
            <a:chExt cx="1699260" cy="698500"/>
          </a:xfrm>
        </p:grpSpPr>
        <p:sp>
          <p:nvSpPr>
            <p:cNvPr id="118" name="object 118"/>
            <p:cNvSpPr/>
            <p:nvPr/>
          </p:nvSpPr>
          <p:spPr>
            <a:xfrm>
              <a:off x="7977590" y="6132970"/>
              <a:ext cx="1699260" cy="698500"/>
            </a:xfrm>
            <a:custGeom>
              <a:avLst/>
              <a:gdLst/>
              <a:ahLst/>
              <a:cxnLst/>
              <a:rect l="l" t="t" r="r" b="b"/>
              <a:pathLst>
                <a:path w="1699259" h="698500">
                  <a:moveTo>
                    <a:pt x="1629110" y="698128"/>
                  </a:moveTo>
                  <a:lnTo>
                    <a:pt x="69812" y="698128"/>
                  </a:lnTo>
                  <a:lnTo>
                    <a:pt x="42638" y="692642"/>
                  </a:lnTo>
                  <a:lnTo>
                    <a:pt x="20447" y="677680"/>
                  </a:lnTo>
                  <a:lnTo>
                    <a:pt x="5486" y="655490"/>
                  </a:lnTo>
                  <a:lnTo>
                    <a:pt x="0" y="628315"/>
                  </a:lnTo>
                  <a:lnTo>
                    <a:pt x="0" y="69812"/>
                  </a:lnTo>
                  <a:lnTo>
                    <a:pt x="5486" y="42638"/>
                  </a:lnTo>
                  <a:lnTo>
                    <a:pt x="20447" y="20447"/>
                  </a:lnTo>
                  <a:lnTo>
                    <a:pt x="42638" y="5486"/>
                  </a:lnTo>
                  <a:lnTo>
                    <a:pt x="69812" y="0"/>
                  </a:lnTo>
                  <a:lnTo>
                    <a:pt x="1629110" y="0"/>
                  </a:lnTo>
                  <a:lnTo>
                    <a:pt x="1656284" y="5486"/>
                  </a:lnTo>
                  <a:lnTo>
                    <a:pt x="1678475" y="20447"/>
                  </a:lnTo>
                  <a:lnTo>
                    <a:pt x="1693436" y="42638"/>
                  </a:lnTo>
                  <a:lnTo>
                    <a:pt x="1698922" y="69812"/>
                  </a:lnTo>
                  <a:lnTo>
                    <a:pt x="1698922" y="628315"/>
                  </a:lnTo>
                  <a:lnTo>
                    <a:pt x="1693436" y="655490"/>
                  </a:lnTo>
                  <a:lnTo>
                    <a:pt x="1678475" y="677680"/>
                  </a:lnTo>
                  <a:lnTo>
                    <a:pt x="1656284" y="692642"/>
                  </a:lnTo>
                  <a:lnTo>
                    <a:pt x="1629110" y="698128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597684" y="6361963"/>
              <a:ext cx="469900" cy="221615"/>
            </a:xfrm>
            <a:custGeom>
              <a:avLst/>
              <a:gdLst/>
              <a:ahLst/>
              <a:cxnLst/>
              <a:rect l="l" t="t" r="r" b="b"/>
              <a:pathLst>
                <a:path w="469900" h="221615">
                  <a:moveTo>
                    <a:pt x="176530" y="59156"/>
                  </a:moveTo>
                  <a:lnTo>
                    <a:pt x="56083" y="59156"/>
                  </a:lnTo>
                  <a:lnTo>
                    <a:pt x="56083" y="5816"/>
                  </a:lnTo>
                  <a:lnTo>
                    <a:pt x="25425" y="5816"/>
                  </a:lnTo>
                  <a:lnTo>
                    <a:pt x="25425" y="59156"/>
                  </a:lnTo>
                  <a:lnTo>
                    <a:pt x="25425" y="83286"/>
                  </a:lnTo>
                  <a:lnTo>
                    <a:pt x="176530" y="83286"/>
                  </a:lnTo>
                  <a:lnTo>
                    <a:pt x="176530" y="59156"/>
                  </a:lnTo>
                  <a:close/>
                </a:path>
                <a:path w="469900" h="221615">
                  <a:moveTo>
                    <a:pt x="178041" y="188696"/>
                  </a:moveTo>
                  <a:lnTo>
                    <a:pt x="53632" y="188696"/>
                  </a:lnTo>
                  <a:lnTo>
                    <a:pt x="53632" y="148056"/>
                  </a:lnTo>
                  <a:lnTo>
                    <a:pt x="23393" y="148056"/>
                  </a:lnTo>
                  <a:lnTo>
                    <a:pt x="23393" y="188696"/>
                  </a:lnTo>
                  <a:lnTo>
                    <a:pt x="23393" y="214096"/>
                  </a:lnTo>
                  <a:lnTo>
                    <a:pt x="178041" y="214096"/>
                  </a:lnTo>
                  <a:lnTo>
                    <a:pt x="178041" y="188696"/>
                  </a:lnTo>
                  <a:close/>
                </a:path>
                <a:path w="469900" h="221615">
                  <a:moveTo>
                    <a:pt x="198653" y="102539"/>
                  </a:moveTo>
                  <a:lnTo>
                    <a:pt x="0" y="102539"/>
                  </a:lnTo>
                  <a:lnTo>
                    <a:pt x="0" y="126530"/>
                  </a:lnTo>
                  <a:lnTo>
                    <a:pt x="86487" y="126530"/>
                  </a:lnTo>
                  <a:lnTo>
                    <a:pt x="86487" y="164871"/>
                  </a:lnTo>
                  <a:lnTo>
                    <a:pt x="116814" y="164871"/>
                  </a:lnTo>
                  <a:lnTo>
                    <a:pt x="116814" y="126530"/>
                  </a:lnTo>
                  <a:lnTo>
                    <a:pt x="198653" y="126530"/>
                  </a:lnTo>
                  <a:lnTo>
                    <a:pt x="198653" y="102539"/>
                  </a:lnTo>
                  <a:close/>
                </a:path>
                <a:path w="469900" h="221615">
                  <a:moveTo>
                    <a:pt x="286245" y="14452"/>
                  </a:moveTo>
                  <a:lnTo>
                    <a:pt x="255676" y="14452"/>
                  </a:lnTo>
                  <a:lnTo>
                    <a:pt x="199936" y="221551"/>
                  </a:lnTo>
                  <a:lnTo>
                    <a:pt x="230505" y="221551"/>
                  </a:lnTo>
                  <a:lnTo>
                    <a:pt x="286245" y="14452"/>
                  </a:lnTo>
                  <a:close/>
                </a:path>
                <a:path w="469900" h="221615">
                  <a:moveTo>
                    <a:pt x="405866" y="94005"/>
                  </a:moveTo>
                  <a:lnTo>
                    <a:pt x="375881" y="94005"/>
                  </a:lnTo>
                  <a:lnTo>
                    <a:pt x="375881" y="142405"/>
                  </a:lnTo>
                  <a:lnTo>
                    <a:pt x="405866" y="142405"/>
                  </a:lnTo>
                  <a:lnTo>
                    <a:pt x="405866" y="94005"/>
                  </a:lnTo>
                  <a:close/>
                </a:path>
                <a:path w="469900" h="221615">
                  <a:moveTo>
                    <a:pt x="405866" y="70586"/>
                  </a:moveTo>
                  <a:lnTo>
                    <a:pt x="328993" y="70586"/>
                  </a:lnTo>
                  <a:lnTo>
                    <a:pt x="328993" y="17246"/>
                  </a:lnTo>
                  <a:lnTo>
                    <a:pt x="298513" y="17246"/>
                  </a:lnTo>
                  <a:lnTo>
                    <a:pt x="298513" y="70586"/>
                  </a:lnTo>
                  <a:lnTo>
                    <a:pt x="298513" y="93446"/>
                  </a:lnTo>
                  <a:lnTo>
                    <a:pt x="298513" y="142976"/>
                  </a:lnTo>
                  <a:lnTo>
                    <a:pt x="298513" y="167106"/>
                  </a:lnTo>
                  <a:lnTo>
                    <a:pt x="405866" y="167106"/>
                  </a:lnTo>
                  <a:lnTo>
                    <a:pt x="405866" y="142976"/>
                  </a:lnTo>
                  <a:lnTo>
                    <a:pt x="328993" y="142976"/>
                  </a:lnTo>
                  <a:lnTo>
                    <a:pt x="328993" y="93446"/>
                  </a:lnTo>
                  <a:lnTo>
                    <a:pt x="405866" y="93446"/>
                  </a:lnTo>
                  <a:lnTo>
                    <a:pt x="405866" y="70586"/>
                  </a:lnTo>
                  <a:close/>
                </a:path>
                <a:path w="469900" h="221615">
                  <a:moveTo>
                    <a:pt x="405866" y="17487"/>
                  </a:moveTo>
                  <a:lnTo>
                    <a:pt x="375881" y="17487"/>
                  </a:lnTo>
                  <a:lnTo>
                    <a:pt x="375881" y="70281"/>
                  </a:lnTo>
                  <a:lnTo>
                    <a:pt x="405866" y="70281"/>
                  </a:lnTo>
                  <a:lnTo>
                    <a:pt x="405866" y="17487"/>
                  </a:lnTo>
                  <a:close/>
                </a:path>
                <a:path w="469900" h="221615">
                  <a:moveTo>
                    <a:pt x="469633" y="0"/>
                  </a:moveTo>
                  <a:lnTo>
                    <a:pt x="438797" y="0"/>
                  </a:lnTo>
                  <a:lnTo>
                    <a:pt x="438797" y="218084"/>
                  </a:lnTo>
                  <a:lnTo>
                    <a:pt x="469633" y="218084"/>
                  </a:lnTo>
                  <a:lnTo>
                    <a:pt x="469633" y="0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/>
          <p:nvPr/>
        </p:nvSpPr>
        <p:spPr>
          <a:xfrm>
            <a:off x="10168461" y="6107047"/>
            <a:ext cx="173990" cy="58419"/>
          </a:xfrm>
          <a:custGeom>
            <a:avLst/>
            <a:gdLst/>
            <a:ahLst/>
            <a:cxnLst/>
            <a:rect l="l" t="t" r="r" b="b"/>
            <a:pathLst>
              <a:path w="173990" h="58420">
                <a:moveTo>
                  <a:pt x="173946" y="58182"/>
                </a:moveTo>
                <a:lnTo>
                  <a:pt x="29091" y="58182"/>
                </a:lnTo>
                <a:lnTo>
                  <a:pt x="17768" y="55896"/>
                </a:lnTo>
                <a:lnTo>
                  <a:pt x="8521" y="49661"/>
                </a:lnTo>
                <a:lnTo>
                  <a:pt x="2286" y="40414"/>
                </a:lnTo>
                <a:lnTo>
                  <a:pt x="0" y="29091"/>
                </a:lnTo>
                <a:lnTo>
                  <a:pt x="2286" y="17767"/>
                </a:lnTo>
                <a:lnTo>
                  <a:pt x="8521" y="8520"/>
                </a:lnTo>
                <a:lnTo>
                  <a:pt x="17768" y="2286"/>
                </a:lnTo>
                <a:lnTo>
                  <a:pt x="29091" y="0"/>
                </a:lnTo>
                <a:lnTo>
                  <a:pt x="173946" y="0"/>
                </a:lnTo>
                <a:lnTo>
                  <a:pt x="173946" y="58182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0330243" y="5921514"/>
            <a:ext cx="883919" cy="431165"/>
          </a:xfrm>
          <a:custGeom>
            <a:avLst/>
            <a:gdLst/>
            <a:ahLst/>
            <a:cxnLst/>
            <a:rect l="l" t="t" r="r" b="b"/>
            <a:pathLst>
              <a:path w="883920" h="431164">
                <a:moveTo>
                  <a:pt x="883297" y="224332"/>
                </a:moveTo>
                <a:lnTo>
                  <a:pt x="883285" y="206578"/>
                </a:lnTo>
                <a:lnTo>
                  <a:pt x="879246" y="198183"/>
                </a:lnTo>
                <a:lnTo>
                  <a:pt x="872286" y="192671"/>
                </a:lnTo>
                <a:lnTo>
                  <a:pt x="637159" y="6096"/>
                </a:lnTo>
                <a:lnTo>
                  <a:pt x="626859" y="863"/>
                </a:lnTo>
                <a:lnTo>
                  <a:pt x="615746" y="0"/>
                </a:lnTo>
                <a:lnTo>
                  <a:pt x="605116" y="3365"/>
                </a:lnTo>
                <a:lnTo>
                  <a:pt x="596290" y="10795"/>
                </a:lnTo>
                <a:lnTo>
                  <a:pt x="591045" y="21094"/>
                </a:lnTo>
                <a:lnTo>
                  <a:pt x="590169" y="32207"/>
                </a:lnTo>
                <a:lnTo>
                  <a:pt x="593547" y="42837"/>
                </a:lnTo>
                <a:lnTo>
                  <a:pt x="600989" y="51663"/>
                </a:lnTo>
                <a:lnTo>
                  <a:pt x="769696" y="185534"/>
                </a:lnTo>
                <a:lnTo>
                  <a:pt x="503999" y="185534"/>
                </a:lnTo>
                <a:lnTo>
                  <a:pt x="491845" y="185534"/>
                </a:lnTo>
                <a:lnTo>
                  <a:pt x="0" y="185534"/>
                </a:lnTo>
                <a:lnTo>
                  <a:pt x="0" y="243725"/>
                </a:lnTo>
                <a:lnTo>
                  <a:pt x="491845" y="243725"/>
                </a:lnTo>
                <a:lnTo>
                  <a:pt x="503999" y="243725"/>
                </a:lnTo>
                <a:lnTo>
                  <a:pt x="771766" y="243725"/>
                </a:lnTo>
                <a:lnTo>
                  <a:pt x="600989" y="379222"/>
                </a:lnTo>
                <a:lnTo>
                  <a:pt x="593547" y="388048"/>
                </a:lnTo>
                <a:lnTo>
                  <a:pt x="590181" y="398678"/>
                </a:lnTo>
                <a:lnTo>
                  <a:pt x="591045" y="409803"/>
                </a:lnTo>
                <a:lnTo>
                  <a:pt x="596290" y="420090"/>
                </a:lnTo>
                <a:lnTo>
                  <a:pt x="602030" y="427342"/>
                </a:lnTo>
                <a:lnTo>
                  <a:pt x="610527" y="431101"/>
                </a:lnTo>
                <a:lnTo>
                  <a:pt x="625424" y="431101"/>
                </a:lnTo>
                <a:lnTo>
                  <a:pt x="631799" y="429044"/>
                </a:lnTo>
                <a:lnTo>
                  <a:pt x="879246" y="232727"/>
                </a:lnTo>
                <a:lnTo>
                  <a:pt x="883297" y="224332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3354" y="7614329"/>
            <a:ext cx="14585621" cy="126898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824103" y="3012468"/>
            <a:ext cx="14640560" cy="4619625"/>
            <a:chOff x="1824103" y="3012468"/>
            <a:chExt cx="14640560" cy="46196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4103" y="3012468"/>
              <a:ext cx="14640542" cy="38754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947815" y="6873690"/>
              <a:ext cx="0" cy="758190"/>
            </a:xfrm>
            <a:custGeom>
              <a:avLst/>
              <a:gdLst/>
              <a:ahLst/>
              <a:cxnLst/>
              <a:rect l="l" t="t" r="r" b="b"/>
              <a:pathLst>
                <a:path h="758190">
                  <a:moveTo>
                    <a:pt x="0" y="0"/>
                  </a:moveTo>
                  <a:lnTo>
                    <a:pt x="0" y="757863"/>
                  </a:lnTo>
                </a:path>
              </a:pathLst>
            </a:custGeom>
            <a:ln w="17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87780" y="3748389"/>
              <a:ext cx="0" cy="2741930"/>
            </a:xfrm>
            <a:custGeom>
              <a:avLst/>
              <a:gdLst/>
              <a:ahLst/>
              <a:cxnLst/>
              <a:rect l="l" t="t" r="r" b="b"/>
              <a:pathLst>
                <a:path h="2741929">
                  <a:moveTo>
                    <a:pt x="0" y="0"/>
                  </a:moveTo>
                  <a:lnTo>
                    <a:pt x="0" y="2741663"/>
                  </a:lnTo>
                </a:path>
              </a:pathLst>
            </a:custGeom>
            <a:ln w="25836">
              <a:solidFill>
                <a:srgbClr val="9D9D9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92100" y="3748389"/>
              <a:ext cx="0" cy="2741930"/>
            </a:xfrm>
            <a:custGeom>
              <a:avLst/>
              <a:gdLst/>
              <a:ahLst/>
              <a:cxnLst/>
              <a:rect l="l" t="t" r="r" b="b"/>
              <a:pathLst>
                <a:path h="2741929">
                  <a:moveTo>
                    <a:pt x="0" y="0"/>
                  </a:moveTo>
                  <a:lnTo>
                    <a:pt x="0" y="2741663"/>
                  </a:lnTo>
                </a:path>
              </a:pathLst>
            </a:custGeom>
            <a:ln w="25836">
              <a:solidFill>
                <a:srgbClr val="9D9D9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7214" y="4655080"/>
              <a:ext cx="185971" cy="2215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1796" y="4654208"/>
              <a:ext cx="412329" cy="223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28026" y="4654906"/>
              <a:ext cx="189111" cy="2233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04490" y="4654906"/>
              <a:ext cx="195740" cy="22278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27270" y="4654918"/>
              <a:ext cx="640080" cy="222885"/>
            </a:xfrm>
            <a:custGeom>
              <a:avLst/>
              <a:gdLst/>
              <a:ahLst/>
              <a:cxnLst/>
              <a:rect l="l" t="t" r="r" b="b"/>
              <a:pathLst>
                <a:path w="640079" h="222885">
                  <a:moveTo>
                    <a:pt x="177761" y="10464"/>
                  </a:moveTo>
                  <a:lnTo>
                    <a:pt x="23202" y="10464"/>
                  </a:lnTo>
                  <a:lnTo>
                    <a:pt x="23202" y="32181"/>
                  </a:lnTo>
                  <a:lnTo>
                    <a:pt x="150380" y="32181"/>
                  </a:lnTo>
                  <a:lnTo>
                    <a:pt x="150190" y="44335"/>
                  </a:lnTo>
                  <a:lnTo>
                    <a:pt x="149440" y="56883"/>
                  </a:lnTo>
                  <a:lnTo>
                    <a:pt x="147675" y="70446"/>
                  </a:lnTo>
                  <a:lnTo>
                    <a:pt x="144449" y="85648"/>
                  </a:lnTo>
                  <a:lnTo>
                    <a:pt x="171488" y="88353"/>
                  </a:lnTo>
                  <a:lnTo>
                    <a:pt x="175120" y="71882"/>
                  </a:lnTo>
                  <a:lnTo>
                    <a:pt x="176987" y="56692"/>
                  </a:lnTo>
                  <a:lnTo>
                    <a:pt x="177673" y="42481"/>
                  </a:lnTo>
                  <a:lnTo>
                    <a:pt x="177761" y="10464"/>
                  </a:lnTo>
                  <a:close/>
                </a:path>
                <a:path w="640079" h="222885">
                  <a:moveTo>
                    <a:pt x="179158" y="181165"/>
                  </a:moveTo>
                  <a:lnTo>
                    <a:pt x="173532" y="163499"/>
                  </a:lnTo>
                  <a:lnTo>
                    <a:pt x="169265" y="159969"/>
                  </a:lnTo>
                  <a:lnTo>
                    <a:pt x="157683" y="150393"/>
                  </a:lnTo>
                  <a:lnTo>
                    <a:pt x="151853" y="148488"/>
                  </a:lnTo>
                  <a:lnTo>
                    <a:pt x="151853" y="181165"/>
                  </a:lnTo>
                  <a:lnTo>
                    <a:pt x="148259" y="189903"/>
                  </a:lnTo>
                  <a:lnTo>
                    <a:pt x="138010" y="196265"/>
                  </a:lnTo>
                  <a:lnTo>
                    <a:pt x="121704" y="200164"/>
                  </a:lnTo>
                  <a:lnTo>
                    <a:pt x="99961" y="201498"/>
                  </a:lnTo>
                  <a:lnTo>
                    <a:pt x="78308" y="200164"/>
                  </a:lnTo>
                  <a:lnTo>
                    <a:pt x="62090" y="196265"/>
                  </a:lnTo>
                  <a:lnTo>
                    <a:pt x="51930" y="189903"/>
                  </a:lnTo>
                  <a:lnTo>
                    <a:pt x="48488" y="181165"/>
                  </a:lnTo>
                  <a:lnTo>
                    <a:pt x="51930" y="172161"/>
                  </a:lnTo>
                  <a:lnTo>
                    <a:pt x="62090" y="165531"/>
                  </a:lnTo>
                  <a:lnTo>
                    <a:pt x="78308" y="161417"/>
                  </a:lnTo>
                  <a:lnTo>
                    <a:pt x="99961" y="159969"/>
                  </a:lnTo>
                  <a:lnTo>
                    <a:pt x="121704" y="161417"/>
                  </a:lnTo>
                  <a:lnTo>
                    <a:pt x="138010" y="165531"/>
                  </a:lnTo>
                  <a:lnTo>
                    <a:pt x="148259" y="172161"/>
                  </a:lnTo>
                  <a:lnTo>
                    <a:pt x="151853" y="181165"/>
                  </a:lnTo>
                  <a:lnTo>
                    <a:pt x="151853" y="148488"/>
                  </a:lnTo>
                  <a:lnTo>
                    <a:pt x="132765" y="142240"/>
                  </a:lnTo>
                  <a:lnTo>
                    <a:pt x="99961" y="139382"/>
                  </a:lnTo>
                  <a:lnTo>
                    <a:pt x="67360" y="142240"/>
                  </a:lnTo>
                  <a:lnTo>
                    <a:pt x="42506" y="150393"/>
                  </a:lnTo>
                  <a:lnTo>
                    <a:pt x="26670" y="163499"/>
                  </a:lnTo>
                  <a:lnTo>
                    <a:pt x="21107" y="181165"/>
                  </a:lnTo>
                  <a:lnTo>
                    <a:pt x="26670" y="198615"/>
                  </a:lnTo>
                  <a:lnTo>
                    <a:pt x="42506" y="211670"/>
                  </a:lnTo>
                  <a:lnTo>
                    <a:pt x="67360" y="219824"/>
                  </a:lnTo>
                  <a:lnTo>
                    <a:pt x="99961" y="222605"/>
                  </a:lnTo>
                  <a:lnTo>
                    <a:pt x="132765" y="219824"/>
                  </a:lnTo>
                  <a:lnTo>
                    <a:pt x="157683" y="211670"/>
                  </a:lnTo>
                  <a:lnTo>
                    <a:pt x="170040" y="201498"/>
                  </a:lnTo>
                  <a:lnTo>
                    <a:pt x="173532" y="198615"/>
                  </a:lnTo>
                  <a:lnTo>
                    <a:pt x="179158" y="181165"/>
                  </a:lnTo>
                  <a:close/>
                </a:path>
                <a:path w="640079" h="222885">
                  <a:moveTo>
                    <a:pt x="202361" y="100914"/>
                  </a:moveTo>
                  <a:lnTo>
                    <a:pt x="105537" y="100914"/>
                  </a:lnTo>
                  <a:lnTo>
                    <a:pt x="105537" y="60528"/>
                  </a:lnTo>
                  <a:lnTo>
                    <a:pt x="78409" y="60528"/>
                  </a:lnTo>
                  <a:lnTo>
                    <a:pt x="78409" y="100914"/>
                  </a:lnTo>
                  <a:lnTo>
                    <a:pt x="0" y="100914"/>
                  </a:lnTo>
                  <a:lnTo>
                    <a:pt x="0" y="123164"/>
                  </a:lnTo>
                  <a:lnTo>
                    <a:pt x="202361" y="123164"/>
                  </a:lnTo>
                  <a:lnTo>
                    <a:pt x="202361" y="100914"/>
                  </a:lnTo>
                  <a:close/>
                </a:path>
                <a:path w="640079" h="222885">
                  <a:moveTo>
                    <a:pt x="339394" y="123164"/>
                  </a:moveTo>
                  <a:lnTo>
                    <a:pt x="335076" y="101968"/>
                  </a:lnTo>
                  <a:lnTo>
                    <a:pt x="328841" y="93154"/>
                  </a:lnTo>
                  <a:lnTo>
                    <a:pt x="323329" y="85356"/>
                  </a:lnTo>
                  <a:lnTo>
                    <a:pt x="313143" y="79133"/>
                  </a:lnTo>
                  <a:lnTo>
                    <a:pt x="313143" y="123164"/>
                  </a:lnTo>
                  <a:lnTo>
                    <a:pt x="310832" y="135559"/>
                  </a:lnTo>
                  <a:lnTo>
                    <a:pt x="304609" y="144970"/>
                  </a:lnTo>
                  <a:lnTo>
                    <a:pt x="295198" y="150901"/>
                  </a:lnTo>
                  <a:lnTo>
                    <a:pt x="283311" y="152908"/>
                  </a:lnTo>
                  <a:lnTo>
                    <a:pt x="271233" y="150901"/>
                  </a:lnTo>
                  <a:lnTo>
                    <a:pt x="261696" y="144970"/>
                  </a:lnTo>
                  <a:lnTo>
                    <a:pt x="255473" y="135559"/>
                  </a:lnTo>
                  <a:lnTo>
                    <a:pt x="253301" y="123164"/>
                  </a:lnTo>
                  <a:lnTo>
                    <a:pt x="255473" y="110858"/>
                  </a:lnTo>
                  <a:lnTo>
                    <a:pt x="261696" y="101384"/>
                  </a:lnTo>
                  <a:lnTo>
                    <a:pt x="271233" y="95300"/>
                  </a:lnTo>
                  <a:lnTo>
                    <a:pt x="283311" y="93154"/>
                  </a:lnTo>
                  <a:lnTo>
                    <a:pt x="295198" y="95300"/>
                  </a:lnTo>
                  <a:lnTo>
                    <a:pt x="304609" y="101384"/>
                  </a:lnTo>
                  <a:lnTo>
                    <a:pt x="310832" y="110858"/>
                  </a:lnTo>
                  <a:lnTo>
                    <a:pt x="313143" y="123164"/>
                  </a:lnTo>
                  <a:lnTo>
                    <a:pt x="313143" y="79133"/>
                  </a:lnTo>
                  <a:lnTo>
                    <a:pt x="305600" y="74523"/>
                  </a:lnTo>
                  <a:lnTo>
                    <a:pt x="283311" y="70650"/>
                  </a:lnTo>
                  <a:lnTo>
                    <a:pt x="260769" y="74523"/>
                  </a:lnTo>
                  <a:lnTo>
                    <a:pt x="242912" y="85356"/>
                  </a:lnTo>
                  <a:lnTo>
                    <a:pt x="231190" y="101968"/>
                  </a:lnTo>
                  <a:lnTo>
                    <a:pt x="227050" y="123164"/>
                  </a:lnTo>
                  <a:lnTo>
                    <a:pt x="231190" y="144348"/>
                  </a:lnTo>
                  <a:lnTo>
                    <a:pt x="242912" y="160921"/>
                  </a:lnTo>
                  <a:lnTo>
                    <a:pt x="260769" y="171729"/>
                  </a:lnTo>
                  <a:lnTo>
                    <a:pt x="283311" y="175590"/>
                  </a:lnTo>
                  <a:lnTo>
                    <a:pt x="305600" y="171729"/>
                  </a:lnTo>
                  <a:lnTo>
                    <a:pt x="323329" y="160921"/>
                  </a:lnTo>
                  <a:lnTo>
                    <a:pt x="329006" y="152908"/>
                  </a:lnTo>
                  <a:lnTo>
                    <a:pt x="335076" y="144348"/>
                  </a:lnTo>
                  <a:lnTo>
                    <a:pt x="339394" y="123164"/>
                  </a:lnTo>
                  <a:close/>
                </a:path>
                <a:path w="640079" h="222885">
                  <a:moveTo>
                    <a:pt x="348297" y="34099"/>
                  </a:moveTo>
                  <a:lnTo>
                    <a:pt x="296837" y="34099"/>
                  </a:lnTo>
                  <a:lnTo>
                    <a:pt x="296837" y="3136"/>
                  </a:lnTo>
                  <a:lnTo>
                    <a:pt x="269443" y="3136"/>
                  </a:lnTo>
                  <a:lnTo>
                    <a:pt x="269443" y="34099"/>
                  </a:lnTo>
                  <a:lnTo>
                    <a:pt x="216763" y="34099"/>
                  </a:lnTo>
                  <a:lnTo>
                    <a:pt x="216763" y="56261"/>
                  </a:lnTo>
                  <a:lnTo>
                    <a:pt x="348297" y="56261"/>
                  </a:lnTo>
                  <a:lnTo>
                    <a:pt x="348297" y="34099"/>
                  </a:lnTo>
                  <a:close/>
                </a:path>
                <a:path w="640079" h="222885">
                  <a:moveTo>
                    <a:pt x="426974" y="88798"/>
                  </a:moveTo>
                  <a:lnTo>
                    <a:pt x="392607" y="88798"/>
                  </a:lnTo>
                  <a:lnTo>
                    <a:pt x="392607" y="0"/>
                  </a:lnTo>
                  <a:lnTo>
                    <a:pt x="365480" y="0"/>
                  </a:lnTo>
                  <a:lnTo>
                    <a:pt x="365480" y="222770"/>
                  </a:lnTo>
                  <a:lnTo>
                    <a:pt x="392607" y="222770"/>
                  </a:lnTo>
                  <a:lnTo>
                    <a:pt x="392607" y="111379"/>
                  </a:lnTo>
                  <a:lnTo>
                    <a:pt x="426974" y="111379"/>
                  </a:lnTo>
                  <a:lnTo>
                    <a:pt x="426974" y="88798"/>
                  </a:lnTo>
                  <a:close/>
                </a:path>
                <a:path w="640079" h="222885">
                  <a:moveTo>
                    <a:pt x="617054" y="63131"/>
                  </a:moveTo>
                  <a:lnTo>
                    <a:pt x="489788" y="63131"/>
                  </a:lnTo>
                  <a:lnTo>
                    <a:pt x="489788" y="8521"/>
                  </a:lnTo>
                  <a:lnTo>
                    <a:pt x="462483" y="8521"/>
                  </a:lnTo>
                  <a:lnTo>
                    <a:pt x="462483" y="63131"/>
                  </a:lnTo>
                  <a:lnTo>
                    <a:pt x="462483" y="84721"/>
                  </a:lnTo>
                  <a:lnTo>
                    <a:pt x="617054" y="84721"/>
                  </a:lnTo>
                  <a:lnTo>
                    <a:pt x="617054" y="63131"/>
                  </a:lnTo>
                  <a:close/>
                </a:path>
                <a:path w="640079" h="222885">
                  <a:moveTo>
                    <a:pt x="618439" y="195224"/>
                  </a:moveTo>
                  <a:lnTo>
                    <a:pt x="488035" y="195224"/>
                  </a:lnTo>
                  <a:lnTo>
                    <a:pt x="488035" y="152031"/>
                  </a:lnTo>
                  <a:lnTo>
                    <a:pt x="460654" y="152031"/>
                  </a:lnTo>
                  <a:lnTo>
                    <a:pt x="460654" y="195224"/>
                  </a:lnTo>
                  <a:lnTo>
                    <a:pt x="460654" y="218071"/>
                  </a:lnTo>
                  <a:lnTo>
                    <a:pt x="618439" y="218071"/>
                  </a:lnTo>
                  <a:lnTo>
                    <a:pt x="618439" y="195224"/>
                  </a:lnTo>
                  <a:close/>
                </a:path>
                <a:path w="640079" h="222885">
                  <a:moveTo>
                    <a:pt x="639991" y="110693"/>
                  </a:moveTo>
                  <a:lnTo>
                    <a:pt x="436143" y="110693"/>
                  </a:lnTo>
                  <a:lnTo>
                    <a:pt x="436143" y="132321"/>
                  </a:lnTo>
                  <a:lnTo>
                    <a:pt x="639991" y="132321"/>
                  </a:lnTo>
                  <a:lnTo>
                    <a:pt x="639991" y="1106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68831" y="5008405"/>
              <a:ext cx="192513" cy="2209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87425" y="5008405"/>
              <a:ext cx="427419" cy="22278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80675" y="5008405"/>
              <a:ext cx="195217" cy="22278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02497" y="5028991"/>
              <a:ext cx="203155" cy="17393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33042" y="5008405"/>
              <a:ext cx="173671" cy="2233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139336" y="5008409"/>
              <a:ext cx="1574800" cy="222885"/>
            </a:xfrm>
            <a:custGeom>
              <a:avLst/>
              <a:gdLst/>
              <a:ahLst/>
              <a:cxnLst/>
              <a:rect l="l" t="t" r="r" b="b"/>
              <a:pathLst>
                <a:path w="1574800" h="222885">
                  <a:moveTo>
                    <a:pt x="195567" y="107734"/>
                  </a:moveTo>
                  <a:lnTo>
                    <a:pt x="137858" y="78968"/>
                  </a:lnTo>
                  <a:lnTo>
                    <a:pt x="115227" y="30441"/>
                  </a:lnTo>
                  <a:lnTo>
                    <a:pt x="115227" y="14046"/>
                  </a:lnTo>
                  <a:lnTo>
                    <a:pt x="86093" y="14046"/>
                  </a:lnTo>
                  <a:lnTo>
                    <a:pt x="86093" y="30441"/>
                  </a:lnTo>
                  <a:lnTo>
                    <a:pt x="79997" y="55841"/>
                  </a:lnTo>
                  <a:lnTo>
                    <a:pt x="63309" y="78828"/>
                  </a:lnTo>
                  <a:lnTo>
                    <a:pt x="38036" y="96951"/>
                  </a:lnTo>
                  <a:lnTo>
                    <a:pt x="6184" y="107734"/>
                  </a:lnTo>
                  <a:lnTo>
                    <a:pt x="18224" y="130581"/>
                  </a:lnTo>
                  <a:lnTo>
                    <a:pt x="44767" y="121983"/>
                  </a:lnTo>
                  <a:lnTo>
                    <a:pt x="67957" y="108585"/>
                  </a:lnTo>
                  <a:lnTo>
                    <a:pt x="86906" y="91084"/>
                  </a:lnTo>
                  <a:lnTo>
                    <a:pt x="100749" y="70218"/>
                  </a:lnTo>
                  <a:lnTo>
                    <a:pt x="114477" y="91224"/>
                  </a:lnTo>
                  <a:lnTo>
                    <a:pt x="133400" y="108737"/>
                  </a:lnTo>
                  <a:lnTo>
                    <a:pt x="156616" y="122097"/>
                  </a:lnTo>
                  <a:lnTo>
                    <a:pt x="183261" y="130581"/>
                  </a:lnTo>
                  <a:lnTo>
                    <a:pt x="195567" y="107734"/>
                  </a:lnTo>
                  <a:close/>
                </a:path>
                <a:path w="1574800" h="222885">
                  <a:moveTo>
                    <a:pt x="203847" y="171843"/>
                  </a:moveTo>
                  <a:lnTo>
                    <a:pt x="0" y="171843"/>
                  </a:lnTo>
                  <a:lnTo>
                    <a:pt x="0" y="194525"/>
                  </a:lnTo>
                  <a:lnTo>
                    <a:pt x="203847" y="194525"/>
                  </a:lnTo>
                  <a:lnTo>
                    <a:pt x="203847" y="171843"/>
                  </a:lnTo>
                  <a:close/>
                </a:path>
                <a:path w="1574800" h="222885">
                  <a:moveTo>
                    <a:pt x="399681" y="117309"/>
                  </a:moveTo>
                  <a:lnTo>
                    <a:pt x="271106" y="117309"/>
                  </a:lnTo>
                  <a:lnTo>
                    <a:pt x="271106" y="88112"/>
                  </a:lnTo>
                  <a:lnTo>
                    <a:pt x="392607" y="88112"/>
                  </a:lnTo>
                  <a:lnTo>
                    <a:pt x="392607" y="66509"/>
                  </a:lnTo>
                  <a:lnTo>
                    <a:pt x="271106" y="66509"/>
                  </a:lnTo>
                  <a:lnTo>
                    <a:pt x="271106" y="39839"/>
                  </a:lnTo>
                  <a:lnTo>
                    <a:pt x="397675" y="39839"/>
                  </a:lnTo>
                  <a:lnTo>
                    <a:pt x="397675" y="16979"/>
                  </a:lnTo>
                  <a:lnTo>
                    <a:pt x="243281" y="16979"/>
                  </a:lnTo>
                  <a:lnTo>
                    <a:pt x="243281" y="39839"/>
                  </a:lnTo>
                  <a:lnTo>
                    <a:pt x="243281" y="66509"/>
                  </a:lnTo>
                  <a:lnTo>
                    <a:pt x="243281" y="88112"/>
                  </a:lnTo>
                  <a:lnTo>
                    <a:pt x="243281" y="117309"/>
                  </a:lnTo>
                  <a:lnTo>
                    <a:pt x="243281" y="138899"/>
                  </a:lnTo>
                  <a:lnTo>
                    <a:pt x="399681" y="138899"/>
                  </a:lnTo>
                  <a:lnTo>
                    <a:pt x="399681" y="117309"/>
                  </a:lnTo>
                  <a:close/>
                </a:path>
                <a:path w="1574800" h="222885">
                  <a:moveTo>
                    <a:pt x="422262" y="173405"/>
                  </a:moveTo>
                  <a:lnTo>
                    <a:pt x="218414" y="173405"/>
                  </a:lnTo>
                  <a:lnTo>
                    <a:pt x="218414" y="195834"/>
                  </a:lnTo>
                  <a:lnTo>
                    <a:pt x="422262" y="195834"/>
                  </a:lnTo>
                  <a:lnTo>
                    <a:pt x="422262" y="173405"/>
                  </a:lnTo>
                  <a:close/>
                </a:path>
                <a:path w="1574800" h="222885">
                  <a:moveTo>
                    <a:pt x="619061" y="69062"/>
                  </a:moveTo>
                  <a:lnTo>
                    <a:pt x="489610" y="69062"/>
                  </a:lnTo>
                  <a:lnTo>
                    <a:pt x="489610" y="55079"/>
                  </a:lnTo>
                  <a:lnTo>
                    <a:pt x="615213" y="55079"/>
                  </a:lnTo>
                  <a:lnTo>
                    <a:pt x="615213" y="37299"/>
                  </a:lnTo>
                  <a:lnTo>
                    <a:pt x="615213" y="23329"/>
                  </a:lnTo>
                  <a:lnTo>
                    <a:pt x="615213" y="5549"/>
                  </a:lnTo>
                  <a:lnTo>
                    <a:pt x="461873" y="5549"/>
                  </a:lnTo>
                  <a:lnTo>
                    <a:pt x="461873" y="23329"/>
                  </a:lnTo>
                  <a:lnTo>
                    <a:pt x="587832" y="23329"/>
                  </a:lnTo>
                  <a:lnTo>
                    <a:pt x="587832" y="37299"/>
                  </a:lnTo>
                  <a:lnTo>
                    <a:pt x="462394" y="37299"/>
                  </a:lnTo>
                  <a:lnTo>
                    <a:pt x="462394" y="55079"/>
                  </a:lnTo>
                  <a:lnTo>
                    <a:pt x="462394" y="69062"/>
                  </a:lnTo>
                  <a:lnTo>
                    <a:pt x="462394" y="88112"/>
                  </a:lnTo>
                  <a:lnTo>
                    <a:pt x="619061" y="88112"/>
                  </a:lnTo>
                  <a:lnTo>
                    <a:pt x="619061" y="69062"/>
                  </a:lnTo>
                  <a:close/>
                </a:path>
                <a:path w="1574800" h="222885">
                  <a:moveTo>
                    <a:pt x="622452" y="201142"/>
                  </a:moveTo>
                  <a:lnTo>
                    <a:pt x="487870" y="201142"/>
                  </a:lnTo>
                  <a:lnTo>
                    <a:pt x="487870" y="185889"/>
                  </a:lnTo>
                  <a:lnTo>
                    <a:pt x="615657" y="185889"/>
                  </a:lnTo>
                  <a:lnTo>
                    <a:pt x="615657" y="168109"/>
                  </a:lnTo>
                  <a:lnTo>
                    <a:pt x="615657" y="154139"/>
                  </a:lnTo>
                  <a:lnTo>
                    <a:pt x="615657" y="135089"/>
                  </a:lnTo>
                  <a:lnTo>
                    <a:pt x="460298" y="135089"/>
                  </a:lnTo>
                  <a:lnTo>
                    <a:pt x="460298" y="154139"/>
                  </a:lnTo>
                  <a:lnTo>
                    <a:pt x="588441" y="154139"/>
                  </a:lnTo>
                  <a:lnTo>
                    <a:pt x="588441" y="168109"/>
                  </a:lnTo>
                  <a:lnTo>
                    <a:pt x="460565" y="168109"/>
                  </a:lnTo>
                  <a:lnTo>
                    <a:pt x="460565" y="185889"/>
                  </a:lnTo>
                  <a:lnTo>
                    <a:pt x="460565" y="201142"/>
                  </a:lnTo>
                  <a:lnTo>
                    <a:pt x="460565" y="220192"/>
                  </a:lnTo>
                  <a:lnTo>
                    <a:pt x="622452" y="220192"/>
                  </a:lnTo>
                  <a:lnTo>
                    <a:pt x="622452" y="201142"/>
                  </a:lnTo>
                  <a:close/>
                </a:path>
                <a:path w="1574800" h="222885">
                  <a:moveTo>
                    <a:pt x="640422" y="101104"/>
                  </a:moveTo>
                  <a:lnTo>
                    <a:pt x="436575" y="101104"/>
                  </a:lnTo>
                  <a:lnTo>
                    <a:pt x="436575" y="121691"/>
                  </a:lnTo>
                  <a:lnTo>
                    <a:pt x="640422" y="121691"/>
                  </a:lnTo>
                  <a:lnTo>
                    <a:pt x="640422" y="101104"/>
                  </a:lnTo>
                  <a:close/>
                </a:path>
                <a:path w="1574800" h="222885">
                  <a:moveTo>
                    <a:pt x="830008" y="74129"/>
                  </a:moveTo>
                  <a:lnTo>
                    <a:pt x="802792" y="74129"/>
                  </a:lnTo>
                  <a:lnTo>
                    <a:pt x="802792" y="95719"/>
                  </a:lnTo>
                  <a:lnTo>
                    <a:pt x="802792" y="147789"/>
                  </a:lnTo>
                  <a:lnTo>
                    <a:pt x="750201" y="147789"/>
                  </a:lnTo>
                  <a:lnTo>
                    <a:pt x="750201" y="95719"/>
                  </a:lnTo>
                  <a:lnTo>
                    <a:pt x="802792" y="95719"/>
                  </a:lnTo>
                  <a:lnTo>
                    <a:pt x="802792" y="74129"/>
                  </a:lnTo>
                  <a:lnTo>
                    <a:pt x="750201" y="74129"/>
                  </a:lnTo>
                  <a:lnTo>
                    <a:pt x="750201" y="18249"/>
                  </a:lnTo>
                  <a:lnTo>
                    <a:pt x="722896" y="18249"/>
                  </a:lnTo>
                  <a:lnTo>
                    <a:pt x="722896" y="74129"/>
                  </a:lnTo>
                  <a:lnTo>
                    <a:pt x="722896" y="95719"/>
                  </a:lnTo>
                  <a:lnTo>
                    <a:pt x="722896" y="147789"/>
                  </a:lnTo>
                  <a:lnTo>
                    <a:pt x="722896" y="170649"/>
                  </a:lnTo>
                  <a:lnTo>
                    <a:pt x="830008" y="170649"/>
                  </a:lnTo>
                  <a:lnTo>
                    <a:pt x="830008" y="148120"/>
                  </a:lnTo>
                  <a:lnTo>
                    <a:pt x="830008" y="147789"/>
                  </a:lnTo>
                  <a:lnTo>
                    <a:pt x="830008" y="95719"/>
                  </a:lnTo>
                  <a:lnTo>
                    <a:pt x="830008" y="95338"/>
                  </a:lnTo>
                  <a:lnTo>
                    <a:pt x="830008" y="74129"/>
                  </a:lnTo>
                  <a:close/>
                </a:path>
                <a:path w="1574800" h="222885">
                  <a:moveTo>
                    <a:pt x="830008" y="18148"/>
                  </a:moveTo>
                  <a:lnTo>
                    <a:pt x="802792" y="18148"/>
                  </a:lnTo>
                  <a:lnTo>
                    <a:pt x="802792" y="73888"/>
                  </a:lnTo>
                  <a:lnTo>
                    <a:pt x="830008" y="73888"/>
                  </a:lnTo>
                  <a:lnTo>
                    <a:pt x="830008" y="18148"/>
                  </a:lnTo>
                  <a:close/>
                </a:path>
                <a:path w="1574800" h="222885">
                  <a:moveTo>
                    <a:pt x="924128" y="84289"/>
                  </a:moveTo>
                  <a:lnTo>
                    <a:pt x="889762" y="84289"/>
                  </a:lnTo>
                  <a:lnTo>
                    <a:pt x="889762" y="469"/>
                  </a:lnTo>
                  <a:lnTo>
                    <a:pt x="862291" y="469"/>
                  </a:lnTo>
                  <a:lnTo>
                    <a:pt x="862291" y="84289"/>
                  </a:lnTo>
                  <a:lnTo>
                    <a:pt x="862291" y="108432"/>
                  </a:lnTo>
                  <a:lnTo>
                    <a:pt x="862291" y="222732"/>
                  </a:lnTo>
                  <a:lnTo>
                    <a:pt x="889762" y="222732"/>
                  </a:lnTo>
                  <a:lnTo>
                    <a:pt x="889762" y="108432"/>
                  </a:lnTo>
                  <a:lnTo>
                    <a:pt x="924128" y="108432"/>
                  </a:lnTo>
                  <a:lnTo>
                    <a:pt x="924128" y="84289"/>
                  </a:lnTo>
                  <a:close/>
                </a:path>
                <a:path w="1574800" h="222885">
                  <a:moveTo>
                    <a:pt x="1062913" y="117233"/>
                  </a:moveTo>
                  <a:lnTo>
                    <a:pt x="1060589" y="101269"/>
                  </a:lnTo>
                  <a:lnTo>
                    <a:pt x="1059776" y="95605"/>
                  </a:lnTo>
                  <a:lnTo>
                    <a:pt x="1039698" y="98437"/>
                  </a:lnTo>
                  <a:lnTo>
                    <a:pt x="1019200" y="100177"/>
                  </a:lnTo>
                  <a:lnTo>
                    <a:pt x="996581" y="101041"/>
                  </a:lnTo>
                  <a:lnTo>
                    <a:pt x="970191" y="101269"/>
                  </a:lnTo>
                  <a:lnTo>
                    <a:pt x="970191" y="79552"/>
                  </a:lnTo>
                  <a:lnTo>
                    <a:pt x="1042504" y="79552"/>
                  </a:lnTo>
                  <a:lnTo>
                    <a:pt x="1042504" y="58178"/>
                  </a:lnTo>
                  <a:lnTo>
                    <a:pt x="970191" y="58178"/>
                  </a:lnTo>
                  <a:lnTo>
                    <a:pt x="970191" y="36639"/>
                  </a:lnTo>
                  <a:lnTo>
                    <a:pt x="1046949" y="36639"/>
                  </a:lnTo>
                  <a:lnTo>
                    <a:pt x="1046949" y="14833"/>
                  </a:lnTo>
                  <a:lnTo>
                    <a:pt x="942543" y="14833"/>
                  </a:lnTo>
                  <a:lnTo>
                    <a:pt x="942543" y="123431"/>
                  </a:lnTo>
                  <a:lnTo>
                    <a:pt x="960501" y="123431"/>
                  </a:lnTo>
                  <a:lnTo>
                    <a:pt x="991412" y="123253"/>
                  </a:lnTo>
                  <a:lnTo>
                    <a:pt x="1017371" y="122389"/>
                  </a:lnTo>
                  <a:lnTo>
                    <a:pt x="1040498" y="120497"/>
                  </a:lnTo>
                  <a:lnTo>
                    <a:pt x="1062913" y="117233"/>
                  </a:lnTo>
                  <a:close/>
                </a:path>
                <a:path w="1574800" h="222885">
                  <a:moveTo>
                    <a:pt x="1112024" y="181610"/>
                  </a:moveTo>
                  <a:lnTo>
                    <a:pt x="1106817" y="164147"/>
                  </a:lnTo>
                  <a:lnTo>
                    <a:pt x="1104011" y="161721"/>
                  </a:lnTo>
                  <a:lnTo>
                    <a:pt x="1091895" y="151257"/>
                  </a:lnTo>
                  <a:lnTo>
                    <a:pt x="1084541" y="148767"/>
                  </a:lnTo>
                  <a:lnTo>
                    <a:pt x="1084541" y="181610"/>
                  </a:lnTo>
                  <a:lnTo>
                    <a:pt x="1081417" y="190284"/>
                  </a:lnTo>
                  <a:lnTo>
                    <a:pt x="1072235" y="196608"/>
                  </a:lnTo>
                  <a:lnTo>
                    <a:pt x="1057351" y="200456"/>
                  </a:lnTo>
                  <a:lnTo>
                    <a:pt x="1037094" y="201676"/>
                  </a:lnTo>
                  <a:lnTo>
                    <a:pt x="1016469" y="200456"/>
                  </a:lnTo>
                  <a:lnTo>
                    <a:pt x="1001382" y="196608"/>
                  </a:lnTo>
                  <a:lnTo>
                    <a:pt x="992136" y="190284"/>
                  </a:lnTo>
                  <a:lnTo>
                    <a:pt x="989025" y="181610"/>
                  </a:lnTo>
                  <a:lnTo>
                    <a:pt x="992136" y="173050"/>
                  </a:lnTo>
                  <a:lnTo>
                    <a:pt x="1001382" y="166789"/>
                  </a:lnTo>
                  <a:lnTo>
                    <a:pt x="1016469" y="162979"/>
                  </a:lnTo>
                  <a:lnTo>
                    <a:pt x="1037094" y="161721"/>
                  </a:lnTo>
                  <a:lnTo>
                    <a:pt x="1057351" y="162979"/>
                  </a:lnTo>
                  <a:lnTo>
                    <a:pt x="1072235" y="166789"/>
                  </a:lnTo>
                  <a:lnTo>
                    <a:pt x="1081417" y="173050"/>
                  </a:lnTo>
                  <a:lnTo>
                    <a:pt x="1084541" y="181610"/>
                  </a:lnTo>
                  <a:lnTo>
                    <a:pt x="1084541" y="148767"/>
                  </a:lnTo>
                  <a:lnTo>
                    <a:pt x="1068298" y="143268"/>
                  </a:lnTo>
                  <a:lnTo>
                    <a:pt x="1037094" y="140525"/>
                  </a:lnTo>
                  <a:lnTo>
                    <a:pt x="1005662" y="143268"/>
                  </a:lnTo>
                  <a:lnTo>
                    <a:pt x="981849" y="151257"/>
                  </a:lnTo>
                  <a:lnTo>
                    <a:pt x="966787" y="164147"/>
                  </a:lnTo>
                  <a:lnTo>
                    <a:pt x="961555" y="181610"/>
                  </a:lnTo>
                  <a:lnTo>
                    <a:pt x="966787" y="198996"/>
                  </a:lnTo>
                  <a:lnTo>
                    <a:pt x="981849" y="211886"/>
                  </a:lnTo>
                  <a:lnTo>
                    <a:pt x="1005662" y="219900"/>
                  </a:lnTo>
                  <a:lnTo>
                    <a:pt x="1037094" y="222605"/>
                  </a:lnTo>
                  <a:lnTo>
                    <a:pt x="1068298" y="219900"/>
                  </a:lnTo>
                  <a:lnTo>
                    <a:pt x="1091895" y="211886"/>
                  </a:lnTo>
                  <a:lnTo>
                    <a:pt x="1103718" y="201676"/>
                  </a:lnTo>
                  <a:lnTo>
                    <a:pt x="1106817" y="198996"/>
                  </a:lnTo>
                  <a:lnTo>
                    <a:pt x="1112024" y="181610"/>
                  </a:lnTo>
                  <a:close/>
                </a:path>
                <a:path w="1574800" h="222885">
                  <a:moveTo>
                    <a:pt x="1140637" y="54521"/>
                  </a:moveTo>
                  <a:lnTo>
                    <a:pt x="1109497" y="54521"/>
                  </a:lnTo>
                  <a:lnTo>
                    <a:pt x="1109497" y="0"/>
                  </a:lnTo>
                  <a:lnTo>
                    <a:pt x="1081925" y="0"/>
                  </a:lnTo>
                  <a:lnTo>
                    <a:pt x="1081925" y="135902"/>
                  </a:lnTo>
                  <a:lnTo>
                    <a:pt x="1109497" y="135902"/>
                  </a:lnTo>
                  <a:lnTo>
                    <a:pt x="1109497" y="76847"/>
                  </a:lnTo>
                  <a:lnTo>
                    <a:pt x="1140637" y="76847"/>
                  </a:lnTo>
                  <a:lnTo>
                    <a:pt x="1140637" y="54521"/>
                  </a:lnTo>
                  <a:close/>
                </a:path>
                <a:path w="1574800" h="222885">
                  <a:moveTo>
                    <a:pt x="1336548" y="75539"/>
                  </a:moveTo>
                  <a:lnTo>
                    <a:pt x="1330159" y="49644"/>
                  </a:lnTo>
                  <a:lnTo>
                    <a:pt x="1316901" y="34632"/>
                  </a:lnTo>
                  <a:lnTo>
                    <a:pt x="1312583" y="29730"/>
                  </a:lnTo>
                  <a:lnTo>
                    <a:pt x="1309598" y="28295"/>
                  </a:lnTo>
                  <a:lnTo>
                    <a:pt x="1309598" y="75539"/>
                  </a:lnTo>
                  <a:lnTo>
                    <a:pt x="1305382" y="92506"/>
                  </a:lnTo>
                  <a:lnTo>
                    <a:pt x="1293672" y="105333"/>
                  </a:lnTo>
                  <a:lnTo>
                    <a:pt x="1275880" y="113449"/>
                  </a:lnTo>
                  <a:lnTo>
                    <a:pt x="1253413" y="116281"/>
                  </a:lnTo>
                  <a:lnTo>
                    <a:pt x="1230909" y="113449"/>
                  </a:lnTo>
                  <a:lnTo>
                    <a:pt x="1213053" y="105333"/>
                  </a:lnTo>
                  <a:lnTo>
                    <a:pt x="1201305" y="92506"/>
                  </a:lnTo>
                  <a:lnTo>
                    <a:pt x="1197152" y="75539"/>
                  </a:lnTo>
                  <a:lnTo>
                    <a:pt x="1201305" y="58648"/>
                  </a:lnTo>
                  <a:lnTo>
                    <a:pt x="1213053" y="45732"/>
                  </a:lnTo>
                  <a:lnTo>
                    <a:pt x="1230909" y="37490"/>
                  </a:lnTo>
                  <a:lnTo>
                    <a:pt x="1253413" y="34632"/>
                  </a:lnTo>
                  <a:lnTo>
                    <a:pt x="1275880" y="37490"/>
                  </a:lnTo>
                  <a:lnTo>
                    <a:pt x="1293672" y="45732"/>
                  </a:lnTo>
                  <a:lnTo>
                    <a:pt x="1305382" y="58648"/>
                  </a:lnTo>
                  <a:lnTo>
                    <a:pt x="1309598" y="75539"/>
                  </a:lnTo>
                  <a:lnTo>
                    <a:pt x="1309598" y="28295"/>
                  </a:lnTo>
                  <a:lnTo>
                    <a:pt x="1286205" y="16941"/>
                  </a:lnTo>
                  <a:lnTo>
                    <a:pt x="1253413" y="12382"/>
                  </a:lnTo>
                  <a:lnTo>
                    <a:pt x="1220711" y="16941"/>
                  </a:lnTo>
                  <a:lnTo>
                    <a:pt x="1194435" y="29730"/>
                  </a:lnTo>
                  <a:lnTo>
                    <a:pt x="1176947" y="49644"/>
                  </a:lnTo>
                  <a:lnTo>
                    <a:pt x="1170635" y="75539"/>
                  </a:lnTo>
                  <a:lnTo>
                    <a:pt x="1176947" y="101587"/>
                  </a:lnTo>
                  <a:lnTo>
                    <a:pt x="1194435" y="121539"/>
                  </a:lnTo>
                  <a:lnTo>
                    <a:pt x="1220711" y="134289"/>
                  </a:lnTo>
                  <a:lnTo>
                    <a:pt x="1253413" y="138696"/>
                  </a:lnTo>
                  <a:lnTo>
                    <a:pt x="1286205" y="134289"/>
                  </a:lnTo>
                  <a:lnTo>
                    <a:pt x="1312583" y="121539"/>
                  </a:lnTo>
                  <a:lnTo>
                    <a:pt x="1317218" y="116281"/>
                  </a:lnTo>
                  <a:lnTo>
                    <a:pt x="1330159" y="101587"/>
                  </a:lnTo>
                  <a:lnTo>
                    <a:pt x="1336548" y="75539"/>
                  </a:lnTo>
                  <a:close/>
                </a:path>
                <a:path w="1574800" h="222885">
                  <a:moveTo>
                    <a:pt x="1355826" y="172453"/>
                  </a:moveTo>
                  <a:lnTo>
                    <a:pt x="1151978" y="172453"/>
                  </a:lnTo>
                  <a:lnTo>
                    <a:pt x="1151978" y="194779"/>
                  </a:lnTo>
                  <a:lnTo>
                    <a:pt x="1355826" y="194779"/>
                  </a:lnTo>
                  <a:lnTo>
                    <a:pt x="1355826" y="172453"/>
                  </a:lnTo>
                  <a:close/>
                </a:path>
                <a:path w="1574800" h="222885">
                  <a:moveTo>
                    <a:pt x="1574241" y="174459"/>
                  </a:moveTo>
                  <a:lnTo>
                    <a:pt x="1485442" y="174459"/>
                  </a:lnTo>
                  <a:lnTo>
                    <a:pt x="1485442" y="137629"/>
                  </a:lnTo>
                  <a:lnTo>
                    <a:pt x="1555229" y="137629"/>
                  </a:lnTo>
                  <a:lnTo>
                    <a:pt x="1555229" y="116039"/>
                  </a:lnTo>
                  <a:lnTo>
                    <a:pt x="1421942" y="116039"/>
                  </a:lnTo>
                  <a:lnTo>
                    <a:pt x="1421942" y="86842"/>
                  </a:lnTo>
                  <a:lnTo>
                    <a:pt x="1550085" y="86842"/>
                  </a:lnTo>
                  <a:lnTo>
                    <a:pt x="1550085" y="65239"/>
                  </a:lnTo>
                  <a:lnTo>
                    <a:pt x="1550085" y="37299"/>
                  </a:lnTo>
                  <a:lnTo>
                    <a:pt x="1550085" y="15709"/>
                  </a:lnTo>
                  <a:lnTo>
                    <a:pt x="1394206" y="15709"/>
                  </a:lnTo>
                  <a:lnTo>
                    <a:pt x="1394206" y="37299"/>
                  </a:lnTo>
                  <a:lnTo>
                    <a:pt x="1522958" y="37299"/>
                  </a:lnTo>
                  <a:lnTo>
                    <a:pt x="1522958" y="65239"/>
                  </a:lnTo>
                  <a:lnTo>
                    <a:pt x="1394548" y="65239"/>
                  </a:lnTo>
                  <a:lnTo>
                    <a:pt x="1394548" y="86842"/>
                  </a:lnTo>
                  <a:lnTo>
                    <a:pt x="1394548" y="116039"/>
                  </a:lnTo>
                  <a:lnTo>
                    <a:pt x="1394548" y="137629"/>
                  </a:lnTo>
                  <a:lnTo>
                    <a:pt x="1458226" y="137629"/>
                  </a:lnTo>
                  <a:lnTo>
                    <a:pt x="1458226" y="174459"/>
                  </a:lnTo>
                  <a:lnTo>
                    <a:pt x="1370393" y="174459"/>
                  </a:lnTo>
                  <a:lnTo>
                    <a:pt x="1370393" y="197319"/>
                  </a:lnTo>
                  <a:lnTo>
                    <a:pt x="1574241" y="197319"/>
                  </a:lnTo>
                  <a:lnTo>
                    <a:pt x="1574241" y="1744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44552" y="5361904"/>
              <a:ext cx="195915" cy="22278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066275" y="5370715"/>
              <a:ext cx="204470" cy="213995"/>
            </a:xfrm>
            <a:custGeom>
              <a:avLst/>
              <a:gdLst/>
              <a:ahLst/>
              <a:cxnLst/>
              <a:rect l="l" t="t" r="r" b="b"/>
              <a:pathLst>
                <a:path w="204470" h="213995">
                  <a:moveTo>
                    <a:pt x="178993" y="0"/>
                  </a:moveTo>
                  <a:lnTo>
                    <a:pt x="151523" y="0"/>
                  </a:lnTo>
                  <a:lnTo>
                    <a:pt x="151523" y="26784"/>
                  </a:lnTo>
                  <a:lnTo>
                    <a:pt x="151523" y="49644"/>
                  </a:lnTo>
                  <a:lnTo>
                    <a:pt x="151523" y="75044"/>
                  </a:lnTo>
                  <a:lnTo>
                    <a:pt x="51727" y="75044"/>
                  </a:lnTo>
                  <a:lnTo>
                    <a:pt x="51727" y="49644"/>
                  </a:lnTo>
                  <a:lnTo>
                    <a:pt x="151523" y="49644"/>
                  </a:lnTo>
                  <a:lnTo>
                    <a:pt x="151523" y="26784"/>
                  </a:lnTo>
                  <a:lnTo>
                    <a:pt x="51727" y="26784"/>
                  </a:lnTo>
                  <a:lnTo>
                    <a:pt x="51727" y="114"/>
                  </a:lnTo>
                  <a:lnTo>
                    <a:pt x="24688" y="114"/>
                  </a:lnTo>
                  <a:lnTo>
                    <a:pt x="24688" y="26784"/>
                  </a:lnTo>
                  <a:lnTo>
                    <a:pt x="24688" y="49644"/>
                  </a:lnTo>
                  <a:lnTo>
                    <a:pt x="24688" y="75044"/>
                  </a:lnTo>
                  <a:lnTo>
                    <a:pt x="24688" y="97904"/>
                  </a:lnTo>
                  <a:lnTo>
                    <a:pt x="178993" y="97904"/>
                  </a:lnTo>
                  <a:lnTo>
                    <a:pt x="178993" y="26784"/>
                  </a:lnTo>
                  <a:lnTo>
                    <a:pt x="178993" y="0"/>
                  </a:lnTo>
                  <a:close/>
                </a:path>
                <a:path w="204470" h="213995">
                  <a:moveTo>
                    <a:pt x="203860" y="120904"/>
                  </a:moveTo>
                  <a:lnTo>
                    <a:pt x="0" y="120904"/>
                  </a:lnTo>
                  <a:lnTo>
                    <a:pt x="0" y="142621"/>
                  </a:lnTo>
                  <a:lnTo>
                    <a:pt x="87757" y="142621"/>
                  </a:lnTo>
                  <a:lnTo>
                    <a:pt x="87757" y="213982"/>
                  </a:lnTo>
                  <a:lnTo>
                    <a:pt x="114884" y="213982"/>
                  </a:lnTo>
                  <a:lnTo>
                    <a:pt x="114884" y="142621"/>
                  </a:lnTo>
                  <a:lnTo>
                    <a:pt x="203860" y="142621"/>
                  </a:lnTo>
                  <a:lnTo>
                    <a:pt x="203860" y="1209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44106" y="5361904"/>
              <a:ext cx="188064" cy="22295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563213" y="5367019"/>
              <a:ext cx="422275" cy="215900"/>
            </a:xfrm>
            <a:custGeom>
              <a:avLst/>
              <a:gdLst/>
              <a:ahLst/>
              <a:cxnLst/>
              <a:rect l="l" t="t" r="r" b="b"/>
              <a:pathLst>
                <a:path w="422275" h="215900">
                  <a:moveTo>
                    <a:pt x="180479" y="9626"/>
                  </a:moveTo>
                  <a:lnTo>
                    <a:pt x="153174" y="9626"/>
                  </a:lnTo>
                  <a:lnTo>
                    <a:pt x="153174" y="45720"/>
                  </a:lnTo>
                  <a:lnTo>
                    <a:pt x="153174" y="68580"/>
                  </a:lnTo>
                  <a:lnTo>
                    <a:pt x="153174" y="102870"/>
                  </a:lnTo>
                  <a:lnTo>
                    <a:pt x="49898" y="102870"/>
                  </a:lnTo>
                  <a:lnTo>
                    <a:pt x="49898" y="68580"/>
                  </a:lnTo>
                  <a:lnTo>
                    <a:pt x="153174" y="68580"/>
                  </a:lnTo>
                  <a:lnTo>
                    <a:pt x="153174" y="45720"/>
                  </a:lnTo>
                  <a:lnTo>
                    <a:pt x="49898" y="45720"/>
                  </a:lnTo>
                  <a:lnTo>
                    <a:pt x="49898" y="10160"/>
                  </a:lnTo>
                  <a:lnTo>
                    <a:pt x="22428" y="10160"/>
                  </a:lnTo>
                  <a:lnTo>
                    <a:pt x="22428" y="45720"/>
                  </a:lnTo>
                  <a:lnTo>
                    <a:pt x="22428" y="68580"/>
                  </a:lnTo>
                  <a:lnTo>
                    <a:pt x="22428" y="102870"/>
                  </a:lnTo>
                  <a:lnTo>
                    <a:pt x="22428" y="124460"/>
                  </a:lnTo>
                  <a:lnTo>
                    <a:pt x="180479" y="124460"/>
                  </a:lnTo>
                  <a:lnTo>
                    <a:pt x="180479" y="45720"/>
                  </a:lnTo>
                  <a:lnTo>
                    <a:pt x="180479" y="9626"/>
                  </a:lnTo>
                  <a:close/>
                </a:path>
                <a:path w="422275" h="215900">
                  <a:moveTo>
                    <a:pt x="203860" y="168478"/>
                  </a:moveTo>
                  <a:lnTo>
                    <a:pt x="115062" y="168478"/>
                  </a:lnTo>
                  <a:lnTo>
                    <a:pt x="115062" y="125031"/>
                  </a:lnTo>
                  <a:lnTo>
                    <a:pt x="87845" y="125031"/>
                  </a:lnTo>
                  <a:lnTo>
                    <a:pt x="87845" y="168478"/>
                  </a:lnTo>
                  <a:lnTo>
                    <a:pt x="0" y="168478"/>
                  </a:lnTo>
                  <a:lnTo>
                    <a:pt x="0" y="190893"/>
                  </a:lnTo>
                  <a:lnTo>
                    <a:pt x="203860" y="190893"/>
                  </a:lnTo>
                  <a:lnTo>
                    <a:pt x="203860" y="168478"/>
                  </a:lnTo>
                  <a:close/>
                </a:path>
                <a:path w="422275" h="215900">
                  <a:moveTo>
                    <a:pt x="397675" y="48260"/>
                  </a:moveTo>
                  <a:lnTo>
                    <a:pt x="271716" y="48260"/>
                  </a:lnTo>
                  <a:lnTo>
                    <a:pt x="271716" y="22860"/>
                  </a:lnTo>
                  <a:lnTo>
                    <a:pt x="395757" y="22860"/>
                  </a:lnTo>
                  <a:lnTo>
                    <a:pt x="395757" y="0"/>
                  </a:lnTo>
                  <a:lnTo>
                    <a:pt x="244335" y="0"/>
                  </a:lnTo>
                  <a:lnTo>
                    <a:pt x="244335" y="22860"/>
                  </a:lnTo>
                  <a:lnTo>
                    <a:pt x="244335" y="48260"/>
                  </a:lnTo>
                  <a:lnTo>
                    <a:pt x="244335" y="69850"/>
                  </a:lnTo>
                  <a:lnTo>
                    <a:pt x="397675" y="69850"/>
                  </a:lnTo>
                  <a:lnTo>
                    <a:pt x="397675" y="48260"/>
                  </a:lnTo>
                  <a:close/>
                </a:path>
                <a:path w="422275" h="215900">
                  <a:moveTo>
                    <a:pt x="402386" y="194310"/>
                  </a:moveTo>
                  <a:lnTo>
                    <a:pt x="269455" y="194310"/>
                  </a:lnTo>
                  <a:lnTo>
                    <a:pt x="269455" y="177800"/>
                  </a:lnTo>
                  <a:lnTo>
                    <a:pt x="396278" y="177800"/>
                  </a:lnTo>
                  <a:lnTo>
                    <a:pt x="396278" y="157480"/>
                  </a:lnTo>
                  <a:lnTo>
                    <a:pt x="396278" y="142240"/>
                  </a:lnTo>
                  <a:lnTo>
                    <a:pt x="396278" y="120650"/>
                  </a:lnTo>
                  <a:lnTo>
                    <a:pt x="242328" y="120650"/>
                  </a:lnTo>
                  <a:lnTo>
                    <a:pt x="242328" y="142240"/>
                  </a:lnTo>
                  <a:lnTo>
                    <a:pt x="369239" y="142240"/>
                  </a:lnTo>
                  <a:lnTo>
                    <a:pt x="369239" y="157480"/>
                  </a:lnTo>
                  <a:lnTo>
                    <a:pt x="242582" y="157480"/>
                  </a:lnTo>
                  <a:lnTo>
                    <a:pt x="242582" y="177800"/>
                  </a:lnTo>
                  <a:lnTo>
                    <a:pt x="242582" y="194310"/>
                  </a:lnTo>
                  <a:lnTo>
                    <a:pt x="242582" y="215900"/>
                  </a:lnTo>
                  <a:lnTo>
                    <a:pt x="402386" y="215900"/>
                  </a:lnTo>
                  <a:lnTo>
                    <a:pt x="402386" y="194310"/>
                  </a:lnTo>
                  <a:close/>
                </a:path>
                <a:path w="422275" h="215900">
                  <a:moveTo>
                    <a:pt x="421932" y="84035"/>
                  </a:moveTo>
                  <a:lnTo>
                    <a:pt x="218427" y="84035"/>
                  </a:lnTo>
                  <a:lnTo>
                    <a:pt x="218427" y="105752"/>
                  </a:lnTo>
                  <a:lnTo>
                    <a:pt x="421932" y="105752"/>
                  </a:lnTo>
                  <a:lnTo>
                    <a:pt x="421932" y="840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60185" y="5361904"/>
              <a:ext cx="187192" cy="22260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77297" y="5361904"/>
              <a:ext cx="208825" cy="222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55773" y="5361904"/>
              <a:ext cx="186581" cy="22278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75240" y="5361904"/>
              <a:ext cx="410758" cy="22278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71892" y="5360421"/>
              <a:ext cx="425500" cy="221647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5607355" y="7933018"/>
            <a:ext cx="484505" cy="253365"/>
            <a:chOff x="5607355" y="7933018"/>
            <a:chExt cx="484505" cy="253365"/>
          </a:xfrm>
        </p:grpSpPr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07355" y="7933018"/>
              <a:ext cx="212718" cy="25296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54073" y="7933018"/>
              <a:ext cx="237301" cy="252764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6171501" y="7933029"/>
            <a:ext cx="797560" cy="253365"/>
          </a:xfrm>
          <a:custGeom>
            <a:avLst/>
            <a:gdLst/>
            <a:ahLst/>
            <a:cxnLst/>
            <a:rect l="l" t="t" r="r" b="b"/>
            <a:pathLst>
              <a:path w="797559" h="253365">
                <a:moveTo>
                  <a:pt x="206781" y="23088"/>
                </a:moveTo>
                <a:lnTo>
                  <a:pt x="24091" y="23088"/>
                </a:lnTo>
                <a:lnTo>
                  <a:pt x="24091" y="48171"/>
                </a:lnTo>
                <a:lnTo>
                  <a:pt x="175450" y="48171"/>
                </a:lnTo>
                <a:lnTo>
                  <a:pt x="175221" y="72212"/>
                </a:lnTo>
                <a:lnTo>
                  <a:pt x="174078" y="99021"/>
                </a:lnTo>
                <a:lnTo>
                  <a:pt x="171094" y="129324"/>
                </a:lnTo>
                <a:lnTo>
                  <a:pt x="165341" y="163842"/>
                </a:lnTo>
                <a:lnTo>
                  <a:pt x="196862" y="167220"/>
                </a:lnTo>
                <a:lnTo>
                  <a:pt x="202539" y="130606"/>
                </a:lnTo>
                <a:lnTo>
                  <a:pt x="205460" y="99314"/>
                </a:lnTo>
                <a:lnTo>
                  <a:pt x="206565" y="72034"/>
                </a:lnTo>
                <a:lnTo>
                  <a:pt x="206768" y="48171"/>
                </a:lnTo>
                <a:lnTo>
                  <a:pt x="206781" y="23088"/>
                </a:lnTo>
                <a:close/>
              </a:path>
              <a:path w="797559" h="253365">
                <a:moveTo>
                  <a:pt x="230860" y="195072"/>
                </a:moveTo>
                <a:lnTo>
                  <a:pt x="116179" y="195072"/>
                </a:lnTo>
                <a:lnTo>
                  <a:pt x="116179" y="106946"/>
                </a:lnTo>
                <a:lnTo>
                  <a:pt x="85255" y="106946"/>
                </a:lnTo>
                <a:lnTo>
                  <a:pt x="85255" y="195072"/>
                </a:lnTo>
                <a:lnTo>
                  <a:pt x="0" y="195072"/>
                </a:lnTo>
                <a:lnTo>
                  <a:pt x="0" y="220649"/>
                </a:lnTo>
                <a:lnTo>
                  <a:pt x="230860" y="220649"/>
                </a:lnTo>
                <a:lnTo>
                  <a:pt x="230860" y="195072"/>
                </a:lnTo>
                <a:close/>
              </a:path>
              <a:path w="797559" h="253365">
                <a:moveTo>
                  <a:pt x="479856" y="197510"/>
                </a:moveTo>
                <a:lnTo>
                  <a:pt x="378955" y="197510"/>
                </a:lnTo>
                <a:lnTo>
                  <a:pt x="378955" y="140360"/>
                </a:lnTo>
                <a:lnTo>
                  <a:pt x="453898" y="140360"/>
                </a:lnTo>
                <a:lnTo>
                  <a:pt x="453898" y="114960"/>
                </a:lnTo>
                <a:lnTo>
                  <a:pt x="307492" y="114960"/>
                </a:lnTo>
                <a:lnTo>
                  <a:pt x="307492" y="43840"/>
                </a:lnTo>
                <a:lnTo>
                  <a:pt x="451904" y="43840"/>
                </a:lnTo>
                <a:lnTo>
                  <a:pt x="451904" y="18440"/>
                </a:lnTo>
                <a:lnTo>
                  <a:pt x="276263" y="18440"/>
                </a:lnTo>
                <a:lnTo>
                  <a:pt x="276263" y="43840"/>
                </a:lnTo>
                <a:lnTo>
                  <a:pt x="276263" y="114960"/>
                </a:lnTo>
                <a:lnTo>
                  <a:pt x="276263" y="140360"/>
                </a:lnTo>
                <a:lnTo>
                  <a:pt x="348030" y="140360"/>
                </a:lnTo>
                <a:lnTo>
                  <a:pt x="348030" y="197510"/>
                </a:lnTo>
                <a:lnTo>
                  <a:pt x="248208" y="197510"/>
                </a:lnTo>
                <a:lnTo>
                  <a:pt x="248208" y="222910"/>
                </a:lnTo>
                <a:lnTo>
                  <a:pt x="479856" y="222910"/>
                </a:lnTo>
                <a:lnTo>
                  <a:pt x="479856" y="197510"/>
                </a:lnTo>
                <a:close/>
              </a:path>
              <a:path w="797559" h="253365">
                <a:moveTo>
                  <a:pt x="649160" y="29133"/>
                </a:moveTo>
                <a:lnTo>
                  <a:pt x="589495" y="29133"/>
                </a:lnTo>
                <a:lnTo>
                  <a:pt x="589495" y="990"/>
                </a:lnTo>
                <a:lnTo>
                  <a:pt x="558165" y="990"/>
                </a:lnTo>
                <a:lnTo>
                  <a:pt x="558165" y="29133"/>
                </a:lnTo>
                <a:lnTo>
                  <a:pt x="498106" y="29133"/>
                </a:lnTo>
                <a:lnTo>
                  <a:pt x="498106" y="53822"/>
                </a:lnTo>
                <a:lnTo>
                  <a:pt x="649160" y="53822"/>
                </a:lnTo>
                <a:lnTo>
                  <a:pt x="649160" y="29133"/>
                </a:lnTo>
                <a:close/>
              </a:path>
              <a:path w="797559" h="253365">
                <a:moveTo>
                  <a:pt x="654024" y="198437"/>
                </a:moveTo>
                <a:lnTo>
                  <a:pt x="652449" y="181190"/>
                </a:lnTo>
                <a:lnTo>
                  <a:pt x="651941" y="175539"/>
                </a:lnTo>
                <a:lnTo>
                  <a:pt x="636765" y="177444"/>
                </a:lnTo>
                <a:lnTo>
                  <a:pt x="621195" y="179006"/>
                </a:lnTo>
                <a:lnTo>
                  <a:pt x="605396" y="180238"/>
                </a:lnTo>
                <a:lnTo>
                  <a:pt x="589495" y="181190"/>
                </a:lnTo>
                <a:lnTo>
                  <a:pt x="589495" y="158686"/>
                </a:lnTo>
                <a:lnTo>
                  <a:pt x="608304" y="152920"/>
                </a:lnTo>
                <a:lnTo>
                  <a:pt x="622846" y="142951"/>
                </a:lnTo>
                <a:lnTo>
                  <a:pt x="627684" y="135991"/>
                </a:lnTo>
                <a:lnTo>
                  <a:pt x="632256" y="129374"/>
                </a:lnTo>
                <a:lnTo>
                  <a:pt x="635685" y="112801"/>
                </a:lnTo>
                <a:lnTo>
                  <a:pt x="631024" y="93383"/>
                </a:lnTo>
                <a:lnTo>
                  <a:pt x="627481" y="89204"/>
                </a:lnTo>
                <a:lnTo>
                  <a:pt x="618274" y="78384"/>
                </a:lnTo>
                <a:lnTo>
                  <a:pt x="605751" y="72174"/>
                </a:lnTo>
                <a:lnTo>
                  <a:pt x="605751" y="112801"/>
                </a:lnTo>
                <a:lnTo>
                  <a:pt x="603453" y="122631"/>
                </a:lnTo>
                <a:lnTo>
                  <a:pt x="596988" y="129933"/>
                </a:lnTo>
                <a:lnTo>
                  <a:pt x="586968" y="134467"/>
                </a:lnTo>
                <a:lnTo>
                  <a:pt x="574027" y="135991"/>
                </a:lnTo>
                <a:lnTo>
                  <a:pt x="560920" y="134467"/>
                </a:lnTo>
                <a:lnTo>
                  <a:pt x="550824" y="129933"/>
                </a:lnTo>
                <a:lnTo>
                  <a:pt x="544347" y="122631"/>
                </a:lnTo>
                <a:lnTo>
                  <a:pt x="542112" y="112801"/>
                </a:lnTo>
                <a:lnTo>
                  <a:pt x="544347" y="102920"/>
                </a:lnTo>
                <a:lnTo>
                  <a:pt x="550824" y="95504"/>
                </a:lnTo>
                <a:lnTo>
                  <a:pt x="560920" y="90830"/>
                </a:lnTo>
                <a:lnTo>
                  <a:pt x="574027" y="89204"/>
                </a:lnTo>
                <a:lnTo>
                  <a:pt x="586968" y="90830"/>
                </a:lnTo>
                <a:lnTo>
                  <a:pt x="596988" y="95504"/>
                </a:lnTo>
                <a:lnTo>
                  <a:pt x="603453" y="102920"/>
                </a:lnTo>
                <a:lnTo>
                  <a:pt x="605751" y="112801"/>
                </a:lnTo>
                <a:lnTo>
                  <a:pt x="605751" y="72174"/>
                </a:lnTo>
                <a:lnTo>
                  <a:pt x="598817" y="68732"/>
                </a:lnTo>
                <a:lnTo>
                  <a:pt x="574027" y="65316"/>
                </a:lnTo>
                <a:lnTo>
                  <a:pt x="549021" y="68732"/>
                </a:lnTo>
                <a:lnTo>
                  <a:pt x="529590" y="78384"/>
                </a:lnTo>
                <a:lnTo>
                  <a:pt x="517004" y="93383"/>
                </a:lnTo>
                <a:lnTo>
                  <a:pt x="512572" y="112801"/>
                </a:lnTo>
                <a:lnTo>
                  <a:pt x="515772" y="129387"/>
                </a:lnTo>
                <a:lnTo>
                  <a:pt x="524967" y="142913"/>
                </a:lnTo>
                <a:lnTo>
                  <a:pt x="539369" y="152831"/>
                </a:lnTo>
                <a:lnTo>
                  <a:pt x="558165" y="158597"/>
                </a:lnTo>
                <a:lnTo>
                  <a:pt x="558165" y="182384"/>
                </a:lnTo>
                <a:lnTo>
                  <a:pt x="540918" y="182740"/>
                </a:lnTo>
                <a:lnTo>
                  <a:pt x="493344" y="183083"/>
                </a:lnTo>
                <a:lnTo>
                  <a:pt x="497801" y="208749"/>
                </a:lnTo>
                <a:lnTo>
                  <a:pt x="532752" y="208521"/>
                </a:lnTo>
                <a:lnTo>
                  <a:pt x="571677" y="207276"/>
                </a:lnTo>
                <a:lnTo>
                  <a:pt x="612724" y="204190"/>
                </a:lnTo>
                <a:lnTo>
                  <a:pt x="654024" y="198437"/>
                </a:lnTo>
                <a:close/>
              </a:path>
              <a:path w="797559" h="253365">
                <a:moveTo>
                  <a:pt x="732332" y="104571"/>
                </a:moveTo>
                <a:lnTo>
                  <a:pt x="696849" y="104571"/>
                </a:lnTo>
                <a:lnTo>
                  <a:pt x="696849" y="0"/>
                </a:lnTo>
                <a:lnTo>
                  <a:pt x="665518" y="0"/>
                </a:lnTo>
                <a:lnTo>
                  <a:pt x="665518" y="253161"/>
                </a:lnTo>
                <a:lnTo>
                  <a:pt x="696849" y="253161"/>
                </a:lnTo>
                <a:lnTo>
                  <a:pt x="696849" y="130441"/>
                </a:lnTo>
                <a:lnTo>
                  <a:pt x="732332" y="130441"/>
                </a:lnTo>
                <a:lnTo>
                  <a:pt x="732332" y="104571"/>
                </a:lnTo>
                <a:close/>
              </a:path>
              <a:path w="797559" h="253365">
                <a:moveTo>
                  <a:pt x="797052" y="182181"/>
                </a:moveTo>
                <a:lnTo>
                  <a:pt x="795274" y="173812"/>
                </a:lnTo>
                <a:lnTo>
                  <a:pt x="790549" y="166966"/>
                </a:lnTo>
                <a:lnTo>
                  <a:pt x="783666" y="162369"/>
                </a:lnTo>
                <a:lnTo>
                  <a:pt x="775347" y="160680"/>
                </a:lnTo>
                <a:lnTo>
                  <a:pt x="766864" y="162369"/>
                </a:lnTo>
                <a:lnTo>
                  <a:pt x="759917" y="166966"/>
                </a:lnTo>
                <a:lnTo>
                  <a:pt x="755269" y="173812"/>
                </a:lnTo>
                <a:lnTo>
                  <a:pt x="753643" y="182181"/>
                </a:lnTo>
                <a:lnTo>
                  <a:pt x="755269" y="190639"/>
                </a:lnTo>
                <a:lnTo>
                  <a:pt x="759917" y="197535"/>
                </a:lnTo>
                <a:lnTo>
                  <a:pt x="766864" y="202184"/>
                </a:lnTo>
                <a:lnTo>
                  <a:pt x="775347" y="203898"/>
                </a:lnTo>
                <a:lnTo>
                  <a:pt x="783666" y="202184"/>
                </a:lnTo>
                <a:lnTo>
                  <a:pt x="790549" y="197535"/>
                </a:lnTo>
                <a:lnTo>
                  <a:pt x="795274" y="190639"/>
                </a:lnTo>
                <a:lnTo>
                  <a:pt x="797052" y="182181"/>
                </a:lnTo>
                <a:close/>
              </a:path>
              <a:path w="797559" h="253365">
                <a:moveTo>
                  <a:pt x="797052" y="81572"/>
                </a:moveTo>
                <a:lnTo>
                  <a:pt x="795274" y="73190"/>
                </a:lnTo>
                <a:lnTo>
                  <a:pt x="790549" y="66357"/>
                </a:lnTo>
                <a:lnTo>
                  <a:pt x="783666" y="61747"/>
                </a:lnTo>
                <a:lnTo>
                  <a:pt x="775347" y="60071"/>
                </a:lnTo>
                <a:lnTo>
                  <a:pt x="766864" y="61747"/>
                </a:lnTo>
                <a:lnTo>
                  <a:pt x="759917" y="66357"/>
                </a:lnTo>
                <a:lnTo>
                  <a:pt x="755269" y="73190"/>
                </a:lnTo>
                <a:lnTo>
                  <a:pt x="753643" y="81572"/>
                </a:lnTo>
                <a:lnTo>
                  <a:pt x="755269" y="90030"/>
                </a:lnTo>
                <a:lnTo>
                  <a:pt x="759917" y="96926"/>
                </a:lnTo>
                <a:lnTo>
                  <a:pt x="766864" y="101574"/>
                </a:lnTo>
                <a:lnTo>
                  <a:pt x="775347" y="103276"/>
                </a:lnTo>
                <a:lnTo>
                  <a:pt x="783666" y="101574"/>
                </a:lnTo>
                <a:lnTo>
                  <a:pt x="790549" y="96926"/>
                </a:lnTo>
                <a:lnTo>
                  <a:pt x="795274" y="90030"/>
                </a:lnTo>
                <a:lnTo>
                  <a:pt x="797052" y="81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067701" y="7958394"/>
            <a:ext cx="85345" cy="203004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7199138" y="7933018"/>
            <a:ext cx="658495" cy="253365"/>
            <a:chOff x="7199138" y="7933018"/>
            <a:chExt cx="658495" cy="253365"/>
          </a:xfrm>
        </p:grpSpPr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99138" y="7955619"/>
              <a:ext cx="156020" cy="20964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375975" y="7933018"/>
              <a:ext cx="212024" cy="25316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625359" y="7954441"/>
              <a:ext cx="231775" cy="203200"/>
            </a:xfrm>
            <a:custGeom>
              <a:avLst/>
              <a:gdLst/>
              <a:ahLst/>
              <a:cxnLst/>
              <a:rect l="l" t="t" r="r" b="b"/>
              <a:pathLst>
                <a:path w="231775" h="203200">
                  <a:moveTo>
                    <a:pt x="231660" y="177520"/>
                  </a:moveTo>
                  <a:lnTo>
                    <a:pt x="170599" y="177520"/>
                  </a:lnTo>
                  <a:lnTo>
                    <a:pt x="170599" y="125387"/>
                  </a:lnTo>
                  <a:lnTo>
                    <a:pt x="210439" y="125387"/>
                  </a:lnTo>
                  <a:lnTo>
                    <a:pt x="210439" y="100114"/>
                  </a:lnTo>
                  <a:lnTo>
                    <a:pt x="174269" y="100114"/>
                  </a:lnTo>
                  <a:lnTo>
                    <a:pt x="174269" y="25171"/>
                  </a:lnTo>
                  <a:lnTo>
                    <a:pt x="211429" y="25171"/>
                  </a:lnTo>
                  <a:lnTo>
                    <a:pt x="211429" y="0"/>
                  </a:lnTo>
                  <a:lnTo>
                    <a:pt x="143535" y="0"/>
                  </a:lnTo>
                  <a:lnTo>
                    <a:pt x="143535" y="25171"/>
                  </a:lnTo>
                  <a:lnTo>
                    <a:pt x="143535" y="100114"/>
                  </a:lnTo>
                  <a:lnTo>
                    <a:pt x="139268" y="100114"/>
                  </a:lnTo>
                  <a:lnTo>
                    <a:pt x="139268" y="125387"/>
                  </a:lnTo>
                  <a:lnTo>
                    <a:pt x="139268" y="177520"/>
                  </a:lnTo>
                  <a:lnTo>
                    <a:pt x="91097" y="177520"/>
                  </a:lnTo>
                  <a:lnTo>
                    <a:pt x="91097" y="125387"/>
                  </a:lnTo>
                  <a:lnTo>
                    <a:pt x="139268" y="125387"/>
                  </a:lnTo>
                  <a:lnTo>
                    <a:pt x="139268" y="100114"/>
                  </a:lnTo>
                  <a:lnTo>
                    <a:pt x="86639" y="100114"/>
                  </a:lnTo>
                  <a:lnTo>
                    <a:pt x="86639" y="25171"/>
                  </a:lnTo>
                  <a:lnTo>
                    <a:pt x="143535" y="25171"/>
                  </a:lnTo>
                  <a:lnTo>
                    <a:pt x="143535" y="0"/>
                  </a:lnTo>
                  <a:lnTo>
                    <a:pt x="18935" y="0"/>
                  </a:lnTo>
                  <a:lnTo>
                    <a:pt x="18935" y="25171"/>
                  </a:lnTo>
                  <a:lnTo>
                    <a:pt x="55613" y="25171"/>
                  </a:lnTo>
                  <a:lnTo>
                    <a:pt x="55613" y="100114"/>
                  </a:lnTo>
                  <a:lnTo>
                    <a:pt x="19735" y="100114"/>
                  </a:lnTo>
                  <a:lnTo>
                    <a:pt x="19735" y="125387"/>
                  </a:lnTo>
                  <a:lnTo>
                    <a:pt x="59880" y="125387"/>
                  </a:lnTo>
                  <a:lnTo>
                    <a:pt x="59880" y="177520"/>
                  </a:lnTo>
                  <a:lnTo>
                    <a:pt x="0" y="177520"/>
                  </a:lnTo>
                  <a:lnTo>
                    <a:pt x="0" y="202704"/>
                  </a:lnTo>
                  <a:lnTo>
                    <a:pt x="231660" y="202704"/>
                  </a:lnTo>
                  <a:lnTo>
                    <a:pt x="231660" y="1775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/>
          <p:nvPr/>
        </p:nvSpPr>
        <p:spPr>
          <a:xfrm>
            <a:off x="7956931" y="8012429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59" h="137159">
                <a:moveTo>
                  <a:pt x="137083" y="53340"/>
                </a:moveTo>
                <a:lnTo>
                  <a:pt x="83959" y="53340"/>
                </a:lnTo>
                <a:lnTo>
                  <a:pt x="83959" y="0"/>
                </a:lnTo>
                <a:lnTo>
                  <a:pt x="53035" y="0"/>
                </a:lnTo>
                <a:lnTo>
                  <a:pt x="53035" y="53340"/>
                </a:lnTo>
                <a:lnTo>
                  <a:pt x="0" y="53340"/>
                </a:lnTo>
                <a:lnTo>
                  <a:pt x="0" y="83820"/>
                </a:lnTo>
                <a:lnTo>
                  <a:pt x="53035" y="83820"/>
                </a:lnTo>
                <a:lnTo>
                  <a:pt x="53035" y="137160"/>
                </a:lnTo>
                <a:lnTo>
                  <a:pt x="83959" y="137160"/>
                </a:lnTo>
                <a:lnTo>
                  <a:pt x="83959" y="83820"/>
                </a:lnTo>
                <a:lnTo>
                  <a:pt x="137083" y="83820"/>
                </a:lnTo>
                <a:lnTo>
                  <a:pt x="137083" y="533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194523" y="7944129"/>
            <a:ext cx="728345" cy="241935"/>
          </a:xfrm>
          <a:custGeom>
            <a:avLst/>
            <a:gdLst/>
            <a:ahLst/>
            <a:cxnLst/>
            <a:rect l="l" t="t" r="r" b="b"/>
            <a:pathLst>
              <a:path w="728345" h="241934">
                <a:moveTo>
                  <a:pt x="220052" y="68986"/>
                </a:moveTo>
                <a:lnTo>
                  <a:pt x="162636" y="53136"/>
                </a:lnTo>
                <a:lnTo>
                  <a:pt x="137198" y="24879"/>
                </a:lnTo>
                <a:lnTo>
                  <a:pt x="210146" y="24879"/>
                </a:lnTo>
                <a:lnTo>
                  <a:pt x="210146" y="0"/>
                </a:lnTo>
                <a:lnTo>
                  <a:pt x="21120" y="0"/>
                </a:lnTo>
                <a:lnTo>
                  <a:pt x="21120" y="24879"/>
                </a:lnTo>
                <a:lnTo>
                  <a:pt x="93472" y="24879"/>
                </a:lnTo>
                <a:lnTo>
                  <a:pt x="84937" y="39941"/>
                </a:lnTo>
                <a:lnTo>
                  <a:pt x="67792" y="53098"/>
                </a:lnTo>
                <a:lnTo>
                  <a:pt x="42887" y="63182"/>
                </a:lnTo>
                <a:lnTo>
                  <a:pt x="11112" y="68986"/>
                </a:lnTo>
                <a:lnTo>
                  <a:pt x="21717" y="93573"/>
                </a:lnTo>
                <a:lnTo>
                  <a:pt x="53835" y="87604"/>
                </a:lnTo>
                <a:lnTo>
                  <a:pt x="80606" y="77114"/>
                </a:lnTo>
                <a:lnTo>
                  <a:pt x="101295" y="62687"/>
                </a:lnTo>
                <a:lnTo>
                  <a:pt x="115189" y="44907"/>
                </a:lnTo>
                <a:lnTo>
                  <a:pt x="129197" y="62725"/>
                </a:lnTo>
                <a:lnTo>
                  <a:pt x="150037" y="77152"/>
                </a:lnTo>
                <a:lnTo>
                  <a:pt x="176923" y="87630"/>
                </a:lnTo>
                <a:lnTo>
                  <a:pt x="209054" y="93573"/>
                </a:lnTo>
                <a:lnTo>
                  <a:pt x="220052" y="68986"/>
                </a:lnTo>
                <a:close/>
              </a:path>
              <a:path w="728345" h="241934">
                <a:moveTo>
                  <a:pt x="230860" y="105067"/>
                </a:moveTo>
                <a:lnTo>
                  <a:pt x="0" y="105067"/>
                </a:lnTo>
                <a:lnTo>
                  <a:pt x="0" y="130251"/>
                </a:lnTo>
                <a:lnTo>
                  <a:pt x="99822" y="130251"/>
                </a:lnTo>
                <a:lnTo>
                  <a:pt x="99822" y="151650"/>
                </a:lnTo>
                <a:lnTo>
                  <a:pt x="69024" y="156133"/>
                </a:lnTo>
                <a:lnTo>
                  <a:pt x="46101" y="165277"/>
                </a:lnTo>
                <a:lnTo>
                  <a:pt x="31800" y="178854"/>
                </a:lnTo>
                <a:lnTo>
                  <a:pt x="26873" y="196659"/>
                </a:lnTo>
                <a:lnTo>
                  <a:pt x="32893" y="215988"/>
                </a:lnTo>
                <a:lnTo>
                  <a:pt x="50279" y="230187"/>
                </a:lnTo>
                <a:lnTo>
                  <a:pt x="78016" y="238925"/>
                </a:lnTo>
                <a:lnTo>
                  <a:pt x="115087" y="241858"/>
                </a:lnTo>
                <a:lnTo>
                  <a:pt x="151841" y="238925"/>
                </a:lnTo>
                <a:lnTo>
                  <a:pt x="179438" y="230187"/>
                </a:lnTo>
                <a:lnTo>
                  <a:pt x="194284" y="218071"/>
                </a:lnTo>
                <a:lnTo>
                  <a:pt x="196824" y="215988"/>
                </a:lnTo>
                <a:lnTo>
                  <a:pt x="202907" y="196659"/>
                </a:lnTo>
                <a:lnTo>
                  <a:pt x="197954" y="178917"/>
                </a:lnTo>
                <a:lnTo>
                  <a:pt x="193776" y="174955"/>
                </a:lnTo>
                <a:lnTo>
                  <a:pt x="183743" y="165392"/>
                </a:lnTo>
                <a:lnTo>
                  <a:pt x="171780" y="160591"/>
                </a:lnTo>
                <a:lnTo>
                  <a:pt x="171780" y="196659"/>
                </a:lnTo>
                <a:lnTo>
                  <a:pt x="167957" y="205892"/>
                </a:lnTo>
                <a:lnTo>
                  <a:pt x="157010" y="212648"/>
                </a:lnTo>
                <a:lnTo>
                  <a:pt x="139268" y="216763"/>
                </a:lnTo>
                <a:lnTo>
                  <a:pt x="115087" y="218071"/>
                </a:lnTo>
                <a:lnTo>
                  <a:pt x="90716" y="216763"/>
                </a:lnTo>
                <a:lnTo>
                  <a:pt x="72974" y="212648"/>
                </a:lnTo>
                <a:lnTo>
                  <a:pt x="62153" y="205892"/>
                </a:lnTo>
                <a:lnTo>
                  <a:pt x="58585" y="196659"/>
                </a:lnTo>
                <a:lnTo>
                  <a:pt x="62153" y="187312"/>
                </a:lnTo>
                <a:lnTo>
                  <a:pt x="72974" y="180568"/>
                </a:lnTo>
                <a:lnTo>
                  <a:pt x="90716" y="176428"/>
                </a:lnTo>
                <a:lnTo>
                  <a:pt x="115087" y="174955"/>
                </a:lnTo>
                <a:lnTo>
                  <a:pt x="139268" y="176428"/>
                </a:lnTo>
                <a:lnTo>
                  <a:pt x="157010" y="180568"/>
                </a:lnTo>
                <a:lnTo>
                  <a:pt x="167957" y="187312"/>
                </a:lnTo>
                <a:lnTo>
                  <a:pt x="171780" y="196659"/>
                </a:lnTo>
                <a:lnTo>
                  <a:pt x="171780" y="160591"/>
                </a:lnTo>
                <a:lnTo>
                  <a:pt x="161074" y="156273"/>
                </a:lnTo>
                <a:lnTo>
                  <a:pt x="130746" y="151752"/>
                </a:lnTo>
                <a:lnTo>
                  <a:pt x="130746" y="130251"/>
                </a:lnTo>
                <a:lnTo>
                  <a:pt x="230860" y="130251"/>
                </a:lnTo>
                <a:lnTo>
                  <a:pt x="230860" y="105067"/>
                </a:lnTo>
                <a:close/>
              </a:path>
              <a:path w="728345" h="241934">
                <a:moveTo>
                  <a:pt x="479856" y="185851"/>
                </a:moveTo>
                <a:lnTo>
                  <a:pt x="426427" y="185851"/>
                </a:lnTo>
                <a:lnTo>
                  <a:pt x="426427" y="133121"/>
                </a:lnTo>
                <a:lnTo>
                  <a:pt x="426427" y="121132"/>
                </a:lnTo>
                <a:lnTo>
                  <a:pt x="455790" y="85229"/>
                </a:lnTo>
                <a:lnTo>
                  <a:pt x="457949" y="69481"/>
                </a:lnTo>
                <a:lnTo>
                  <a:pt x="450875" y="41986"/>
                </a:lnTo>
                <a:lnTo>
                  <a:pt x="437172" y="27254"/>
                </a:lnTo>
                <a:lnTo>
                  <a:pt x="431203" y="20840"/>
                </a:lnTo>
                <a:lnTo>
                  <a:pt x="427329" y="19088"/>
                </a:lnTo>
                <a:lnTo>
                  <a:pt x="427329" y="69481"/>
                </a:lnTo>
                <a:lnTo>
                  <a:pt x="422643" y="87083"/>
                </a:lnTo>
                <a:lnTo>
                  <a:pt x="409536" y="100482"/>
                </a:lnTo>
                <a:lnTo>
                  <a:pt x="394906" y="106680"/>
                </a:lnTo>
                <a:lnTo>
                  <a:pt x="394906" y="133121"/>
                </a:lnTo>
                <a:lnTo>
                  <a:pt x="394906" y="185851"/>
                </a:lnTo>
                <a:lnTo>
                  <a:pt x="332562" y="185851"/>
                </a:lnTo>
                <a:lnTo>
                  <a:pt x="332562" y="133121"/>
                </a:lnTo>
                <a:lnTo>
                  <a:pt x="339902" y="134493"/>
                </a:lnTo>
                <a:lnTo>
                  <a:pt x="347510" y="135483"/>
                </a:lnTo>
                <a:lnTo>
                  <a:pt x="355371" y="136093"/>
                </a:lnTo>
                <a:lnTo>
                  <a:pt x="363486" y="136296"/>
                </a:lnTo>
                <a:lnTo>
                  <a:pt x="371754" y="136093"/>
                </a:lnTo>
                <a:lnTo>
                  <a:pt x="379755" y="135483"/>
                </a:lnTo>
                <a:lnTo>
                  <a:pt x="387477" y="134493"/>
                </a:lnTo>
                <a:lnTo>
                  <a:pt x="394906" y="133121"/>
                </a:lnTo>
                <a:lnTo>
                  <a:pt x="394906" y="106680"/>
                </a:lnTo>
                <a:lnTo>
                  <a:pt x="389356" y="109016"/>
                </a:lnTo>
                <a:lnTo>
                  <a:pt x="363486" y="112001"/>
                </a:lnTo>
                <a:lnTo>
                  <a:pt x="337540" y="109016"/>
                </a:lnTo>
                <a:lnTo>
                  <a:pt x="317487" y="100482"/>
                </a:lnTo>
                <a:lnTo>
                  <a:pt x="304546" y="87083"/>
                </a:lnTo>
                <a:lnTo>
                  <a:pt x="299948" y="69481"/>
                </a:lnTo>
                <a:lnTo>
                  <a:pt x="304546" y="51752"/>
                </a:lnTo>
                <a:lnTo>
                  <a:pt x="317487" y="38442"/>
                </a:lnTo>
                <a:lnTo>
                  <a:pt x="337540" y="30099"/>
                </a:lnTo>
                <a:lnTo>
                  <a:pt x="363486" y="27254"/>
                </a:lnTo>
                <a:lnTo>
                  <a:pt x="389356" y="30099"/>
                </a:lnTo>
                <a:lnTo>
                  <a:pt x="409536" y="38442"/>
                </a:lnTo>
                <a:lnTo>
                  <a:pt x="422643" y="51752"/>
                </a:lnTo>
                <a:lnTo>
                  <a:pt x="427329" y="69481"/>
                </a:lnTo>
                <a:lnTo>
                  <a:pt x="427329" y="19088"/>
                </a:lnTo>
                <a:lnTo>
                  <a:pt x="401294" y="7226"/>
                </a:lnTo>
                <a:lnTo>
                  <a:pt x="363486" y="2374"/>
                </a:lnTo>
                <a:lnTo>
                  <a:pt x="325742" y="7226"/>
                </a:lnTo>
                <a:lnTo>
                  <a:pt x="295935" y="20840"/>
                </a:lnTo>
                <a:lnTo>
                  <a:pt x="276402" y="41986"/>
                </a:lnTo>
                <a:lnTo>
                  <a:pt x="269417" y="69481"/>
                </a:lnTo>
                <a:lnTo>
                  <a:pt x="271589" y="85509"/>
                </a:lnTo>
                <a:lnTo>
                  <a:pt x="277964" y="99695"/>
                </a:lnTo>
                <a:lnTo>
                  <a:pt x="288137" y="111836"/>
                </a:lnTo>
                <a:lnTo>
                  <a:pt x="301739" y="121716"/>
                </a:lnTo>
                <a:lnTo>
                  <a:pt x="301739" y="185851"/>
                </a:lnTo>
                <a:lnTo>
                  <a:pt x="248208" y="185851"/>
                </a:lnTo>
                <a:lnTo>
                  <a:pt x="248208" y="211429"/>
                </a:lnTo>
                <a:lnTo>
                  <a:pt x="479856" y="211429"/>
                </a:lnTo>
                <a:lnTo>
                  <a:pt x="479856" y="185851"/>
                </a:lnTo>
                <a:close/>
              </a:path>
              <a:path w="728345" h="241934">
                <a:moveTo>
                  <a:pt x="728065" y="186410"/>
                </a:moveTo>
                <a:lnTo>
                  <a:pt x="627164" y="186410"/>
                </a:lnTo>
                <a:lnTo>
                  <a:pt x="627164" y="129260"/>
                </a:lnTo>
                <a:lnTo>
                  <a:pt x="702094" y="129260"/>
                </a:lnTo>
                <a:lnTo>
                  <a:pt x="702094" y="103860"/>
                </a:lnTo>
                <a:lnTo>
                  <a:pt x="555688" y="103860"/>
                </a:lnTo>
                <a:lnTo>
                  <a:pt x="555688" y="32740"/>
                </a:lnTo>
                <a:lnTo>
                  <a:pt x="700112" y="32740"/>
                </a:lnTo>
                <a:lnTo>
                  <a:pt x="700112" y="7340"/>
                </a:lnTo>
                <a:lnTo>
                  <a:pt x="524471" y="7340"/>
                </a:lnTo>
                <a:lnTo>
                  <a:pt x="524471" y="32740"/>
                </a:lnTo>
                <a:lnTo>
                  <a:pt x="524471" y="103860"/>
                </a:lnTo>
                <a:lnTo>
                  <a:pt x="524471" y="129260"/>
                </a:lnTo>
                <a:lnTo>
                  <a:pt x="596226" y="129260"/>
                </a:lnTo>
                <a:lnTo>
                  <a:pt x="596226" y="186410"/>
                </a:lnTo>
                <a:lnTo>
                  <a:pt x="496417" y="186410"/>
                </a:lnTo>
                <a:lnTo>
                  <a:pt x="496417" y="211810"/>
                </a:lnTo>
                <a:lnTo>
                  <a:pt x="728065" y="211810"/>
                </a:lnTo>
                <a:lnTo>
                  <a:pt x="728065" y="1864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008671" y="7933018"/>
            <a:ext cx="209844" cy="253161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9263812" y="7933690"/>
            <a:ext cx="226695" cy="247650"/>
          </a:xfrm>
          <a:custGeom>
            <a:avLst/>
            <a:gdLst/>
            <a:ahLst/>
            <a:cxnLst/>
            <a:rect l="l" t="t" r="r" b="b"/>
            <a:pathLst>
              <a:path w="226695" h="247650">
                <a:moveTo>
                  <a:pt x="121031" y="80314"/>
                </a:moveTo>
                <a:lnTo>
                  <a:pt x="89903" y="80314"/>
                </a:lnTo>
                <a:lnTo>
                  <a:pt x="89903" y="120065"/>
                </a:lnTo>
                <a:lnTo>
                  <a:pt x="121031" y="120065"/>
                </a:lnTo>
                <a:lnTo>
                  <a:pt x="121031" y="80314"/>
                </a:lnTo>
                <a:close/>
              </a:path>
              <a:path w="226695" h="247650">
                <a:moveTo>
                  <a:pt x="121031" y="17576"/>
                </a:moveTo>
                <a:lnTo>
                  <a:pt x="89903" y="17576"/>
                </a:lnTo>
                <a:lnTo>
                  <a:pt x="89903" y="55880"/>
                </a:lnTo>
                <a:lnTo>
                  <a:pt x="30822" y="55880"/>
                </a:lnTo>
                <a:lnTo>
                  <a:pt x="30822" y="17780"/>
                </a:lnTo>
                <a:lnTo>
                  <a:pt x="0" y="17780"/>
                </a:lnTo>
                <a:lnTo>
                  <a:pt x="0" y="55880"/>
                </a:lnTo>
                <a:lnTo>
                  <a:pt x="0" y="80010"/>
                </a:lnTo>
                <a:lnTo>
                  <a:pt x="0" y="120650"/>
                </a:lnTo>
                <a:lnTo>
                  <a:pt x="0" y="144780"/>
                </a:lnTo>
                <a:lnTo>
                  <a:pt x="121031" y="144780"/>
                </a:lnTo>
                <a:lnTo>
                  <a:pt x="121031" y="120650"/>
                </a:lnTo>
                <a:lnTo>
                  <a:pt x="30822" y="120650"/>
                </a:lnTo>
                <a:lnTo>
                  <a:pt x="30822" y="80010"/>
                </a:lnTo>
                <a:lnTo>
                  <a:pt x="121031" y="80010"/>
                </a:lnTo>
                <a:lnTo>
                  <a:pt x="121031" y="56235"/>
                </a:lnTo>
                <a:lnTo>
                  <a:pt x="121031" y="55880"/>
                </a:lnTo>
                <a:lnTo>
                  <a:pt x="121031" y="17576"/>
                </a:lnTo>
                <a:close/>
              </a:path>
              <a:path w="226695" h="247650">
                <a:moveTo>
                  <a:pt x="201218" y="222250"/>
                </a:moveTo>
                <a:lnTo>
                  <a:pt x="59969" y="222250"/>
                </a:lnTo>
                <a:lnTo>
                  <a:pt x="59969" y="167640"/>
                </a:lnTo>
                <a:lnTo>
                  <a:pt x="28943" y="167640"/>
                </a:lnTo>
                <a:lnTo>
                  <a:pt x="28943" y="222250"/>
                </a:lnTo>
                <a:lnTo>
                  <a:pt x="28943" y="247650"/>
                </a:lnTo>
                <a:lnTo>
                  <a:pt x="201218" y="247650"/>
                </a:lnTo>
                <a:lnTo>
                  <a:pt x="201218" y="222250"/>
                </a:lnTo>
                <a:close/>
              </a:path>
              <a:path w="226695" h="247650">
                <a:moveTo>
                  <a:pt x="226695" y="72390"/>
                </a:moveTo>
                <a:lnTo>
                  <a:pt x="191300" y="72390"/>
                </a:lnTo>
                <a:lnTo>
                  <a:pt x="191300" y="0"/>
                </a:lnTo>
                <a:lnTo>
                  <a:pt x="159981" y="0"/>
                </a:lnTo>
                <a:lnTo>
                  <a:pt x="159981" y="72390"/>
                </a:lnTo>
                <a:lnTo>
                  <a:pt x="159981" y="97790"/>
                </a:lnTo>
                <a:lnTo>
                  <a:pt x="159981" y="185420"/>
                </a:lnTo>
                <a:lnTo>
                  <a:pt x="191300" y="185420"/>
                </a:lnTo>
                <a:lnTo>
                  <a:pt x="191300" y="97790"/>
                </a:lnTo>
                <a:lnTo>
                  <a:pt x="226695" y="97790"/>
                </a:lnTo>
                <a:lnTo>
                  <a:pt x="226695" y="72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9570054" y="7933018"/>
            <a:ext cx="795655" cy="287020"/>
            <a:chOff x="9570054" y="7933018"/>
            <a:chExt cx="795655" cy="287020"/>
          </a:xfrm>
        </p:grpSpPr>
        <p:pic>
          <p:nvPicPr>
            <p:cNvPr id="42" name="object 4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570054" y="7933018"/>
              <a:ext cx="480352" cy="25296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070231" y="7933018"/>
              <a:ext cx="208060" cy="25316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0315264" y="8141178"/>
              <a:ext cx="50165" cy="78740"/>
            </a:xfrm>
            <a:custGeom>
              <a:avLst/>
              <a:gdLst/>
              <a:ahLst/>
              <a:cxnLst/>
              <a:rect l="l" t="t" r="r" b="b"/>
              <a:pathLst>
                <a:path w="50165" h="78740">
                  <a:moveTo>
                    <a:pt x="50057" y="0"/>
                  </a:moveTo>
                  <a:lnTo>
                    <a:pt x="14472" y="0"/>
                  </a:lnTo>
                  <a:lnTo>
                    <a:pt x="0" y="78604"/>
                  </a:lnTo>
                  <a:lnTo>
                    <a:pt x="26763" y="78604"/>
                  </a:lnTo>
                  <a:lnTo>
                    <a:pt x="500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10474025" y="7933217"/>
            <a:ext cx="469265" cy="253365"/>
            <a:chOff x="10474025" y="7933217"/>
            <a:chExt cx="469265" cy="253365"/>
          </a:xfrm>
        </p:grpSpPr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474025" y="7933217"/>
              <a:ext cx="206078" cy="25296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0711624" y="7948977"/>
              <a:ext cx="231775" cy="205104"/>
            </a:xfrm>
            <a:custGeom>
              <a:avLst/>
              <a:gdLst/>
              <a:ahLst/>
              <a:cxnLst/>
              <a:rect l="l" t="t" r="r" b="b"/>
              <a:pathLst>
                <a:path w="231775" h="205104">
                  <a:moveTo>
                    <a:pt x="130941" y="0"/>
                  </a:moveTo>
                  <a:lnTo>
                    <a:pt x="97834" y="0"/>
                  </a:lnTo>
                  <a:lnTo>
                    <a:pt x="97834" y="18635"/>
                  </a:lnTo>
                  <a:lnTo>
                    <a:pt x="90909" y="47495"/>
                  </a:lnTo>
                  <a:lnTo>
                    <a:pt x="71950" y="73623"/>
                  </a:lnTo>
                  <a:lnTo>
                    <a:pt x="43234" y="94213"/>
                  </a:lnTo>
                  <a:lnTo>
                    <a:pt x="7036" y="106458"/>
                  </a:lnTo>
                  <a:lnTo>
                    <a:pt x="20716" y="132429"/>
                  </a:lnTo>
                  <a:lnTo>
                    <a:pt x="50882" y="122659"/>
                  </a:lnTo>
                  <a:lnTo>
                    <a:pt x="77229" y="107425"/>
                  </a:lnTo>
                  <a:lnTo>
                    <a:pt x="98762" y="87544"/>
                  </a:lnTo>
                  <a:lnTo>
                    <a:pt x="114487" y="63835"/>
                  </a:lnTo>
                  <a:lnTo>
                    <a:pt x="149464" y="63835"/>
                  </a:lnTo>
                  <a:lnTo>
                    <a:pt x="137706" y="47607"/>
                  </a:lnTo>
                  <a:lnTo>
                    <a:pt x="130941" y="18635"/>
                  </a:lnTo>
                  <a:lnTo>
                    <a:pt x="130941" y="0"/>
                  </a:lnTo>
                  <a:close/>
                </a:path>
                <a:path w="231775" h="205104">
                  <a:moveTo>
                    <a:pt x="149464" y="63835"/>
                  </a:moveTo>
                  <a:lnTo>
                    <a:pt x="114487" y="63835"/>
                  </a:lnTo>
                  <a:lnTo>
                    <a:pt x="130100" y="87697"/>
                  </a:lnTo>
                  <a:lnTo>
                    <a:pt x="151596" y="107610"/>
                  </a:lnTo>
                  <a:lnTo>
                    <a:pt x="177980" y="122784"/>
                  </a:lnTo>
                  <a:lnTo>
                    <a:pt x="208258" y="132429"/>
                  </a:lnTo>
                  <a:lnTo>
                    <a:pt x="222234" y="106458"/>
                  </a:lnTo>
                  <a:lnTo>
                    <a:pt x="185583" y="94325"/>
                  </a:lnTo>
                  <a:lnTo>
                    <a:pt x="156664" y="73772"/>
                  </a:lnTo>
                  <a:lnTo>
                    <a:pt x="149464" y="63835"/>
                  </a:lnTo>
                  <a:close/>
                </a:path>
                <a:path w="231775" h="205104">
                  <a:moveTo>
                    <a:pt x="231650" y="179314"/>
                  </a:moveTo>
                  <a:lnTo>
                    <a:pt x="0" y="179314"/>
                  </a:lnTo>
                  <a:lnTo>
                    <a:pt x="0" y="205086"/>
                  </a:lnTo>
                  <a:lnTo>
                    <a:pt x="231650" y="205086"/>
                  </a:lnTo>
                  <a:lnTo>
                    <a:pt x="231650" y="179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/>
          <p:nvPr/>
        </p:nvSpPr>
        <p:spPr>
          <a:xfrm>
            <a:off x="10959820" y="7952740"/>
            <a:ext cx="231775" cy="203200"/>
          </a:xfrm>
          <a:custGeom>
            <a:avLst/>
            <a:gdLst/>
            <a:ahLst/>
            <a:cxnLst/>
            <a:rect l="l" t="t" r="r" b="b"/>
            <a:pathLst>
              <a:path w="231775" h="203200">
                <a:moveTo>
                  <a:pt x="205981" y="113030"/>
                </a:moveTo>
                <a:lnTo>
                  <a:pt x="59867" y="113030"/>
                </a:lnTo>
                <a:lnTo>
                  <a:pt x="59867" y="80010"/>
                </a:lnTo>
                <a:lnTo>
                  <a:pt x="197954" y="80010"/>
                </a:lnTo>
                <a:lnTo>
                  <a:pt x="197954" y="55880"/>
                </a:lnTo>
                <a:lnTo>
                  <a:pt x="59867" y="55880"/>
                </a:lnTo>
                <a:lnTo>
                  <a:pt x="59867" y="25400"/>
                </a:lnTo>
                <a:lnTo>
                  <a:pt x="203695" y="25400"/>
                </a:lnTo>
                <a:lnTo>
                  <a:pt x="203695" y="0"/>
                </a:lnTo>
                <a:lnTo>
                  <a:pt x="28257" y="0"/>
                </a:lnTo>
                <a:lnTo>
                  <a:pt x="28257" y="25400"/>
                </a:lnTo>
                <a:lnTo>
                  <a:pt x="28257" y="55880"/>
                </a:lnTo>
                <a:lnTo>
                  <a:pt x="28257" y="80010"/>
                </a:lnTo>
                <a:lnTo>
                  <a:pt x="28257" y="113030"/>
                </a:lnTo>
                <a:lnTo>
                  <a:pt x="28257" y="137160"/>
                </a:lnTo>
                <a:lnTo>
                  <a:pt x="205981" y="137160"/>
                </a:lnTo>
                <a:lnTo>
                  <a:pt x="205981" y="113030"/>
                </a:lnTo>
                <a:close/>
              </a:path>
              <a:path w="231775" h="203200">
                <a:moveTo>
                  <a:pt x="231648" y="177342"/>
                </a:moveTo>
                <a:lnTo>
                  <a:pt x="0" y="177342"/>
                </a:lnTo>
                <a:lnTo>
                  <a:pt x="0" y="202819"/>
                </a:lnTo>
                <a:lnTo>
                  <a:pt x="231648" y="202819"/>
                </a:lnTo>
                <a:lnTo>
                  <a:pt x="231648" y="1773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11281124" y="7955619"/>
            <a:ext cx="398780" cy="210185"/>
            <a:chOff x="11281124" y="7955619"/>
            <a:chExt cx="398780" cy="210185"/>
          </a:xfrm>
        </p:grpSpPr>
        <p:pic>
          <p:nvPicPr>
            <p:cNvPr id="50" name="object 5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281124" y="7955619"/>
              <a:ext cx="156020" cy="209646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1468170" y="8120362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5">
                  <a:moveTo>
                    <a:pt x="21707" y="0"/>
                  </a:moveTo>
                  <a:lnTo>
                    <a:pt x="13227" y="1688"/>
                  </a:lnTo>
                  <a:lnTo>
                    <a:pt x="6281" y="6294"/>
                  </a:lnTo>
                  <a:lnTo>
                    <a:pt x="1621" y="13130"/>
                  </a:lnTo>
                  <a:lnTo>
                    <a:pt x="0" y="21509"/>
                  </a:lnTo>
                  <a:lnTo>
                    <a:pt x="1621" y="29961"/>
                  </a:lnTo>
                  <a:lnTo>
                    <a:pt x="6281" y="36861"/>
                  </a:lnTo>
                  <a:lnTo>
                    <a:pt x="13227" y="41512"/>
                  </a:lnTo>
                  <a:lnTo>
                    <a:pt x="21707" y="43217"/>
                  </a:lnTo>
                  <a:lnTo>
                    <a:pt x="30020" y="41512"/>
                  </a:lnTo>
                  <a:lnTo>
                    <a:pt x="36911" y="36861"/>
                  </a:lnTo>
                  <a:lnTo>
                    <a:pt x="41627" y="29961"/>
                  </a:lnTo>
                  <a:lnTo>
                    <a:pt x="43415" y="21509"/>
                  </a:lnTo>
                  <a:lnTo>
                    <a:pt x="41627" y="13130"/>
                  </a:lnTo>
                  <a:lnTo>
                    <a:pt x="36911" y="6294"/>
                  </a:lnTo>
                  <a:lnTo>
                    <a:pt x="30020" y="1688"/>
                  </a:lnTo>
                  <a:lnTo>
                    <a:pt x="217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539341" y="7958394"/>
              <a:ext cx="139962" cy="203004"/>
            </a:xfrm>
            <a:prstGeom prst="rect">
              <a:avLst/>
            </a:prstGeom>
          </p:spPr>
        </p:pic>
      </p:grpSp>
      <p:sp>
        <p:nvSpPr>
          <p:cNvPr id="53" name="object 53"/>
          <p:cNvSpPr/>
          <p:nvPr/>
        </p:nvSpPr>
        <p:spPr>
          <a:xfrm>
            <a:off x="11763239" y="7948879"/>
            <a:ext cx="97155" cy="243204"/>
          </a:xfrm>
          <a:custGeom>
            <a:avLst/>
            <a:gdLst/>
            <a:ahLst/>
            <a:cxnLst/>
            <a:rect l="l" t="t" r="r" b="b"/>
            <a:pathLst>
              <a:path w="97154" h="243204">
                <a:moveTo>
                  <a:pt x="96645" y="0"/>
                </a:moveTo>
                <a:lnTo>
                  <a:pt x="65421" y="0"/>
                </a:lnTo>
                <a:lnTo>
                  <a:pt x="0" y="243050"/>
                </a:lnTo>
                <a:lnTo>
                  <a:pt x="31223" y="243050"/>
                </a:lnTo>
                <a:lnTo>
                  <a:pt x="966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11937117" y="7933018"/>
            <a:ext cx="486409" cy="253365"/>
            <a:chOff x="11937117" y="7933018"/>
            <a:chExt cx="486409" cy="253365"/>
          </a:xfrm>
        </p:grpSpPr>
        <p:pic>
          <p:nvPicPr>
            <p:cNvPr id="55" name="object 5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937117" y="7933217"/>
              <a:ext cx="219063" cy="25296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184826" y="7933018"/>
              <a:ext cx="238193" cy="252963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12509105" y="7955619"/>
            <a:ext cx="414655" cy="210185"/>
            <a:chOff x="12509105" y="7955619"/>
            <a:chExt cx="414655" cy="210185"/>
          </a:xfrm>
        </p:grpSpPr>
        <p:pic>
          <p:nvPicPr>
            <p:cNvPr id="58" name="object 5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509105" y="7955619"/>
              <a:ext cx="156020" cy="209646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2696151" y="8120362"/>
              <a:ext cx="43815" cy="43815"/>
            </a:xfrm>
            <a:custGeom>
              <a:avLst/>
              <a:gdLst/>
              <a:ahLst/>
              <a:cxnLst/>
              <a:rect l="l" t="t" r="r" b="b"/>
              <a:pathLst>
                <a:path w="43815" h="43815">
                  <a:moveTo>
                    <a:pt x="21707" y="0"/>
                  </a:moveTo>
                  <a:lnTo>
                    <a:pt x="13227" y="1688"/>
                  </a:lnTo>
                  <a:lnTo>
                    <a:pt x="6281" y="6294"/>
                  </a:lnTo>
                  <a:lnTo>
                    <a:pt x="1621" y="13130"/>
                  </a:lnTo>
                  <a:lnTo>
                    <a:pt x="0" y="21509"/>
                  </a:lnTo>
                  <a:lnTo>
                    <a:pt x="1621" y="29961"/>
                  </a:lnTo>
                  <a:lnTo>
                    <a:pt x="6281" y="36861"/>
                  </a:lnTo>
                  <a:lnTo>
                    <a:pt x="13227" y="41512"/>
                  </a:lnTo>
                  <a:lnTo>
                    <a:pt x="21707" y="43217"/>
                  </a:lnTo>
                  <a:lnTo>
                    <a:pt x="30020" y="41512"/>
                  </a:lnTo>
                  <a:lnTo>
                    <a:pt x="36911" y="36861"/>
                  </a:lnTo>
                  <a:lnTo>
                    <a:pt x="41627" y="29961"/>
                  </a:lnTo>
                  <a:lnTo>
                    <a:pt x="43415" y="21509"/>
                  </a:lnTo>
                  <a:lnTo>
                    <a:pt x="41627" y="13130"/>
                  </a:lnTo>
                  <a:lnTo>
                    <a:pt x="36911" y="6294"/>
                  </a:lnTo>
                  <a:lnTo>
                    <a:pt x="30020" y="1688"/>
                  </a:lnTo>
                  <a:lnTo>
                    <a:pt x="217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772377" y="7955619"/>
              <a:ext cx="150965" cy="208555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5593315" y="8306130"/>
            <a:ext cx="549275" cy="253365"/>
            <a:chOff x="5593315" y="8306130"/>
            <a:chExt cx="549275" cy="253365"/>
          </a:xfrm>
        </p:grpSpPr>
        <p:pic>
          <p:nvPicPr>
            <p:cNvPr id="62" name="object 6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593315" y="8306130"/>
              <a:ext cx="483623" cy="253161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098746" y="8366199"/>
              <a:ext cx="43815" cy="144145"/>
            </a:xfrm>
            <a:custGeom>
              <a:avLst/>
              <a:gdLst/>
              <a:ahLst/>
              <a:cxnLst/>
              <a:rect l="l" t="t" r="r" b="b"/>
              <a:pathLst>
                <a:path w="43814" h="144145">
                  <a:moveTo>
                    <a:pt x="21707" y="0"/>
                  </a:moveTo>
                  <a:lnTo>
                    <a:pt x="13228" y="1688"/>
                  </a:lnTo>
                  <a:lnTo>
                    <a:pt x="6281" y="6294"/>
                  </a:lnTo>
                  <a:lnTo>
                    <a:pt x="1621" y="13130"/>
                  </a:lnTo>
                  <a:lnTo>
                    <a:pt x="0" y="21509"/>
                  </a:lnTo>
                  <a:lnTo>
                    <a:pt x="1621" y="29961"/>
                  </a:lnTo>
                  <a:lnTo>
                    <a:pt x="6281" y="36861"/>
                  </a:lnTo>
                  <a:lnTo>
                    <a:pt x="13228" y="41512"/>
                  </a:lnTo>
                  <a:lnTo>
                    <a:pt x="21707" y="43217"/>
                  </a:lnTo>
                  <a:lnTo>
                    <a:pt x="30020" y="41512"/>
                  </a:lnTo>
                  <a:lnTo>
                    <a:pt x="36911" y="36861"/>
                  </a:lnTo>
                  <a:lnTo>
                    <a:pt x="41627" y="29961"/>
                  </a:lnTo>
                  <a:lnTo>
                    <a:pt x="43415" y="21509"/>
                  </a:lnTo>
                  <a:lnTo>
                    <a:pt x="41627" y="13130"/>
                  </a:lnTo>
                  <a:lnTo>
                    <a:pt x="36911" y="6294"/>
                  </a:lnTo>
                  <a:lnTo>
                    <a:pt x="30020" y="1688"/>
                  </a:lnTo>
                  <a:lnTo>
                    <a:pt x="21707" y="0"/>
                  </a:lnTo>
                  <a:close/>
                </a:path>
                <a:path w="43814" h="144145">
                  <a:moveTo>
                    <a:pt x="21707" y="100610"/>
                  </a:moveTo>
                  <a:lnTo>
                    <a:pt x="13228" y="102298"/>
                  </a:lnTo>
                  <a:lnTo>
                    <a:pt x="6281" y="106904"/>
                  </a:lnTo>
                  <a:lnTo>
                    <a:pt x="1621" y="113741"/>
                  </a:lnTo>
                  <a:lnTo>
                    <a:pt x="0" y="122120"/>
                  </a:lnTo>
                  <a:lnTo>
                    <a:pt x="1621" y="130572"/>
                  </a:lnTo>
                  <a:lnTo>
                    <a:pt x="6281" y="137471"/>
                  </a:lnTo>
                  <a:lnTo>
                    <a:pt x="13228" y="142122"/>
                  </a:lnTo>
                  <a:lnTo>
                    <a:pt x="21707" y="143828"/>
                  </a:lnTo>
                  <a:lnTo>
                    <a:pt x="30020" y="142122"/>
                  </a:lnTo>
                  <a:lnTo>
                    <a:pt x="36911" y="137471"/>
                  </a:lnTo>
                  <a:lnTo>
                    <a:pt x="41627" y="130572"/>
                  </a:lnTo>
                  <a:lnTo>
                    <a:pt x="43415" y="122120"/>
                  </a:lnTo>
                  <a:lnTo>
                    <a:pt x="41627" y="113741"/>
                  </a:lnTo>
                  <a:lnTo>
                    <a:pt x="36911" y="106904"/>
                  </a:lnTo>
                  <a:lnTo>
                    <a:pt x="30020" y="102298"/>
                  </a:lnTo>
                  <a:lnTo>
                    <a:pt x="21707" y="100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6237144" y="8306130"/>
            <a:ext cx="1282700" cy="254000"/>
            <a:chOff x="6237144" y="8306130"/>
            <a:chExt cx="1282700" cy="254000"/>
          </a:xfrm>
        </p:grpSpPr>
        <p:pic>
          <p:nvPicPr>
            <p:cNvPr id="65" name="object 6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237144" y="8306130"/>
              <a:ext cx="209844" cy="25375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484150" y="8312149"/>
              <a:ext cx="300990" cy="247650"/>
            </a:xfrm>
            <a:custGeom>
              <a:avLst/>
              <a:gdLst/>
              <a:ahLst/>
              <a:cxnLst/>
              <a:rect l="l" t="t" r="r" b="b"/>
              <a:pathLst>
                <a:path w="300990" h="247650">
                  <a:moveTo>
                    <a:pt x="201129" y="48501"/>
                  </a:moveTo>
                  <a:lnTo>
                    <a:pt x="170103" y="48501"/>
                  </a:lnTo>
                  <a:lnTo>
                    <a:pt x="170103" y="72199"/>
                  </a:lnTo>
                  <a:lnTo>
                    <a:pt x="201129" y="72199"/>
                  </a:lnTo>
                  <a:lnTo>
                    <a:pt x="201129" y="48501"/>
                  </a:lnTo>
                  <a:close/>
                </a:path>
                <a:path w="300990" h="247650">
                  <a:moveTo>
                    <a:pt x="201129" y="25400"/>
                  </a:moveTo>
                  <a:lnTo>
                    <a:pt x="60667" y="25400"/>
                  </a:lnTo>
                  <a:lnTo>
                    <a:pt x="60667" y="0"/>
                  </a:lnTo>
                  <a:lnTo>
                    <a:pt x="29845" y="0"/>
                  </a:lnTo>
                  <a:lnTo>
                    <a:pt x="29845" y="25400"/>
                  </a:lnTo>
                  <a:lnTo>
                    <a:pt x="29845" y="48260"/>
                  </a:lnTo>
                  <a:lnTo>
                    <a:pt x="29845" y="72390"/>
                  </a:lnTo>
                  <a:lnTo>
                    <a:pt x="29845" y="96520"/>
                  </a:lnTo>
                  <a:lnTo>
                    <a:pt x="201129" y="96520"/>
                  </a:lnTo>
                  <a:lnTo>
                    <a:pt x="201129" y="72390"/>
                  </a:lnTo>
                  <a:lnTo>
                    <a:pt x="60667" y="72390"/>
                  </a:lnTo>
                  <a:lnTo>
                    <a:pt x="60667" y="48260"/>
                  </a:lnTo>
                  <a:lnTo>
                    <a:pt x="201129" y="48260"/>
                  </a:lnTo>
                  <a:lnTo>
                    <a:pt x="201129" y="25400"/>
                  </a:lnTo>
                  <a:close/>
                </a:path>
                <a:path w="300990" h="247650">
                  <a:moveTo>
                    <a:pt x="201129" y="38"/>
                  </a:moveTo>
                  <a:lnTo>
                    <a:pt x="170103" y="38"/>
                  </a:lnTo>
                  <a:lnTo>
                    <a:pt x="170103" y="25311"/>
                  </a:lnTo>
                  <a:lnTo>
                    <a:pt x="201129" y="25311"/>
                  </a:lnTo>
                  <a:lnTo>
                    <a:pt x="201129" y="38"/>
                  </a:lnTo>
                  <a:close/>
                </a:path>
                <a:path w="300990" h="247650">
                  <a:moveTo>
                    <a:pt x="202717" y="166370"/>
                  </a:moveTo>
                  <a:lnTo>
                    <a:pt x="25577" y="166370"/>
                  </a:lnTo>
                  <a:lnTo>
                    <a:pt x="25577" y="191770"/>
                  </a:lnTo>
                  <a:lnTo>
                    <a:pt x="171386" y="191770"/>
                  </a:lnTo>
                  <a:lnTo>
                    <a:pt x="171386" y="247650"/>
                  </a:lnTo>
                  <a:lnTo>
                    <a:pt x="202717" y="247650"/>
                  </a:lnTo>
                  <a:lnTo>
                    <a:pt x="202717" y="191770"/>
                  </a:lnTo>
                  <a:lnTo>
                    <a:pt x="202717" y="166370"/>
                  </a:lnTo>
                  <a:close/>
                </a:path>
                <a:path w="300990" h="247650">
                  <a:moveTo>
                    <a:pt x="230860" y="121361"/>
                  </a:moveTo>
                  <a:lnTo>
                    <a:pt x="130848" y="121361"/>
                  </a:lnTo>
                  <a:lnTo>
                    <a:pt x="130848" y="96977"/>
                  </a:lnTo>
                  <a:lnTo>
                    <a:pt x="99618" y="96977"/>
                  </a:lnTo>
                  <a:lnTo>
                    <a:pt x="99618" y="121361"/>
                  </a:lnTo>
                  <a:lnTo>
                    <a:pt x="0" y="121361"/>
                  </a:lnTo>
                  <a:lnTo>
                    <a:pt x="0" y="146532"/>
                  </a:lnTo>
                  <a:lnTo>
                    <a:pt x="230860" y="146532"/>
                  </a:lnTo>
                  <a:lnTo>
                    <a:pt x="230860" y="121361"/>
                  </a:lnTo>
                  <a:close/>
                </a:path>
                <a:path w="300990" h="247650">
                  <a:moveTo>
                    <a:pt x="300647" y="133451"/>
                  </a:moveTo>
                  <a:lnTo>
                    <a:pt x="298856" y="125120"/>
                  </a:lnTo>
                  <a:lnTo>
                    <a:pt x="294144" y="118275"/>
                  </a:lnTo>
                  <a:lnTo>
                    <a:pt x="287248" y="113652"/>
                  </a:lnTo>
                  <a:lnTo>
                    <a:pt x="278942" y="111950"/>
                  </a:lnTo>
                  <a:lnTo>
                    <a:pt x="270459" y="113652"/>
                  </a:lnTo>
                  <a:lnTo>
                    <a:pt x="263512" y="118275"/>
                  </a:lnTo>
                  <a:lnTo>
                    <a:pt x="258851" y="125120"/>
                  </a:lnTo>
                  <a:lnTo>
                    <a:pt x="257225" y="133451"/>
                  </a:lnTo>
                  <a:lnTo>
                    <a:pt x="258851" y="141909"/>
                  </a:lnTo>
                  <a:lnTo>
                    <a:pt x="263512" y="148805"/>
                  </a:lnTo>
                  <a:lnTo>
                    <a:pt x="270459" y="153454"/>
                  </a:lnTo>
                  <a:lnTo>
                    <a:pt x="278942" y="155168"/>
                  </a:lnTo>
                  <a:lnTo>
                    <a:pt x="287248" y="153454"/>
                  </a:lnTo>
                  <a:lnTo>
                    <a:pt x="294144" y="148805"/>
                  </a:lnTo>
                  <a:lnTo>
                    <a:pt x="298856" y="141909"/>
                  </a:lnTo>
                  <a:lnTo>
                    <a:pt x="300647" y="1334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812358" y="8306329"/>
              <a:ext cx="214999" cy="25296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054814" y="8306130"/>
              <a:ext cx="222631" cy="25316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304605" y="8306130"/>
              <a:ext cx="214899" cy="253756"/>
            </a:xfrm>
            <a:prstGeom prst="rect">
              <a:avLst/>
            </a:prstGeom>
          </p:spPr>
        </p:pic>
      </p:grpSp>
      <p:pic>
        <p:nvPicPr>
          <p:cNvPr id="70" name="object 7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569067" y="8306130"/>
            <a:ext cx="197354" cy="253756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881587" y="8306130"/>
            <a:ext cx="450020" cy="253756"/>
          </a:xfrm>
          <a:prstGeom prst="rect">
            <a:avLst/>
          </a:prstGeom>
        </p:spPr>
      </p:pic>
      <p:grpSp>
        <p:nvGrpSpPr>
          <p:cNvPr id="72" name="object 72"/>
          <p:cNvGrpSpPr/>
          <p:nvPr/>
        </p:nvGrpSpPr>
        <p:grpSpPr>
          <a:xfrm>
            <a:off x="8443961" y="8305800"/>
            <a:ext cx="967740" cy="253365"/>
            <a:chOff x="8443961" y="8305800"/>
            <a:chExt cx="967740" cy="253365"/>
          </a:xfrm>
        </p:grpSpPr>
        <p:pic>
          <p:nvPicPr>
            <p:cNvPr id="73" name="object 7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443961" y="8305800"/>
              <a:ext cx="452498" cy="25329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931747" y="8320206"/>
              <a:ext cx="479856" cy="210383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9503717" y="8306130"/>
            <a:ext cx="452120" cy="253365"/>
            <a:chOff x="9503717" y="8306130"/>
            <a:chExt cx="452120" cy="253365"/>
          </a:xfrm>
        </p:grpSpPr>
        <p:sp>
          <p:nvSpPr>
            <p:cNvPr id="76" name="object 76"/>
            <p:cNvSpPr/>
            <p:nvPr/>
          </p:nvSpPr>
          <p:spPr>
            <a:xfrm>
              <a:off x="9503714" y="8306142"/>
              <a:ext cx="210820" cy="253365"/>
            </a:xfrm>
            <a:custGeom>
              <a:avLst/>
              <a:gdLst/>
              <a:ahLst/>
              <a:cxnLst/>
              <a:rect l="l" t="t" r="r" b="b"/>
              <a:pathLst>
                <a:path w="210820" h="253365">
                  <a:moveTo>
                    <a:pt x="99517" y="51930"/>
                  </a:moveTo>
                  <a:lnTo>
                    <a:pt x="70269" y="51930"/>
                  </a:lnTo>
                  <a:lnTo>
                    <a:pt x="70269" y="163449"/>
                  </a:lnTo>
                  <a:lnTo>
                    <a:pt x="99517" y="163449"/>
                  </a:lnTo>
                  <a:lnTo>
                    <a:pt x="99517" y="51930"/>
                  </a:lnTo>
                  <a:close/>
                </a:path>
                <a:path w="210820" h="253365">
                  <a:moveTo>
                    <a:pt x="99517" y="27597"/>
                  </a:moveTo>
                  <a:lnTo>
                    <a:pt x="0" y="27597"/>
                  </a:lnTo>
                  <a:lnTo>
                    <a:pt x="0" y="51727"/>
                  </a:lnTo>
                  <a:lnTo>
                    <a:pt x="0" y="163487"/>
                  </a:lnTo>
                  <a:lnTo>
                    <a:pt x="0" y="187617"/>
                  </a:lnTo>
                  <a:lnTo>
                    <a:pt x="99517" y="187617"/>
                  </a:lnTo>
                  <a:lnTo>
                    <a:pt x="99517" y="163487"/>
                  </a:lnTo>
                  <a:lnTo>
                    <a:pt x="29235" y="163487"/>
                  </a:lnTo>
                  <a:lnTo>
                    <a:pt x="29235" y="51727"/>
                  </a:lnTo>
                  <a:lnTo>
                    <a:pt x="99517" y="51727"/>
                  </a:lnTo>
                  <a:lnTo>
                    <a:pt x="99517" y="27597"/>
                  </a:lnTo>
                  <a:close/>
                </a:path>
                <a:path w="210820" h="253365">
                  <a:moveTo>
                    <a:pt x="210731" y="123405"/>
                  </a:moveTo>
                  <a:lnTo>
                    <a:pt x="180797" y="123405"/>
                  </a:lnTo>
                  <a:lnTo>
                    <a:pt x="180797" y="253161"/>
                  </a:lnTo>
                  <a:lnTo>
                    <a:pt x="210731" y="253161"/>
                  </a:lnTo>
                  <a:lnTo>
                    <a:pt x="210731" y="123405"/>
                  </a:lnTo>
                  <a:close/>
                </a:path>
                <a:path w="210820" h="253365">
                  <a:moveTo>
                    <a:pt x="210731" y="0"/>
                  </a:moveTo>
                  <a:lnTo>
                    <a:pt x="180797" y="0"/>
                  </a:lnTo>
                  <a:lnTo>
                    <a:pt x="180797" y="97447"/>
                  </a:lnTo>
                  <a:lnTo>
                    <a:pt x="153835" y="97447"/>
                  </a:lnTo>
                  <a:lnTo>
                    <a:pt x="153835" y="4737"/>
                  </a:lnTo>
                  <a:lnTo>
                    <a:pt x="124294" y="4737"/>
                  </a:lnTo>
                  <a:lnTo>
                    <a:pt x="124294" y="97447"/>
                  </a:lnTo>
                  <a:lnTo>
                    <a:pt x="124294" y="122847"/>
                  </a:lnTo>
                  <a:lnTo>
                    <a:pt x="124294" y="240957"/>
                  </a:lnTo>
                  <a:lnTo>
                    <a:pt x="153835" y="240957"/>
                  </a:lnTo>
                  <a:lnTo>
                    <a:pt x="153835" y="122847"/>
                  </a:lnTo>
                  <a:lnTo>
                    <a:pt x="210731" y="122847"/>
                  </a:lnTo>
                  <a:lnTo>
                    <a:pt x="210731" y="97828"/>
                  </a:lnTo>
                  <a:lnTo>
                    <a:pt x="210731" y="97447"/>
                  </a:lnTo>
                  <a:lnTo>
                    <a:pt x="2107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747164" y="8306230"/>
              <a:ext cx="208655" cy="252864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10059648" y="8306130"/>
            <a:ext cx="708660" cy="254000"/>
            <a:chOff x="10059648" y="8306130"/>
            <a:chExt cx="708660" cy="254000"/>
          </a:xfrm>
        </p:grpSpPr>
        <p:pic>
          <p:nvPicPr>
            <p:cNvPr id="79" name="object 7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059648" y="8306130"/>
              <a:ext cx="212817" cy="25018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308448" y="8306130"/>
              <a:ext cx="459238" cy="253756"/>
            </a:xfrm>
            <a:prstGeom prst="rect">
              <a:avLst/>
            </a:prstGeom>
          </p:spPr>
        </p:pic>
      </p:grpSp>
      <p:grpSp>
        <p:nvGrpSpPr>
          <p:cNvPr id="81" name="object 81"/>
          <p:cNvGrpSpPr/>
          <p:nvPr/>
        </p:nvGrpSpPr>
        <p:grpSpPr>
          <a:xfrm>
            <a:off x="10875471" y="8306130"/>
            <a:ext cx="1306195" cy="259079"/>
            <a:chOff x="10875471" y="8306130"/>
            <a:chExt cx="1306195" cy="259079"/>
          </a:xfrm>
        </p:grpSpPr>
        <p:pic>
          <p:nvPicPr>
            <p:cNvPr id="82" name="object 8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875471" y="8306130"/>
              <a:ext cx="458347" cy="253359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367421" y="8306130"/>
              <a:ext cx="214602" cy="25296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612057" y="8306130"/>
              <a:ext cx="328396" cy="25891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1979508" y="8306130"/>
              <a:ext cx="201914" cy="252963"/>
            </a:xfrm>
            <a:prstGeom prst="rect">
              <a:avLst/>
            </a:prstGeom>
          </p:spPr>
        </p:pic>
      </p:grpSp>
      <p:pic>
        <p:nvPicPr>
          <p:cNvPr id="86" name="object 86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2226525" y="8306329"/>
            <a:ext cx="202409" cy="253161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12532625" y="8304446"/>
            <a:ext cx="483870" cy="255270"/>
            <a:chOff x="12532625" y="8304446"/>
            <a:chExt cx="483870" cy="255270"/>
          </a:xfrm>
        </p:grpSpPr>
        <p:sp>
          <p:nvSpPr>
            <p:cNvPr id="88" name="object 88"/>
            <p:cNvSpPr/>
            <p:nvPr/>
          </p:nvSpPr>
          <p:spPr>
            <a:xfrm>
              <a:off x="12532625" y="8304446"/>
              <a:ext cx="234315" cy="255270"/>
            </a:xfrm>
            <a:custGeom>
              <a:avLst/>
              <a:gdLst/>
              <a:ahLst/>
              <a:cxnLst/>
              <a:rect l="l" t="t" r="r" b="b"/>
              <a:pathLst>
                <a:path w="234315" h="255270">
                  <a:moveTo>
                    <a:pt x="150369" y="27358"/>
                  </a:moveTo>
                  <a:lnTo>
                    <a:pt x="0" y="27358"/>
                  </a:lnTo>
                  <a:lnTo>
                    <a:pt x="0" y="51940"/>
                  </a:lnTo>
                  <a:lnTo>
                    <a:pt x="150369" y="51940"/>
                  </a:lnTo>
                  <a:lnTo>
                    <a:pt x="150369" y="27358"/>
                  </a:lnTo>
                  <a:close/>
                </a:path>
                <a:path w="234315" h="255270">
                  <a:moveTo>
                    <a:pt x="90796" y="0"/>
                  </a:moveTo>
                  <a:lnTo>
                    <a:pt x="59770" y="0"/>
                  </a:lnTo>
                  <a:lnTo>
                    <a:pt x="59770" y="27358"/>
                  </a:lnTo>
                  <a:lnTo>
                    <a:pt x="90796" y="27358"/>
                  </a:lnTo>
                  <a:lnTo>
                    <a:pt x="90796" y="0"/>
                  </a:lnTo>
                  <a:close/>
                </a:path>
                <a:path w="234315" h="255270">
                  <a:moveTo>
                    <a:pt x="199733" y="1685"/>
                  </a:moveTo>
                  <a:lnTo>
                    <a:pt x="168410" y="1685"/>
                  </a:lnTo>
                  <a:lnTo>
                    <a:pt x="168410" y="163355"/>
                  </a:lnTo>
                  <a:lnTo>
                    <a:pt x="199733" y="163355"/>
                  </a:lnTo>
                  <a:lnTo>
                    <a:pt x="199733" y="120930"/>
                  </a:lnTo>
                  <a:lnTo>
                    <a:pt x="234029" y="120930"/>
                  </a:lnTo>
                  <a:lnTo>
                    <a:pt x="234029" y="95356"/>
                  </a:lnTo>
                  <a:lnTo>
                    <a:pt x="199733" y="95356"/>
                  </a:lnTo>
                  <a:lnTo>
                    <a:pt x="199733" y="66511"/>
                  </a:lnTo>
                  <a:lnTo>
                    <a:pt x="234029" y="66511"/>
                  </a:lnTo>
                  <a:lnTo>
                    <a:pt x="234029" y="41037"/>
                  </a:lnTo>
                  <a:lnTo>
                    <a:pt x="199733" y="41037"/>
                  </a:lnTo>
                  <a:lnTo>
                    <a:pt x="199733" y="1685"/>
                  </a:lnTo>
                  <a:close/>
                </a:path>
                <a:path w="234315" h="255270">
                  <a:moveTo>
                    <a:pt x="75333" y="61952"/>
                  </a:moveTo>
                  <a:lnTo>
                    <a:pt x="49911" y="65210"/>
                  </a:lnTo>
                  <a:lnTo>
                    <a:pt x="30232" y="74416"/>
                  </a:lnTo>
                  <a:lnTo>
                    <a:pt x="17541" y="88715"/>
                  </a:lnTo>
                  <a:lnTo>
                    <a:pt x="13084" y="107251"/>
                  </a:lnTo>
                  <a:lnTo>
                    <a:pt x="17541" y="125756"/>
                  </a:lnTo>
                  <a:lnTo>
                    <a:pt x="30232" y="139987"/>
                  </a:lnTo>
                  <a:lnTo>
                    <a:pt x="49911" y="149125"/>
                  </a:lnTo>
                  <a:lnTo>
                    <a:pt x="75333" y="152352"/>
                  </a:lnTo>
                  <a:lnTo>
                    <a:pt x="100357" y="149125"/>
                  </a:lnTo>
                  <a:lnTo>
                    <a:pt x="119852" y="139987"/>
                  </a:lnTo>
                  <a:lnTo>
                    <a:pt x="129761" y="128860"/>
                  </a:lnTo>
                  <a:lnTo>
                    <a:pt x="75333" y="128860"/>
                  </a:lnTo>
                  <a:lnTo>
                    <a:pt x="62148" y="127463"/>
                  </a:lnTo>
                  <a:lnTo>
                    <a:pt x="52002" y="123260"/>
                  </a:lnTo>
                  <a:lnTo>
                    <a:pt x="45517" y="116454"/>
                  </a:lnTo>
                  <a:lnTo>
                    <a:pt x="43317" y="107251"/>
                  </a:lnTo>
                  <a:lnTo>
                    <a:pt x="45517" y="97827"/>
                  </a:lnTo>
                  <a:lnTo>
                    <a:pt x="52002" y="90809"/>
                  </a:lnTo>
                  <a:lnTo>
                    <a:pt x="62148" y="86412"/>
                  </a:lnTo>
                  <a:lnTo>
                    <a:pt x="75333" y="84849"/>
                  </a:lnTo>
                  <a:lnTo>
                    <a:pt x="129099" y="84849"/>
                  </a:lnTo>
                  <a:lnTo>
                    <a:pt x="119852" y="74416"/>
                  </a:lnTo>
                  <a:lnTo>
                    <a:pt x="100357" y="65210"/>
                  </a:lnTo>
                  <a:lnTo>
                    <a:pt x="75333" y="61952"/>
                  </a:lnTo>
                  <a:close/>
                </a:path>
                <a:path w="234315" h="255270">
                  <a:moveTo>
                    <a:pt x="129099" y="84849"/>
                  </a:moveTo>
                  <a:lnTo>
                    <a:pt x="75333" y="84849"/>
                  </a:lnTo>
                  <a:lnTo>
                    <a:pt x="88410" y="86412"/>
                  </a:lnTo>
                  <a:lnTo>
                    <a:pt x="98540" y="90809"/>
                  </a:lnTo>
                  <a:lnTo>
                    <a:pt x="105121" y="97827"/>
                  </a:lnTo>
                  <a:lnTo>
                    <a:pt x="107548" y="107251"/>
                  </a:lnTo>
                  <a:lnTo>
                    <a:pt x="105121" y="116454"/>
                  </a:lnTo>
                  <a:lnTo>
                    <a:pt x="98540" y="123260"/>
                  </a:lnTo>
                  <a:lnTo>
                    <a:pt x="88410" y="127463"/>
                  </a:lnTo>
                  <a:lnTo>
                    <a:pt x="75333" y="128860"/>
                  </a:lnTo>
                  <a:lnTo>
                    <a:pt x="129761" y="128860"/>
                  </a:lnTo>
                  <a:lnTo>
                    <a:pt x="132525" y="125756"/>
                  </a:lnTo>
                  <a:lnTo>
                    <a:pt x="137086" y="107251"/>
                  </a:lnTo>
                  <a:lnTo>
                    <a:pt x="132525" y="88715"/>
                  </a:lnTo>
                  <a:lnTo>
                    <a:pt x="129099" y="84849"/>
                  </a:lnTo>
                  <a:close/>
                </a:path>
                <a:path w="234315" h="255270">
                  <a:moveTo>
                    <a:pt x="117857" y="165437"/>
                  </a:moveTo>
                  <a:lnTo>
                    <a:pt x="82382" y="168478"/>
                  </a:lnTo>
                  <a:lnTo>
                    <a:pt x="55669" y="177282"/>
                  </a:lnTo>
                  <a:lnTo>
                    <a:pt x="38863" y="191364"/>
                  </a:lnTo>
                  <a:lnTo>
                    <a:pt x="33107" y="210240"/>
                  </a:lnTo>
                  <a:lnTo>
                    <a:pt x="38863" y="228902"/>
                  </a:lnTo>
                  <a:lnTo>
                    <a:pt x="55669" y="242889"/>
                  </a:lnTo>
                  <a:lnTo>
                    <a:pt x="82382" y="251654"/>
                  </a:lnTo>
                  <a:lnTo>
                    <a:pt x="117857" y="254648"/>
                  </a:lnTo>
                  <a:lnTo>
                    <a:pt x="152982" y="251654"/>
                  </a:lnTo>
                  <a:lnTo>
                    <a:pt x="179623" y="242889"/>
                  </a:lnTo>
                  <a:lnTo>
                    <a:pt x="193818" y="231155"/>
                  </a:lnTo>
                  <a:lnTo>
                    <a:pt x="117857" y="231155"/>
                  </a:lnTo>
                  <a:lnTo>
                    <a:pt x="94782" y="229811"/>
                  </a:lnTo>
                  <a:lnTo>
                    <a:pt x="77849" y="225753"/>
                  </a:lnTo>
                  <a:lnTo>
                    <a:pt x="67439" y="219168"/>
                  </a:lnTo>
                  <a:lnTo>
                    <a:pt x="63934" y="210240"/>
                  </a:lnTo>
                  <a:lnTo>
                    <a:pt x="67439" y="201092"/>
                  </a:lnTo>
                  <a:lnTo>
                    <a:pt x="77849" y="194591"/>
                  </a:lnTo>
                  <a:lnTo>
                    <a:pt x="94782" y="190711"/>
                  </a:lnTo>
                  <a:lnTo>
                    <a:pt x="117857" y="189424"/>
                  </a:lnTo>
                  <a:lnTo>
                    <a:pt x="194214" y="189424"/>
                  </a:lnTo>
                  <a:lnTo>
                    <a:pt x="179623" y="177282"/>
                  </a:lnTo>
                  <a:lnTo>
                    <a:pt x="152982" y="168478"/>
                  </a:lnTo>
                  <a:lnTo>
                    <a:pt x="117857" y="165437"/>
                  </a:lnTo>
                  <a:close/>
                </a:path>
                <a:path w="234315" h="255270">
                  <a:moveTo>
                    <a:pt x="194214" y="189424"/>
                  </a:moveTo>
                  <a:lnTo>
                    <a:pt x="117857" y="189424"/>
                  </a:lnTo>
                  <a:lnTo>
                    <a:pt x="140590" y="190711"/>
                  </a:lnTo>
                  <a:lnTo>
                    <a:pt x="157358" y="194591"/>
                  </a:lnTo>
                  <a:lnTo>
                    <a:pt x="167731" y="201092"/>
                  </a:lnTo>
                  <a:lnTo>
                    <a:pt x="171284" y="210240"/>
                  </a:lnTo>
                  <a:lnTo>
                    <a:pt x="167731" y="219168"/>
                  </a:lnTo>
                  <a:lnTo>
                    <a:pt x="157358" y="225753"/>
                  </a:lnTo>
                  <a:lnTo>
                    <a:pt x="140590" y="229811"/>
                  </a:lnTo>
                  <a:lnTo>
                    <a:pt x="117857" y="231155"/>
                  </a:lnTo>
                  <a:lnTo>
                    <a:pt x="193818" y="231155"/>
                  </a:lnTo>
                  <a:lnTo>
                    <a:pt x="196544" y="228902"/>
                  </a:lnTo>
                  <a:lnTo>
                    <a:pt x="202508" y="210240"/>
                  </a:lnTo>
                  <a:lnTo>
                    <a:pt x="196544" y="191364"/>
                  </a:lnTo>
                  <a:lnTo>
                    <a:pt x="194214" y="1894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777757" y="8306131"/>
              <a:ext cx="238193" cy="252963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5166838" y="2650760"/>
            <a:ext cx="7900670" cy="721360"/>
            <a:chOff x="5166838" y="2650760"/>
            <a:chExt cx="7900670" cy="721360"/>
          </a:xfrm>
        </p:grpSpPr>
        <p:pic>
          <p:nvPicPr>
            <p:cNvPr id="91" name="object 9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166838" y="2650760"/>
              <a:ext cx="7900158" cy="721118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8151867" y="2867331"/>
              <a:ext cx="955040" cy="288925"/>
            </a:xfrm>
            <a:custGeom>
              <a:avLst/>
              <a:gdLst/>
              <a:ahLst/>
              <a:cxnLst/>
              <a:rect l="l" t="t" r="r" b="b"/>
              <a:pathLst>
                <a:path w="955040" h="288925">
                  <a:moveTo>
                    <a:pt x="157368" y="105626"/>
                  </a:moveTo>
                  <a:lnTo>
                    <a:pt x="245866" y="105626"/>
                  </a:lnTo>
                  <a:lnTo>
                    <a:pt x="245866" y="75889"/>
                  </a:lnTo>
                  <a:lnTo>
                    <a:pt x="73034" y="75889"/>
                  </a:lnTo>
                  <a:lnTo>
                    <a:pt x="73034" y="0"/>
                  </a:lnTo>
                  <a:lnTo>
                    <a:pt x="36041" y="0"/>
                  </a:lnTo>
                  <a:lnTo>
                    <a:pt x="36041" y="105626"/>
                  </a:lnTo>
                  <a:lnTo>
                    <a:pt x="120138" y="105626"/>
                  </a:lnTo>
                  <a:lnTo>
                    <a:pt x="120138" y="144998"/>
                  </a:lnTo>
                  <a:lnTo>
                    <a:pt x="0" y="144998"/>
                  </a:lnTo>
                  <a:lnTo>
                    <a:pt x="0" y="175092"/>
                  </a:lnTo>
                  <a:lnTo>
                    <a:pt x="277506" y="175092"/>
                  </a:lnTo>
                  <a:lnTo>
                    <a:pt x="277506" y="144998"/>
                  </a:lnTo>
                  <a:lnTo>
                    <a:pt x="157368" y="144998"/>
                  </a:lnTo>
                  <a:lnTo>
                    <a:pt x="157368" y="105626"/>
                  </a:lnTo>
                  <a:close/>
                </a:path>
                <a:path w="955040" h="288925">
                  <a:moveTo>
                    <a:pt x="33662" y="196383"/>
                  </a:moveTo>
                  <a:lnTo>
                    <a:pt x="33662" y="288449"/>
                  </a:lnTo>
                  <a:lnTo>
                    <a:pt x="248483" y="288449"/>
                  </a:lnTo>
                  <a:lnTo>
                    <a:pt x="248483" y="258117"/>
                  </a:lnTo>
                  <a:lnTo>
                    <a:pt x="70774" y="258117"/>
                  </a:lnTo>
                  <a:lnTo>
                    <a:pt x="70774" y="196383"/>
                  </a:lnTo>
                  <a:lnTo>
                    <a:pt x="33662" y="196383"/>
                  </a:lnTo>
                  <a:close/>
                </a:path>
                <a:path w="955040" h="288925">
                  <a:moveTo>
                    <a:pt x="332698" y="4163"/>
                  </a:moveTo>
                  <a:lnTo>
                    <a:pt x="332698" y="114190"/>
                  </a:lnTo>
                  <a:lnTo>
                    <a:pt x="539668" y="114190"/>
                  </a:lnTo>
                  <a:lnTo>
                    <a:pt x="539668" y="4163"/>
                  </a:lnTo>
                  <a:lnTo>
                    <a:pt x="332698" y="4163"/>
                  </a:lnTo>
                  <a:close/>
                </a:path>
                <a:path w="955040" h="288925">
                  <a:moveTo>
                    <a:pt x="369215" y="84810"/>
                  </a:moveTo>
                  <a:lnTo>
                    <a:pt x="369215" y="33424"/>
                  </a:lnTo>
                  <a:lnTo>
                    <a:pt x="502794" y="33424"/>
                  </a:lnTo>
                  <a:lnTo>
                    <a:pt x="502794" y="84810"/>
                  </a:lnTo>
                  <a:lnTo>
                    <a:pt x="369215" y="84810"/>
                  </a:lnTo>
                  <a:close/>
                </a:path>
                <a:path w="955040" h="288925">
                  <a:moveTo>
                    <a:pt x="297490" y="172356"/>
                  </a:moveTo>
                  <a:lnTo>
                    <a:pt x="421077" y="172356"/>
                  </a:lnTo>
                  <a:lnTo>
                    <a:pt x="421077" y="227905"/>
                  </a:lnTo>
                  <a:lnTo>
                    <a:pt x="458069" y="227905"/>
                  </a:lnTo>
                  <a:lnTo>
                    <a:pt x="458069" y="172356"/>
                  </a:lnTo>
                  <a:lnTo>
                    <a:pt x="575471" y="172356"/>
                  </a:lnTo>
                  <a:lnTo>
                    <a:pt x="575471" y="142262"/>
                  </a:lnTo>
                  <a:lnTo>
                    <a:pt x="297490" y="142262"/>
                  </a:lnTo>
                  <a:lnTo>
                    <a:pt x="297490" y="172356"/>
                  </a:lnTo>
                  <a:close/>
                </a:path>
                <a:path w="955040" h="288925">
                  <a:moveTo>
                    <a:pt x="331151" y="200309"/>
                  </a:moveTo>
                  <a:lnTo>
                    <a:pt x="331151" y="288449"/>
                  </a:lnTo>
                  <a:lnTo>
                    <a:pt x="544783" y="288449"/>
                  </a:lnTo>
                  <a:lnTo>
                    <a:pt x="544783" y="258117"/>
                  </a:lnTo>
                  <a:lnTo>
                    <a:pt x="368501" y="258117"/>
                  </a:lnTo>
                  <a:lnTo>
                    <a:pt x="368501" y="200309"/>
                  </a:lnTo>
                  <a:lnTo>
                    <a:pt x="331151" y="200309"/>
                  </a:lnTo>
                  <a:close/>
                </a:path>
                <a:path w="955040" h="288925">
                  <a:moveTo>
                    <a:pt x="881375" y="0"/>
                  </a:moveTo>
                  <a:lnTo>
                    <a:pt x="881375" y="34257"/>
                  </a:lnTo>
                  <a:lnTo>
                    <a:pt x="750055" y="34257"/>
                  </a:lnTo>
                  <a:lnTo>
                    <a:pt x="750055" y="0"/>
                  </a:lnTo>
                  <a:lnTo>
                    <a:pt x="713063" y="0"/>
                  </a:lnTo>
                  <a:lnTo>
                    <a:pt x="713063" y="123706"/>
                  </a:lnTo>
                  <a:lnTo>
                    <a:pt x="918606" y="123706"/>
                  </a:lnTo>
                  <a:lnTo>
                    <a:pt x="918606" y="0"/>
                  </a:lnTo>
                  <a:lnTo>
                    <a:pt x="881375" y="0"/>
                  </a:lnTo>
                  <a:close/>
                </a:path>
                <a:path w="955040" h="288925">
                  <a:moveTo>
                    <a:pt x="750055" y="94088"/>
                  </a:moveTo>
                  <a:lnTo>
                    <a:pt x="750055" y="62210"/>
                  </a:lnTo>
                  <a:lnTo>
                    <a:pt x="881375" y="62210"/>
                  </a:lnTo>
                  <a:lnTo>
                    <a:pt x="881375" y="94088"/>
                  </a:lnTo>
                  <a:lnTo>
                    <a:pt x="750055" y="94088"/>
                  </a:lnTo>
                  <a:close/>
                </a:path>
                <a:path w="955040" h="288925">
                  <a:moveTo>
                    <a:pt x="676902" y="177590"/>
                  </a:moveTo>
                  <a:lnTo>
                    <a:pt x="800490" y="177590"/>
                  </a:lnTo>
                  <a:lnTo>
                    <a:pt x="800490" y="229927"/>
                  </a:lnTo>
                  <a:lnTo>
                    <a:pt x="837483" y="229927"/>
                  </a:lnTo>
                  <a:lnTo>
                    <a:pt x="837483" y="177590"/>
                  </a:lnTo>
                  <a:lnTo>
                    <a:pt x="954885" y="177590"/>
                  </a:lnTo>
                  <a:lnTo>
                    <a:pt x="954885" y="147853"/>
                  </a:lnTo>
                  <a:lnTo>
                    <a:pt x="676902" y="147853"/>
                  </a:lnTo>
                  <a:lnTo>
                    <a:pt x="676902" y="177590"/>
                  </a:lnTo>
                  <a:close/>
                </a:path>
                <a:path w="955040" h="288925">
                  <a:moveTo>
                    <a:pt x="710565" y="204710"/>
                  </a:moveTo>
                  <a:lnTo>
                    <a:pt x="710565" y="288449"/>
                  </a:lnTo>
                  <a:lnTo>
                    <a:pt x="924196" y="288449"/>
                  </a:lnTo>
                  <a:lnTo>
                    <a:pt x="924196" y="258117"/>
                  </a:lnTo>
                  <a:lnTo>
                    <a:pt x="747677" y="258117"/>
                  </a:lnTo>
                  <a:lnTo>
                    <a:pt x="747677" y="204710"/>
                  </a:lnTo>
                  <a:lnTo>
                    <a:pt x="710565" y="204710"/>
                  </a:lnTo>
                  <a:close/>
                </a:path>
              </a:pathLst>
            </a:custGeom>
            <a:ln w="68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122220" y="2854252"/>
              <a:ext cx="262865" cy="310683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9510550" y="2857697"/>
              <a:ext cx="576580" cy="304165"/>
            </a:xfrm>
            <a:custGeom>
              <a:avLst/>
              <a:gdLst/>
              <a:ahLst/>
              <a:cxnLst/>
              <a:rect l="l" t="t" r="r" b="b"/>
              <a:pathLst>
                <a:path w="576579" h="304164">
                  <a:moveTo>
                    <a:pt x="213155" y="68989"/>
                  </a:moveTo>
                  <a:lnTo>
                    <a:pt x="213155" y="98845"/>
                  </a:lnTo>
                  <a:lnTo>
                    <a:pt x="139883" y="98845"/>
                  </a:lnTo>
                  <a:lnTo>
                    <a:pt x="139883" y="127512"/>
                  </a:lnTo>
                  <a:lnTo>
                    <a:pt x="213155" y="127512"/>
                  </a:lnTo>
                  <a:lnTo>
                    <a:pt x="213155" y="153799"/>
                  </a:lnTo>
                  <a:lnTo>
                    <a:pt x="250505" y="153799"/>
                  </a:lnTo>
                  <a:lnTo>
                    <a:pt x="250505" y="0"/>
                  </a:lnTo>
                  <a:lnTo>
                    <a:pt x="213155" y="0"/>
                  </a:lnTo>
                  <a:lnTo>
                    <a:pt x="213155" y="40204"/>
                  </a:lnTo>
                  <a:lnTo>
                    <a:pt x="151658" y="40204"/>
                  </a:lnTo>
                  <a:lnTo>
                    <a:pt x="152595" y="33623"/>
                  </a:lnTo>
                  <a:lnTo>
                    <a:pt x="153264" y="26897"/>
                  </a:lnTo>
                  <a:lnTo>
                    <a:pt x="153666" y="20014"/>
                  </a:lnTo>
                  <a:lnTo>
                    <a:pt x="153799" y="12964"/>
                  </a:lnTo>
                  <a:lnTo>
                    <a:pt x="16533" y="12964"/>
                  </a:lnTo>
                  <a:lnTo>
                    <a:pt x="16533" y="43178"/>
                  </a:lnTo>
                  <a:lnTo>
                    <a:pt x="112287" y="43178"/>
                  </a:lnTo>
                  <a:lnTo>
                    <a:pt x="102570" y="71766"/>
                  </a:lnTo>
                  <a:lnTo>
                    <a:pt x="80944" y="96228"/>
                  </a:lnTo>
                  <a:lnTo>
                    <a:pt x="46917" y="115873"/>
                  </a:lnTo>
                  <a:lnTo>
                    <a:pt x="0" y="130010"/>
                  </a:lnTo>
                  <a:lnTo>
                    <a:pt x="12846" y="160579"/>
                  </a:lnTo>
                  <a:lnTo>
                    <a:pt x="58964" y="146419"/>
                  </a:lnTo>
                  <a:lnTo>
                    <a:pt x="96318" y="126516"/>
                  </a:lnTo>
                  <a:lnTo>
                    <a:pt x="124616" y="100747"/>
                  </a:lnTo>
                  <a:lnTo>
                    <a:pt x="143570" y="68989"/>
                  </a:lnTo>
                  <a:lnTo>
                    <a:pt x="213155" y="68989"/>
                  </a:lnTo>
                  <a:close/>
                </a:path>
                <a:path w="576579" h="304164">
                  <a:moveTo>
                    <a:pt x="88021" y="245865"/>
                  </a:moveTo>
                  <a:lnTo>
                    <a:pt x="250505" y="245865"/>
                  </a:lnTo>
                  <a:lnTo>
                    <a:pt x="250505" y="165694"/>
                  </a:lnTo>
                  <a:lnTo>
                    <a:pt x="50196" y="165694"/>
                  </a:lnTo>
                  <a:lnTo>
                    <a:pt x="50196" y="195313"/>
                  </a:lnTo>
                  <a:lnTo>
                    <a:pt x="212917" y="195313"/>
                  </a:lnTo>
                  <a:lnTo>
                    <a:pt x="212917" y="217912"/>
                  </a:lnTo>
                  <a:lnTo>
                    <a:pt x="50671" y="217912"/>
                  </a:lnTo>
                  <a:lnTo>
                    <a:pt x="50671" y="300938"/>
                  </a:lnTo>
                  <a:lnTo>
                    <a:pt x="258355" y="300938"/>
                  </a:lnTo>
                  <a:lnTo>
                    <a:pt x="258355" y="270963"/>
                  </a:lnTo>
                  <a:lnTo>
                    <a:pt x="88021" y="270963"/>
                  </a:lnTo>
                  <a:lnTo>
                    <a:pt x="88021" y="245865"/>
                  </a:lnTo>
                  <a:close/>
                </a:path>
                <a:path w="576579" h="304164">
                  <a:moveTo>
                    <a:pt x="532173" y="123705"/>
                  </a:moveTo>
                  <a:lnTo>
                    <a:pt x="532173" y="0"/>
                  </a:lnTo>
                  <a:lnTo>
                    <a:pt x="494468" y="0"/>
                  </a:lnTo>
                  <a:lnTo>
                    <a:pt x="494468" y="303793"/>
                  </a:lnTo>
                  <a:lnTo>
                    <a:pt x="532173" y="303793"/>
                  </a:lnTo>
                  <a:lnTo>
                    <a:pt x="532173" y="155346"/>
                  </a:lnTo>
                  <a:lnTo>
                    <a:pt x="576185" y="155346"/>
                  </a:lnTo>
                  <a:lnTo>
                    <a:pt x="576185" y="123705"/>
                  </a:lnTo>
                  <a:lnTo>
                    <a:pt x="532173" y="123705"/>
                  </a:lnTo>
                  <a:close/>
                </a:path>
              </a:pathLst>
            </a:custGeom>
            <a:ln w="68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798053" y="2885655"/>
              <a:ext cx="196730" cy="215643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8151863" y="2867659"/>
              <a:ext cx="278130" cy="288290"/>
            </a:xfrm>
            <a:custGeom>
              <a:avLst/>
              <a:gdLst/>
              <a:ahLst/>
              <a:cxnLst/>
              <a:rect l="l" t="t" r="r" b="b"/>
              <a:pathLst>
                <a:path w="278129" h="288289">
                  <a:moveTo>
                    <a:pt x="248475" y="257810"/>
                  </a:moveTo>
                  <a:lnTo>
                    <a:pt x="70777" y="257810"/>
                  </a:lnTo>
                  <a:lnTo>
                    <a:pt x="70777" y="195580"/>
                  </a:lnTo>
                  <a:lnTo>
                    <a:pt x="33655" y="195580"/>
                  </a:lnTo>
                  <a:lnTo>
                    <a:pt x="33655" y="257810"/>
                  </a:lnTo>
                  <a:lnTo>
                    <a:pt x="33655" y="288290"/>
                  </a:lnTo>
                  <a:lnTo>
                    <a:pt x="248475" y="288290"/>
                  </a:lnTo>
                  <a:lnTo>
                    <a:pt x="248475" y="257810"/>
                  </a:lnTo>
                  <a:close/>
                </a:path>
                <a:path w="278129" h="288289">
                  <a:moveTo>
                    <a:pt x="277507" y="144678"/>
                  </a:moveTo>
                  <a:lnTo>
                    <a:pt x="157365" y="144678"/>
                  </a:lnTo>
                  <a:lnTo>
                    <a:pt x="157365" y="105410"/>
                  </a:lnTo>
                  <a:lnTo>
                    <a:pt x="245859" y="105410"/>
                  </a:lnTo>
                  <a:lnTo>
                    <a:pt x="245859" y="74930"/>
                  </a:lnTo>
                  <a:lnTo>
                    <a:pt x="73037" y="74930"/>
                  </a:lnTo>
                  <a:lnTo>
                    <a:pt x="73037" y="0"/>
                  </a:lnTo>
                  <a:lnTo>
                    <a:pt x="36042" y="0"/>
                  </a:lnTo>
                  <a:lnTo>
                    <a:pt x="36042" y="74930"/>
                  </a:lnTo>
                  <a:lnTo>
                    <a:pt x="36042" y="105410"/>
                  </a:lnTo>
                  <a:lnTo>
                    <a:pt x="120142" y="105410"/>
                  </a:lnTo>
                  <a:lnTo>
                    <a:pt x="120142" y="144678"/>
                  </a:lnTo>
                  <a:lnTo>
                    <a:pt x="0" y="144678"/>
                  </a:lnTo>
                  <a:lnTo>
                    <a:pt x="0" y="174764"/>
                  </a:lnTo>
                  <a:lnTo>
                    <a:pt x="277507" y="174764"/>
                  </a:lnTo>
                  <a:lnTo>
                    <a:pt x="277507" y="1446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151867" y="2867331"/>
              <a:ext cx="278130" cy="288925"/>
            </a:xfrm>
            <a:custGeom>
              <a:avLst/>
              <a:gdLst/>
              <a:ahLst/>
              <a:cxnLst/>
              <a:rect l="l" t="t" r="r" b="b"/>
              <a:pathLst>
                <a:path w="278129" h="288925">
                  <a:moveTo>
                    <a:pt x="157368" y="105626"/>
                  </a:moveTo>
                  <a:lnTo>
                    <a:pt x="245866" y="105626"/>
                  </a:lnTo>
                  <a:lnTo>
                    <a:pt x="245866" y="75889"/>
                  </a:lnTo>
                  <a:lnTo>
                    <a:pt x="73034" y="75889"/>
                  </a:lnTo>
                  <a:lnTo>
                    <a:pt x="73034" y="0"/>
                  </a:lnTo>
                  <a:lnTo>
                    <a:pt x="36041" y="0"/>
                  </a:lnTo>
                  <a:lnTo>
                    <a:pt x="36041" y="105626"/>
                  </a:lnTo>
                  <a:lnTo>
                    <a:pt x="120138" y="105626"/>
                  </a:lnTo>
                  <a:lnTo>
                    <a:pt x="120138" y="144998"/>
                  </a:lnTo>
                  <a:lnTo>
                    <a:pt x="0" y="144998"/>
                  </a:lnTo>
                  <a:lnTo>
                    <a:pt x="0" y="175092"/>
                  </a:lnTo>
                  <a:lnTo>
                    <a:pt x="277506" y="175092"/>
                  </a:lnTo>
                  <a:lnTo>
                    <a:pt x="277506" y="144998"/>
                  </a:lnTo>
                  <a:lnTo>
                    <a:pt x="157368" y="144998"/>
                  </a:lnTo>
                  <a:lnTo>
                    <a:pt x="157368" y="105626"/>
                  </a:lnTo>
                  <a:close/>
                </a:path>
                <a:path w="278129" h="288925">
                  <a:moveTo>
                    <a:pt x="33662" y="196383"/>
                  </a:moveTo>
                  <a:lnTo>
                    <a:pt x="33662" y="288449"/>
                  </a:lnTo>
                  <a:lnTo>
                    <a:pt x="248483" y="288449"/>
                  </a:lnTo>
                  <a:lnTo>
                    <a:pt x="248483" y="258117"/>
                  </a:lnTo>
                  <a:lnTo>
                    <a:pt x="70774" y="258117"/>
                  </a:lnTo>
                  <a:lnTo>
                    <a:pt x="70774" y="196383"/>
                  </a:lnTo>
                  <a:lnTo>
                    <a:pt x="33662" y="196383"/>
                  </a:lnTo>
                  <a:close/>
                </a:path>
              </a:pathLst>
            </a:custGeom>
            <a:ln w="68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449348" y="2871469"/>
              <a:ext cx="278130" cy="284480"/>
            </a:xfrm>
            <a:custGeom>
              <a:avLst/>
              <a:gdLst/>
              <a:ahLst/>
              <a:cxnLst/>
              <a:rect l="l" t="t" r="r" b="b"/>
              <a:pathLst>
                <a:path w="278129" h="284480">
                  <a:moveTo>
                    <a:pt x="242176" y="29298"/>
                  </a:moveTo>
                  <a:lnTo>
                    <a:pt x="205308" y="29298"/>
                  </a:lnTo>
                  <a:lnTo>
                    <a:pt x="205308" y="80683"/>
                  </a:lnTo>
                  <a:lnTo>
                    <a:pt x="242176" y="80683"/>
                  </a:lnTo>
                  <a:lnTo>
                    <a:pt x="242176" y="29298"/>
                  </a:lnTo>
                  <a:close/>
                </a:path>
                <a:path w="278129" h="284480">
                  <a:moveTo>
                    <a:pt x="242176" y="0"/>
                  </a:moveTo>
                  <a:lnTo>
                    <a:pt x="35217" y="0"/>
                  </a:lnTo>
                  <a:lnTo>
                    <a:pt x="35217" y="29210"/>
                  </a:lnTo>
                  <a:lnTo>
                    <a:pt x="35217" y="81280"/>
                  </a:lnTo>
                  <a:lnTo>
                    <a:pt x="35217" y="110490"/>
                  </a:lnTo>
                  <a:lnTo>
                    <a:pt x="242176" y="110490"/>
                  </a:lnTo>
                  <a:lnTo>
                    <a:pt x="242176" y="81280"/>
                  </a:lnTo>
                  <a:lnTo>
                    <a:pt x="71729" y="81280"/>
                  </a:lnTo>
                  <a:lnTo>
                    <a:pt x="71729" y="29210"/>
                  </a:lnTo>
                  <a:lnTo>
                    <a:pt x="242176" y="29210"/>
                  </a:lnTo>
                  <a:lnTo>
                    <a:pt x="242176" y="0"/>
                  </a:lnTo>
                  <a:close/>
                </a:path>
                <a:path w="278129" h="284480">
                  <a:moveTo>
                    <a:pt x="247294" y="254000"/>
                  </a:moveTo>
                  <a:lnTo>
                    <a:pt x="71018" y="254000"/>
                  </a:lnTo>
                  <a:lnTo>
                    <a:pt x="71018" y="195580"/>
                  </a:lnTo>
                  <a:lnTo>
                    <a:pt x="33667" y="195580"/>
                  </a:lnTo>
                  <a:lnTo>
                    <a:pt x="33667" y="254000"/>
                  </a:lnTo>
                  <a:lnTo>
                    <a:pt x="33667" y="284480"/>
                  </a:lnTo>
                  <a:lnTo>
                    <a:pt x="247294" y="284480"/>
                  </a:lnTo>
                  <a:lnTo>
                    <a:pt x="247294" y="254000"/>
                  </a:lnTo>
                  <a:close/>
                </a:path>
                <a:path w="278129" h="284480">
                  <a:moveTo>
                    <a:pt x="277990" y="138125"/>
                  </a:moveTo>
                  <a:lnTo>
                    <a:pt x="0" y="138125"/>
                  </a:lnTo>
                  <a:lnTo>
                    <a:pt x="0" y="168224"/>
                  </a:lnTo>
                  <a:lnTo>
                    <a:pt x="123596" y="168224"/>
                  </a:lnTo>
                  <a:lnTo>
                    <a:pt x="123596" y="223774"/>
                  </a:lnTo>
                  <a:lnTo>
                    <a:pt x="160578" y="223774"/>
                  </a:lnTo>
                  <a:lnTo>
                    <a:pt x="160578" y="168224"/>
                  </a:lnTo>
                  <a:lnTo>
                    <a:pt x="277990" y="168224"/>
                  </a:lnTo>
                  <a:lnTo>
                    <a:pt x="277990" y="1381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8449357" y="2871495"/>
              <a:ext cx="278130" cy="284480"/>
            </a:xfrm>
            <a:custGeom>
              <a:avLst/>
              <a:gdLst/>
              <a:ahLst/>
              <a:cxnLst/>
              <a:rect l="l" t="t" r="r" b="b"/>
              <a:pathLst>
                <a:path w="278129" h="284480">
                  <a:moveTo>
                    <a:pt x="35208" y="0"/>
                  </a:moveTo>
                  <a:lnTo>
                    <a:pt x="35208" y="110026"/>
                  </a:lnTo>
                  <a:lnTo>
                    <a:pt x="242178" y="110026"/>
                  </a:lnTo>
                  <a:lnTo>
                    <a:pt x="242178" y="0"/>
                  </a:lnTo>
                  <a:lnTo>
                    <a:pt x="35208" y="0"/>
                  </a:lnTo>
                  <a:close/>
                </a:path>
                <a:path w="278129" h="284480">
                  <a:moveTo>
                    <a:pt x="71725" y="80646"/>
                  </a:moveTo>
                  <a:lnTo>
                    <a:pt x="71725" y="29260"/>
                  </a:lnTo>
                  <a:lnTo>
                    <a:pt x="205304" y="29260"/>
                  </a:lnTo>
                  <a:lnTo>
                    <a:pt x="205304" y="80646"/>
                  </a:lnTo>
                  <a:lnTo>
                    <a:pt x="71725" y="80646"/>
                  </a:lnTo>
                  <a:close/>
                </a:path>
                <a:path w="278129" h="284480">
                  <a:moveTo>
                    <a:pt x="0" y="168192"/>
                  </a:moveTo>
                  <a:lnTo>
                    <a:pt x="123587" y="168192"/>
                  </a:lnTo>
                  <a:lnTo>
                    <a:pt x="123587" y="223741"/>
                  </a:lnTo>
                  <a:lnTo>
                    <a:pt x="160579" y="223741"/>
                  </a:lnTo>
                  <a:lnTo>
                    <a:pt x="160579" y="168192"/>
                  </a:lnTo>
                  <a:lnTo>
                    <a:pt x="277981" y="168192"/>
                  </a:lnTo>
                  <a:lnTo>
                    <a:pt x="277981" y="138098"/>
                  </a:lnTo>
                  <a:lnTo>
                    <a:pt x="0" y="138098"/>
                  </a:lnTo>
                  <a:lnTo>
                    <a:pt x="0" y="168192"/>
                  </a:lnTo>
                  <a:close/>
                </a:path>
                <a:path w="278129" h="284480">
                  <a:moveTo>
                    <a:pt x="33661" y="196145"/>
                  </a:moveTo>
                  <a:lnTo>
                    <a:pt x="33661" y="284286"/>
                  </a:lnTo>
                  <a:lnTo>
                    <a:pt x="247293" y="284286"/>
                  </a:lnTo>
                  <a:lnTo>
                    <a:pt x="247293" y="253954"/>
                  </a:lnTo>
                  <a:lnTo>
                    <a:pt x="71011" y="253954"/>
                  </a:lnTo>
                  <a:lnTo>
                    <a:pt x="71011" y="196145"/>
                  </a:lnTo>
                  <a:lnTo>
                    <a:pt x="33661" y="196145"/>
                  </a:lnTo>
                  <a:close/>
                </a:path>
              </a:pathLst>
            </a:custGeom>
            <a:ln w="68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828761" y="2867342"/>
              <a:ext cx="278130" cy="288925"/>
            </a:xfrm>
            <a:custGeom>
              <a:avLst/>
              <a:gdLst/>
              <a:ahLst/>
              <a:cxnLst/>
              <a:rect l="l" t="t" r="r" b="b"/>
              <a:pathLst>
                <a:path w="278129" h="288925">
                  <a:moveTo>
                    <a:pt x="241706" y="34607"/>
                  </a:moveTo>
                  <a:lnTo>
                    <a:pt x="73152" y="34607"/>
                  </a:lnTo>
                  <a:lnTo>
                    <a:pt x="73152" y="317"/>
                  </a:lnTo>
                  <a:lnTo>
                    <a:pt x="36169" y="317"/>
                  </a:lnTo>
                  <a:lnTo>
                    <a:pt x="36169" y="34607"/>
                  </a:lnTo>
                  <a:lnTo>
                    <a:pt x="36169" y="62547"/>
                  </a:lnTo>
                  <a:lnTo>
                    <a:pt x="36169" y="94297"/>
                  </a:lnTo>
                  <a:lnTo>
                    <a:pt x="36169" y="123507"/>
                  </a:lnTo>
                  <a:lnTo>
                    <a:pt x="241706" y="123507"/>
                  </a:lnTo>
                  <a:lnTo>
                    <a:pt x="241706" y="94297"/>
                  </a:lnTo>
                  <a:lnTo>
                    <a:pt x="73152" y="94297"/>
                  </a:lnTo>
                  <a:lnTo>
                    <a:pt x="73152" y="62547"/>
                  </a:lnTo>
                  <a:lnTo>
                    <a:pt x="204470" y="62547"/>
                  </a:lnTo>
                  <a:lnTo>
                    <a:pt x="204470" y="94081"/>
                  </a:lnTo>
                  <a:lnTo>
                    <a:pt x="241706" y="94081"/>
                  </a:lnTo>
                  <a:lnTo>
                    <a:pt x="241706" y="62547"/>
                  </a:lnTo>
                  <a:lnTo>
                    <a:pt x="241706" y="62204"/>
                  </a:lnTo>
                  <a:lnTo>
                    <a:pt x="241706" y="34607"/>
                  </a:lnTo>
                  <a:close/>
                </a:path>
                <a:path w="278129" h="288925">
                  <a:moveTo>
                    <a:pt x="241706" y="0"/>
                  </a:moveTo>
                  <a:lnTo>
                    <a:pt x="204470" y="0"/>
                  </a:lnTo>
                  <a:lnTo>
                    <a:pt x="204470" y="34251"/>
                  </a:lnTo>
                  <a:lnTo>
                    <a:pt x="241706" y="34251"/>
                  </a:lnTo>
                  <a:lnTo>
                    <a:pt x="241706" y="0"/>
                  </a:lnTo>
                  <a:close/>
                </a:path>
                <a:path w="278129" h="288925">
                  <a:moveTo>
                    <a:pt x="247294" y="258127"/>
                  </a:moveTo>
                  <a:lnTo>
                    <a:pt x="70777" y="258127"/>
                  </a:lnTo>
                  <a:lnTo>
                    <a:pt x="70777" y="204787"/>
                  </a:lnTo>
                  <a:lnTo>
                    <a:pt x="33667" y="204787"/>
                  </a:lnTo>
                  <a:lnTo>
                    <a:pt x="33667" y="258127"/>
                  </a:lnTo>
                  <a:lnTo>
                    <a:pt x="33667" y="288607"/>
                  </a:lnTo>
                  <a:lnTo>
                    <a:pt x="247294" y="288607"/>
                  </a:lnTo>
                  <a:lnTo>
                    <a:pt x="247294" y="258127"/>
                  </a:lnTo>
                  <a:close/>
                </a:path>
                <a:path w="278129" h="288925">
                  <a:moveTo>
                    <a:pt x="277990" y="147853"/>
                  </a:moveTo>
                  <a:lnTo>
                    <a:pt x="0" y="147853"/>
                  </a:lnTo>
                  <a:lnTo>
                    <a:pt x="0" y="177584"/>
                  </a:lnTo>
                  <a:lnTo>
                    <a:pt x="123596" y="177584"/>
                  </a:lnTo>
                  <a:lnTo>
                    <a:pt x="123596" y="229920"/>
                  </a:lnTo>
                  <a:lnTo>
                    <a:pt x="160578" y="229920"/>
                  </a:lnTo>
                  <a:lnTo>
                    <a:pt x="160578" y="177584"/>
                  </a:lnTo>
                  <a:lnTo>
                    <a:pt x="277990" y="177584"/>
                  </a:lnTo>
                  <a:lnTo>
                    <a:pt x="277990" y="1478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828770" y="2867331"/>
              <a:ext cx="278130" cy="288925"/>
            </a:xfrm>
            <a:custGeom>
              <a:avLst/>
              <a:gdLst/>
              <a:ahLst/>
              <a:cxnLst/>
              <a:rect l="l" t="t" r="r" b="b"/>
              <a:pathLst>
                <a:path w="278129" h="288925">
                  <a:moveTo>
                    <a:pt x="204472" y="0"/>
                  </a:moveTo>
                  <a:lnTo>
                    <a:pt x="204472" y="34257"/>
                  </a:lnTo>
                  <a:lnTo>
                    <a:pt x="73153" y="34257"/>
                  </a:lnTo>
                  <a:lnTo>
                    <a:pt x="73153" y="0"/>
                  </a:lnTo>
                  <a:lnTo>
                    <a:pt x="36160" y="0"/>
                  </a:lnTo>
                  <a:lnTo>
                    <a:pt x="36160" y="123706"/>
                  </a:lnTo>
                  <a:lnTo>
                    <a:pt x="241703" y="123706"/>
                  </a:lnTo>
                  <a:lnTo>
                    <a:pt x="241703" y="0"/>
                  </a:lnTo>
                  <a:lnTo>
                    <a:pt x="204472" y="0"/>
                  </a:lnTo>
                  <a:close/>
                </a:path>
                <a:path w="278129" h="288925">
                  <a:moveTo>
                    <a:pt x="73153" y="94088"/>
                  </a:moveTo>
                  <a:lnTo>
                    <a:pt x="73153" y="62210"/>
                  </a:lnTo>
                  <a:lnTo>
                    <a:pt x="204472" y="62210"/>
                  </a:lnTo>
                  <a:lnTo>
                    <a:pt x="204472" y="94088"/>
                  </a:lnTo>
                  <a:lnTo>
                    <a:pt x="73153" y="94088"/>
                  </a:lnTo>
                  <a:close/>
                </a:path>
                <a:path w="278129" h="288925">
                  <a:moveTo>
                    <a:pt x="0" y="177590"/>
                  </a:moveTo>
                  <a:lnTo>
                    <a:pt x="123587" y="177590"/>
                  </a:lnTo>
                  <a:lnTo>
                    <a:pt x="123587" y="229927"/>
                  </a:lnTo>
                  <a:lnTo>
                    <a:pt x="160580" y="229927"/>
                  </a:lnTo>
                  <a:lnTo>
                    <a:pt x="160580" y="177590"/>
                  </a:lnTo>
                  <a:lnTo>
                    <a:pt x="277982" y="177590"/>
                  </a:lnTo>
                  <a:lnTo>
                    <a:pt x="277982" y="147853"/>
                  </a:lnTo>
                  <a:lnTo>
                    <a:pt x="0" y="147853"/>
                  </a:lnTo>
                  <a:lnTo>
                    <a:pt x="0" y="177590"/>
                  </a:lnTo>
                  <a:close/>
                </a:path>
                <a:path w="278129" h="288925">
                  <a:moveTo>
                    <a:pt x="33662" y="204710"/>
                  </a:moveTo>
                  <a:lnTo>
                    <a:pt x="33662" y="288449"/>
                  </a:lnTo>
                  <a:lnTo>
                    <a:pt x="247293" y="288449"/>
                  </a:lnTo>
                  <a:lnTo>
                    <a:pt x="247293" y="258117"/>
                  </a:lnTo>
                  <a:lnTo>
                    <a:pt x="70774" y="258117"/>
                  </a:lnTo>
                  <a:lnTo>
                    <a:pt x="70774" y="204710"/>
                  </a:lnTo>
                  <a:lnTo>
                    <a:pt x="33662" y="204710"/>
                  </a:lnTo>
                  <a:close/>
                </a:path>
              </a:pathLst>
            </a:custGeom>
            <a:ln w="68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125665" y="2857697"/>
              <a:ext cx="256540" cy="304165"/>
            </a:xfrm>
            <a:custGeom>
              <a:avLst/>
              <a:gdLst/>
              <a:ahLst/>
              <a:cxnLst/>
              <a:rect l="l" t="t" r="r" b="b"/>
              <a:pathLst>
                <a:path w="256540" h="304164">
                  <a:moveTo>
                    <a:pt x="255976" y="0"/>
                  </a:moveTo>
                  <a:lnTo>
                    <a:pt x="218626" y="0"/>
                  </a:lnTo>
                  <a:lnTo>
                    <a:pt x="218626" y="58998"/>
                  </a:lnTo>
                  <a:lnTo>
                    <a:pt x="158082" y="58998"/>
                  </a:lnTo>
                  <a:lnTo>
                    <a:pt x="158082" y="89687"/>
                  </a:lnTo>
                  <a:lnTo>
                    <a:pt x="218626" y="89687"/>
                  </a:lnTo>
                  <a:lnTo>
                    <a:pt x="218626" y="180444"/>
                  </a:lnTo>
                  <a:lnTo>
                    <a:pt x="255976" y="180444"/>
                  </a:lnTo>
                  <a:lnTo>
                    <a:pt x="255976" y="0"/>
                  </a:lnTo>
                  <a:close/>
                </a:path>
                <a:path w="256540" h="304164">
                  <a:moveTo>
                    <a:pt x="111811" y="15582"/>
                  </a:moveTo>
                  <a:lnTo>
                    <a:pt x="74104" y="15582"/>
                  </a:lnTo>
                  <a:lnTo>
                    <a:pt x="74104" y="45794"/>
                  </a:lnTo>
                  <a:lnTo>
                    <a:pt x="69367" y="77238"/>
                  </a:lnTo>
                  <a:lnTo>
                    <a:pt x="55474" y="105536"/>
                  </a:lnTo>
                  <a:lnTo>
                    <a:pt x="32370" y="128794"/>
                  </a:lnTo>
                  <a:lnTo>
                    <a:pt x="0" y="145116"/>
                  </a:lnTo>
                  <a:lnTo>
                    <a:pt x="20220" y="175329"/>
                  </a:lnTo>
                  <a:lnTo>
                    <a:pt x="44512" y="163501"/>
                  </a:lnTo>
                  <a:lnTo>
                    <a:pt x="64856" y="147614"/>
                  </a:lnTo>
                  <a:lnTo>
                    <a:pt x="81141" y="128159"/>
                  </a:lnTo>
                  <a:lnTo>
                    <a:pt x="93255" y="105626"/>
                  </a:lnTo>
                  <a:lnTo>
                    <a:pt x="132652" y="105626"/>
                  </a:lnTo>
                  <a:lnTo>
                    <a:pt x="129698" y="102756"/>
                  </a:lnTo>
                  <a:lnTo>
                    <a:pt x="116232" y="76634"/>
                  </a:lnTo>
                  <a:lnTo>
                    <a:pt x="111811" y="47936"/>
                  </a:lnTo>
                  <a:lnTo>
                    <a:pt x="111811" y="15582"/>
                  </a:lnTo>
                  <a:close/>
                </a:path>
                <a:path w="256540" h="304164">
                  <a:moveTo>
                    <a:pt x="132652" y="105626"/>
                  </a:moveTo>
                  <a:lnTo>
                    <a:pt x="93255" y="105626"/>
                  </a:lnTo>
                  <a:lnTo>
                    <a:pt x="104947" y="126259"/>
                  </a:lnTo>
                  <a:lnTo>
                    <a:pt x="120509" y="144105"/>
                  </a:lnTo>
                  <a:lnTo>
                    <a:pt x="139840" y="158650"/>
                  </a:lnTo>
                  <a:lnTo>
                    <a:pt x="162840" y="169382"/>
                  </a:lnTo>
                  <a:lnTo>
                    <a:pt x="182823" y="139644"/>
                  </a:lnTo>
                  <a:lnTo>
                    <a:pt x="151972" y="124395"/>
                  </a:lnTo>
                  <a:lnTo>
                    <a:pt x="132652" y="105626"/>
                  </a:lnTo>
                  <a:close/>
                </a:path>
                <a:path w="256540" h="304164">
                  <a:moveTo>
                    <a:pt x="255976" y="195193"/>
                  </a:moveTo>
                  <a:lnTo>
                    <a:pt x="48649" y="195193"/>
                  </a:lnTo>
                  <a:lnTo>
                    <a:pt x="48649" y="224811"/>
                  </a:lnTo>
                  <a:lnTo>
                    <a:pt x="218626" y="224811"/>
                  </a:lnTo>
                  <a:lnTo>
                    <a:pt x="218626" y="303793"/>
                  </a:lnTo>
                  <a:lnTo>
                    <a:pt x="255976" y="303793"/>
                  </a:lnTo>
                  <a:lnTo>
                    <a:pt x="255976" y="1951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122220" y="2854252"/>
              <a:ext cx="262865" cy="310683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9510550" y="2857697"/>
              <a:ext cx="258445" cy="300990"/>
            </a:xfrm>
            <a:custGeom>
              <a:avLst/>
              <a:gdLst/>
              <a:ahLst/>
              <a:cxnLst/>
              <a:rect l="l" t="t" r="r" b="b"/>
              <a:pathLst>
                <a:path w="258445" h="300989">
                  <a:moveTo>
                    <a:pt x="153799" y="12964"/>
                  </a:moveTo>
                  <a:lnTo>
                    <a:pt x="16533" y="12964"/>
                  </a:lnTo>
                  <a:lnTo>
                    <a:pt x="16533" y="43178"/>
                  </a:lnTo>
                  <a:lnTo>
                    <a:pt x="112287" y="43178"/>
                  </a:lnTo>
                  <a:lnTo>
                    <a:pt x="102570" y="71766"/>
                  </a:lnTo>
                  <a:lnTo>
                    <a:pt x="80944" y="96228"/>
                  </a:lnTo>
                  <a:lnTo>
                    <a:pt x="46917" y="115873"/>
                  </a:lnTo>
                  <a:lnTo>
                    <a:pt x="0" y="130010"/>
                  </a:lnTo>
                  <a:lnTo>
                    <a:pt x="12846" y="160579"/>
                  </a:lnTo>
                  <a:lnTo>
                    <a:pt x="58964" y="146419"/>
                  </a:lnTo>
                  <a:lnTo>
                    <a:pt x="96318" y="126516"/>
                  </a:lnTo>
                  <a:lnTo>
                    <a:pt x="124616" y="100747"/>
                  </a:lnTo>
                  <a:lnTo>
                    <a:pt x="143570" y="68989"/>
                  </a:lnTo>
                  <a:lnTo>
                    <a:pt x="250505" y="68989"/>
                  </a:lnTo>
                  <a:lnTo>
                    <a:pt x="250505" y="40204"/>
                  </a:lnTo>
                  <a:lnTo>
                    <a:pt x="151658" y="40204"/>
                  </a:lnTo>
                  <a:lnTo>
                    <a:pt x="152595" y="33623"/>
                  </a:lnTo>
                  <a:lnTo>
                    <a:pt x="153264" y="26897"/>
                  </a:lnTo>
                  <a:lnTo>
                    <a:pt x="153666" y="20014"/>
                  </a:lnTo>
                  <a:lnTo>
                    <a:pt x="153799" y="12964"/>
                  </a:lnTo>
                  <a:close/>
                </a:path>
                <a:path w="258445" h="300989">
                  <a:moveTo>
                    <a:pt x="250505" y="68989"/>
                  </a:moveTo>
                  <a:lnTo>
                    <a:pt x="213155" y="68989"/>
                  </a:lnTo>
                  <a:lnTo>
                    <a:pt x="213155" y="98845"/>
                  </a:lnTo>
                  <a:lnTo>
                    <a:pt x="139883" y="98845"/>
                  </a:lnTo>
                  <a:lnTo>
                    <a:pt x="139883" y="127512"/>
                  </a:lnTo>
                  <a:lnTo>
                    <a:pt x="213155" y="127512"/>
                  </a:lnTo>
                  <a:lnTo>
                    <a:pt x="213155" y="153799"/>
                  </a:lnTo>
                  <a:lnTo>
                    <a:pt x="250505" y="153799"/>
                  </a:lnTo>
                  <a:lnTo>
                    <a:pt x="250505" y="68989"/>
                  </a:lnTo>
                  <a:close/>
                </a:path>
                <a:path w="258445" h="300989">
                  <a:moveTo>
                    <a:pt x="250505" y="0"/>
                  </a:moveTo>
                  <a:lnTo>
                    <a:pt x="213155" y="0"/>
                  </a:lnTo>
                  <a:lnTo>
                    <a:pt x="213155" y="40204"/>
                  </a:lnTo>
                  <a:lnTo>
                    <a:pt x="250505" y="40204"/>
                  </a:lnTo>
                  <a:lnTo>
                    <a:pt x="250505" y="0"/>
                  </a:lnTo>
                  <a:close/>
                </a:path>
                <a:path w="258445" h="300989">
                  <a:moveTo>
                    <a:pt x="250505" y="165694"/>
                  </a:moveTo>
                  <a:lnTo>
                    <a:pt x="50196" y="165694"/>
                  </a:lnTo>
                  <a:lnTo>
                    <a:pt x="50196" y="195313"/>
                  </a:lnTo>
                  <a:lnTo>
                    <a:pt x="212917" y="195313"/>
                  </a:lnTo>
                  <a:lnTo>
                    <a:pt x="212917" y="217912"/>
                  </a:lnTo>
                  <a:lnTo>
                    <a:pt x="50671" y="217912"/>
                  </a:lnTo>
                  <a:lnTo>
                    <a:pt x="50671" y="300938"/>
                  </a:lnTo>
                  <a:lnTo>
                    <a:pt x="258355" y="300938"/>
                  </a:lnTo>
                  <a:lnTo>
                    <a:pt x="258355" y="270963"/>
                  </a:lnTo>
                  <a:lnTo>
                    <a:pt x="88021" y="270963"/>
                  </a:lnTo>
                  <a:lnTo>
                    <a:pt x="88021" y="245865"/>
                  </a:lnTo>
                  <a:lnTo>
                    <a:pt x="250505" y="245865"/>
                  </a:lnTo>
                  <a:lnTo>
                    <a:pt x="250505" y="16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510550" y="2857697"/>
              <a:ext cx="258445" cy="300990"/>
            </a:xfrm>
            <a:custGeom>
              <a:avLst/>
              <a:gdLst/>
              <a:ahLst/>
              <a:cxnLst/>
              <a:rect l="l" t="t" r="r" b="b"/>
              <a:pathLst>
                <a:path w="258445" h="300989">
                  <a:moveTo>
                    <a:pt x="213155" y="68989"/>
                  </a:moveTo>
                  <a:lnTo>
                    <a:pt x="213155" y="98845"/>
                  </a:lnTo>
                  <a:lnTo>
                    <a:pt x="139883" y="98845"/>
                  </a:lnTo>
                  <a:lnTo>
                    <a:pt x="139883" y="127512"/>
                  </a:lnTo>
                  <a:lnTo>
                    <a:pt x="213155" y="127512"/>
                  </a:lnTo>
                  <a:lnTo>
                    <a:pt x="213155" y="153799"/>
                  </a:lnTo>
                  <a:lnTo>
                    <a:pt x="250505" y="153799"/>
                  </a:lnTo>
                  <a:lnTo>
                    <a:pt x="250505" y="0"/>
                  </a:lnTo>
                  <a:lnTo>
                    <a:pt x="213155" y="0"/>
                  </a:lnTo>
                  <a:lnTo>
                    <a:pt x="213155" y="40204"/>
                  </a:lnTo>
                  <a:lnTo>
                    <a:pt x="151658" y="40204"/>
                  </a:lnTo>
                  <a:lnTo>
                    <a:pt x="152595" y="33623"/>
                  </a:lnTo>
                  <a:lnTo>
                    <a:pt x="153264" y="26897"/>
                  </a:lnTo>
                  <a:lnTo>
                    <a:pt x="153666" y="20014"/>
                  </a:lnTo>
                  <a:lnTo>
                    <a:pt x="153799" y="12964"/>
                  </a:lnTo>
                  <a:lnTo>
                    <a:pt x="16533" y="12964"/>
                  </a:lnTo>
                  <a:lnTo>
                    <a:pt x="16533" y="43178"/>
                  </a:lnTo>
                  <a:lnTo>
                    <a:pt x="112287" y="43178"/>
                  </a:lnTo>
                  <a:lnTo>
                    <a:pt x="102570" y="71766"/>
                  </a:lnTo>
                  <a:lnTo>
                    <a:pt x="80944" y="96228"/>
                  </a:lnTo>
                  <a:lnTo>
                    <a:pt x="46917" y="115873"/>
                  </a:lnTo>
                  <a:lnTo>
                    <a:pt x="0" y="130010"/>
                  </a:lnTo>
                  <a:lnTo>
                    <a:pt x="12846" y="160579"/>
                  </a:lnTo>
                  <a:lnTo>
                    <a:pt x="58964" y="146419"/>
                  </a:lnTo>
                  <a:lnTo>
                    <a:pt x="96318" y="126516"/>
                  </a:lnTo>
                  <a:lnTo>
                    <a:pt x="124616" y="100747"/>
                  </a:lnTo>
                  <a:lnTo>
                    <a:pt x="143570" y="68989"/>
                  </a:lnTo>
                  <a:lnTo>
                    <a:pt x="213155" y="68989"/>
                  </a:lnTo>
                  <a:close/>
                </a:path>
                <a:path w="258445" h="300989">
                  <a:moveTo>
                    <a:pt x="88021" y="245865"/>
                  </a:moveTo>
                  <a:lnTo>
                    <a:pt x="250505" y="245865"/>
                  </a:lnTo>
                  <a:lnTo>
                    <a:pt x="250505" y="165694"/>
                  </a:lnTo>
                  <a:lnTo>
                    <a:pt x="50196" y="165694"/>
                  </a:lnTo>
                  <a:lnTo>
                    <a:pt x="50196" y="195313"/>
                  </a:lnTo>
                  <a:lnTo>
                    <a:pt x="212917" y="195313"/>
                  </a:lnTo>
                  <a:lnTo>
                    <a:pt x="212917" y="217912"/>
                  </a:lnTo>
                  <a:lnTo>
                    <a:pt x="50671" y="217912"/>
                  </a:lnTo>
                  <a:lnTo>
                    <a:pt x="50671" y="300938"/>
                  </a:lnTo>
                  <a:lnTo>
                    <a:pt x="258355" y="300938"/>
                  </a:lnTo>
                  <a:lnTo>
                    <a:pt x="258355" y="270963"/>
                  </a:lnTo>
                  <a:lnTo>
                    <a:pt x="88021" y="270963"/>
                  </a:lnTo>
                  <a:lnTo>
                    <a:pt x="88021" y="245865"/>
                  </a:lnTo>
                  <a:close/>
                </a:path>
              </a:pathLst>
            </a:custGeom>
            <a:ln w="68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801498" y="2857697"/>
              <a:ext cx="285750" cy="304165"/>
            </a:xfrm>
            <a:custGeom>
              <a:avLst/>
              <a:gdLst/>
              <a:ahLst/>
              <a:cxnLst/>
              <a:rect l="l" t="t" r="r" b="b"/>
              <a:pathLst>
                <a:path w="285750" h="304164">
                  <a:moveTo>
                    <a:pt x="241225" y="0"/>
                  </a:moveTo>
                  <a:lnTo>
                    <a:pt x="203520" y="0"/>
                  </a:lnTo>
                  <a:lnTo>
                    <a:pt x="203520" y="303793"/>
                  </a:lnTo>
                  <a:lnTo>
                    <a:pt x="241225" y="303793"/>
                  </a:lnTo>
                  <a:lnTo>
                    <a:pt x="241225" y="155346"/>
                  </a:lnTo>
                  <a:lnTo>
                    <a:pt x="285237" y="155346"/>
                  </a:lnTo>
                  <a:lnTo>
                    <a:pt x="285237" y="123705"/>
                  </a:lnTo>
                  <a:lnTo>
                    <a:pt x="241225" y="123705"/>
                  </a:lnTo>
                  <a:lnTo>
                    <a:pt x="241225" y="0"/>
                  </a:lnTo>
                  <a:close/>
                </a:path>
                <a:path w="285750" h="304164">
                  <a:moveTo>
                    <a:pt x="95752" y="118472"/>
                  </a:moveTo>
                  <a:lnTo>
                    <a:pt x="58997" y="118472"/>
                  </a:lnTo>
                  <a:lnTo>
                    <a:pt x="58997" y="209229"/>
                  </a:lnTo>
                  <a:lnTo>
                    <a:pt x="0" y="209943"/>
                  </a:lnTo>
                  <a:lnTo>
                    <a:pt x="3686" y="240156"/>
                  </a:lnTo>
                  <a:lnTo>
                    <a:pt x="46573" y="239996"/>
                  </a:lnTo>
                  <a:lnTo>
                    <a:pt x="93329" y="238520"/>
                  </a:lnTo>
                  <a:lnTo>
                    <a:pt x="141802" y="235037"/>
                  </a:lnTo>
                  <a:lnTo>
                    <a:pt x="189840" y="228856"/>
                  </a:lnTo>
                  <a:lnTo>
                    <a:pt x="188248" y="208159"/>
                  </a:lnTo>
                  <a:lnTo>
                    <a:pt x="95752" y="208159"/>
                  </a:lnTo>
                  <a:lnTo>
                    <a:pt x="95752" y="118472"/>
                  </a:lnTo>
                  <a:close/>
                </a:path>
                <a:path w="285750" h="304164">
                  <a:moveTo>
                    <a:pt x="187700" y="201022"/>
                  </a:moveTo>
                  <a:lnTo>
                    <a:pt x="165404" y="203509"/>
                  </a:lnTo>
                  <a:lnTo>
                    <a:pt x="142439" y="205482"/>
                  </a:lnTo>
                  <a:lnTo>
                    <a:pt x="119118" y="207010"/>
                  </a:lnTo>
                  <a:lnTo>
                    <a:pt x="95752" y="208159"/>
                  </a:lnTo>
                  <a:lnTo>
                    <a:pt x="188248" y="208159"/>
                  </a:lnTo>
                  <a:lnTo>
                    <a:pt x="187700" y="201022"/>
                  </a:lnTo>
                  <a:close/>
                </a:path>
                <a:path w="285750" h="304164">
                  <a:moveTo>
                    <a:pt x="172712" y="31402"/>
                  </a:moveTo>
                  <a:lnTo>
                    <a:pt x="16176" y="31402"/>
                  </a:lnTo>
                  <a:lnTo>
                    <a:pt x="16176" y="61496"/>
                  </a:lnTo>
                  <a:lnTo>
                    <a:pt x="135481" y="61496"/>
                  </a:lnTo>
                  <a:lnTo>
                    <a:pt x="135119" y="82594"/>
                  </a:lnTo>
                  <a:lnTo>
                    <a:pt x="134009" y="107082"/>
                  </a:lnTo>
                  <a:lnTo>
                    <a:pt x="131584" y="135362"/>
                  </a:lnTo>
                  <a:lnTo>
                    <a:pt x="127273" y="167835"/>
                  </a:lnTo>
                  <a:lnTo>
                    <a:pt x="164148" y="170809"/>
                  </a:lnTo>
                  <a:lnTo>
                    <a:pt x="168965" y="134093"/>
                  </a:lnTo>
                  <a:lnTo>
                    <a:pt x="171463" y="102429"/>
                  </a:lnTo>
                  <a:lnTo>
                    <a:pt x="172444" y="75515"/>
                  </a:lnTo>
                  <a:lnTo>
                    <a:pt x="172611" y="61496"/>
                  </a:lnTo>
                  <a:lnTo>
                    <a:pt x="172712" y="314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0005018" y="2857697"/>
              <a:ext cx="81915" cy="304165"/>
            </a:xfrm>
            <a:custGeom>
              <a:avLst/>
              <a:gdLst/>
              <a:ahLst/>
              <a:cxnLst/>
              <a:rect l="l" t="t" r="r" b="b"/>
              <a:pathLst>
                <a:path w="81915" h="304164">
                  <a:moveTo>
                    <a:pt x="37705" y="123705"/>
                  </a:moveTo>
                  <a:lnTo>
                    <a:pt x="37705" y="0"/>
                  </a:lnTo>
                  <a:lnTo>
                    <a:pt x="0" y="0"/>
                  </a:lnTo>
                  <a:lnTo>
                    <a:pt x="0" y="303793"/>
                  </a:lnTo>
                  <a:lnTo>
                    <a:pt x="37705" y="303793"/>
                  </a:lnTo>
                  <a:lnTo>
                    <a:pt x="37705" y="155346"/>
                  </a:lnTo>
                  <a:lnTo>
                    <a:pt x="81717" y="155346"/>
                  </a:lnTo>
                  <a:lnTo>
                    <a:pt x="81717" y="123705"/>
                  </a:lnTo>
                  <a:lnTo>
                    <a:pt x="37705" y="123705"/>
                  </a:lnTo>
                  <a:close/>
                </a:path>
              </a:pathLst>
            </a:custGeom>
            <a:ln w="688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9798053" y="2885655"/>
              <a:ext cx="196730" cy="215643"/>
            </a:xfrm>
            <a:prstGeom prst="rect">
              <a:avLst/>
            </a:prstGeom>
          </p:spPr>
        </p:pic>
      </p:grpSp>
      <p:grpSp>
        <p:nvGrpSpPr>
          <p:cNvPr id="109" name="object 109"/>
          <p:cNvGrpSpPr/>
          <p:nvPr/>
        </p:nvGrpSpPr>
        <p:grpSpPr>
          <a:xfrm>
            <a:off x="6892758" y="5858156"/>
            <a:ext cx="494665" cy="264160"/>
            <a:chOff x="6892758" y="5858156"/>
            <a:chExt cx="494665" cy="264160"/>
          </a:xfrm>
        </p:grpSpPr>
        <p:pic>
          <p:nvPicPr>
            <p:cNvPr id="110" name="object 11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892758" y="5858156"/>
              <a:ext cx="419949" cy="231814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7340981" y="6049663"/>
              <a:ext cx="46355" cy="72390"/>
            </a:xfrm>
            <a:custGeom>
              <a:avLst/>
              <a:gdLst/>
              <a:ahLst/>
              <a:cxnLst/>
              <a:rect l="l" t="t" r="r" b="b"/>
              <a:pathLst>
                <a:path w="46354" h="72389">
                  <a:moveTo>
                    <a:pt x="46052" y="0"/>
                  </a:moveTo>
                  <a:lnTo>
                    <a:pt x="13314" y="0"/>
                  </a:lnTo>
                  <a:lnTo>
                    <a:pt x="0" y="72316"/>
                  </a:lnTo>
                  <a:lnTo>
                    <a:pt x="24622" y="72316"/>
                  </a:lnTo>
                  <a:lnTo>
                    <a:pt x="460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2" name="object 112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7471008" y="5858156"/>
            <a:ext cx="443386" cy="233090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983535" y="5865452"/>
            <a:ext cx="212754" cy="225430"/>
          </a:xfrm>
          <a:prstGeom prst="rect">
            <a:avLst/>
          </a:prstGeom>
        </p:spPr>
      </p:pic>
      <p:grpSp>
        <p:nvGrpSpPr>
          <p:cNvPr id="114" name="object 114"/>
          <p:cNvGrpSpPr/>
          <p:nvPr/>
        </p:nvGrpSpPr>
        <p:grpSpPr>
          <a:xfrm>
            <a:off x="8269215" y="5858156"/>
            <a:ext cx="427355" cy="233045"/>
            <a:chOff x="8269215" y="5858156"/>
            <a:chExt cx="427355" cy="233045"/>
          </a:xfrm>
        </p:grpSpPr>
        <p:sp>
          <p:nvSpPr>
            <p:cNvPr id="115" name="object 115"/>
            <p:cNvSpPr/>
            <p:nvPr/>
          </p:nvSpPr>
          <p:spPr>
            <a:xfrm>
              <a:off x="8297202" y="5864859"/>
              <a:ext cx="161290" cy="81280"/>
            </a:xfrm>
            <a:custGeom>
              <a:avLst/>
              <a:gdLst/>
              <a:ahLst/>
              <a:cxnLst/>
              <a:rect l="l" t="t" r="r" b="b"/>
              <a:pathLst>
                <a:path w="161290" h="81279">
                  <a:moveTo>
                    <a:pt x="160870" y="58420"/>
                  </a:moveTo>
                  <a:lnTo>
                    <a:pt x="28727" y="58420"/>
                  </a:lnTo>
                  <a:lnTo>
                    <a:pt x="28727" y="0"/>
                  </a:lnTo>
                  <a:lnTo>
                    <a:pt x="0" y="0"/>
                  </a:lnTo>
                  <a:lnTo>
                    <a:pt x="0" y="58420"/>
                  </a:lnTo>
                  <a:lnTo>
                    <a:pt x="0" y="81280"/>
                  </a:lnTo>
                  <a:lnTo>
                    <a:pt x="160870" y="81280"/>
                  </a:lnTo>
                  <a:lnTo>
                    <a:pt x="160870" y="58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269215" y="5858156"/>
              <a:ext cx="426789" cy="232908"/>
            </a:xfrm>
            <a:prstGeom prst="rect">
              <a:avLst/>
            </a:prstGeom>
          </p:spPr>
        </p:pic>
      </p:grpSp>
      <p:pic>
        <p:nvPicPr>
          <p:cNvPr id="117" name="object 117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8777092" y="5858156"/>
            <a:ext cx="219958" cy="230719"/>
          </a:xfrm>
          <a:prstGeom prst="rect">
            <a:avLst/>
          </a:prstGeom>
        </p:spPr>
      </p:pic>
      <p:grpSp>
        <p:nvGrpSpPr>
          <p:cNvPr id="118" name="object 118"/>
          <p:cNvGrpSpPr/>
          <p:nvPr/>
        </p:nvGrpSpPr>
        <p:grpSpPr>
          <a:xfrm>
            <a:off x="9066237" y="5858156"/>
            <a:ext cx="419734" cy="233679"/>
            <a:chOff x="9066237" y="5858156"/>
            <a:chExt cx="419734" cy="233679"/>
          </a:xfrm>
        </p:grpSpPr>
        <p:sp>
          <p:nvSpPr>
            <p:cNvPr id="119" name="object 119"/>
            <p:cNvSpPr/>
            <p:nvPr/>
          </p:nvSpPr>
          <p:spPr>
            <a:xfrm>
              <a:off x="9066225" y="5873571"/>
              <a:ext cx="213360" cy="189865"/>
            </a:xfrm>
            <a:custGeom>
              <a:avLst/>
              <a:gdLst/>
              <a:ahLst/>
              <a:cxnLst/>
              <a:rect l="l" t="t" r="r" b="b"/>
              <a:pathLst>
                <a:path w="213359" h="189864">
                  <a:moveTo>
                    <a:pt x="188683" y="0"/>
                  </a:moveTo>
                  <a:lnTo>
                    <a:pt x="160147" y="0"/>
                  </a:lnTo>
                  <a:lnTo>
                    <a:pt x="160147" y="38125"/>
                  </a:lnTo>
                  <a:lnTo>
                    <a:pt x="188683" y="38125"/>
                  </a:lnTo>
                  <a:lnTo>
                    <a:pt x="188683" y="0"/>
                  </a:lnTo>
                  <a:close/>
                </a:path>
                <a:path w="213359" h="189864">
                  <a:moveTo>
                    <a:pt x="213118" y="166065"/>
                  </a:moveTo>
                  <a:lnTo>
                    <a:pt x="120294" y="166065"/>
                  </a:lnTo>
                  <a:lnTo>
                    <a:pt x="120294" y="120827"/>
                  </a:lnTo>
                  <a:lnTo>
                    <a:pt x="188683" y="120827"/>
                  </a:lnTo>
                  <a:lnTo>
                    <a:pt x="188683" y="97967"/>
                  </a:lnTo>
                  <a:lnTo>
                    <a:pt x="52171" y="97967"/>
                  </a:lnTo>
                  <a:lnTo>
                    <a:pt x="52171" y="61137"/>
                  </a:lnTo>
                  <a:lnTo>
                    <a:pt x="160147" y="61137"/>
                  </a:lnTo>
                  <a:lnTo>
                    <a:pt x="160147" y="97574"/>
                  </a:lnTo>
                  <a:lnTo>
                    <a:pt x="188683" y="97574"/>
                  </a:lnTo>
                  <a:lnTo>
                    <a:pt x="188683" y="61137"/>
                  </a:lnTo>
                  <a:lnTo>
                    <a:pt x="188683" y="38277"/>
                  </a:lnTo>
                  <a:lnTo>
                    <a:pt x="52171" y="38277"/>
                  </a:lnTo>
                  <a:lnTo>
                    <a:pt x="52171" y="177"/>
                  </a:lnTo>
                  <a:lnTo>
                    <a:pt x="23444" y="177"/>
                  </a:lnTo>
                  <a:lnTo>
                    <a:pt x="23444" y="38277"/>
                  </a:lnTo>
                  <a:lnTo>
                    <a:pt x="23444" y="61137"/>
                  </a:lnTo>
                  <a:lnTo>
                    <a:pt x="23444" y="97967"/>
                  </a:lnTo>
                  <a:lnTo>
                    <a:pt x="23444" y="120827"/>
                  </a:lnTo>
                  <a:lnTo>
                    <a:pt x="91833" y="120827"/>
                  </a:lnTo>
                  <a:lnTo>
                    <a:pt x="91833" y="166065"/>
                  </a:lnTo>
                  <a:lnTo>
                    <a:pt x="0" y="166065"/>
                  </a:lnTo>
                  <a:lnTo>
                    <a:pt x="0" y="189496"/>
                  </a:lnTo>
                  <a:lnTo>
                    <a:pt x="213118" y="189496"/>
                  </a:lnTo>
                  <a:lnTo>
                    <a:pt x="213118" y="1660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299422" y="5858156"/>
              <a:ext cx="186490" cy="233455"/>
            </a:xfrm>
            <a:prstGeom prst="rect">
              <a:avLst/>
            </a:prstGeom>
          </p:spPr>
        </p:pic>
      </p:grpSp>
      <p:sp>
        <p:nvSpPr>
          <p:cNvPr id="121" name="object 121"/>
          <p:cNvSpPr/>
          <p:nvPr/>
        </p:nvSpPr>
        <p:spPr>
          <a:xfrm>
            <a:off x="9517367" y="5866129"/>
            <a:ext cx="213360" cy="130810"/>
          </a:xfrm>
          <a:custGeom>
            <a:avLst/>
            <a:gdLst/>
            <a:ahLst/>
            <a:cxnLst/>
            <a:rect l="l" t="t" r="r" b="b"/>
            <a:pathLst>
              <a:path w="213359" h="130810">
                <a:moveTo>
                  <a:pt x="189141" y="58420"/>
                </a:moveTo>
                <a:lnTo>
                  <a:pt x="56083" y="58420"/>
                </a:lnTo>
                <a:lnTo>
                  <a:pt x="56083" y="0"/>
                </a:lnTo>
                <a:lnTo>
                  <a:pt x="27546" y="0"/>
                </a:lnTo>
                <a:lnTo>
                  <a:pt x="27546" y="58420"/>
                </a:lnTo>
                <a:lnTo>
                  <a:pt x="27546" y="80010"/>
                </a:lnTo>
                <a:lnTo>
                  <a:pt x="189141" y="80010"/>
                </a:lnTo>
                <a:lnTo>
                  <a:pt x="189141" y="58420"/>
                </a:lnTo>
                <a:close/>
              </a:path>
              <a:path w="213359" h="130810">
                <a:moveTo>
                  <a:pt x="213118" y="107759"/>
                </a:moveTo>
                <a:lnTo>
                  <a:pt x="0" y="107759"/>
                </a:lnTo>
                <a:lnTo>
                  <a:pt x="0" y="130378"/>
                </a:lnTo>
                <a:lnTo>
                  <a:pt x="213118" y="130378"/>
                </a:lnTo>
                <a:lnTo>
                  <a:pt x="213118" y="107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9542996" y="6017259"/>
            <a:ext cx="165100" cy="68580"/>
          </a:xfrm>
          <a:custGeom>
            <a:avLst/>
            <a:gdLst/>
            <a:ahLst/>
            <a:cxnLst/>
            <a:rect l="l" t="t" r="r" b="b"/>
            <a:pathLst>
              <a:path w="165100" h="68579">
                <a:moveTo>
                  <a:pt x="164973" y="45720"/>
                </a:moveTo>
                <a:lnTo>
                  <a:pt x="28638" y="45720"/>
                </a:lnTo>
                <a:lnTo>
                  <a:pt x="28638" y="0"/>
                </a:lnTo>
                <a:lnTo>
                  <a:pt x="0" y="0"/>
                </a:lnTo>
                <a:lnTo>
                  <a:pt x="0" y="45720"/>
                </a:lnTo>
                <a:lnTo>
                  <a:pt x="0" y="68580"/>
                </a:lnTo>
                <a:lnTo>
                  <a:pt x="164973" y="68580"/>
                </a:lnTo>
                <a:lnTo>
                  <a:pt x="164973" y="457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3" name="object 123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9806251" y="5858339"/>
            <a:ext cx="435453" cy="231996"/>
          </a:xfrm>
          <a:prstGeom prst="rect">
            <a:avLst/>
          </a:prstGeom>
        </p:spPr>
      </p:pic>
      <p:sp>
        <p:nvSpPr>
          <p:cNvPr id="124" name="object 124"/>
          <p:cNvSpPr/>
          <p:nvPr/>
        </p:nvSpPr>
        <p:spPr>
          <a:xfrm>
            <a:off x="10262591" y="5858509"/>
            <a:ext cx="208915" cy="228600"/>
          </a:xfrm>
          <a:custGeom>
            <a:avLst/>
            <a:gdLst/>
            <a:ahLst/>
            <a:cxnLst/>
            <a:rect l="l" t="t" r="r" b="b"/>
            <a:pathLst>
              <a:path w="208915" h="228600">
                <a:moveTo>
                  <a:pt x="110426" y="19050"/>
                </a:moveTo>
                <a:lnTo>
                  <a:pt x="82245" y="19050"/>
                </a:lnTo>
                <a:lnTo>
                  <a:pt x="82245" y="43180"/>
                </a:lnTo>
                <a:lnTo>
                  <a:pt x="82245" y="106680"/>
                </a:lnTo>
                <a:lnTo>
                  <a:pt x="28270" y="106680"/>
                </a:lnTo>
                <a:lnTo>
                  <a:pt x="28270" y="43180"/>
                </a:lnTo>
                <a:lnTo>
                  <a:pt x="82245" y="43180"/>
                </a:lnTo>
                <a:lnTo>
                  <a:pt x="82245" y="19050"/>
                </a:lnTo>
                <a:lnTo>
                  <a:pt x="0" y="19050"/>
                </a:lnTo>
                <a:lnTo>
                  <a:pt x="0" y="43180"/>
                </a:lnTo>
                <a:lnTo>
                  <a:pt x="0" y="106680"/>
                </a:lnTo>
                <a:lnTo>
                  <a:pt x="0" y="129540"/>
                </a:lnTo>
                <a:lnTo>
                  <a:pt x="110426" y="129540"/>
                </a:lnTo>
                <a:lnTo>
                  <a:pt x="110426" y="107175"/>
                </a:lnTo>
                <a:lnTo>
                  <a:pt x="110426" y="106680"/>
                </a:lnTo>
                <a:lnTo>
                  <a:pt x="110426" y="43180"/>
                </a:lnTo>
                <a:lnTo>
                  <a:pt x="110426" y="42608"/>
                </a:lnTo>
                <a:lnTo>
                  <a:pt x="110426" y="19050"/>
                </a:lnTo>
                <a:close/>
              </a:path>
              <a:path w="208915" h="228600">
                <a:moveTo>
                  <a:pt x="185115" y="204470"/>
                </a:moveTo>
                <a:lnTo>
                  <a:pt x="55168" y="204470"/>
                </a:lnTo>
                <a:lnTo>
                  <a:pt x="55168" y="153670"/>
                </a:lnTo>
                <a:lnTo>
                  <a:pt x="26619" y="153670"/>
                </a:lnTo>
                <a:lnTo>
                  <a:pt x="26619" y="204470"/>
                </a:lnTo>
                <a:lnTo>
                  <a:pt x="26619" y="228600"/>
                </a:lnTo>
                <a:lnTo>
                  <a:pt x="185115" y="228600"/>
                </a:lnTo>
                <a:lnTo>
                  <a:pt x="185115" y="204470"/>
                </a:lnTo>
                <a:close/>
              </a:path>
              <a:path w="208915" h="228600">
                <a:moveTo>
                  <a:pt x="208559" y="68580"/>
                </a:moveTo>
                <a:lnTo>
                  <a:pt x="175996" y="68580"/>
                </a:lnTo>
                <a:lnTo>
                  <a:pt x="175996" y="0"/>
                </a:lnTo>
                <a:lnTo>
                  <a:pt x="147180" y="0"/>
                </a:lnTo>
                <a:lnTo>
                  <a:pt x="147180" y="68580"/>
                </a:lnTo>
                <a:lnTo>
                  <a:pt x="147180" y="91440"/>
                </a:lnTo>
                <a:lnTo>
                  <a:pt x="147180" y="170180"/>
                </a:lnTo>
                <a:lnTo>
                  <a:pt x="175996" y="170180"/>
                </a:lnTo>
                <a:lnTo>
                  <a:pt x="175996" y="91440"/>
                </a:lnTo>
                <a:lnTo>
                  <a:pt x="208559" y="91440"/>
                </a:lnTo>
                <a:lnTo>
                  <a:pt x="208559" y="68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5" name="object 125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0540248" y="5856606"/>
            <a:ext cx="442200" cy="231722"/>
          </a:xfrm>
          <a:prstGeom prst="rect">
            <a:avLst/>
          </a:prstGeom>
        </p:spPr>
      </p:pic>
      <p:sp>
        <p:nvSpPr>
          <p:cNvPr id="126" name="object 126"/>
          <p:cNvSpPr/>
          <p:nvPr/>
        </p:nvSpPr>
        <p:spPr>
          <a:xfrm>
            <a:off x="8752573" y="5037937"/>
            <a:ext cx="363855" cy="464820"/>
          </a:xfrm>
          <a:custGeom>
            <a:avLst/>
            <a:gdLst/>
            <a:ahLst/>
            <a:cxnLst/>
            <a:rect l="l" t="t" r="r" b="b"/>
            <a:pathLst>
              <a:path w="363854" h="464820">
                <a:moveTo>
                  <a:pt x="363791" y="238874"/>
                </a:moveTo>
                <a:lnTo>
                  <a:pt x="360959" y="229908"/>
                </a:lnTo>
                <a:lnTo>
                  <a:pt x="354672" y="222453"/>
                </a:lnTo>
                <a:lnTo>
                  <a:pt x="345986" y="218033"/>
                </a:lnTo>
                <a:lnTo>
                  <a:pt x="336613" y="217297"/>
                </a:lnTo>
                <a:lnTo>
                  <a:pt x="327634" y="220141"/>
                </a:lnTo>
                <a:lnTo>
                  <a:pt x="320192" y="226428"/>
                </a:lnTo>
                <a:lnTo>
                  <a:pt x="207225" y="368782"/>
                </a:lnTo>
                <a:lnTo>
                  <a:pt x="207225" y="134315"/>
                </a:lnTo>
                <a:lnTo>
                  <a:pt x="207213" y="24549"/>
                </a:lnTo>
                <a:lnTo>
                  <a:pt x="205295" y="14998"/>
                </a:lnTo>
                <a:lnTo>
                  <a:pt x="200025" y="7200"/>
                </a:lnTo>
                <a:lnTo>
                  <a:pt x="192227" y="1930"/>
                </a:lnTo>
                <a:lnTo>
                  <a:pt x="182664" y="0"/>
                </a:lnTo>
                <a:lnTo>
                  <a:pt x="173113" y="1930"/>
                </a:lnTo>
                <a:lnTo>
                  <a:pt x="165315" y="7200"/>
                </a:lnTo>
                <a:lnTo>
                  <a:pt x="160045" y="14998"/>
                </a:lnTo>
                <a:lnTo>
                  <a:pt x="158115" y="24549"/>
                </a:lnTo>
                <a:lnTo>
                  <a:pt x="158115" y="134315"/>
                </a:lnTo>
                <a:lnTo>
                  <a:pt x="158115" y="135788"/>
                </a:lnTo>
                <a:lnTo>
                  <a:pt x="158115" y="145313"/>
                </a:lnTo>
                <a:lnTo>
                  <a:pt x="158115" y="146799"/>
                </a:lnTo>
                <a:lnTo>
                  <a:pt x="158115" y="370535"/>
                </a:lnTo>
                <a:lnTo>
                  <a:pt x="43776" y="226428"/>
                </a:lnTo>
                <a:lnTo>
                  <a:pt x="36322" y="220141"/>
                </a:lnTo>
                <a:lnTo>
                  <a:pt x="27355" y="217297"/>
                </a:lnTo>
                <a:lnTo>
                  <a:pt x="17970" y="218033"/>
                </a:lnTo>
                <a:lnTo>
                  <a:pt x="9283" y="222453"/>
                </a:lnTo>
                <a:lnTo>
                  <a:pt x="3175" y="227304"/>
                </a:lnTo>
                <a:lnTo>
                  <a:pt x="0" y="234467"/>
                </a:lnTo>
                <a:lnTo>
                  <a:pt x="0" y="247040"/>
                </a:lnTo>
                <a:lnTo>
                  <a:pt x="1739" y="252425"/>
                </a:lnTo>
                <a:lnTo>
                  <a:pt x="167398" y="461238"/>
                </a:lnTo>
                <a:lnTo>
                  <a:pt x="174485" y="464654"/>
                </a:lnTo>
                <a:lnTo>
                  <a:pt x="189471" y="464642"/>
                </a:lnTo>
                <a:lnTo>
                  <a:pt x="196545" y="461225"/>
                </a:lnTo>
                <a:lnTo>
                  <a:pt x="201206" y="455358"/>
                </a:lnTo>
                <a:lnTo>
                  <a:pt x="358648" y="256946"/>
                </a:lnTo>
                <a:lnTo>
                  <a:pt x="363067" y="248259"/>
                </a:lnTo>
                <a:lnTo>
                  <a:pt x="363791" y="23887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7" name="object 127"/>
          <p:cNvGrpSpPr/>
          <p:nvPr/>
        </p:nvGrpSpPr>
        <p:grpSpPr>
          <a:xfrm>
            <a:off x="7775086" y="4203308"/>
            <a:ext cx="840105" cy="222885"/>
            <a:chOff x="7775086" y="4203308"/>
            <a:chExt cx="840105" cy="222885"/>
          </a:xfrm>
        </p:grpSpPr>
        <p:sp>
          <p:nvSpPr>
            <p:cNvPr id="128" name="object 128"/>
            <p:cNvSpPr/>
            <p:nvPr/>
          </p:nvSpPr>
          <p:spPr>
            <a:xfrm>
              <a:off x="7775080" y="4203318"/>
              <a:ext cx="619125" cy="222885"/>
            </a:xfrm>
            <a:custGeom>
              <a:avLst/>
              <a:gdLst/>
              <a:ahLst/>
              <a:cxnLst/>
              <a:rect l="l" t="t" r="r" b="b"/>
              <a:pathLst>
                <a:path w="619125" h="222885">
                  <a:moveTo>
                    <a:pt x="203847" y="87833"/>
                  </a:moveTo>
                  <a:lnTo>
                    <a:pt x="174015" y="87833"/>
                  </a:lnTo>
                  <a:lnTo>
                    <a:pt x="176847" y="70154"/>
                  </a:lnTo>
                  <a:lnTo>
                    <a:pt x="178295" y="54343"/>
                  </a:lnTo>
                  <a:lnTo>
                    <a:pt x="178828" y="40093"/>
                  </a:lnTo>
                  <a:lnTo>
                    <a:pt x="178904" y="10109"/>
                  </a:lnTo>
                  <a:lnTo>
                    <a:pt x="25209" y="10109"/>
                  </a:lnTo>
                  <a:lnTo>
                    <a:pt x="25209" y="32092"/>
                  </a:lnTo>
                  <a:lnTo>
                    <a:pt x="151511" y="32092"/>
                  </a:lnTo>
                  <a:lnTo>
                    <a:pt x="151320" y="44107"/>
                  </a:lnTo>
                  <a:lnTo>
                    <a:pt x="150647" y="57188"/>
                  </a:lnTo>
                  <a:lnTo>
                    <a:pt x="149110" y="71653"/>
                  </a:lnTo>
                  <a:lnTo>
                    <a:pt x="146367" y="87833"/>
                  </a:lnTo>
                  <a:lnTo>
                    <a:pt x="0" y="87833"/>
                  </a:lnTo>
                  <a:lnTo>
                    <a:pt x="0" y="109905"/>
                  </a:lnTo>
                  <a:lnTo>
                    <a:pt x="87757" y="109905"/>
                  </a:lnTo>
                  <a:lnTo>
                    <a:pt x="87757" y="144792"/>
                  </a:lnTo>
                  <a:lnTo>
                    <a:pt x="20675" y="144792"/>
                  </a:lnTo>
                  <a:lnTo>
                    <a:pt x="20675" y="166598"/>
                  </a:lnTo>
                  <a:lnTo>
                    <a:pt x="151866" y="166598"/>
                  </a:lnTo>
                  <a:lnTo>
                    <a:pt x="151866" y="222783"/>
                  </a:lnTo>
                  <a:lnTo>
                    <a:pt x="179425" y="222783"/>
                  </a:lnTo>
                  <a:lnTo>
                    <a:pt x="179425" y="144792"/>
                  </a:lnTo>
                  <a:lnTo>
                    <a:pt x="115227" y="144792"/>
                  </a:lnTo>
                  <a:lnTo>
                    <a:pt x="115227" y="109905"/>
                  </a:lnTo>
                  <a:lnTo>
                    <a:pt x="203847" y="109905"/>
                  </a:lnTo>
                  <a:lnTo>
                    <a:pt x="203847" y="87833"/>
                  </a:lnTo>
                  <a:close/>
                </a:path>
                <a:path w="619125" h="222885">
                  <a:moveTo>
                    <a:pt x="411810" y="104228"/>
                  </a:moveTo>
                  <a:lnTo>
                    <a:pt x="379336" y="94157"/>
                  </a:lnTo>
                  <a:lnTo>
                    <a:pt x="353796" y="76809"/>
                  </a:lnTo>
                  <a:lnTo>
                    <a:pt x="347992" y="69075"/>
                  </a:lnTo>
                  <a:lnTo>
                    <a:pt x="337083" y="54571"/>
                  </a:lnTo>
                  <a:lnTo>
                    <a:pt x="331127" y="29832"/>
                  </a:lnTo>
                  <a:lnTo>
                    <a:pt x="331127" y="13512"/>
                  </a:lnTo>
                  <a:lnTo>
                    <a:pt x="301993" y="13512"/>
                  </a:lnTo>
                  <a:lnTo>
                    <a:pt x="301993" y="29832"/>
                  </a:lnTo>
                  <a:lnTo>
                    <a:pt x="295948" y="54533"/>
                  </a:lnTo>
                  <a:lnTo>
                    <a:pt x="279336" y="76784"/>
                  </a:lnTo>
                  <a:lnTo>
                    <a:pt x="253936" y="94170"/>
                  </a:lnTo>
                  <a:lnTo>
                    <a:pt x="221742" y="104228"/>
                  </a:lnTo>
                  <a:lnTo>
                    <a:pt x="233603" y="127088"/>
                  </a:lnTo>
                  <a:lnTo>
                    <a:pt x="260362" y="119113"/>
                  </a:lnTo>
                  <a:lnTo>
                    <a:pt x="283679" y="106299"/>
                  </a:lnTo>
                  <a:lnTo>
                    <a:pt x="302704" y="89369"/>
                  </a:lnTo>
                  <a:lnTo>
                    <a:pt x="316560" y="69075"/>
                  </a:lnTo>
                  <a:lnTo>
                    <a:pt x="330542" y="89420"/>
                  </a:lnTo>
                  <a:lnTo>
                    <a:pt x="349681" y="106299"/>
                  </a:lnTo>
                  <a:lnTo>
                    <a:pt x="373100" y="119062"/>
                  </a:lnTo>
                  <a:lnTo>
                    <a:pt x="399948" y="127088"/>
                  </a:lnTo>
                  <a:lnTo>
                    <a:pt x="411810" y="104228"/>
                  </a:lnTo>
                  <a:close/>
                </a:path>
                <a:path w="619125" h="222885">
                  <a:moveTo>
                    <a:pt x="419747" y="173139"/>
                  </a:moveTo>
                  <a:lnTo>
                    <a:pt x="330339" y="173139"/>
                  </a:lnTo>
                  <a:lnTo>
                    <a:pt x="330339" y="121424"/>
                  </a:lnTo>
                  <a:lnTo>
                    <a:pt x="303123" y="121424"/>
                  </a:lnTo>
                  <a:lnTo>
                    <a:pt x="303123" y="173139"/>
                  </a:lnTo>
                  <a:lnTo>
                    <a:pt x="215900" y="173139"/>
                  </a:lnTo>
                  <a:lnTo>
                    <a:pt x="215900" y="195300"/>
                  </a:lnTo>
                  <a:lnTo>
                    <a:pt x="419747" y="195300"/>
                  </a:lnTo>
                  <a:lnTo>
                    <a:pt x="419747" y="173139"/>
                  </a:lnTo>
                  <a:close/>
                </a:path>
                <a:path w="619125" h="222885">
                  <a:moveTo>
                    <a:pt x="566115" y="104317"/>
                  </a:moveTo>
                  <a:lnTo>
                    <a:pt x="543394" y="92925"/>
                  </a:lnTo>
                  <a:lnTo>
                    <a:pt x="529424" y="79463"/>
                  </a:lnTo>
                  <a:lnTo>
                    <a:pt x="526986" y="77114"/>
                  </a:lnTo>
                  <a:lnTo>
                    <a:pt x="517042" y="58381"/>
                  </a:lnTo>
                  <a:lnTo>
                    <a:pt x="513740" y="38468"/>
                  </a:lnTo>
                  <a:lnTo>
                    <a:pt x="513689" y="35407"/>
                  </a:lnTo>
                  <a:lnTo>
                    <a:pt x="559841" y="35407"/>
                  </a:lnTo>
                  <a:lnTo>
                    <a:pt x="559841" y="13423"/>
                  </a:lnTo>
                  <a:lnTo>
                    <a:pt x="439293" y="13423"/>
                  </a:lnTo>
                  <a:lnTo>
                    <a:pt x="439293" y="35407"/>
                  </a:lnTo>
                  <a:lnTo>
                    <a:pt x="485787" y="35407"/>
                  </a:lnTo>
                  <a:lnTo>
                    <a:pt x="485787" y="38468"/>
                  </a:lnTo>
                  <a:lnTo>
                    <a:pt x="482257" y="60007"/>
                  </a:lnTo>
                  <a:lnTo>
                    <a:pt x="471830" y="80060"/>
                  </a:lnTo>
                  <a:lnTo>
                    <a:pt x="454761" y="96888"/>
                  </a:lnTo>
                  <a:lnTo>
                    <a:pt x="431266" y="108775"/>
                  </a:lnTo>
                  <a:lnTo>
                    <a:pt x="445401" y="130403"/>
                  </a:lnTo>
                  <a:lnTo>
                    <a:pt x="463715" y="121970"/>
                  </a:lnTo>
                  <a:lnTo>
                    <a:pt x="479005" y="110324"/>
                  </a:lnTo>
                  <a:lnTo>
                    <a:pt x="491172" y="95999"/>
                  </a:lnTo>
                  <a:lnTo>
                    <a:pt x="500176" y="79463"/>
                  </a:lnTo>
                  <a:lnTo>
                    <a:pt x="508927" y="94386"/>
                  </a:lnTo>
                  <a:lnTo>
                    <a:pt x="520611" y="107340"/>
                  </a:lnTo>
                  <a:lnTo>
                    <a:pt x="535139" y="117894"/>
                  </a:lnTo>
                  <a:lnTo>
                    <a:pt x="552424" y="125603"/>
                  </a:lnTo>
                  <a:lnTo>
                    <a:pt x="566115" y="104317"/>
                  </a:lnTo>
                  <a:close/>
                </a:path>
                <a:path w="619125" h="222885">
                  <a:moveTo>
                    <a:pt x="618540" y="143484"/>
                  </a:moveTo>
                  <a:lnTo>
                    <a:pt x="466509" y="143484"/>
                  </a:lnTo>
                  <a:lnTo>
                    <a:pt x="466509" y="165557"/>
                  </a:lnTo>
                  <a:lnTo>
                    <a:pt x="591159" y="165557"/>
                  </a:lnTo>
                  <a:lnTo>
                    <a:pt x="591159" y="222783"/>
                  </a:lnTo>
                  <a:lnTo>
                    <a:pt x="618540" y="222783"/>
                  </a:lnTo>
                  <a:lnTo>
                    <a:pt x="618540" y="143484"/>
                  </a:lnTo>
                  <a:close/>
                </a:path>
                <a:path w="619125" h="222885">
                  <a:moveTo>
                    <a:pt x="618540" y="0"/>
                  </a:moveTo>
                  <a:lnTo>
                    <a:pt x="591159" y="0"/>
                  </a:lnTo>
                  <a:lnTo>
                    <a:pt x="591159" y="55130"/>
                  </a:lnTo>
                  <a:lnTo>
                    <a:pt x="553300" y="55130"/>
                  </a:lnTo>
                  <a:lnTo>
                    <a:pt x="553300" y="77635"/>
                  </a:lnTo>
                  <a:lnTo>
                    <a:pt x="591159" y="77635"/>
                  </a:lnTo>
                  <a:lnTo>
                    <a:pt x="591159" y="132930"/>
                  </a:lnTo>
                  <a:lnTo>
                    <a:pt x="618540" y="132930"/>
                  </a:lnTo>
                  <a:lnTo>
                    <a:pt x="6185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426780" y="4203483"/>
              <a:ext cx="187889" cy="218419"/>
            </a:xfrm>
            <a:prstGeom prst="rect">
              <a:avLst/>
            </a:prstGeom>
          </p:spPr>
        </p:pic>
      </p:grpSp>
      <p:grpSp>
        <p:nvGrpSpPr>
          <p:cNvPr id="130" name="object 130"/>
          <p:cNvGrpSpPr/>
          <p:nvPr/>
        </p:nvGrpSpPr>
        <p:grpSpPr>
          <a:xfrm>
            <a:off x="8695645" y="4203308"/>
            <a:ext cx="624840" cy="222885"/>
            <a:chOff x="8695645" y="4203308"/>
            <a:chExt cx="624840" cy="222885"/>
          </a:xfrm>
        </p:grpSpPr>
        <p:sp>
          <p:nvSpPr>
            <p:cNvPr id="131" name="object 131"/>
            <p:cNvSpPr/>
            <p:nvPr/>
          </p:nvSpPr>
          <p:spPr>
            <a:xfrm>
              <a:off x="8720328" y="4212119"/>
              <a:ext cx="154305" cy="97155"/>
            </a:xfrm>
            <a:custGeom>
              <a:avLst/>
              <a:gdLst/>
              <a:ahLst/>
              <a:cxnLst/>
              <a:rect l="l" t="t" r="r" b="b"/>
              <a:pathLst>
                <a:path w="154304" h="97154">
                  <a:moveTo>
                    <a:pt x="154305" y="0"/>
                  </a:moveTo>
                  <a:lnTo>
                    <a:pt x="126822" y="0"/>
                  </a:lnTo>
                  <a:lnTo>
                    <a:pt x="126822" y="27152"/>
                  </a:lnTo>
                  <a:lnTo>
                    <a:pt x="27038" y="27152"/>
                  </a:lnTo>
                  <a:lnTo>
                    <a:pt x="27038" y="469"/>
                  </a:lnTo>
                  <a:lnTo>
                    <a:pt x="0" y="469"/>
                  </a:lnTo>
                  <a:lnTo>
                    <a:pt x="0" y="27152"/>
                  </a:lnTo>
                  <a:lnTo>
                    <a:pt x="0" y="48729"/>
                  </a:lnTo>
                  <a:lnTo>
                    <a:pt x="0" y="75399"/>
                  </a:lnTo>
                  <a:lnTo>
                    <a:pt x="0" y="96989"/>
                  </a:lnTo>
                  <a:lnTo>
                    <a:pt x="154305" y="96989"/>
                  </a:lnTo>
                  <a:lnTo>
                    <a:pt x="154305" y="75539"/>
                  </a:lnTo>
                  <a:lnTo>
                    <a:pt x="154305" y="75399"/>
                  </a:lnTo>
                  <a:lnTo>
                    <a:pt x="154305" y="49022"/>
                  </a:lnTo>
                  <a:lnTo>
                    <a:pt x="126822" y="49022"/>
                  </a:lnTo>
                  <a:lnTo>
                    <a:pt x="126822" y="75399"/>
                  </a:lnTo>
                  <a:lnTo>
                    <a:pt x="27038" y="75399"/>
                  </a:lnTo>
                  <a:lnTo>
                    <a:pt x="27038" y="48729"/>
                  </a:lnTo>
                  <a:lnTo>
                    <a:pt x="154305" y="48729"/>
                  </a:lnTo>
                  <a:lnTo>
                    <a:pt x="154305" y="27393"/>
                  </a:lnTo>
                  <a:lnTo>
                    <a:pt x="154305" y="27152"/>
                  </a:lnTo>
                  <a:lnTo>
                    <a:pt x="1543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8695645" y="4203483"/>
              <a:ext cx="402649" cy="222606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9129962" y="4203308"/>
              <a:ext cx="190070" cy="222781"/>
            </a:xfrm>
            <a:prstGeom prst="rect">
              <a:avLst/>
            </a:prstGeom>
          </p:spPr>
        </p:pic>
      </p:grpSp>
      <p:grpSp>
        <p:nvGrpSpPr>
          <p:cNvPr id="134" name="object 134"/>
          <p:cNvGrpSpPr/>
          <p:nvPr/>
        </p:nvGrpSpPr>
        <p:grpSpPr>
          <a:xfrm>
            <a:off x="9407911" y="4203308"/>
            <a:ext cx="612140" cy="223520"/>
            <a:chOff x="9407911" y="4203308"/>
            <a:chExt cx="612140" cy="223520"/>
          </a:xfrm>
        </p:grpSpPr>
        <p:pic>
          <p:nvPicPr>
            <p:cNvPr id="135" name="object 135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9407911" y="4203308"/>
              <a:ext cx="184924" cy="222781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616478" y="4203308"/>
              <a:ext cx="192163" cy="222781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9830627" y="4203308"/>
              <a:ext cx="189110" cy="223304"/>
            </a:xfrm>
            <a:prstGeom prst="rect">
              <a:avLst/>
            </a:prstGeom>
          </p:spPr>
        </p:pic>
      </p:grpSp>
      <p:grpSp>
        <p:nvGrpSpPr>
          <p:cNvPr id="138" name="object 138"/>
          <p:cNvGrpSpPr/>
          <p:nvPr/>
        </p:nvGrpSpPr>
        <p:grpSpPr>
          <a:xfrm>
            <a:off x="7314609" y="4556808"/>
            <a:ext cx="833755" cy="223520"/>
            <a:chOff x="7314609" y="4556808"/>
            <a:chExt cx="833755" cy="223520"/>
          </a:xfrm>
        </p:grpSpPr>
        <p:pic>
          <p:nvPicPr>
            <p:cNvPr id="139" name="object 13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314609" y="4556808"/>
              <a:ext cx="403260" cy="222955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7745175" y="4556808"/>
              <a:ext cx="402649" cy="222781"/>
            </a:xfrm>
            <a:prstGeom prst="rect">
              <a:avLst/>
            </a:prstGeom>
          </p:spPr>
        </p:pic>
      </p:grpSp>
      <p:sp>
        <p:nvSpPr>
          <p:cNvPr id="141" name="object 141"/>
          <p:cNvSpPr/>
          <p:nvPr/>
        </p:nvSpPr>
        <p:spPr>
          <a:xfrm>
            <a:off x="8237867" y="4556810"/>
            <a:ext cx="848994" cy="223520"/>
          </a:xfrm>
          <a:custGeom>
            <a:avLst/>
            <a:gdLst/>
            <a:ahLst/>
            <a:cxnLst/>
            <a:rect l="l" t="t" r="r" b="b"/>
            <a:pathLst>
              <a:path w="848995" h="223520">
                <a:moveTo>
                  <a:pt x="88442" y="209092"/>
                </a:moveTo>
                <a:lnTo>
                  <a:pt x="85648" y="194437"/>
                </a:lnTo>
                <a:lnTo>
                  <a:pt x="84353" y="187629"/>
                </a:lnTo>
                <a:lnTo>
                  <a:pt x="74714" y="190347"/>
                </a:lnTo>
                <a:lnTo>
                  <a:pt x="64973" y="192303"/>
                </a:lnTo>
                <a:lnTo>
                  <a:pt x="55219" y="193624"/>
                </a:lnTo>
                <a:lnTo>
                  <a:pt x="45529" y="194437"/>
                </a:lnTo>
                <a:lnTo>
                  <a:pt x="45529" y="132765"/>
                </a:lnTo>
                <a:lnTo>
                  <a:pt x="18757" y="132765"/>
                </a:lnTo>
                <a:lnTo>
                  <a:pt x="18757" y="216852"/>
                </a:lnTo>
                <a:lnTo>
                  <a:pt x="30619" y="216852"/>
                </a:lnTo>
                <a:lnTo>
                  <a:pt x="44894" y="216611"/>
                </a:lnTo>
                <a:lnTo>
                  <a:pt x="59232" y="215557"/>
                </a:lnTo>
                <a:lnTo>
                  <a:pt x="73736" y="213207"/>
                </a:lnTo>
                <a:lnTo>
                  <a:pt x="88442" y="209092"/>
                </a:lnTo>
                <a:close/>
              </a:path>
              <a:path w="848995" h="223520">
                <a:moveTo>
                  <a:pt x="118364" y="63157"/>
                </a:moveTo>
                <a:lnTo>
                  <a:pt x="113868" y="42329"/>
                </a:lnTo>
                <a:lnTo>
                  <a:pt x="107683" y="34112"/>
                </a:lnTo>
                <a:lnTo>
                  <a:pt x="101536" y="25946"/>
                </a:lnTo>
                <a:lnTo>
                  <a:pt x="91757" y="20345"/>
                </a:lnTo>
                <a:lnTo>
                  <a:pt x="91757" y="63157"/>
                </a:lnTo>
                <a:lnTo>
                  <a:pt x="89242" y="75234"/>
                </a:lnTo>
                <a:lnTo>
                  <a:pt x="82410" y="84543"/>
                </a:lnTo>
                <a:lnTo>
                  <a:pt x="72136" y="90563"/>
                </a:lnTo>
                <a:lnTo>
                  <a:pt x="59309" y="92722"/>
                </a:lnTo>
                <a:lnTo>
                  <a:pt x="46367" y="90563"/>
                </a:lnTo>
                <a:lnTo>
                  <a:pt x="36017" y="84543"/>
                </a:lnTo>
                <a:lnTo>
                  <a:pt x="29171" y="75234"/>
                </a:lnTo>
                <a:lnTo>
                  <a:pt x="26771" y="63157"/>
                </a:lnTo>
                <a:lnTo>
                  <a:pt x="29171" y="51206"/>
                </a:lnTo>
                <a:lnTo>
                  <a:pt x="36017" y="42024"/>
                </a:lnTo>
                <a:lnTo>
                  <a:pt x="46367" y="36144"/>
                </a:lnTo>
                <a:lnTo>
                  <a:pt x="59309" y="34112"/>
                </a:lnTo>
                <a:lnTo>
                  <a:pt x="72136" y="36144"/>
                </a:lnTo>
                <a:lnTo>
                  <a:pt x="82410" y="42024"/>
                </a:lnTo>
                <a:lnTo>
                  <a:pt x="89242" y="51206"/>
                </a:lnTo>
                <a:lnTo>
                  <a:pt x="91757" y="63157"/>
                </a:lnTo>
                <a:lnTo>
                  <a:pt x="91757" y="20345"/>
                </a:lnTo>
                <a:lnTo>
                  <a:pt x="82842" y="15227"/>
                </a:lnTo>
                <a:lnTo>
                  <a:pt x="59309" y="11430"/>
                </a:lnTo>
                <a:lnTo>
                  <a:pt x="35737" y="15227"/>
                </a:lnTo>
                <a:lnTo>
                  <a:pt x="16903" y="25946"/>
                </a:lnTo>
                <a:lnTo>
                  <a:pt x="4432" y="42329"/>
                </a:lnTo>
                <a:lnTo>
                  <a:pt x="0" y="63157"/>
                </a:lnTo>
                <a:lnTo>
                  <a:pt x="4432" y="84150"/>
                </a:lnTo>
                <a:lnTo>
                  <a:pt x="16903" y="100571"/>
                </a:lnTo>
                <a:lnTo>
                  <a:pt x="35737" y="111277"/>
                </a:lnTo>
                <a:lnTo>
                  <a:pt x="59309" y="115150"/>
                </a:lnTo>
                <a:lnTo>
                  <a:pt x="82842" y="111277"/>
                </a:lnTo>
                <a:lnTo>
                  <a:pt x="101536" y="100571"/>
                </a:lnTo>
                <a:lnTo>
                  <a:pt x="107429" y="92722"/>
                </a:lnTo>
                <a:lnTo>
                  <a:pt x="113868" y="84150"/>
                </a:lnTo>
                <a:lnTo>
                  <a:pt x="118364" y="63157"/>
                </a:lnTo>
                <a:close/>
              </a:path>
              <a:path w="848995" h="223520">
                <a:moveTo>
                  <a:pt x="179425" y="191389"/>
                </a:moveTo>
                <a:lnTo>
                  <a:pt x="176326" y="178816"/>
                </a:lnTo>
                <a:lnTo>
                  <a:pt x="176199" y="178269"/>
                </a:lnTo>
                <a:lnTo>
                  <a:pt x="167373" y="168287"/>
                </a:lnTo>
                <a:lnTo>
                  <a:pt x="154736" y="162344"/>
                </a:lnTo>
                <a:lnTo>
                  <a:pt x="154736" y="183616"/>
                </a:lnTo>
                <a:lnTo>
                  <a:pt x="154736" y="199237"/>
                </a:lnTo>
                <a:lnTo>
                  <a:pt x="147154" y="203682"/>
                </a:lnTo>
                <a:lnTo>
                  <a:pt x="126123" y="203682"/>
                </a:lnTo>
                <a:lnTo>
                  <a:pt x="118452" y="199237"/>
                </a:lnTo>
                <a:lnTo>
                  <a:pt x="118452" y="183616"/>
                </a:lnTo>
                <a:lnTo>
                  <a:pt x="126123" y="178993"/>
                </a:lnTo>
                <a:lnTo>
                  <a:pt x="136690" y="178816"/>
                </a:lnTo>
                <a:lnTo>
                  <a:pt x="147154" y="178993"/>
                </a:lnTo>
                <a:lnTo>
                  <a:pt x="154736" y="183616"/>
                </a:lnTo>
                <a:lnTo>
                  <a:pt x="154736" y="162344"/>
                </a:lnTo>
                <a:lnTo>
                  <a:pt x="153898" y="161937"/>
                </a:lnTo>
                <a:lnTo>
                  <a:pt x="136690" y="159715"/>
                </a:lnTo>
                <a:lnTo>
                  <a:pt x="119316" y="161937"/>
                </a:lnTo>
                <a:lnTo>
                  <a:pt x="105854" y="168287"/>
                </a:lnTo>
                <a:lnTo>
                  <a:pt x="97193" y="178269"/>
                </a:lnTo>
                <a:lnTo>
                  <a:pt x="94208" y="191389"/>
                </a:lnTo>
                <a:lnTo>
                  <a:pt x="97193" y="204368"/>
                </a:lnTo>
                <a:lnTo>
                  <a:pt x="105854" y="214223"/>
                </a:lnTo>
                <a:lnTo>
                  <a:pt x="119316" y="220472"/>
                </a:lnTo>
                <a:lnTo>
                  <a:pt x="136690" y="222605"/>
                </a:lnTo>
                <a:lnTo>
                  <a:pt x="153898" y="220472"/>
                </a:lnTo>
                <a:lnTo>
                  <a:pt x="167373" y="214223"/>
                </a:lnTo>
                <a:lnTo>
                  <a:pt x="176199" y="204368"/>
                </a:lnTo>
                <a:lnTo>
                  <a:pt x="176364" y="203682"/>
                </a:lnTo>
                <a:lnTo>
                  <a:pt x="179425" y="191389"/>
                </a:lnTo>
                <a:close/>
              </a:path>
              <a:path w="848995" h="223520">
                <a:moveTo>
                  <a:pt x="192951" y="133286"/>
                </a:moveTo>
                <a:lnTo>
                  <a:pt x="150469" y="133286"/>
                </a:lnTo>
                <a:lnTo>
                  <a:pt x="150469" y="116281"/>
                </a:lnTo>
                <a:lnTo>
                  <a:pt x="123685" y="116281"/>
                </a:lnTo>
                <a:lnTo>
                  <a:pt x="123685" y="133286"/>
                </a:lnTo>
                <a:lnTo>
                  <a:pt x="80594" y="133286"/>
                </a:lnTo>
                <a:lnTo>
                  <a:pt x="80594" y="153784"/>
                </a:lnTo>
                <a:lnTo>
                  <a:pt x="192951" y="153784"/>
                </a:lnTo>
                <a:lnTo>
                  <a:pt x="192951" y="133286"/>
                </a:lnTo>
                <a:close/>
              </a:path>
              <a:path w="848995" h="223520">
                <a:moveTo>
                  <a:pt x="204635" y="47548"/>
                </a:moveTo>
                <a:lnTo>
                  <a:pt x="173494" y="47548"/>
                </a:lnTo>
                <a:lnTo>
                  <a:pt x="173494" y="0"/>
                </a:lnTo>
                <a:lnTo>
                  <a:pt x="145935" y="0"/>
                </a:lnTo>
                <a:lnTo>
                  <a:pt x="145935" y="110439"/>
                </a:lnTo>
                <a:lnTo>
                  <a:pt x="173494" y="110439"/>
                </a:lnTo>
                <a:lnTo>
                  <a:pt x="173494" y="70218"/>
                </a:lnTo>
                <a:lnTo>
                  <a:pt x="204635" y="70218"/>
                </a:lnTo>
                <a:lnTo>
                  <a:pt x="204635" y="47548"/>
                </a:lnTo>
                <a:close/>
              </a:path>
              <a:path w="848995" h="223520">
                <a:moveTo>
                  <a:pt x="336181" y="65595"/>
                </a:moveTo>
                <a:lnTo>
                  <a:pt x="331546" y="43942"/>
                </a:lnTo>
                <a:lnTo>
                  <a:pt x="325120" y="35331"/>
                </a:lnTo>
                <a:lnTo>
                  <a:pt x="318947" y="27063"/>
                </a:lnTo>
                <a:lnTo>
                  <a:pt x="309397" y="21564"/>
                </a:lnTo>
                <a:lnTo>
                  <a:pt x="309397" y="65595"/>
                </a:lnTo>
                <a:lnTo>
                  <a:pt x="306832" y="78244"/>
                </a:lnTo>
                <a:lnTo>
                  <a:pt x="299834" y="87782"/>
                </a:lnTo>
                <a:lnTo>
                  <a:pt x="289293" y="93814"/>
                </a:lnTo>
                <a:lnTo>
                  <a:pt x="276072" y="95961"/>
                </a:lnTo>
                <a:lnTo>
                  <a:pt x="262763" y="93814"/>
                </a:lnTo>
                <a:lnTo>
                  <a:pt x="252196" y="87782"/>
                </a:lnTo>
                <a:lnTo>
                  <a:pt x="245262" y="78244"/>
                </a:lnTo>
                <a:lnTo>
                  <a:pt x="242849" y="65595"/>
                </a:lnTo>
                <a:lnTo>
                  <a:pt x="245262" y="53162"/>
                </a:lnTo>
                <a:lnTo>
                  <a:pt x="252196" y="43599"/>
                </a:lnTo>
                <a:lnTo>
                  <a:pt x="262763" y="37465"/>
                </a:lnTo>
                <a:lnTo>
                  <a:pt x="276072" y="35331"/>
                </a:lnTo>
                <a:lnTo>
                  <a:pt x="289293" y="37465"/>
                </a:lnTo>
                <a:lnTo>
                  <a:pt x="299834" y="43599"/>
                </a:lnTo>
                <a:lnTo>
                  <a:pt x="306832" y="53162"/>
                </a:lnTo>
                <a:lnTo>
                  <a:pt x="309397" y="65595"/>
                </a:lnTo>
                <a:lnTo>
                  <a:pt x="309397" y="21564"/>
                </a:lnTo>
                <a:lnTo>
                  <a:pt x="299948" y="16116"/>
                </a:lnTo>
                <a:lnTo>
                  <a:pt x="276072" y="12217"/>
                </a:lnTo>
                <a:lnTo>
                  <a:pt x="252120" y="16116"/>
                </a:lnTo>
                <a:lnTo>
                  <a:pt x="232994" y="27063"/>
                </a:lnTo>
                <a:lnTo>
                  <a:pt x="220370" y="43942"/>
                </a:lnTo>
                <a:lnTo>
                  <a:pt x="215887" y="65595"/>
                </a:lnTo>
                <a:lnTo>
                  <a:pt x="220370" y="87198"/>
                </a:lnTo>
                <a:lnTo>
                  <a:pt x="232994" y="104101"/>
                </a:lnTo>
                <a:lnTo>
                  <a:pt x="252120" y="115100"/>
                </a:lnTo>
                <a:lnTo>
                  <a:pt x="276072" y="118986"/>
                </a:lnTo>
                <a:lnTo>
                  <a:pt x="299948" y="115100"/>
                </a:lnTo>
                <a:lnTo>
                  <a:pt x="318947" y="104101"/>
                </a:lnTo>
                <a:lnTo>
                  <a:pt x="325018" y="95961"/>
                </a:lnTo>
                <a:lnTo>
                  <a:pt x="331546" y="87198"/>
                </a:lnTo>
                <a:lnTo>
                  <a:pt x="336181" y="65595"/>
                </a:lnTo>
                <a:close/>
              </a:path>
              <a:path w="848995" h="223520">
                <a:moveTo>
                  <a:pt x="415734" y="199847"/>
                </a:moveTo>
                <a:lnTo>
                  <a:pt x="396595" y="190436"/>
                </a:lnTo>
                <a:lnTo>
                  <a:pt x="385953" y="180124"/>
                </a:lnTo>
                <a:lnTo>
                  <a:pt x="383159" y="177431"/>
                </a:lnTo>
                <a:lnTo>
                  <a:pt x="375234" y="161798"/>
                </a:lnTo>
                <a:lnTo>
                  <a:pt x="372643" y="144538"/>
                </a:lnTo>
                <a:lnTo>
                  <a:pt x="372643" y="134861"/>
                </a:lnTo>
                <a:lnTo>
                  <a:pt x="345770" y="134861"/>
                </a:lnTo>
                <a:lnTo>
                  <a:pt x="345770" y="144538"/>
                </a:lnTo>
                <a:lnTo>
                  <a:pt x="344055" y="157695"/>
                </a:lnTo>
                <a:lnTo>
                  <a:pt x="338899" y="171234"/>
                </a:lnTo>
                <a:lnTo>
                  <a:pt x="330123" y="184111"/>
                </a:lnTo>
                <a:lnTo>
                  <a:pt x="317512" y="195313"/>
                </a:lnTo>
                <a:lnTo>
                  <a:pt x="305130" y="184759"/>
                </a:lnTo>
                <a:lnTo>
                  <a:pt x="302475" y="180911"/>
                </a:lnTo>
                <a:lnTo>
                  <a:pt x="296545" y="172313"/>
                </a:lnTo>
                <a:lnTo>
                  <a:pt x="291566" y="158673"/>
                </a:lnTo>
                <a:lnTo>
                  <a:pt x="290029" y="144538"/>
                </a:lnTo>
                <a:lnTo>
                  <a:pt x="290029" y="134861"/>
                </a:lnTo>
                <a:lnTo>
                  <a:pt x="263690" y="134861"/>
                </a:lnTo>
                <a:lnTo>
                  <a:pt x="263690" y="144538"/>
                </a:lnTo>
                <a:lnTo>
                  <a:pt x="260959" y="161023"/>
                </a:lnTo>
                <a:lnTo>
                  <a:pt x="252882" y="176606"/>
                </a:lnTo>
                <a:lnTo>
                  <a:pt x="239433" y="189992"/>
                </a:lnTo>
                <a:lnTo>
                  <a:pt x="220599" y="199847"/>
                </a:lnTo>
                <a:lnTo>
                  <a:pt x="234302" y="220167"/>
                </a:lnTo>
                <a:lnTo>
                  <a:pt x="248412" y="213233"/>
                </a:lnTo>
                <a:lnTo>
                  <a:pt x="260172" y="204177"/>
                </a:lnTo>
                <a:lnTo>
                  <a:pt x="269582" y="193294"/>
                </a:lnTo>
                <a:lnTo>
                  <a:pt x="276694" y="180911"/>
                </a:lnTo>
                <a:lnTo>
                  <a:pt x="283171" y="193814"/>
                </a:lnTo>
                <a:lnTo>
                  <a:pt x="292112" y="205282"/>
                </a:lnTo>
                <a:lnTo>
                  <a:pt x="303669" y="214909"/>
                </a:lnTo>
                <a:lnTo>
                  <a:pt x="317944" y="222262"/>
                </a:lnTo>
                <a:lnTo>
                  <a:pt x="331965" y="214680"/>
                </a:lnTo>
                <a:lnTo>
                  <a:pt x="343369" y="204762"/>
                </a:lnTo>
                <a:lnTo>
                  <a:pt x="350545" y="195313"/>
                </a:lnTo>
                <a:lnTo>
                  <a:pt x="352259" y="193052"/>
                </a:lnTo>
                <a:lnTo>
                  <a:pt x="358775" y="180124"/>
                </a:lnTo>
                <a:lnTo>
                  <a:pt x="365760" y="192836"/>
                </a:lnTo>
                <a:lnTo>
                  <a:pt x="375285" y="203949"/>
                </a:lnTo>
                <a:lnTo>
                  <a:pt x="387375" y="213156"/>
                </a:lnTo>
                <a:lnTo>
                  <a:pt x="402120" y="220167"/>
                </a:lnTo>
                <a:lnTo>
                  <a:pt x="415734" y="199847"/>
                </a:lnTo>
                <a:close/>
              </a:path>
              <a:path w="848995" h="223520">
                <a:moveTo>
                  <a:pt x="420535" y="49987"/>
                </a:moveTo>
                <a:lnTo>
                  <a:pt x="389394" y="49987"/>
                </a:lnTo>
                <a:lnTo>
                  <a:pt x="389394" y="0"/>
                </a:lnTo>
                <a:lnTo>
                  <a:pt x="361823" y="0"/>
                </a:lnTo>
                <a:lnTo>
                  <a:pt x="361823" y="125349"/>
                </a:lnTo>
                <a:lnTo>
                  <a:pt x="389394" y="125349"/>
                </a:lnTo>
                <a:lnTo>
                  <a:pt x="389394" y="72313"/>
                </a:lnTo>
                <a:lnTo>
                  <a:pt x="420535" y="72313"/>
                </a:lnTo>
                <a:lnTo>
                  <a:pt x="420535" y="49987"/>
                </a:lnTo>
                <a:close/>
              </a:path>
              <a:path w="848995" h="223520">
                <a:moveTo>
                  <a:pt x="561848" y="161632"/>
                </a:moveTo>
                <a:lnTo>
                  <a:pt x="559701" y="145846"/>
                </a:lnTo>
                <a:lnTo>
                  <a:pt x="558698" y="138518"/>
                </a:lnTo>
                <a:lnTo>
                  <a:pt x="536130" y="141947"/>
                </a:lnTo>
                <a:lnTo>
                  <a:pt x="513791" y="144145"/>
                </a:lnTo>
                <a:lnTo>
                  <a:pt x="490689" y="145364"/>
                </a:lnTo>
                <a:lnTo>
                  <a:pt x="465797" y="145846"/>
                </a:lnTo>
                <a:lnTo>
                  <a:pt x="465797" y="43268"/>
                </a:lnTo>
                <a:lnTo>
                  <a:pt x="542823" y="43268"/>
                </a:lnTo>
                <a:lnTo>
                  <a:pt x="542823" y="21031"/>
                </a:lnTo>
                <a:lnTo>
                  <a:pt x="438505" y="21031"/>
                </a:lnTo>
                <a:lnTo>
                  <a:pt x="438505" y="168617"/>
                </a:lnTo>
                <a:lnTo>
                  <a:pt x="456819" y="168617"/>
                </a:lnTo>
                <a:lnTo>
                  <a:pt x="485394" y="168414"/>
                </a:lnTo>
                <a:lnTo>
                  <a:pt x="511492" y="167411"/>
                </a:lnTo>
                <a:lnTo>
                  <a:pt x="536498" y="165277"/>
                </a:lnTo>
                <a:lnTo>
                  <a:pt x="561848" y="161632"/>
                </a:lnTo>
                <a:close/>
              </a:path>
              <a:path w="848995" h="223520">
                <a:moveTo>
                  <a:pt x="638340" y="84531"/>
                </a:moveTo>
                <a:lnTo>
                  <a:pt x="603973" y="84531"/>
                </a:lnTo>
                <a:lnTo>
                  <a:pt x="603973" y="0"/>
                </a:lnTo>
                <a:lnTo>
                  <a:pt x="576491" y="0"/>
                </a:lnTo>
                <a:lnTo>
                  <a:pt x="576491" y="223304"/>
                </a:lnTo>
                <a:lnTo>
                  <a:pt x="603973" y="223304"/>
                </a:lnTo>
                <a:lnTo>
                  <a:pt x="603973" y="107035"/>
                </a:lnTo>
                <a:lnTo>
                  <a:pt x="638340" y="107035"/>
                </a:lnTo>
                <a:lnTo>
                  <a:pt x="638340" y="84531"/>
                </a:lnTo>
                <a:close/>
              </a:path>
              <a:path w="848995" h="223520">
                <a:moveTo>
                  <a:pt x="825881" y="63461"/>
                </a:moveTo>
                <a:lnTo>
                  <a:pt x="698614" y="63461"/>
                </a:lnTo>
                <a:lnTo>
                  <a:pt x="698614" y="7581"/>
                </a:lnTo>
                <a:lnTo>
                  <a:pt x="671322" y="7581"/>
                </a:lnTo>
                <a:lnTo>
                  <a:pt x="671322" y="63461"/>
                </a:lnTo>
                <a:lnTo>
                  <a:pt x="671322" y="85039"/>
                </a:lnTo>
                <a:lnTo>
                  <a:pt x="825881" y="85039"/>
                </a:lnTo>
                <a:lnTo>
                  <a:pt x="825881" y="63461"/>
                </a:lnTo>
                <a:close/>
              </a:path>
              <a:path w="848995" h="223520">
                <a:moveTo>
                  <a:pt x="827278" y="195541"/>
                </a:moveTo>
                <a:lnTo>
                  <a:pt x="696874" y="195541"/>
                </a:lnTo>
                <a:lnTo>
                  <a:pt x="696874" y="152349"/>
                </a:lnTo>
                <a:lnTo>
                  <a:pt x="669480" y="152349"/>
                </a:lnTo>
                <a:lnTo>
                  <a:pt x="669480" y="195541"/>
                </a:lnTo>
                <a:lnTo>
                  <a:pt x="669480" y="217131"/>
                </a:lnTo>
                <a:lnTo>
                  <a:pt x="827278" y="217131"/>
                </a:lnTo>
                <a:lnTo>
                  <a:pt x="827278" y="195541"/>
                </a:lnTo>
                <a:close/>
              </a:path>
              <a:path w="848995" h="223520">
                <a:moveTo>
                  <a:pt x="848829" y="110693"/>
                </a:moveTo>
                <a:lnTo>
                  <a:pt x="644969" y="110693"/>
                </a:lnTo>
                <a:lnTo>
                  <a:pt x="644969" y="132334"/>
                </a:lnTo>
                <a:lnTo>
                  <a:pt x="848829" y="132334"/>
                </a:lnTo>
                <a:lnTo>
                  <a:pt x="848829" y="1106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2" name="object 142"/>
          <p:cNvGrpSpPr/>
          <p:nvPr/>
        </p:nvGrpSpPr>
        <p:grpSpPr>
          <a:xfrm>
            <a:off x="9155599" y="4556808"/>
            <a:ext cx="408940" cy="222885"/>
            <a:chOff x="9155599" y="4556808"/>
            <a:chExt cx="408940" cy="222885"/>
          </a:xfrm>
        </p:grpSpPr>
        <p:pic>
          <p:nvPicPr>
            <p:cNvPr id="143" name="object 14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155599" y="4556982"/>
              <a:ext cx="192425" cy="218419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9371057" y="4556808"/>
              <a:ext cx="193035" cy="222606"/>
            </a:xfrm>
            <a:prstGeom prst="rect">
              <a:avLst/>
            </a:prstGeom>
          </p:spPr>
        </p:pic>
      </p:grpSp>
      <p:grpSp>
        <p:nvGrpSpPr>
          <p:cNvPr id="145" name="object 145"/>
          <p:cNvGrpSpPr/>
          <p:nvPr/>
        </p:nvGrpSpPr>
        <p:grpSpPr>
          <a:xfrm>
            <a:off x="9648576" y="4556982"/>
            <a:ext cx="416559" cy="223520"/>
            <a:chOff x="9648576" y="4556982"/>
            <a:chExt cx="416559" cy="223520"/>
          </a:xfrm>
        </p:grpSpPr>
        <p:pic>
          <p:nvPicPr>
            <p:cNvPr id="146" name="object 146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648576" y="4556982"/>
              <a:ext cx="189284" cy="218419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9861416" y="4570328"/>
              <a:ext cx="203155" cy="209609"/>
            </a:xfrm>
            <a:prstGeom prst="rect">
              <a:avLst/>
            </a:prstGeom>
          </p:spPr>
        </p:pic>
      </p:grpSp>
      <p:grpSp>
        <p:nvGrpSpPr>
          <p:cNvPr id="148" name="object 148"/>
          <p:cNvGrpSpPr/>
          <p:nvPr/>
        </p:nvGrpSpPr>
        <p:grpSpPr>
          <a:xfrm>
            <a:off x="10137850" y="4556808"/>
            <a:ext cx="420370" cy="222885"/>
            <a:chOff x="10137850" y="4556808"/>
            <a:chExt cx="420370" cy="222885"/>
          </a:xfrm>
        </p:grpSpPr>
        <p:pic>
          <p:nvPicPr>
            <p:cNvPr id="149" name="object 14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137850" y="4556808"/>
              <a:ext cx="189460" cy="220687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0348684" y="4556808"/>
              <a:ext cx="209173" cy="222781"/>
            </a:xfrm>
            <a:prstGeom prst="rect">
              <a:avLst/>
            </a:prstGeom>
          </p:spPr>
        </p:pic>
      </p:grpSp>
      <p:grpSp>
        <p:nvGrpSpPr>
          <p:cNvPr id="151" name="object 151"/>
          <p:cNvGrpSpPr/>
          <p:nvPr/>
        </p:nvGrpSpPr>
        <p:grpSpPr>
          <a:xfrm>
            <a:off x="12035790" y="5844335"/>
            <a:ext cx="425450" cy="222885"/>
            <a:chOff x="12035790" y="5844335"/>
            <a:chExt cx="425450" cy="222885"/>
          </a:xfrm>
        </p:grpSpPr>
        <p:pic>
          <p:nvPicPr>
            <p:cNvPr id="152" name="object 152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2035790" y="5844509"/>
              <a:ext cx="191727" cy="218419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2251505" y="5844335"/>
              <a:ext cx="209609" cy="222606"/>
            </a:xfrm>
            <a:prstGeom prst="rect">
              <a:avLst/>
            </a:prstGeom>
          </p:spPr>
        </p:pic>
      </p:grpSp>
      <p:grpSp>
        <p:nvGrpSpPr>
          <p:cNvPr id="154" name="object 154"/>
          <p:cNvGrpSpPr/>
          <p:nvPr/>
        </p:nvGrpSpPr>
        <p:grpSpPr>
          <a:xfrm>
            <a:off x="12531593" y="5844335"/>
            <a:ext cx="423545" cy="223520"/>
            <a:chOff x="12531593" y="5844335"/>
            <a:chExt cx="423545" cy="223520"/>
          </a:xfrm>
        </p:grpSpPr>
        <p:pic>
          <p:nvPicPr>
            <p:cNvPr id="155" name="object 155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2531593" y="5844335"/>
              <a:ext cx="188064" cy="222955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12750698" y="5858509"/>
              <a:ext cx="204470" cy="182245"/>
            </a:xfrm>
            <a:custGeom>
              <a:avLst/>
              <a:gdLst/>
              <a:ahLst/>
              <a:cxnLst/>
              <a:rect l="l" t="t" r="r" b="b"/>
              <a:pathLst>
                <a:path w="204470" h="182245">
                  <a:moveTo>
                    <a:pt x="180479" y="59016"/>
                  </a:moveTo>
                  <a:lnTo>
                    <a:pt x="153174" y="59016"/>
                  </a:lnTo>
                  <a:lnTo>
                    <a:pt x="153174" y="93903"/>
                  </a:lnTo>
                  <a:lnTo>
                    <a:pt x="180479" y="93903"/>
                  </a:lnTo>
                  <a:lnTo>
                    <a:pt x="180479" y="59016"/>
                  </a:lnTo>
                  <a:close/>
                </a:path>
                <a:path w="204470" h="182245">
                  <a:moveTo>
                    <a:pt x="180479" y="571"/>
                  </a:moveTo>
                  <a:lnTo>
                    <a:pt x="153174" y="571"/>
                  </a:lnTo>
                  <a:lnTo>
                    <a:pt x="153174" y="36830"/>
                  </a:lnTo>
                  <a:lnTo>
                    <a:pt x="49898" y="36830"/>
                  </a:lnTo>
                  <a:lnTo>
                    <a:pt x="49898" y="0"/>
                  </a:lnTo>
                  <a:lnTo>
                    <a:pt x="22428" y="0"/>
                  </a:lnTo>
                  <a:lnTo>
                    <a:pt x="22428" y="36830"/>
                  </a:lnTo>
                  <a:lnTo>
                    <a:pt x="22428" y="58420"/>
                  </a:lnTo>
                  <a:lnTo>
                    <a:pt x="22428" y="93980"/>
                  </a:lnTo>
                  <a:lnTo>
                    <a:pt x="22428" y="115570"/>
                  </a:lnTo>
                  <a:lnTo>
                    <a:pt x="180479" y="115570"/>
                  </a:lnTo>
                  <a:lnTo>
                    <a:pt x="180479" y="93980"/>
                  </a:lnTo>
                  <a:lnTo>
                    <a:pt x="49898" y="93980"/>
                  </a:lnTo>
                  <a:lnTo>
                    <a:pt x="49898" y="58420"/>
                  </a:lnTo>
                  <a:lnTo>
                    <a:pt x="180479" y="58420"/>
                  </a:lnTo>
                  <a:lnTo>
                    <a:pt x="180479" y="37033"/>
                  </a:lnTo>
                  <a:lnTo>
                    <a:pt x="180479" y="36830"/>
                  </a:lnTo>
                  <a:lnTo>
                    <a:pt x="180479" y="571"/>
                  </a:lnTo>
                  <a:close/>
                </a:path>
                <a:path w="204470" h="182245">
                  <a:moveTo>
                    <a:pt x="203860" y="159410"/>
                  </a:moveTo>
                  <a:lnTo>
                    <a:pt x="115062" y="159410"/>
                  </a:lnTo>
                  <a:lnTo>
                    <a:pt x="115062" y="115976"/>
                  </a:lnTo>
                  <a:lnTo>
                    <a:pt x="87845" y="115976"/>
                  </a:lnTo>
                  <a:lnTo>
                    <a:pt x="87845" y="159410"/>
                  </a:lnTo>
                  <a:lnTo>
                    <a:pt x="0" y="159410"/>
                  </a:lnTo>
                  <a:lnTo>
                    <a:pt x="0" y="181838"/>
                  </a:lnTo>
                  <a:lnTo>
                    <a:pt x="203860" y="181838"/>
                  </a:lnTo>
                  <a:lnTo>
                    <a:pt x="203860" y="1594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" name="object 157"/>
          <p:cNvGrpSpPr/>
          <p:nvPr/>
        </p:nvGrpSpPr>
        <p:grpSpPr>
          <a:xfrm>
            <a:off x="13028838" y="5852796"/>
            <a:ext cx="422275" cy="214629"/>
            <a:chOff x="13028838" y="5852796"/>
            <a:chExt cx="422275" cy="214629"/>
          </a:xfrm>
        </p:grpSpPr>
        <p:sp>
          <p:nvSpPr>
            <p:cNvPr id="158" name="object 158"/>
            <p:cNvSpPr/>
            <p:nvPr/>
          </p:nvSpPr>
          <p:spPr>
            <a:xfrm>
              <a:off x="13053517" y="5853150"/>
              <a:ext cx="154305" cy="98425"/>
            </a:xfrm>
            <a:custGeom>
              <a:avLst/>
              <a:gdLst/>
              <a:ahLst/>
              <a:cxnLst/>
              <a:rect l="l" t="t" r="r" b="b"/>
              <a:pathLst>
                <a:path w="154305" h="98425">
                  <a:moveTo>
                    <a:pt x="154305" y="0"/>
                  </a:moveTo>
                  <a:lnTo>
                    <a:pt x="126834" y="0"/>
                  </a:lnTo>
                  <a:lnTo>
                    <a:pt x="126834" y="26949"/>
                  </a:lnTo>
                  <a:lnTo>
                    <a:pt x="27038" y="26949"/>
                  </a:lnTo>
                  <a:lnTo>
                    <a:pt x="27038" y="279"/>
                  </a:lnTo>
                  <a:lnTo>
                    <a:pt x="0" y="279"/>
                  </a:lnTo>
                  <a:lnTo>
                    <a:pt x="0" y="26949"/>
                  </a:lnTo>
                  <a:lnTo>
                    <a:pt x="0" y="48539"/>
                  </a:lnTo>
                  <a:lnTo>
                    <a:pt x="0" y="75209"/>
                  </a:lnTo>
                  <a:lnTo>
                    <a:pt x="0" y="98069"/>
                  </a:lnTo>
                  <a:lnTo>
                    <a:pt x="154305" y="98069"/>
                  </a:lnTo>
                  <a:lnTo>
                    <a:pt x="154305" y="75539"/>
                  </a:lnTo>
                  <a:lnTo>
                    <a:pt x="154305" y="75209"/>
                  </a:lnTo>
                  <a:lnTo>
                    <a:pt x="154305" y="49022"/>
                  </a:lnTo>
                  <a:lnTo>
                    <a:pt x="126834" y="49022"/>
                  </a:lnTo>
                  <a:lnTo>
                    <a:pt x="126834" y="75209"/>
                  </a:lnTo>
                  <a:lnTo>
                    <a:pt x="27038" y="75209"/>
                  </a:lnTo>
                  <a:lnTo>
                    <a:pt x="27038" y="48539"/>
                  </a:lnTo>
                  <a:lnTo>
                    <a:pt x="154305" y="48539"/>
                  </a:lnTo>
                  <a:lnTo>
                    <a:pt x="154305" y="27393"/>
                  </a:lnTo>
                  <a:lnTo>
                    <a:pt x="154305" y="26949"/>
                  </a:lnTo>
                  <a:lnTo>
                    <a:pt x="1543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3028838" y="5852796"/>
              <a:ext cx="422097" cy="214319"/>
            </a:xfrm>
            <a:prstGeom prst="rect">
              <a:avLst/>
            </a:prstGeom>
          </p:spPr>
        </p:pic>
      </p:grpSp>
      <p:pic>
        <p:nvPicPr>
          <p:cNvPr id="160" name="object 160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13523555" y="5844335"/>
            <a:ext cx="187889" cy="223304"/>
          </a:xfrm>
          <a:prstGeom prst="rect">
            <a:avLst/>
          </a:prstGeom>
        </p:spPr>
      </p:pic>
      <p:grpSp>
        <p:nvGrpSpPr>
          <p:cNvPr id="161" name="object 161"/>
          <p:cNvGrpSpPr/>
          <p:nvPr/>
        </p:nvGrpSpPr>
        <p:grpSpPr>
          <a:xfrm>
            <a:off x="13805369" y="5844335"/>
            <a:ext cx="424815" cy="223520"/>
            <a:chOff x="13805369" y="5844335"/>
            <a:chExt cx="424815" cy="223520"/>
          </a:xfrm>
        </p:grpSpPr>
        <p:pic>
          <p:nvPicPr>
            <p:cNvPr id="162" name="object 162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3805369" y="5844335"/>
              <a:ext cx="184661" cy="223304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4020213" y="5844335"/>
              <a:ext cx="209609" cy="222606"/>
            </a:xfrm>
            <a:prstGeom prst="rect">
              <a:avLst/>
            </a:prstGeom>
          </p:spPr>
        </p:pic>
      </p:grpSp>
      <p:grpSp>
        <p:nvGrpSpPr>
          <p:cNvPr id="164" name="object 164"/>
          <p:cNvGrpSpPr/>
          <p:nvPr/>
        </p:nvGrpSpPr>
        <p:grpSpPr>
          <a:xfrm>
            <a:off x="14300299" y="5844335"/>
            <a:ext cx="423545" cy="223520"/>
            <a:chOff x="14300299" y="5844335"/>
            <a:chExt cx="423545" cy="223520"/>
          </a:xfrm>
        </p:grpSpPr>
        <p:pic>
          <p:nvPicPr>
            <p:cNvPr id="165" name="object 165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4300299" y="5844335"/>
              <a:ext cx="188064" cy="222955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14519414" y="5858509"/>
              <a:ext cx="204470" cy="182245"/>
            </a:xfrm>
            <a:custGeom>
              <a:avLst/>
              <a:gdLst/>
              <a:ahLst/>
              <a:cxnLst/>
              <a:rect l="l" t="t" r="r" b="b"/>
              <a:pathLst>
                <a:path w="204469" h="182245">
                  <a:moveTo>
                    <a:pt x="180467" y="59016"/>
                  </a:moveTo>
                  <a:lnTo>
                    <a:pt x="153174" y="59016"/>
                  </a:lnTo>
                  <a:lnTo>
                    <a:pt x="153174" y="93903"/>
                  </a:lnTo>
                  <a:lnTo>
                    <a:pt x="180467" y="93903"/>
                  </a:lnTo>
                  <a:lnTo>
                    <a:pt x="180467" y="59016"/>
                  </a:lnTo>
                  <a:close/>
                </a:path>
                <a:path w="204469" h="182245">
                  <a:moveTo>
                    <a:pt x="180467" y="571"/>
                  </a:moveTo>
                  <a:lnTo>
                    <a:pt x="153174" y="571"/>
                  </a:lnTo>
                  <a:lnTo>
                    <a:pt x="153174" y="36830"/>
                  </a:lnTo>
                  <a:lnTo>
                    <a:pt x="49885" y="36830"/>
                  </a:lnTo>
                  <a:lnTo>
                    <a:pt x="49885" y="0"/>
                  </a:lnTo>
                  <a:lnTo>
                    <a:pt x="22415" y="0"/>
                  </a:lnTo>
                  <a:lnTo>
                    <a:pt x="22415" y="36830"/>
                  </a:lnTo>
                  <a:lnTo>
                    <a:pt x="22415" y="58420"/>
                  </a:lnTo>
                  <a:lnTo>
                    <a:pt x="22415" y="93980"/>
                  </a:lnTo>
                  <a:lnTo>
                    <a:pt x="22415" y="115570"/>
                  </a:lnTo>
                  <a:lnTo>
                    <a:pt x="180467" y="115570"/>
                  </a:lnTo>
                  <a:lnTo>
                    <a:pt x="180467" y="93980"/>
                  </a:lnTo>
                  <a:lnTo>
                    <a:pt x="49885" y="93980"/>
                  </a:lnTo>
                  <a:lnTo>
                    <a:pt x="49885" y="58420"/>
                  </a:lnTo>
                  <a:lnTo>
                    <a:pt x="180467" y="58420"/>
                  </a:lnTo>
                  <a:lnTo>
                    <a:pt x="180467" y="37033"/>
                  </a:lnTo>
                  <a:lnTo>
                    <a:pt x="180467" y="36830"/>
                  </a:lnTo>
                  <a:lnTo>
                    <a:pt x="180467" y="571"/>
                  </a:lnTo>
                  <a:close/>
                </a:path>
                <a:path w="204469" h="182245">
                  <a:moveTo>
                    <a:pt x="203847" y="159410"/>
                  </a:moveTo>
                  <a:lnTo>
                    <a:pt x="115049" y="159410"/>
                  </a:lnTo>
                  <a:lnTo>
                    <a:pt x="115049" y="115976"/>
                  </a:lnTo>
                  <a:lnTo>
                    <a:pt x="87833" y="115976"/>
                  </a:lnTo>
                  <a:lnTo>
                    <a:pt x="87833" y="159410"/>
                  </a:lnTo>
                  <a:lnTo>
                    <a:pt x="0" y="159410"/>
                  </a:lnTo>
                  <a:lnTo>
                    <a:pt x="0" y="181838"/>
                  </a:lnTo>
                  <a:lnTo>
                    <a:pt x="203847" y="181838"/>
                  </a:lnTo>
                  <a:lnTo>
                    <a:pt x="203847" y="1594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7" name="object 167"/>
          <p:cNvSpPr/>
          <p:nvPr/>
        </p:nvSpPr>
        <p:spPr>
          <a:xfrm>
            <a:off x="14797799" y="5844336"/>
            <a:ext cx="1076960" cy="223520"/>
          </a:xfrm>
          <a:custGeom>
            <a:avLst/>
            <a:gdLst/>
            <a:ahLst/>
            <a:cxnLst/>
            <a:rect l="l" t="t" r="r" b="b"/>
            <a:pathLst>
              <a:path w="1076959" h="223520">
                <a:moveTo>
                  <a:pt x="193649" y="70485"/>
                </a:moveTo>
                <a:lnTo>
                  <a:pt x="165150" y="65379"/>
                </a:lnTo>
                <a:lnTo>
                  <a:pt x="143116" y="56540"/>
                </a:lnTo>
                <a:lnTo>
                  <a:pt x="133718" y="49288"/>
                </a:lnTo>
                <a:lnTo>
                  <a:pt x="128092" y="44958"/>
                </a:lnTo>
                <a:lnTo>
                  <a:pt x="120726" y="31673"/>
                </a:lnTo>
                <a:lnTo>
                  <a:pt x="184924" y="31673"/>
                </a:lnTo>
                <a:lnTo>
                  <a:pt x="184924" y="9779"/>
                </a:lnTo>
                <a:lnTo>
                  <a:pt x="18580" y="9779"/>
                </a:lnTo>
                <a:lnTo>
                  <a:pt x="18580" y="31673"/>
                </a:lnTo>
                <a:lnTo>
                  <a:pt x="82257" y="31673"/>
                </a:lnTo>
                <a:lnTo>
                  <a:pt x="74752" y="44919"/>
                </a:lnTo>
                <a:lnTo>
                  <a:pt x="59651" y="56502"/>
                </a:lnTo>
                <a:lnTo>
                  <a:pt x="37744" y="65379"/>
                </a:lnTo>
                <a:lnTo>
                  <a:pt x="9766" y="70485"/>
                </a:lnTo>
                <a:lnTo>
                  <a:pt x="19100" y="92113"/>
                </a:lnTo>
                <a:lnTo>
                  <a:pt x="47371" y="86868"/>
                </a:lnTo>
                <a:lnTo>
                  <a:pt x="70929" y="77635"/>
                </a:lnTo>
                <a:lnTo>
                  <a:pt x="89128" y="64935"/>
                </a:lnTo>
                <a:lnTo>
                  <a:pt x="101358" y="49288"/>
                </a:lnTo>
                <a:lnTo>
                  <a:pt x="113690" y="64973"/>
                </a:lnTo>
                <a:lnTo>
                  <a:pt x="132029" y="77673"/>
                </a:lnTo>
                <a:lnTo>
                  <a:pt x="155689" y="86880"/>
                </a:lnTo>
                <a:lnTo>
                  <a:pt x="183972" y="92113"/>
                </a:lnTo>
                <a:lnTo>
                  <a:pt x="193649" y="70485"/>
                </a:lnTo>
                <a:close/>
              </a:path>
              <a:path w="1076959" h="223520">
                <a:moveTo>
                  <a:pt x="203161" y="102235"/>
                </a:moveTo>
                <a:lnTo>
                  <a:pt x="0" y="102235"/>
                </a:lnTo>
                <a:lnTo>
                  <a:pt x="0" y="124396"/>
                </a:lnTo>
                <a:lnTo>
                  <a:pt x="87845" y="124396"/>
                </a:lnTo>
                <a:lnTo>
                  <a:pt x="87845" y="143230"/>
                </a:lnTo>
                <a:lnTo>
                  <a:pt x="60731" y="147180"/>
                </a:lnTo>
                <a:lnTo>
                  <a:pt x="40563" y="155219"/>
                </a:lnTo>
                <a:lnTo>
                  <a:pt x="27978" y="167170"/>
                </a:lnTo>
                <a:lnTo>
                  <a:pt x="23634" y="182841"/>
                </a:lnTo>
                <a:lnTo>
                  <a:pt x="28943" y="199847"/>
                </a:lnTo>
                <a:lnTo>
                  <a:pt x="44234" y="212344"/>
                </a:lnTo>
                <a:lnTo>
                  <a:pt x="68643" y="220027"/>
                </a:lnTo>
                <a:lnTo>
                  <a:pt x="101269" y="222605"/>
                </a:lnTo>
                <a:lnTo>
                  <a:pt x="133616" y="220027"/>
                </a:lnTo>
                <a:lnTo>
                  <a:pt x="157911" y="212344"/>
                </a:lnTo>
                <a:lnTo>
                  <a:pt x="170967" y="201676"/>
                </a:lnTo>
                <a:lnTo>
                  <a:pt x="173202" y="199847"/>
                </a:lnTo>
                <a:lnTo>
                  <a:pt x="178562" y="182841"/>
                </a:lnTo>
                <a:lnTo>
                  <a:pt x="174193" y="167233"/>
                </a:lnTo>
                <a:lnTo>
                  <a:pt x="170522" y="163728"/>
                </a:lnTo>
                <a:lnTo>
                  <a:pt x="161696" y="155321"/>
                </a:lnTo>
                <a:lnTo>
                  <a:pt x="151168" y="151091"/>
                </a:lnTo>
                <a:lnTo>
                  <a:pt x="151168" y="182841"/>
                </a:lnTo>
                <a:lnTo>
                  <a:pt x="147802" y="190957"/>
                </a:lnTo>
                <a:lnTo>
                  <a:pt x="138163" y="196900"/>
                </a:lnTo>
                <a:lnTo>
                  <a:pt x="122555" y="200520"/>
                </a:lnTo>
                <a:lnTo>
                  <a:pt x="101269" y="201676"/>
                </a:lnTo>
                <a:lnTo>
                  <a:pt x="79832" y="200520"/>
                </a:lnTo>
                <a:lnTo>
                  <a:pt x="64211" y="196900"/>
                </a:lnTo>
                <a:lnTo>
                  <a:pt x="54698" y="190957"/>
                </a:lnTo>
                <a:lnTo>
                  <a:pt x="51549" y="182841"/>
                </a:lnTo>
                <a:lnTo>
                  <a:pt x="54698" y="174612"/>
                </a:lnTo>
                <a:lnTo>
                  <a:pt x="64211" y="168668"/>
                </a:lnTo>
                <a:lnTo>
                  <a:pt x="79832" y="165036"/>
                </a:lnTo>
                <a:lnTo>
                  <a:pt x="101269" y="163728"/>
                </a:lnTo>
                <a:lnTo>
                  <a:pt x="122555" y="165036"/>
                </a:lnTo>
                <a:lnTo>
                  <a:pt x="138163" y="168668"/>
                </a:lnTo>
                <a:lnTo>
                  <a:pt x="147802" y="174612"/>
                </a:lnTo>
                <a:lnTo>
                  <a:pt x="151168" y="182841"/>
                </a:lnTo>
                <a:lnTo>
                  <a:pt x="151168" y="151091"/>
                </a:lnTo>
                <a:lnTo>
                  <a:pt x="141744" y="147294"/>
                </a:lnTo>
                <a:lnTo>
                  <a:pt x="115062" y="143319"/>
                </a:lnTo>
                <a:lnTo>
                  <a:pt x="115062" y="124396"/>
                </a:lnTo>
                <a:lnTo>
                  <a:pt x="203161" y="124396"/>
                </a:lnTo>
                <a:lnTo>
                  <a:pt x="203161" y="102235"/>
                </a:lnTo>
                <a:close/>
              </a:path>
              <a:path w="1076959" h="223520">
                <a:moveTo>
                  <a:pt x="422275" y="173329"/>
                </a:moveTo>
                <a:lnTo>
                  <a:pt x="375259" y="173329"/>
                </a:lnTo>
                <a:lnTo>
                  <a:pt x="375259" y="126923"/>
                </a:lnTo>
                <a:lnTo>
                  <a:pt x="375259" y="116370"/>
                </a:lnTo>
                <a:lnTo>
                  <a:pt x="401091" y="84785"/>
                </a:lnTo>
                <a:lnTo>
                  <a:pt x="402996" y="70916"/>
                </a:lnTo>
                <a:lnTo>
                  <a:pt x="396760" y="46723"/>
                </a:lnTo>
                <a:lnTo>
                  <a:pt x="384708" y="33756"/>
                </a:lnTo>
                <a:lnTo>
                  <a:pt x="379450" y="28117"/>
                </a:lnTo>
                <a:lnTo>
                  <a:pt x="376047" y="26581"/>
                </a:lnTo>
                <a:lnTo>
                  <a:pt x="376047" y="70916"/>
                </a:lnTo>
                <a:lnTo>
                  <a:pt x="371932" y="86410"/>
                </a:lnTo>
                <a:lnTo>
                  <a:pt x="360387" y="98196"/>
                </a:lnTo>
                <a:lnTo>
                  <a:pt x="347522" y="103644"/>
                </a:lnTo>
                <a:lnTo>
                  <a:pt x="347522" y="126923"/>
                </a:lnTo>
                <a:lnTo>
                  <a:pt x="347522" y="173329"/>
                </a:lnTo>
                <a:lnTo>
                  <a:pt x="292658" y="173329"/>
                </a:lnTo>
                <a:lnTo>
                  <a:pt x="292658" y="126923"/>
                </a:lnTo>
                <a:lnTo>
                  <a:pt x="299110" y="128130"/>
                </a:lnTo>
                <a:lnTo>
                  <a:pt x="305803" y="129006"/>
                </a:lnTo>
                <a:lnTo>
                  <a:pt x="312724" y="129540"/>
                </a:lnTo>
                <a:lnTo>
                  <a:pt x="319862" y="129717"/>
                </a:lnTo>
                <a:lnTo>
                  <a:pt x="327139" y="129540"/>
                </a:lnTo>
                <a:lnTo>
                  <a:pt x="334187" y="129006"/>
                </a:lnTo>
                <a:lnTo>
                  <a:pt x="340982" y="128130"/>
                </a:lnTo>
                <a:lnTo>
                  <a:pt x="347522" y="126923"/>
                </a:lnTo>
                <a:lnTo>
                  <a:pt x="347522" y="103644"/>
                </a:lnTo>
                <a:lnTo>
                  <a:pt x="342633" y="105714"/>
                </a:lnTo>
                <a:lnTo>
                  <a:pt x="319862" y="108343"/>
                </a:lnTo>
                <a:lnTo>
                  <a:pt x="297040" y="105714"/>
                </a:lnTo>
                <a:lnTo>
                  <a:pt x="279387" y="98196"/>
                </a:lnTo>
                <a:lnTo>
                  <a:pt x="267995" y="86410"/>
                </a:lnTo>
                <a:lnTo>
                  <a:pt x="263956" y="70916"/>
                </a:lnTo>
                <a:lnTo>
                  <a:pt x="267995" y="55308"/>
                </a:lnTo>
                <a:lnTo>
                  <a:pt x="279387" y="43611"/>
                </a:lnTo>
                <a:lnTo>
                  <a:pt x="297040" y="36271"/>
                </a:lnTo>
                <a:lnTo>
                  <a:pt x="319862" y="33756"/>
                </a:lnTo>
                <a:lnTo>
                  <a:pt x="342633" y="36271"/>
                </a:lnTo>
                <a:lnTo>
                  <a:pt x="360387" y="43611"/>
                </a:lnTo>
                <a:lnTo>
                  <a:pt x="371932" y="55308"/>
                </a:lnTo>
                <a:lnTo>
                  <a:pt x="376047" y="70916"/>
                </a:lnTo>
                <a:lnTo>
                  <a:pt x="376047" y="26581"/>
                </a:lnTo>
                <a:lnTo>
                  <a:pt x="353136" y="16141"/>
                </a:lnTo>
                <a:lnTo>
                  <a:pt x="319862" y="11861"/>
                </a:lnTo>
                <a:lnTo>
                  <a:pt x="286639" y="16141"/>
                </a:lnTo>
                <a:lnTo>
                  <a:pt x="260426" y="28117"/>
                </a:lnTo>
                <a:lnTo>
                  <a:pt x="243230" y="46723"/>
                </a:lnTo>
                <a:lnTo>
                  <a:pt x="237083" y="70916"/>
                </a:lnTo>
                <a:lnTo>
                  <a:pt x="238988" y="85026"/>
                </a:lnTo>
                <a:lnTo>
                  <a:pt x="244602" y="97510"/>
                </a:lnTo>
                <a:lnTo>
                  <a:pt x="253568" y="108191"/>
                </a:lnTo>
                <a:lnTo>
                  <a:pt x="265518" y="116890"/>
                </a:lnTo>
                <a:lnTo>
                  <a:pt x="265518" y="173329"/>
                </a:lnTo>
                <a:lnTo>
                  <a:pt x="218427" y="173329"/>
                </a:lnTo>
                <a:lnTo>
                  <a:pt x="218427" y="195834"/>
                </a:lnTo>
                <a:lnTo>
                  <a:pt x="422275" y="195834"/>
                </a:lnTo>
                <a:lnTo>
                  <a:pt x="422275" y="173329"/>
                </a:lnTo>
                <a:close/>
              </a:path>
              <a:path w="1076959" h="223520">
                <a:moveTo>
                  <a:pt x="558266" y="123177"/>
                </a:moveTo>
                <a:lnTo>
                  <a:pt x="553935" y="101981"/>
                </a:lnTo>
                <a:lnTo>
                  <a:pt x="547700" y="93167"/>
                </a:lnTo>
                <a:lnTo>
                  <a:pt x="542188" y="85369"/>
                </a:lnTo>
                <a:lnTo>
                  <a:pt x="532003" y="79146"/>
                </a:lnTo>
                <a:lnTo>
                  <a:pt x="532003" y="123177"/>
                </a:lnTo>
                <a:lnTo>
                  <a:pt x="529691" y="135572"/>
                </a:lnTo>
                <a:lnTo>
                  <a:pt x="523468" y="144983"/>
                </a:lnTo>
                <a:lnTo>
                  <a:pt x="514057" y="150914"/>
                </a:lnTo>
                <a:lnTo>
                  <a:pt x="502170" y="152920"/>
                </a:lnTo>
                <a:lnTo>
                  <a:pt x="490105" y="150914"/>
                </a:lnTo>
                <a:lnTo>
                  <a:pt x="480568" y="144983"/>
                </a:lnTo>
                <a:lnTo>
                  <a:pt x="474332" y="135572"/>
                </a:lnTo>
                <a:lnTo>
                  <a:pt x="472173" y="123177"/>
                </a:lnTo>
                <a:lnTo>
                  <a:pt x="474332" y="110871"/>
                </a:lnTo>
                <a:lnTo>
                  <a:pt x="480568" y="101396"/>
                </a:lnTo>
                <a:lnTo>
                  <a:pt x="490105" y="95313"/>
                </a:lnTo>
                <a:lnTo>
                  <a:pt x="502170" y="93167"/>
                </a:lnTo>
                <a:lnTo>
                  <a:pt x="514057" y="95313"/>
                </a:lnTo>
                <a:lnTo>
                  <a:pt x="523468" y="101396"/>
                </a:lnTo>
                <a:lnTo>
                  <a:pt x="529691" y="110871"/>
                </a:lnTo>
                <a:lnTo>
                  <a:pt x="532003" y="123177"/>
                </a:lnTo>
                <a:lnTo>
                  <a:pt x="532003" y="79146"/>
                </a:lnTo>
                <a:lnTo>
                  <a:pt x="524459" y="74536"/>
                </a:lnTo>
                <a:lnTo>
                  <a:pt x="502170" y="70662"/>
                </a:lnTo>
                <a:lnTo>
                  <a:pt x="479628" y="74536"/>
                </a:lnTo>
                <a:lnTo>
                  <a:pt x="461772" y="85369"/>
                </a:lnTo>
                <a:lnTo>
                  <a:pt x="450049" y="101981"/>
                </a:lnTo>
                <a:lnTo>
                  <a:pt x="445909" y="123177"/>
                </a:lnTo>
                <a:lnTo>
                  <a:pt x="450049" y="144348"/>
                </a:lnTo>
                <a:lnTo>
                  <a:pt x="461772" y="160934"/>
                </a:lnTo>
                <a:lnTo>
                  <a:pt x="479628" y="171729"/>
                </a:lnTo>
                <a:lnTo>
                  <a:pt x="502170" y="175590"/>
                </a:lnTo>
                <a:lnTo>
                  <a:pt x="524459" y="171729"/>
                </a:lnTo>
                <a:lnTo>
                  <a:pt x="542188" y="160934"/>
                </a:lnTo>
                <a:lnTo>
                  <a:pt x="547865" y="152920"/>
                </a:lnTo>
                <a:lnTo>
                  <a:pt x="553935" y="144348"/>
                </a:lnTo>
                <a:lnTo>
                  <a:pt x="558266" y="123177"/>
                </a:lnTo>
                <a:close/>
              </a:path>
              <a:path w="1076959" h="223520">
                <a:moveTo>
                  <a:pt x="567156" y="34112"/>
                </a:moveTo>
                <a:lnTo>
                  <a:pt x="515696" y="34112"/>
                </a:lnTo>
                <a:lnTo>
                  <a:pt x="515696" y="3149"/>
                </a:lnTo>
                <a:lnTo>
                  <a:pt x="488302" y="3149"/>
                </a:lnTo>
                <a:lnTo>
                  <a:pt x="488302" y="34112"/>
                </a:lnTo>
                <a:lnTo>
                  <a:pt x="435622" y="34112"/>
                </a:lnTo>
                <a:lnTo>
                  <a:pt x="435622" y="56273"/>
                </a:lnTo>
                <a:lnTo>
                  <a:pt x="567156" y="56273"/>
                </a:lnTo>
                <a:lnTo>
                  <a:pt x="567156" y="34112"/>
                </a:lnTo>
                <a:close/>
              </a:path>
              <a:path w="1076959" h="223520">
                <a:moveTo>
                  <a:pt x="645845" y="88798"/>
                </a:moveTo>
                <a:lnTo>
                  <a:pt x="611466" y="88798"/>
                </a:lnTo>
                <a:lnTo>
                  <a:pt x="611466" y="0"/>
                </a:lnTo>
                <a:lnTo>
                  <a:pt x="584339" y="0"/>
                </a:lnTo>
                <a:lnTo>
                  <a:pt x="584339" y="222783"/>
                </a:lnTo>
                <a:lnTo>
                  <a:pt x="611466" y="222783"/>
                </a:lnTo>
                <a:lnTo>
                  <a:pt x="611466" y="111391"/>
                </a:lnTo>
                <a:lnTo>
                  <a:pt x="645845" y="111391"/>
                </a:lnTo>
                <a:lnTo>
                  <a:pt x="645845" y="88798"/>
                </a:lnTo>
                <a:close/>
              </a:path>
              <a:path w="1076959" h="223520">
                <a:moveTo>
                  <a:pt x="787755" y="161632"/>
                </a:moveTo>
                <a:lnTo>
                  <a:pt x="785622" y="145846"/>
                </a:lnTo>
                <a:lnTo>
                  <a:pt x="784618" y="138518"/>
                </a:lnTo>
                <a:lnTo>
                  <a:pt x="762050" y="141947"/>
                </a:lnTo>
                <a:lnTo>
                  <a:pt x="739711" y="144145"/>
                </a:lnTo>
                <a:lnTo>
                  <a:pt x="716597" y="145364"/>
                </a:lnTo>
                <a:lnTo>
                  <a:pt x="691718" y="145846"/>
                </a:lnTo>
                <a:lnTo>
                  <a:pt x="691718" y="43268"/>
                </a:lnTo>
                <a:lnTo>
                  <a:pt x="768743" y="43268"/>
                </a:lnTo>
                <a:lnTo>
                  <a:pt x="768743" y="21031"/>
                </a:lnTo>
                <a:lnTo>
                  <a:pt x="664425" y="21031"/>
                </a:lnTo>
                <a:lnTo>
                  <a:pt x="664425" y="168617"/>
                </a:lnTo>
                <a:lnTo>
                  <a:pt x="682739" y="168617"/>
                </a:lnTo>
                <a:lnTo>
                  <a:pt x="711314" y="168414"/>
                </a:lnTo>
                <a:lnTo>
                  <a:pt x="737412" y="167424"/>
                </a:lnTo>
                <a:lnTo>
                  <a:pt x="762419" y="165277"/>
                </a:lnTo>
                <a:lnTo>
                  <a:pt x="787755" y="161632"/>
                </a:lnTo>
                <a:close/>
              </a:path>
              <a:path w="1076959" h="223520">
                <a:moveTo>
                  <a:pt x="864260" y="84531"/>
                </a:moveTo>
                <a:lnTo>
                  <a:pt x="829894" y="84531"/>
                </a:lnTo>
                <a:lnTo>
                  <a:pt x="829894" y="0"/>
                </a:lnTo>
                <a:lnTo>
                  <a:pt x="802411" y="0"/>
                </a:lnTo>
                <a:lnTo>
                  <a:pt x="802411" y="223304"/>
                </a:lnTo>
                <a:lnTo>
                  <a:pt x="829894" y="223304"/>
                </a:lnTo>
                <a:lnTo>
                  <a:pt x="829894" y="107035"/>
                </a:lnTo>
                <a:lnTo>
                  <a:pt x="864260" y="107035"/>
                </a:lnTo>
                <a:lnTo>
                  <a:pt x="864260" y="84531"/>
                </a:lnTo>
                <a:close/>
              </a:path>
              <a:path w="1076959" h="223520">
                <a:moveTo>
                  <a:pt x="1055636" y="20332"/>
                </a:moveTo>
                <a:lnTo>
                  <a:pt x="894880" y="20332"/>
                </a:lnTo>
                <a:lnTo>
                  <a:pt x="894880" y="42392"/>
                </a:lnTo>
                <a:lnTo>
                  <a:pt x="1028077" y="42392"/>
                </a:lnTo>
                <a:lnTo>
                  <a:pt x="1027874" y="63550"/>
                </a:lnTo>
                <a:lnTo>
                  <a:pt x="1026858" y="87147"/>
                </a:lnTo>
                <a:lnTo>
                  <a:pt x="1024229" y="113817"/>
                </a:lnTo>
                <a:lnTo>
                  <a:pt x="1019175" y="144195"/>
                </a:lnTo>
                <a:lnTo>
                  <a:pt x="1046911" y="147154"/>
                </a:lnTo>
                <a:lnTo>
                  <a:pt x="1051915" y="114947"/>
                </a:lnTo>
                <a:lnTo>
                  <a:pt x="1054481" y="87414"/>
                </a:lnTo>
                <a:lnTo>
                  <a:pt x="1055458" y="63398"/>
                </a:lnTo>
                <a:lnTo>
                  <a:pt x="1055636" y="42392"/>
                </a:lnTo>
                <a:lnTo>
                  <a:pt x="1055636" y="20332"/>
                </a:lnTo>
                <a:close/>
              </a:path>
              <a:path w="1076959" h="223520">
                <a:moveTo>
                  <a:pt x="1076833" y="171665"/>
                </a:moveTo>
                <a:lnTo>
                  <a:pt x="975918" y="171665"/>
                </a:lnTo>
                <a:lnTo>
                  <a:pt x="975918" y="94119"/>
                </a:lnTo>
                <a:lnTo>
                  <a:pt x="948702" y="94119"/>
                </a:lnTo>
                <a:lnTo>
                  <a:pt x="948702" y="171665"/>
                </a:lnTo>
                <a:lnTo>
                  <a:pt x="873683" y="171665"/>
                </a:lnTo>
                <a:lnTo>
                  <a:pt x="873683" y="194170"/>
                </a:lnTo>
                <a:lnTo>
                  <a:pt x="1076833" y="194170"/>
                </a:lnTo>
                <a:lnTo>
                  <a:pt x="1076833" y="1716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8" name="object 168"/>
          <p:cNvGrpSpPr/>
          <p:nvPr/>
        </p:nvGrpSpPr>
        <p:grpSpPr>
          <a:xfrm>
            <a:off x="12462380" y="6197834"/>
            <a:ext cx="1012190" cy="252729"/>
            <a:chOff x="12462380" y="6197834"/>
            <a:chExt cx="1012190" cy="252729"/>
          </a:xfrm>
        </p:grpSpPr>
        <p:pic>
          <p:nvPicPr>
            <p:cNvPr id="169" name="object 16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2462380" y="6198008"/>
              <a:ext cx="207689" cy="218419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2690743" y="6197834"/>
              <a:ext cx="197921" cy="218594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2915443" y="6198008"/>
              <a:ext cx="270669" cy="238743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3210101" y="6197834"/>
              <a:ext cx="264388" cy="252351"/>
            </a:xfrm>
            <a:prstGeom prst="rect">
              <a:avLst/>
            </a:prstGeom>
          </p:spPr>
        </p:pic>
      </p:grpSp>
      <p:grpSp>
        <p:nvGrpSpPr>
          <p:cNvPr id="173" name="object 173"/>
          <p:cNvGrpSpPr/>
          <p:nvPr/>
        </p:nvGrpSpPr>
        <p:grpSpPr>
          <a:xfrm>
            <a:off x="13561944" y="6197834"/>
            <a:ext cx="424815" cy="223520"/>
            <a:chOff x="13561944" y="6197834"/>
            <a:chExt cx="424815" cy="223520"/>
          </a:xfrm>
        </p:grpSpPr>
        <p:pic>
          <p:nvPicPr>
            <p:cNvPr id="174" name="object 174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3561944" y="6197834"/>
              <a:ext cx="184661" cy="223304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3776786" y="6197834"/>
              <a:ext cx="209610" cy="222606"/>
            </a:xfrm>
            <a:prstGeom prst="rect">
              <a:avLst/>
            </a:prstGeom>
          </p:spPr>
        </p:pic>
      </p:grpSp>
      <p:grpSp>
        <p:nvGrpSpPr>
          <p:cNvPr id="176" name="object 176"/>
          <p:cNvGrpSpPr/>
          <p:nvPr/>
        </p:nvGrpSpPr>
        <p:grpSpPr>
          <a:xfrm>
            <a:off x="14057706" y="6197834"/>
            <a:ext cx="644525" cy="223520"/>
            <a:chOff x="14057706" y="6197834"/>
            <a:chExt cx="644525" cy="223520"/>
          </a:xfrm>
        </p:grpSpPr>
        <p:pic>
          <p:nvPicPr>
            <p:cNvPr id="177" name="object 177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4057706" y="6197834"/>
              <a:ext cx="410757" cy="222955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4494720" y="6197834"/>
              <a:ext cx="206904" cy="218594"/>
            </a:xfrm>
            <a:prstGeom prst="rect">
              <a:avLst/>
            </a:prstGeom>
          </p:spPr>
        </p:pic>
      </p:grpSp>
      <p:grpSp>
        <p:nvGrpSpPr>
          <p:cNvPr id="179" name="object 179"/>
          <p:cNvGrpSpPr/>
          <p:nvPr/>
        </p:nvGrpSpPr>
        <p:grpSpPr>
          <a:xfrm>
            <a:off x="14771778" y="6197834"/>
            <a:ext cx="720725" cy="239395"/>
            <a:chOff x="14771778" y="6197834"/>
            <a:chExt cx="720725" cy="239395"/>
          </a:xfrm>
        </p:grpSpPr>
        <p:sp>
          <p:nvSpPr>
            <p:cNvPr id="180" name="object 180"/>
            <p:cNvSpPr/>
            <p:nvPr/>
          </p:nvSpPr>
          <p:spPr>
            <a:xfrm>
              <a:off x="14771777" y="6197840"/>
              <a:ext cx="623570" cy="222885"/>
            </a:xfrm>
            <a:custGeom>
              <a:avLst/>
              <a:gdLst/>
              <a:ahLst/>
              <a:cxnLst/>
              <a:rect l="l" t="t" r="r" b="b"/>
              <a:pathLst>
                <a:path w="623569" h="222885">
                  <a:moveTo>
                    <a:pt x="116878" y="23114"/>
                  </a:moveTo>
                  <a:lnTo>
                    <a:pt x="11861" y="23114"/>
                  </a:lnTo>
                  <a:lnTo>
                    <a:pt x="11861" y="45707"/>
                  </a:lnTo>
                  <a:lnTo>
                    <a:pt x="88963" y="45707"/>
                  </a:lnTo>
                  <a:lnTo>
                    <a:pt x="80416" y="81394"/>
                  </a:lnTo>
                  <a:lnTo>
                    <a:pt x="62801" y="112458"/>
                  </a:lnTo>
                  <a:lnTo>
                    <a:pt x="36029" y="139103"/>
                  </a:lnTo>
                  <a:lnTo>
                    <a:pt x="0" y="161544"/>
                  </a:lnTo>
                  <a:lnTo>
                    <a:pt x="15430" y="182651"/>
                  </a:lnTo>
                  <a:lnTo>
                    <a:pt x="62547" y="151561"/>
                  </a:lnTo>
                  <a:lnTo>
                    <a:pt x="93903" y="113779"/>
                  </a:lnTo>
                  <a:lnTo>
                    <a:pt x="111379" y="70548"/>
                  </a:lnTo>
                  <a:lnTo>
                    <a:pt x="116878" y="23114"/>
                  </a:lnTo>
                  <a:close/>
                </a:path>
                <a:path w="623569" h="222885">
                  <a:moveTo>
                    <a:pt x="208826" y="87058"/>
                  </a:moveTo>
                  <a:lnTo>
                    <a:pt x="175755" y="87058"/>
                  </a:lnTo>
                  <a:lnTo>
                    <a:pt x="175755" y="0"/>
                  </a:lnTo>
                  <a:lnTo>
                    <a:pt x="148285" y="0"/>
                  </a:lnTo>
                  <a:lnTo>
                    <a:pt x="148285" y="222427"/>
                  </a:lnTo>
                  <a:lnTo>
                    <a:pt x="175755" y="222427"/>
                  </a:lnTo>
                  <a:lnTo>
                    <a:pt x="175755" y="109816"/>
                  </a:lnTo>
                  <a:lnTo>
                    <a:pt x="208826" y="109816"/>
                  </a:lnTo>
                  <a:lnTo>
                    <a:pt x="208826" y="87058"/>
                  </a:lnTo>
                  <a:close/>
                </a:path>
                <a:path w="623569" h="222885">
                  <a:moveTo>
                    <a:pt x="413194" y="70485"/>
                  </a:moveTo>
                  <a:lnTo>
                    <a:pt x="362673" y="56540"/>
                  </a:lnTo>
                  <a:lnTo>
                    <a:pt x="340271" y="31661"/>
                  </a:lnTo>
                  <a:lnTo>
                    <a:pt x="404469" y="31661"/>
                  </a:lnTo>
                  <a:lnTo>
                    <a:pt x="404469" y="9766"/>
                  </a:lnTo>
                  <a:lnTo>
                    <a:pt x="238125" y="9766"/>
                  </a:lnTo>
                  <a:lnTo>
                    <a:pt x="238125" y="31661"/>
                  </a:lnTo>
                  <a:lnTo>
                    <a:pt x="301802" y="31661"/>
                  </a:lnTo>
                  <a:lnTo>
                    <a:pt x="294297" y="44919"/>
                  </a:lnTo>
                  <a:lnTo>
                    <a:pt x="279196" y="56502"/>
                  </a:lnTo>
                  <a:lnTo>
                    <a:pt x="257289" y="65366"/>
                  </a:lnTo>
                  <a:lnTo>
                    <a:pt x="229323" y="70485"/>
                  </a:lnTo>
                  <a:lnTo>
                    <a:pt x="238658" y="92113"/>
                  </a:lnTo>
                  <a:lnTo>
                    <a:pt x="266928" y="86868"/>
                  </a:lnTo>
                  <a:lnTo>
                    <a:pt x="290474" y="77635"/>
                  </a:lnTo>
                  <a:lnTo>
                    <a:pt x="308686" y="64935"/>
                  </a:lnTo>
                  <a:lnTo>
                    <a:pt x="320903" y="49288"/>
                  </a:lnTo>
                  <a:lnTo>
                    <a:pt x="333235" y="64973"/>
                  </a:lnTo>
                  <a:lnTo>
                    <a:pt x="351586" y="77660"/>
                  </a:lnTo>
                  <a:lnTo>
                    <a:pt x="375234" y="86880"/>
                  </a:lnTo>
                  <a:lnTo>
                    <a:pt x="403517" y="92113"/>
                  </a:lnTo>
                  <a:lnTo>
                    <a:pt x="413194" y="70485"/>
                  </a:lnTo>
                  <a:close/>
                </a:path>
                <a:path w="623569" h="222885">
                  <a:moveTo>
                    <a:pt x="422706" y="102235"/>
                  </a:moveTo>
                  <a:lnTo>
                    <a:pt x="219544" y="102235"/>
                  </a:lnTo>
                  <a:lnTo>
                    <a:pt x="219544" y="124383"/>
                  </a:lnTo>
                  <a:lnTo>
                    <a:pt x="307390" y="124383"/>
                  </a:lnTo>
                  <a:lnTo>
                    <a:pt x="307390" y="143230"/>
                  </a:lnTo>
                  <a:lnTo>
                    <a:pt x="280289" y="147167"/>
                  </a:lnTo>
                  <a:lnTo>
                    <a:pt x="260108" y="155206"/>
                  </a:lnTo>
                  <a:lnTo>
                    <a:pt x="247523" y="167157"/>
                  </a:lnTo>
                  <a:lnTo>
                    <a:pt x="243192" y="182829"/>
                  </a:lnTo>
                  <a:lnTo>
                    <a:pt x="248488" y="199834"/>
                  </a:lnTo>
                  <a:lnTo>
                    <a:pt x="263779" y="212331"/>
                  </a:lnTo>
                  <a:lnTo>
                    <a:pt x="288188" y="220027"/>
                  </a:lnTo>
                  <a:lnTo>
                    <a:pt x="320827" y="222605"/>
                  </a:lnTo>
                  <a:lnTo>
                    <a:pt x="353161" y="220027"/>
                  </a:lnTo>
                  <a:lnTo>
                    <a:pt x="377456" y="212331"/>
                  </a:lnTo>
                  <a:lnTo>
                    <a:pt x="390512" y="201676"/>
                  </a:lnTo>
                  <a:lnTo>
                    <a:pt x="392747" y="199834"/>
                  </a:lnTo>
                  <a:lnTo>
                    <a:pt x="398106" y="182829"/>
                  </a:lnTo>
                  <a:lnTo>
                    <a:pt x="393738" y="167220"/>
                  </a:lnTo>
                  <a:lnTo>
                    <a:pt x="390067" y="163728"/>
                  </a:lnTo>
                  <a:lnTo>
                    <a:pt x="381241" y="155321"/>
                  </a:lnTo>
                  <a:lnTo>
                    <a:pt x="370713" y="151091"/>
                  </a:lnTo>
                  <a:lnTo>
                    <a:pt x="370713" y="182829"/>
                  </a:lnTo>
                  <a:lnTo>
                    <a:pt x="367347" y="190944"/>
                  </a:lnTo>
                  <a:lnTo>
                    <a:pt x="357708" y="196900"/>
                  </a:lnTo>
                  <a:lnTo>
                    <a:pt x="342099" y="200520"/>
                  </a:lnTo>
                  <a:lnTo>
                    <a:pt x="320827" y="201676"/>
                  </a:lnTo>
                  <a:lnTo>
                    <a:pt x="299377" y="200520"/>
                  </a:lnTo>
                  <a:lnTo>
                    <a:pt x="283756" y="196900"/>
                  </a:lnTo>
                  <a:lnTo>
                    <a:pt x="274243" y="190944"/>
                  </a:lnTo>
                  <a:lnTo>
                    <a:pt x="271106" y="182829"/>
                  </a:lnTo>
                  <a:lnTo>
                    <a:pt x="274243" y="174612"/>
                  </a:lnTo>
                  <a:lnTo>
                    <a:pt x="283756" y="168668"/>
                  </a:lnTo>
                  <a:lnTo>
                    <a:pt x="299377" y="165036"/>
                  </a:lnTo>
                  <a:lnTo>
                    <a:pt x="320827" y="163728"/>
                  </a:lnTo>
                  <a:lnTo>
                    <a:pt x="342099" y="165036"/>
                  </a:lnTo>
                  <a:lnTo>
                    <a:pt x="357708" y="168668"/>
                  </a:lnTo>
                  <a:lnTo>
                    <a:pt x="367347" y="174612"/>
                  </a:lnTo>
                  <a:lnTo>
                    <a:pt x="370713" y="182829"/>
                  </a:lnTo>
                  <a:lnTo>
                    <a:pt x="370713" y="151091"/>
                  </a:lnTo>
                  <a:lnTo>
                    <a:pt x="361289" y="147294"/>
                  </a:lnTo>
                  <a:lnTo>
                    <a:pt x="334606" y="143319"/>
                  </a:lnTo>
                  <a:lnTo>
                    <a:pt x="334606" y="124383"/>
                  </a:lnTo>
                  <a:lnTo>
                    <a:pt x="422706" y="124383"/>
                  </a:lnTo>
                  <a:lnTo>
                    <a:pt x="422706" y="102235"/>
                  </a:lnTo>
                  <a:close/>
                </a:path>
                <a:path w="623569" h="222885">
                  <a:moveTo>
                    <a:pt x="580237" y="155968"/>
                  </a:moveTo>
                  <a:lnTo>
                    <a:pt x="556209" y="141084"/>
                  </a:lnTo>
                  <a:lnTo>
                    <a:pt x="538365" y="120446"/>
                  </a:lnTo>
                  <a:lnTo>
                    <a:pt x="536854" y="117144"/>
                  </a:lnTo>
                  <a:lnTo>
                    <a:pt x="527265" y="96266"/>
                  </a:lnTo>
                  <a:lnTo>
                    <a:pt x="523455" y="70739"/>
                  </a:lnTo>
                  <a:lnTo>
                    <a:pt x="523455" y="59055"/>
                  </a:lnTo>
                  <a:lnTo>
                    <a:pt x="571512" y="59055"/>
                  </a:lnTo>
                  <a:lnTo>
                    <a:pt x="571512" y="37160"/>
                  </a:lnTo>
                  <a:lnTo>
                    <a:pt x="523367" y="37160"/>
                  </a:lnTo>
                  <a:lnTo>
                    <a:pt x="523367" y="4711"/>
                  </a:lnTo>
                  <a:lnTo>
                    <a:pt x="496062" y="4711"/>
                  </a:lnTo>
                  <a:lnTo>
                    <a:pt x="496062" y="37160"/>
                  </a:lnTo>
                  <a:lnTo>
                    <a:pt x="447217" y="37160"/>
                  </a:lnTo>
                  <a:lnTo>
                    <a:pt x="447217" y="59055"/>
                  </a:lnTo>
                  <a:lnTo>
                    <a:pt x="496239" y="59055"/>
                  </a:lnTo>
                  <a:lnTo>
                    <a:pt x="496239" y="70739"/>
                  </a:lnTo>
                  <a:lnTo>
                    <a:pt x="492480" y="97421"/>
                  </a:lnTo>
                  <a:lnTo>
                    <a:pt x="481545" y="122593"/>
                  </a:lnTo>
                  <a:lnTo>
                    <a:pt x="463931" y="144043"/>
                  </a:lnTo>
                  <a:lnTo>
                    <a:pt x="440143" y="159537"/>
                  </a:lnTo>
                  <a:lnTo>
                    <a:pt x="455066" y="180733"/>
                  </a:lnTo>
                  <a:lnTo>
                    <a:pt x="473252" y="170014"/>
                  </a:lnTo>
                  <a:lnTo>
                    <a:pt x="488657" y="155359"/>
                  </a:lnTo>
                  <a:lnTo>
                    <a:pt x="501078" y="137490"/>
                  </a:lnTo>
                  <a:lnTo>
                    <a:pt x="510286" y="117144"/>
                  </a:lnTo>
                  <a:lnTo>
                    <a:pt x="519582" y="136283"/>
                  </a:lnTo>
                  <a:lnTo>
                    <a:pt x="532015" y="153098"/>
                  </a:lnTo>
                  <a:lnTo>
                    <a:pt x="547344" y="166916"/>
                  </a:lnTo>
                  <a:lnTo>
                    <a:pt x="565327" y="177076"/>
                  </a:lnTo>
                  <a:lnTo>
                    <a:pt x="580237" y="155968"/>
                  </a:lnTo>
                  <a:close/>
                </a:path>
                <a:path w="623569" h="222885">
                  <a:moveTo>
                    <a:pt x="623239" y="0"/>
                  </a:moveTo>
                  <a:lnTo>
                    <a:pt x="595858" y="0"/>
                  </a:lnTo>
                  <a:lnTo>
                    <a:pt x="595858" y="222783"/>
                  </a:lnTo>
                  <a:lnTo>
                    <a:pt x="623239" y="222783"/>
                  </a:lnTo>
                  <a:lnTo>
                    <a:pt x="6232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5428083" y="6215018"/>
              <a:ext cx="64026" cy="221734"/>
            </a:xfrm>
            <a:prstGeom prst="rect">
              <a:avLst/>
            </a:prstGeom>
          </p:spPr>
        </p:pic>
      </p:grpSp>
      <p:sp>
        <p:nvSpPr>
          <p:cNvPr id="182" name="object 182"/>
          <p:cNvSpPr/>
          <p:nvPr/>
        </p:nvSpPr>
        <p:spPr>
          <a:xfrm>
            <a:off x="13803503" y="5063718"/>
            <a:ext cx="363855" cy="464820"/>
          </a:xfrm>
          <a:custGeom>
            <a:avLst/>
            <a:gdLst/>
            <a:ahLst/>
            <a:cxnLst/>
            <a:rect l="l" t="t" r="r" b="b"/>
            <a:pathLst>
              <a:path w="363855" h="464820">
                <a:moveTo>
                  <a:pt x="363804" y="238874"/>
                </a:moveTo>
                <a:lnTo>
                  <a:pt x="360959" y="229908"/>
                </a:lnTo>
                <a:lnTo>
                  <a:pt x="354685" y="222453"/>
                </a:lnTo>
                <a:lnTo>
                  <a:pt x="345998" y="218033"/>
                </a:lnTo>
                <a:lnTo>
                  <a:pt x="336613" y="217297"/>
                </a:lnTo>
                <a:lnTo>
                  <a:pt x="327647" y="220141"/>
                </a:lnTo>
                <a:lnTo>
                  <a:pt x="320192" y="226428"/>
                </a:lnTo>
                <a:lnTo>
                  <a:pt x="207225" y="368782"/>
                </a:lnTo>
                <a:lnTo>
                  <a:pt x="207225" y="146799"/>
                </a:lnTo>
                <a:lnTo>
                  <a:pt x="207225" y="145313"/>
                </a:lnTo>
                <a:lnTo>
                  <a:pt x="207225" y="135788"/>
                </a:lnTo>
                <a:lnTo>
                  <a:pt x="207225" y="134315"/>
                </a:lnTo>
                <a:lnTo>
                  <a:pt x="207225" y="24549"/>
                </a:lnTo>
                <a:lnTo>
                  <a:pt x="205295" y="14998"/>
                </a:lnTo>
                <a:lnTo>
                  <a:pt x="200037" y="7200"/>
                </a:lnTo>
                <a:lnTo>
                  <a:pt x="192227" y="1930"/>
                </a:lnTo>
                <a:lnTo>
                  <a:pt x="182676" y="0"/>
                </a:lnTo>
                <a:lnTo>
                  <a:pt x="173113" y="1930"/>
                </a:lnTo>
                <a:lnTo>
                  <a:pt x="165315" y="7200"/>
                </a:lnTo>
                <a:lnTo>
                  <a:pt x="160058" y="14998"/>
                </a:lnTo>
                <a:lnTo>
                  <a:pt x="158127" y="24549"/>
                </a:lnTo>
                <a:lnTo>
                  <a:pt x="158127" y="134315"/>
                </a:lnTo>
                <a:lnTo>
                  <a:pt x="158127" y="135788"/>
                </a:lnTo>
                <a:lnTo>
                  <a:pt x="158115" y="145313"/>
                </a:lnTo>
                <a:lnTo>
                  <a:pt x="158127" y="146799"/>
                </a:lnTo>
                <a:lnTo>
                  <a:pt x="158127" y="370535"/>
                </a:lnTo>
                <a:lnTo>
                  <a:pt x="43776" y="226428"/>
                </a:lnTo>
                <a:lnTo>
                  <a:pt x="36322" y="220141"/>
                </a:lnTo>
                <a:lnTo>
                  <a:pt x="27355" y="217297"/>
                </a:lnTo>
                <a:lnTo>
                  <a:pt x="17970" y="218033"/>
                </a:lnTo>
                <a:lnTo>
                  <a:pt x="9283" y="222453"/>
                </a:lnTo>
                <a:lnTo>
                  <a:pt x="3175" y="227304"/>
                </a:lnTo>
                <a:lnTo>
                  <a:pt x="0" y="234467"/>
                </a:lnTo>
                <a:lnTo>
                  <a:pt x="0" y="247040"/>
                </a:lnTo>
                <a:lnTo>
                  <a:pt x="1739" y="252425"/>
                </a:lnTo>
                <a:lnTo>
                  <a:pt x="167398" y="461238"/>
                </a:lnTo>
                <a:lnTo>
                  <a:pt x="174485" y="464654"/>
                </a:lnTo>
                <a:lnTo>
                  <a:pt x="189471" y="464642"/>
                </a:lnTo>
                <a:lnTo>
                  <a:pt x="196557" y="461225"/>
                </a:lnTo>
                <a:lnTo>
                  <a:pt x="201206" y="455358"/>
                </a:lnTo>
                <a:lnTo>
                  <a:pt x="358648" y="256946"/>
                </a:lnTo>
                <a:lnTo>
                  <a:pt x="363067" y="248259"/>
                </a:lnTo>
                <a:lnTo>
                  <a:pt x="363804" y="23887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3" name="object 183"/>
          <p:cNvGrpSpPr/>
          <p:nvPr/>
        </p:nvGrpSpPr>
        <p:grpSpPr>
          <a:xfrm>
            <a:off x="12476066" y="4172745"/>
            <a:ext cx="480695" cy="252729"/>
            <a:chOff x="12476066" y="4172745"/>
            <a:chExt cx="480695" cy="252729"/>
          </a:xfrm>
        </p:grpSpPr>
        <p:pic>
          <p:nvPicPr>
            <p:cNvPr id="184" name="object 184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2476066" y="4172919"/>
              <a:ext cx="191727" cy="218419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2691782" y="4172745"/>
              <a:ext cx="264388" cy="252351"/>
            </a:xfrm>
            <a:prstGeom prst="rect">
              <a:avLst/>
            </a:prstGeom>
          </p:spPr>
        </p:pic>
      </p:grpSp>
      <p:pic>
        <p:nvPicPr>
          <p:cNvPr id="186" name="object 186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13043721" y="4172745"/>
            <a:ext cx="184661" cy="223304"/>
          </a:xfrm>
          <a:prstGeom prst="rect">
            <a:avLst/>
          </a:prstGeom>
        </p:spPr>
      </p:pic>
      <p:sp>
        <p:nvSpPr>
          <p:cNvPr id="187" name="object 187"/>
          <p:cNvSpPr/>
          <p:nvPr/>
        </p:nvSpPr>
        <p:spPr>
          <a:xfrm>
            <a:off x="13260832" y="4179569"/>
            <a:ext cx="204470" cy="216535"/>
          </a:xfrm>
          <a:custGeom>
            <a:avLst/>
            <a:gdLst/>
            <a:ahLst/>
            <a:cxnLst/>
            <a:rect l="l" t="t" r="r" b="b"/>
            <a:pathLst>
              <a:path w="204469" h="216535">
                <a:moveTo>
                  <a:pt x="185089" y="83820"/>
                </a:moveTo>
                <a:lnTo>
                  <a:pt x="52158" y="83820"/>
                </a:lnTo>
                <a:lnTo>
                  <a:pt x="52158" y="62230"/>
                </a:lnTo>
                <a:lnTo>
                  <a:pt x="180035" y="62230"/>
                </a:lnTo>
                <a:lnTo>
                  <a:pt x="180035" y="41922"/>
                </a:lnTo>
                <a:lnTo>
                  <a:pt x="180035" y="22872"/>
                </a:lnTo>
                <a:lnTo>
                  <a:pt x="180035" y="0"/>
                </a:lnTo>
                <a:lnTo>
                  <a:pt x="23901" y="0"/>
                </a:lnTo>
                <a:lnTo>
                  <a:pt x="23901" y="22872"/>
                </a:lnTo>
                <a:lnTo>
                  <a:pt x="151942" y="22872"/>
                </a:lnTo>
                <a:lnTo>
                  <a:pt x="151942" y="41922"/>
                </a:lnTo>
                <a:lnTo>
                  <a:pt x="24422" y="41922"/>
                </a:lnTo>
                <a:lnTo>
                  <a:pt x="24422" y="62230"/>
                </a:lnTo>
                <a:lnTo>
                  <a:pt x="24422" y="83820"/>
                </a:lnTo>
                <a:lnTo>
                  <a:pt x="24422" y="106680"/>
                </a:lnTo>
                <a:lnTo>
                  <a:pt x="185089" y="106680"/>
                </a:lnTo>
                <a:lnTo>
                  <a:pt x="185089" y="83820"/>
                </a:lnTo>
                <a:close/>
              </a:path>
              <a:path w="204469" h="216535">
                <a:moveTo>
                  <a:pt x="203847" y="124726"/>
                </a:moveTo>
                <a:lnTo>
                  <a:pt x="0" y="124726"/>
                </a:lnTo>
                <a:lnTo>
                  <a:pt x="0" y="146265"/>
                </a:lnTo>
                <a:lnTo>
                  <a:pt x="49542" y="146265"/>
                </a:lnTo>
                <a:lnTo>
                  <a:pt x="49542" y="215963"/>
                </a:lnTo>
                <a:lnTo>
                  <a:pt x="77012" y="215963"/>
                </a:lnTo>
                <a:lnTo>
                  <a:pt x="77012" y="146265"/>
                </a:lnTo>
                <a:lnTo>
                  <a:pt x="127088" y="146265"/>
                </a:lnTo>
                <a:lnTo>
                  <a:pt x="127088" y="215963"/>
                </a:lnTo>
                <a:lnTo>
                  <a:pt x="154736" y="215963"/>
                </a:lnTo>
                <a:lnTo>
                  <a:pt x="154736" y="146265"/>
                </a:lnTo>
                <a:lnTo>
                  <a:pt x="203847" y="146265"/>
                </a:lnTo>
                <a:lnTo>
                  <a:pt x="203847" y="1247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8" name="object 188"/>
          <p:cNvGrpSpPr/>
          <p:nvPr/>
        </p:nvGrpSpPr>
        <p:grpSpPr>
          <a:xfrm>
            <a:off x="13538787" y="4172745"/>
            <a:ext cx="641350" cy="223520"/>
            <a:chOff x="13538787" y="4172745"/>
            <a:chExt cx="641350" cy="223520"/>
          </a:xfrm>
        </p:grpSpPr>
        <p:pic>
          <p:nvPicPr>
            <p:cNvPr id="189" name="object 189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3538787" y="4172745"/>
              <a:ext cx="188064" cy="222954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13757898" y="4178299"/>
              <a:ext cx="422275" cy="215265"/>
            </a:xfrm>
            <a:custGeom>
              <a:avLst/>
              <a:gdLst/>
              <a:ahLst/>
              <a:cxnLst/>
              <a:rect l="l" t="t" r="r" b="b"/>
              <a:pathLst>
                <a:path w="422275" h="215264">
                  <a:moveTo>
                    <a:pt x="180479" y="67640"/>
                  </a:moveTo>
                  <a:lnTo>
                    <a:pt x="153174" y="67640"/>
                  </a:lnTo>
                  <a:lnTo>
                    <a:pt x="153174" y="102527"/>
                  </a:lnTo>
                  <a:lnTo>
                    <a:pt x="180479" y="102527"/>
                  </a:lnTo>
                  <a:lnTo>
                    <a:pt x="180479" y="67640"/>
                  </a:lnTo>
                  <a:close/>
                </a:path>
                <a:path w="422275" h="215264">
                  <a:moveTo>
                    <a:pt x="180479" y="45720"/>
                  </a:moveTo>
                  <a:lnTo>
                    <a:pt x="49898" y="45720"/>
                  </a:lnTo>
                  <a:lnTo>
                    <a:pt x="49898" y="8890"/>
                  </a:lnTo>
                  <a:lnTo>
                    <a:pt x="22415" y="8890"/>
                  </a:lnTo>
                  <a:lnTo>
                    <a:pt x="22415" y="45720"/>
                  </a:lnTo>
                  <a:lnTo>
                    <a:pt x="22415" y="67310"/>
                  </a:lnTo>
                  <a:lnTo>
                    <a:pt x="22415" y="102870"/>
                  </a:lnTo>
                  <a:lnTo>
                    <a:pt x="22415" y="124460"/>
                  </a:lnTo>
                  <a:lnTo>
                    <a:pt x="180479" y="124460"/>
                  </a:lnTo>
                  <a:lnTo>
                    <a:pt x="180479" y="102870"/>
                  </a:lnTo>
                  <a:lnTo>
                    <a:pt x="49898" y="102870"/>
                  </a:lnTo>
                  <a:lnTo>
                    <a:pt x="49898" y="67310"/>
                  </a:lnTo>
                  <a:lnTo>
                    <a:pt x="180479" y="67310"/>
                  </a:lnTo>
                  <a:lnTo>
                    <a:pt x="180479" y="45720"/>
                  </a:lnTo>
                  <a:close/>
                </a:path>
                <a:path w="422275" h="215264">
                  <a:moveTo>
                    <a:pt x="180479" y="9194"/>
                  </a:moveTo>
                  <a:lnTo>
                    <a:pt x="153174" y="9194"/>
                  </a:lnTo>
                  <a:lnTo>
                    <a:pt x="153174" y="45656"/>
                  </a:lnTo>
                  <a:lnTo>
                    <a:pt x="180479" y="45656"/>
                  </a:lnTo>
                  <a:lnTo>
                    <a:pt x="180479" y="9194"/>
                  </a:lnTo>
                  <a:close/>
                </a:path>
                <a:path w="422275" h="215264">
                  <a:moveTo>
                    <a:pt x="203847" y="168033"/>
                  </a:moveTo>
                  <a:lnTo>
                    <a:pt x="115049" y="168033"/>
                  </a:lnTo>
                  <a:lnTo>
                    <a:pt x="115049" y="124599"/>
                  </a:lnTo>
                  <a:lnTo>
                    <a:pt x="87845" y="124599"/>
                  </a:lnTo>
                  <a:lnTo>
                    <a:pt x="87845" y="168033"/>
                  </a:lnTo>
                  <a:lnTo>
                    <a:pt x="0" y="168033"/>
                  </a:lnTo>
                  <a:lnTo>
                    <a:pt x="0" y="190449"/>
                  </a:lnTo>
                  <a:lnTo>
                    <a:pt x="203847" y="190449"/>
                  </a:lnTo>
                  <a:lnTo>
                    <a:pt x="203847" y="168033"/>
                  </a:lnTo>
                  <a:close/>
                </a:path>
                <a:path w="422275" h="215264">
                  <a:moveTo>
                    <a:pt x="400646" y="63500"/>
                  </a:moveTo>
                  <a:lnTo>
                    <a:pt x="271195" y="63500"/>
                  </a:lnTo>
                  <a:lnTo>
                    <a:pt x="271195" y="49530"/>
                  </a:lnTo>
                  <a:lnTo>
                    <a:pt x="396798" y="49530"/>
                  </a:lnTo>
                  <a:lnTo>
                    <a:pt x="396798" y="31750"/>
                  </a:lnTo>
                  <a:lnTo>
                    <a:pt x="396798" y="17780"/>
                  </a:lnTo>
                  <a:lnTo>
                    <a:pt x="396798" y="0"/>
                  </a:lnTo>
                  <a:lnTo>
                    <a:pt x="243459" y="0"/>
                  </a:lnTo>
                  <a:lnTo>
                    <a:pt x="243459" y="17780"/>
                  </a:lnTo>
                  <a:lnTo>
                    <a:pt x="369417" y="17780"/>
                  </a:lnTo>
                  <a:lnTo>
                    <a:pt x="369417" y="31750"/>
                  </a:lnTo>
                  <a:lnTo>
                    <a:pt x="243979" y="31750"/>
                  </a:lnTo>
                  <a:lnTo>
                    <a:pt x="243979" y="49530"/>
                  </a:lnTo>
                  <a:lnTo>
                    <a:pt x="243979" y="63500"/>
                  </a:lnTo>
                  <a:lnTo>
                    <a:pt x="243979" y="82550"/>
                  </a:lnTo>
                  <a:lnTo>
                    <a:pt x="400646" y="82550"/>
                  </a:lnTo>
                  <a:lnTo>
                    <a:pt x="400646" y="63500"/>
                  </a:lnTo>
                  <a:close/>
                </a:path>
                <a:path w="422275" h="215264">
                  <a:moveTo>
                    <a:pt x="404037" y="195592"/>
                  </a:moveTo>
                  <a:lnTo>
                    <a:pt x="269443" y="195592"/>
                  </a:lnTo>
                  <a:lnTo>
                    <a:pt x="269443" y="180340"/>
                  </a:lnTo>
                  <a:lnTo>
                    <a:pt x="397243" y="180340"/>
                  </a:lnTo>
                  <a:lnTo>
                    <a:pt x="397243" y="162560"/>
                  </a:lnTo>
                  <a:lnTo>
                    <a:pt x="397243" y="148590"/>
                  </a:lnTo>
                  <a:lnTo>
                    <a:pt x="397243" y="129540"/>
                  </a:lnTo>
                  <a:lnTo>
                    <a:pt x="241884" y="129540"/>
                  </a:lnTo>
                  <a:lnTo>
                    <a:pt x="241884" y="148590"/>
                  </a:lnTo>
                  <a:lnTo>
                    <a:pt x="370027" y="148590"/>
                  </a:lnTo>
                  <a:lnTo>
                    <a:pt x="370027" y="162560"/>
                  </a:lnTo>
                  <a:lnTo>
                    <a:pt x="242150" y="162560"/>
                  </a:lnTo>
                  <a:lnTo>
                    <a:pt x="242150" y="180340"/>
                  </a:lnTo>
                  <a:lnTo>
                    <a:pt x="242150" y="195592"/>
                  </a:lnTo>
                  <a:lnTo>
                    <a:pt x="242150" y="214642"/>
                  </a:lnTo>
                  <a:lnTo>
                    <a:pt x="404037" y="214642"/>
                  </a:lnTo>
                  <a:lnTo>
                    <a:pt x="404037" y="195592"/>
                  </a:lnTo>
                  <a:close/>
                </a:path>
                <a:path w="422275" h="215264">
                  <a:moveTo>
                    <a:pt x="422008" y="95554"/>
                  </a:moveTo>
                  <a:lnTo>
                    <a:pt x="218160" y="95554"/>
                  </a:lnTo>
                  <a:lnTo>
                    <a:pt x="218160" y="116128"/>
                  </a:lnTo>
                  <a:lnTo>
                    <a:pt x="422008" y="116128"/>
                  </a:lnTo>
                  <a:lnTo>
                    <a:pt x="422008" y="955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1" name="object 191"/>
          <p:cNvGrpSpPr/>
          <p:nvPr/>
        </p:nvGrpSpPr>
        <p:grpSpPr>
          <a:xfrm>
            <a:off x="14257743" y="4171000"/>
            <a:ext cx="855980" cy="224154"/>
            <a:chOff x="14257743" y="4171000"/>
            <a:chExt cx="855980" cy="224154"/>
          </a:xfrm>
        </p:grpSpPr>
        <p:pic>
          <p:nvPicPr>
            <p:cNvPr id="192" name="object 192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4257743" y="4172745"/>
              <a:ext cx="189460" cy="220687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14473275" y="4171009"/>
              <a:ext cx="640080" cy="224154"/>
            </a:xfrm>
            <a:custGeom>
              <a:avLst/>
              <a:gdLst/>
              <a:ahLst/>
              <a:cxnLst/>
              <a:rect l="l" t="t" r="r" b="b"/>
              <a:pathLst>
                <a:path w="640080" h="224154">
                  <a:moveTo>
                    <a:pt x="120637" y="91147"/>
                  </a:moveTo>
                  <a:lnTo>
                    <a:pt x="116624" y="75057"/>
                  </a:lnTo>
                  <a:lnTo>
                    <a:pt x="114147" y="72313"/>
                  </a:lnTo>
                  <a:lnTo>
                    <a:pt x="105473" y="62687"/>
                  </a:lnTo>
                  <a:lnTo>
                    <a:pt x="94640" y="57670"/>
                  </a:lnTo>
                  <a:lnTo>
                    <a:pt x="94640" y="91147"/>
                  </a:lnTo>
                  <a:lnTo>
                    <a:pt x="92506" y="99250"/>
                  </a:lnTo>
                  <a:lnTo>
                    <a:pt x="86715" y="105244"/>
                  </a:lnTo>
                  <a:lnTo>
                    <a:pt x="77800" y="108978"/>
                  </a:lnTo>
                  <a:lnTo>
                    <a:pt x="66294" y="110248"/>
                  </a:lnTo>
                  <a:lnTo>
                    <a:pt x="54698" y="108978"/>
                  </a:lnTo>
                  <a:lnTo>
                    <a:pt x="45770" y="105244"/>
                  </a:lnTo>
                  <a:lnTo>
                    <a:pt x="40055" y="99250"/>
                  </a:lnTo>
                  <a:lnTo>
                    <a:pt x="38125" y="91147"/>
                  </a:lnTo>
                  <a:lnTo>
                    <a:pt x="40055" y="83248"/>
                  </a:lnTo>
                  <a:lnTo>
                    <a:pt x="45770" y="77279"/>
                  </a:lnTo>
                  <a:lnTo>
                    <a:pt x="54698" y="73533"/>
                  </a:lnTo>
                  <a:lnTo>
                    <a:pt x="66294" y="72313"/>
                  </a:lnTo>
                  <a:lnTo>
                    <a:pt x="77800" y="73533"/>
                  </a:lnTo>
                  <a:lnTo>
                    <a:pt x="86715" y="77279"/>
                  </a:lnTo>
                  <a:lnTo>
                    <a:pt x="92506" y="83248"/>
                  </a:lnTo>
                  <a:lnTo>
                    <a:pt x="94640" y="91147"/>
                  </a:lnTo>
                  <a:lnTo>
                    <a:pt x="94640" y="57670"/>
                  </a:lnTo>
                  <a:lnTo>
                    <a:pt x="88315" y="54737"/>
                  </a:lnTo>
                  <a:lnTo>
                    <a:pt x="66294" y="51892"/>
                  </a:lnTo>
                  <a:lnTo>
                    <a:pt x="43929" y="54737"/>
                  </a:lnTo>
                  <a:lnTo>
                    <a:pt x="26606" y="62687"/>
                  </a:lnTo>
                  <a:lnTo>
                    <a:pt x="15443" y="75057"/>
                  </a:lnTo>
                  <a:lnTo>
                    <a:pt x="11518" y="91147"/>
                  </a:lnTo>
                  <a:lnTo>
                    <a:pt x="15443" y="107353"/>
                  </a:lnTo>
                  <a:lnTo>
                    <a:pt x="26606" y="119773"/>
                  </a:lnTo>
                  <a:lnTo>
                    <a:pt x="43929" y="127685"/>
                  </a:lnTo>
                  <a:lnTo>
                    <a:pt x="66294" y="130403"/>
                  </a:lnTo>
                  <a:lnTo>
                    <a:pt x="88315" y="127685"/>
                  </a:lnTo>
                  <a:lnTo>
                    <a:pt x="105473" y="119773"/>
                  </a:lnTo>
                  <a:lnTo>
                    <a:pt x="114020" y="110248"/>
                  </a:lnTo>
                  <a:lnTo>
                    <a:pt x="116624" y="107353"/>
                  </a:lnTo>
                  <a:lnTo>
                    <a:pt x="120637" y="91147"/>
                  </a:lnTo>
                  <a:close/>
                </a:path>
                <a:path w="640080" h="224154">
                  <a:moveTo>
                    <a:pt x="132334" y="22504"/>
                  </a:moveTo>
                  <a:lnTo>
                    <a:pt x="79908" y="22504"/>
                  </a:lnTo>
                  <a:lnTo>
                    <a:pt x="79908" y="0"/>
                  </a:lnTo>
                  <a:lnTo>
                    <a:pt x="52603" y="0"/>
                  </a:lnTo>
                  <a:lnTo>
                    <a:pt x="52603" y="22504"/>
                  </a:lnTo>
                  <a:lnTo>
                    <a:pt x="0" y="22504"/>
                  </a:lnTo>
                  <a:lnTo>
                    <a:pt x="0" y="44310"/>
                  </a:lnTo>
                  <a:lnTo>
                    <a:pt x="132334" y="44310"/>
                  </a:lnTo>
                  <a:lnTo>
                    <a:pt x="132334" y="22504"/>
                  </a:lnTo>
                  <a:close/>
                </a:path>
                <a:path w="640080" h="224154">
                  <a:moveTo>
                    <a:pt x="175768" y="140779"/>
                  </a:moveTo>
                  <a:lnTo>
                    <a:pt x="148209" y="140779"/>
                  </a:lnTo>
                  <a:lnTo>
                    <a:pt x="148209" y="160058"/>
                  </a:lnTo>
                  <a:lnTo>
                    <a:pt x="148209" y="181343"/>
                  </a:lnTo>
                  <a:lnTo>
                    <a:pt x="148209" y="200190"/>
                  </a:lnTo>
                  <a:lnTo>
                    <a:pt x="58801" y="200190"/>
                  </a:lnTo>
                  <a:lnTo>
                    <a:pt x="58801" y="181343"/>
                  </a:lnTo>
                  <a:lnTo>
                    <a:pt x="148209" y="181343"/>
                  </a:lnTo>
                  <a:lnTo>
                    <a:pt x="148209" y="160058"/>
                  </a:lnTo>
                  <a:lnTo>
                    <a:pt x="58801" y="160058"/>
                  </a:lnTo>
                  <a:lnTo>
                    <a:pt x="58801" y="140779"/>
                  </a:lnTo>
                  <a:lnTo>
                    <a:pt x="31584" y="140779"/>
                  </a:lnTo>
                  <a:lnTo>
                    <a:pt x="31584" y="221907"/>
                  </a:lnTo>
                  <a:lnTo>
                    <a:pt x="175768" y="221907"/>
                  </a:lnTo>
                  <a:lnTo>
                    <a:pt x="175768" y="200190"/>
                  </a:lnTo>
                  <a:lnTo>
                    <a:pt x="175768" y="181343"/>
                  </a:lnTo>
                  <a:lnTo>
                    <a:pt x="175768" y="160058"/>
                  </a:lnTo>
                  <a:lnTo>
                    <a:pt x="175768" y="140779"/>
                  </a:lnTo>
                  <a:close/>
                </a:path>
                <a:path w="640080" h="224154">
                  <a:moveTo>
                    <a:pt x="206908" y="56603"/>
                  </a:moveTo>
                  <a:lnTo>
                    <a:pt x="175768" y="56603"/>
                  </a:lnTo>
                  <a:lnTo>
                    <a:pt x="175768" y="1739"/>
                  </a:lnTo>
                  <a:lnTo>
                    <a:pt x="148209" y="1739"/>
                  </a:lnTo>
                  <a:lnTo>
                    <a:pt x="148209" y="131889"/>
                  </a:lnTo>
                  <a:lnTo>
                    <a:pt x="175768" y="131889"/>
                  </a:lnTo>
                  <a:lnTo>
                    <a:pt x="175768" y="79463"/>
                  </a:lnTo>
                  <a:lnTo>
                    <a:pt x="206908" y="79463"/>
                  </a:lnTo>
                  <a:lnTo>
                    <a:pt x="206908" y="56603"/>
                  </a:lnTo>
                  <a:close/>
                </a:path>
                <a:path w="640080" h="224154">
                  <a:moveTo>
                    <a:pt x="321259" y="93510"/>
                  </a:moveTo>
                  <a:lnTo>
                    <a:pt x="317639" y="77609"/>
                  </a:lnTo>
                  <a:lnTo>
                    <a:pt x="315226" y="74663"/>
                  </a:lnTo>
                  <a:lnTo>
                    <a:pt x="307619" y="65405"/>
                  </a:lnTo>
                  <a:lnTo>
                    <a:pt x="296405" y="59690"/>
                  </a:lnTo>
                  <a:lnTo>
                    <a:pt x="296405" y="93510"/>
                  </a:lnTo>
                  <a:lnTo>
                    <a:pt x="294690" y="101320"/>
                  </a:lnTo>
                  <a:lnTo>
                    <a:pt x="289852" y="107175"/>
                  </a:lnTo>
                  <a:lnTo>
                    <a:pt x="282384" y="110845"/>
                  </a:lnTo>
                  <a:lnTo>
                    <a:pt x="272770" y="112090"/>
                  </a:lnTo>
                  <a:lnTo>
                    <a:pt x="263207" y="110845"/>
                  </a:lnTo>
                  <a:lnTo>
                    <a:pt x="255803" y="107175"/>
                  </a:lnTo>
                  <a:lnTo>
                    <a:pt x="251002" y="101320"/>
                  </a:lnTo>
                  <a:lnTo>
                    <a:pt x="249301" y="93510"/>
                  </a:lnTo>
                  <a:lnTo>
                    <a:pt x="251002" y="85483"/>
                  </a:lnTo>
                  <a:lnTo>
                    <a:pt x="255803" y="79565"/>
                  </a:lnTo>
                  <a:lnTo>
                    <a:pt x="263207" y="75920"/>
                  </a:lnTo>
                  <a:lnTo>
                    <a:pt x="272770" y="74663"/>
                  </a:lnTo>
                  <a:lnTo>
                    <a:pt x="282384" y="75920"/>
                  </a:lnTo>
                  <a:lnTo>
                    <a:pt x="289852" y="79565"/>
                  </a:lnTo>
                  <a:lnTo>
                    <a:pt x="294690" y="85483"/>
                  </a:lnTo>
                  <a:lnTo>
                    <a:pt x="296405" y="93510"/>
                  </a:lnTo>
                  <a:lnTo>
                    <a:pt x="296405" y="59690"/>
                  </a:lnTo>
                  <a:lnTo>
                    <a:pt x="292290" y="57581"/>
                  </a:lnTo>
                  <a:lnTo>
                    <a:pt x="272770" y="54775"/>
                  </a:lnTo>
                  <a:lnTo>
                    <a:pt x="253479" y="57581"/>
                  </a:lnTo>
                  <a:lnTo>
                    <a:pt x="238277" y="65405"/>
                  </a:lnTo>
                  <a:lnTo>
                    <a:pt x="228320" y="77609"/>
                  </a:lnTo>
                  <a:lnTo>
                    <a:pt x="224790" y="93510"/>
                  </a:lnTo>
                  <a:lnTo>
                    <a:pt x="228320" y="109169"/>
                  </a:lnTo>
                  <a:lnTo>
                    <a:pt x="238277" y="121361"/>
                  </a:lnTo>
                  <a:lnTo>
                    <a:pt x="253479" y="129286"/>
                  </a:lnTo>
                  <a:lnTo>
                    <a:pt x="272770" y="132143"/>
                  </a:lnTo>
                  <a:lnTo>
                    <a:pt x="292290" y="129286"/>
                  </a:lnTo>
                  <a:lnTo>
                    <a:pt x="307619" y="121361"/>
                  </a:lnTo>
                  <a:lnTo>
                    <a:pt x="315239" y="112090"/>
                  </a:lnTo>
                  <a:lnTo>
                    <a:pt x="317639" y="109169"/>
                  </a:lnTo>
                  <a:lnTo>
                    <a:pt x="321259" y="93510"/>
                  </a:lnTo>
                  <a:close/>
                </a:path>
                <a:path w="640080" h="224154">
                  <a:moveTo>
                    <a:pt x="328066" y="24511"/>
                  </a:moveTo>
                  <a:lnTo>
                    <a:pt x="286372" y="24511"/>
                  </a:lnTo>
                  <a:lnTo>
                    <a:pt x="286372" y="2870"/>
                  </a:lnTo>
                  <a:lnTo>
                    <a:pt x="259156" y="2870"/>
                  </a:lnTo>
                  <a:lnTo>
                    <a:pt x="259156" y="24511"/>
                  </a:lnTo>
                  <a:lnTo>
                    <a:pt x="217030" y="24511"/>
                  </a:lnTo>
                  <a:lnTo>
                    <a:pt x="217030" y="46405"/>
                  </a:lnTo>
                  <a:lnTo>
                    <a:pt x="328066" y="46405"/>
                  </a:lnTo>
                  <a:lnTo>
                    <a:pt x="328066" y="24511"/>
                  </a:lnTo>
                  <a:close/>
                </a:path>
                <a:path w="640080" h="224154">
                  <a:moveTo>
                    <a:pt x="408927" y="1917"/>
                  </a:moveTo>
                  <a:lnTo>
                    <a:pt x="382854" y="1917"/>
                  </a:lnTo>
                  <a:lnTo>
                    <a:pt x="382854" y="60452"/>
                  </a:lnTo>
                  <a:lnTo>
                    <a:pt x="361569" y="60452"/>
                  </a:lnTo>
                  <a:lnTo>
                    <a:pt x="361569" y="5143"/>
                  </a:lnTo>
                  <a:lnTo>
                    <a:pt x="335915" y="5143"/>
                  </a:lnTo>
                  <a:lnTo>
                    <a:pt x="335915" y="136601"/>
                  </a:lnTo>
                  <a:lnTo>
                    <a:pt x="361569" y="136601"/>
                  </a:lnTo>
                  <a:lnTo>
                    <a:pt x="361569" y="82778"/>
                  </a:lnTo>
                  <a:lnTo>
                    <a:pt x="382854" y="82778"/>
                  </a:lnTo>
                  <a:lnTo>
                    <a:pt x="382854" y="139382"/>
                  </a:lnTo>
                  <a:lnTo>
                    <a:pt x="408927" y="139382"/>
                  </a:lnTo>
                  <a:lnTo>
                    <a:pt x="408927" y="82778"/>
                  </a:lnTo>
                  <a:lnTo>
                    <a:pt x="408927" y="60452"/>
                  </a:lnTo>
                  <a:lnTo>
                    <a:pt x="408927" y="1917"/>
                  </a:lnTo>
                  <a:close/>
                </a:path>
                <a:path w="640080" h="224154">
                  <a:moveTo>
                    <a:pt x="426377" y="201320"/>
                  </a:moveTo>
                  <a:lnTo>
                    <a:pt x="407339" y="193179"/>
                  </a:lnTo>
                  <a:lnTo>
                    <a:pt x="397065" y="184226"/>
                  </a:lnTo>
                  <a:lnTo>
                    <a:pt x="393877" y="181457"/>
                  </a:lnTo>
                  <a:lnTo>
                    <a:pt x="385914" y="167271"/>
                  </a:lnTo>
                  <a:lnTo>
                    <a:pt x="383374" y="151777"/>
                  </a:lnTo>
                  <a:lnTo>
                    <a:pt x="383374" y="146189"/>
                  </a:lnTo>
                  <a:lnTo>
                    <a:pt x="356158" y="146189"/>
                  </a:lnTo>
                  <a:lnTo>
                    <a:pt x="356158" y="151777"/>
                  </a:lnTo>
                  <a:lnTo>
                    <a:pt x="354393" y="163830"/>
                  </a:lnTo>
                  <a:lnTo>
                    <a:pt x="349262" y="176187"/>
                  </a:lnTo>
                  <a:lnTo>
                    <a:pt x="340601" y="187871"/>
                  </a:lnTo>
                  <a:lnTo>
                    <a:pt x="328244" y="197916"/>
                  </a:lnTo>
                  <a:lnTo>
                    <a:pt x="316128" y="188417"/>
                  </a:lnTo>
                  <a:lnTo>
                    <a:pt x="313791" y="185267"/>
                  </a:lnTo>
                  <a:lnTo>
                    <a:pt x="307759" y="177101"/>
                  </a:lnTo>
                  <a:lnTo>
                    <a:pt x="302933" y="164668"/>
                  </a:lnTo>
                  <a:lnTo>
                    <a:pt x="301459" y="151777"/>
                  </a:lnTo>
                  <a:lnTo>
                    <a:pt x="301459" y="146189"/>
                  </a:lnTo>
                  <a:lnTo>
                    <a:pt x="274332" y="146189"/>
                  </a:lnTo>
                  <a:lnTo>
                    <a:pt x="274332" y="151777"/>
                  </a:lnTo>
                  <a:lnTo>
                    <a:pt x="271627" y="166674"/>
                  </a:lnTo>
                  <a:lnTo>
                    <a:pt x="263525" y="180733"/>
                  </a:lnTo>
                  <a:lnTo>
                    <a:pt x="250050" y="192697"/>
                  </a:lnTo>
                  <a:lnTo>
                    <a:pt x="231241" y="201320"/>
                  </a:lnTo>
                  <a:lnTo>
                    <a:pt x="244246" y="221907"/>
                  </a:lnTo>
                  <a:lnTo>
                    <a:pt x="258635" y="215519"/>
                  </a:lnTo>
                  <a:lnTo>
                    <a:pt x="270662" y="207060"/>
                  </a:lnTo>
                  <a:lnTo>
                    <a:pt x="280314" y="196862"/>
                  </a:lnTo>
                  <a:lnTo>
                    <a:pt x="287591" y="185267"/>
                  </a:lnTo>
                  <a:lnTo>
                    <a:pt x="294068" y="197408"/>
                  </a:lnTo>
                  <a:lnTo>
                    <a:pt x="302983" y="208165"/>
                  </a:lnTo>
                  <a:lnTo>
                    <a:pt x="314490" y="217157"/>
                  </a:lnTo>
                  <a:lnTo>
                    <a:pt x="328764" y="224002"/>
                  </a:lnTo>
                  <a:lnTo>
                    <a:pt x="342773" y="216916"/>
                  </a:lnTo>
                  <a:lnTo>
                    <a:pt x="354126" y="207543"/>
                  </a:lnTo>
                  <a:lnTo>
                    <a:pt x="361810" y="197916"/>
                  </a:lnTo>
                  <a:lnTo>
                    <a:pt x="362966" y="196456"/>
                  </a:lnTo>
                  <a:lnTo>
                    <a:pt x="369417" y="184226"/>
                  </a:lnTo>
                  <a:lnTo>
                    <a:pt x="376516" y="196354"/>
                  </a:lnTo>
                  <a:lnTo>
                    <a:pt x="386219" y="206895"/>
                  </a:lnTo>
                  <a:lnTo>
                    <a:pt x="398564" y="215519"/>
                  </a:lnTo>
                  <a:lnTo>
                    <a:pt x="413550" y="221907"/>
                  </a:lnTo>
                  <a:lnTo>
                    <a:pt x="426377" y="201320"/>
                  </a:lnTo>
                  <a:close/>
                </a:path>
                <a:path w="640080" h="224154">
                  <a:moveTo>
                    <a:pt x="618363" y="43256"/>
                  </a:moveTo>
                  <a:lnTo>
                    <a:pt x="612965" y="26924"/>
                  </a:lnTo>
                  <a:lnTo>
                    <a:pt x="610933" y="25374"/>
                  </a:lnTo>
                  <a:lnTo>
                    <a:pt x="597281" y="14973"/>
                  </a:lnTo>
                  <a:lnTo>
                    <a:pt x="590194" y="12915"/>
                  </a:lnTo>
                  <a:lnTo>
                    <a:pt x="590194" y="43256"/>
                  </a:lnTo>
                  <a:lnTo>
                    <a:pt x="586879" y="51308"/>
                  </a:lnTo>
                  <a:lnTo>
                    <a:pt x="577037" y="56946"/>
                  </a:lnTo>
                  <a:lnTo>
                    <a:pt x="560755" y="60274"/>
                  </a:lnTo>
                  <a:lnTo>
                    <a:pt x="538111" y="61404"/>
                  </a:lnTo>
                  <a:lnTo>
                    <a:pt x="515670" y="60274"/>
                  </a:lnTo>
                  <a:lnTo>
                    <a:pt x="499478" y="56946"/>
                  </a:lnTo>
                  <a:lnTo>
                    <a:pt x="489686" y="51308"/>
                  </a:lnTo>
                  <a:lnTo>
                    <a:pt x="486473" y="43256"/>
                  </a:lnTo>
                  <a:lnTo>
                    <a:pt x="489686" y="35648"/>
                  </a:lnTo>
                  <a:lnTo>
                    <a:pt x="499478" y="30035"/>
                  </a:lnTo>
                  <a:lnTo>
                    <a:pt x="515670" y="26568"/>
                  </a:lnTo>
                  <a:lnTo>
                    <a:pt x="538111" y="25374"/>
                  </a:lnTo>
                  <a:lnTo>
                    <a:pt x="560755" y="26568"/>
                  </a:lnTo>
                  <a:lnTo>
                    <a:pt x="577037" y="30035"/>
                  </a:lnTo>
                  <a:lnTo>
                    <a:pt x="586879" y="35648"/>
                  </a:lnTo>
                  <a:lnTo>
                    <a:pt x="590194" y="43256"/>
                  </a:lnTo>
                  <a:lnTo>
                    <a:pt x="590194" y="12915"/>
                  </a:lnTo>
                  <a:lnTo>
                    <a:pt x="572071" y="7645"/>
                  </a:lnTo>
                  <a:lnTo>
                    <a:pt x="538111" y="5143"/>
                  </a:lnTo>
                  <a:lnTo>
                    <a:pt x="504126" y="7645"/>
                  </a:lnTo>
                  <a:lnTo>
                    <a:pt x="478878" y="14973"/>
                  </a:lnTo>
                  <a:lnTo>
                    <a:pt x="463156" y="26924"/>
                  </a:lnTo>
                  <a:lnTo>
                    <a:pt x="457771" y="43256"/>
                  </a:lnTo>
                  <a:lnTo>
                    <a:pt x="463156" y="59804"/>
                  </a:lnTo>
                  <a:lnTo>
                    <a:pt x="478878" y="71856"/>
                  </a:lnTo>
                  <a:lnTo>
                    <a:pt x="504126" y="79260"/>
                  </a:lnTo>
                  <a:lnTo>
                    <a:pt x="538111" y="81813"/>
                  </a:lnTo>
                  <a:lnTo>
                    <a:pt x="572071" y="79260"/>
                  </a:lnTo>
                  <a:lnTo>
                    <a:pt x="597281" y="71856"/>
                  </a:lnTo>
                  <a:lnTo>
                    <a:pt x="610870" y="61404"/>
                  </a:lnTo>
                  <a:lnTo>
                    <a:pt x="612965" y="59804"/>
                  </a:lnTo>
                  <a:lnTo>
                    <a:pt x="618363" y="43256"/>
                  </a:lnTo>
                  <a:close/>
                </a:path>
                <a:path w="640080" h="224154">
                  <a:moveTo>
                    <a:pt x="620636" y="201752"/>
                  </a:moveTo>
                  <a:lnTo>
                    <a:pt x="487692" y="201752"/>
                  </a:lnTo>
                  <a:lnTo>
                    <a:pt x="487692" y="185178"/>
                  </a:lnTo>
                  <a:lnTo>
                    <a:pt x="614527" y="185178"/>
                  </a:lnTo>
                  <a:lnTo>
                    <a:pt x="614527" y="130581"/>
                  </a:lnTo>
                  <a:lnTo>
                    <a:pt x="460565" y="130581"/>
                  </a:lnTo>
                  <a:lnTo>
                    <a:pt x="460565" y="150990"/>
                  </a:lnTo>
                  <a:lnTo>
                    <a:pt x="587489" y="150990"/>
                  </a:lnTo>
                  <a:lnTo>
                    <a:pt x="587489" y="165735"/>
                  </a:lnTo>
                  <a:lnTo>
                    <a:pt x="460832" y="165735"/>
                  </a:lnTo>
                  <a:lnTo>
                    <a:pt x="460832" y="222694"/>
                  </a:lnTo>
                  <a:lnTo>
                    <a:pt x="620636" y="222694"/>
                  </a:lnTo>
                  <a:lnTo>
                    <a:pt x="620636" y="201752"/>
                  </a:lnTo>
                  <a:close/>
                </a:path>
                <a:path w="640080" h="224154">
                  <a:moveTo>
                    <a:pt x="639826" y="93764"/>
                  </a:moveTo>
                  <a:lnTo>
                    <a:pt x="436664" y="93764"/>
                  </a:lnTo>
                  <a:lnTo>
                    <a:pt x="436664" y="115658"/>
                  </a:lnTo>
                  <a:lnTo>
                    <a:pt x="639826" y="115658"/>
                  </a:lnTo>
                  <a:lnTo>
                    <a:pt x="639826" y="93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4" name="object 194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5192871" y="4172745"/>
            <a:ext cx="190158" cy="222780"/>
          </a:xfrm>
          <a:prstGeom prst="rect">
            <a:avLst/>
          </a:prstGeom>
        </p:spPr>
      </p:pic>
      <p:grpSp>
        <p:nvGrpSpPr>
          <p:cNvPr id="195" name="object 195"/>
          <p:cNvGrpSpPr/>
          <p:nvPr/>
        </p:nvGrpSpPr>
        <p:grpSpPr>
          <a:xfrm>
            <a:off x="12321791" y="4524499"/>
            <a:ext cx="864235" cy="224790"/>
            <a:chOff x="12321791" y="4524499"/>
            <a:chExt cx="864235" cy="224790"/>
          </a:xfrm>
        </p:grpSpPr>
        <p:pic>
          <p:nvPicPr>
            <p:cNvPr id="196" name="object 196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2321791" y="4526244"/>
              <a:ext cx="188064" cy="222955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12538901" y="4524501"/>
              <a:ext cx="647065" cy="224790"/>
            </a:xfrm>
            <a:custGeom>
              <a:avLst/>
              <a:gdLst/>
              <a:ahLst/>
              <a:cxnLst/>
              <a:rect l="l" t="t" r="r" b="b"/>
              <a:pathLst>
                <a:path w="647065" h="224789">
                  <a:moveTo>
                    <a:pt x="133807" y="19545"/>
                  </a:moveTo>
                  <a:lnTo>
                    <a:pt x="83566" y="19545"/>
                  </a:lnTo>
                  <a:lnTo>
                    <a:pt x="83566" y="0"/>
                  </a:lnTo>
                  <a:lnTo>
                    <a:pt x="56172" y="0"/>
                  </a:lnTo>
                  <a:lnTo>
                    <a:pt x="56172" y="19545"/>
                  </a:lnTo>
                  <a:lnTo>
                    <a:pt x="5753" y="19545"/>
                  </a:lnTo>
                  <a:lnTo>
                    <a:pt x="5753" y="39687"/>
                  </a:lnTo>
                  <a:lnTo>
                    <a:pt x="133807" y="39687"/>
                  </a:lnTo>
                  <a:lnTo>
                    <a:pt x="133807" y="19545"/>
                  </a:lnTo>
                  <a:close/>
                </a:path>
                <a:path w="647065" h="224789">
                  <a:moveTo>
                    <a:pt x="141744" y="138696"/>
                  </a:moveTo>
                  <a:lnTo>
                    <a:pt x="140246" y="124396"/>
                  </a:lnTo>
                  <a:lnTo>
                    <a:pt x="139738" y="119507"/>
                  </a:lnTo>
                  <a:lnTo>
                    <a:pt x="126098" y="121132"/>
                  </a:lnTo>
                  <a:lnTo>
                    <a:pt x="112102" y="122478"/>
                  </a:lnTo>
                  <a:lnTo>
                    <a:pt x="97878" y="123558"/>
                  </a:lnTo>
                  <a:lnTo>
                    <a:pt x="83566" y="124396"/>
                  </a:lnTo>
                  <a:lnTo>
                    <a:pt x="83566" y="111480"/>
                  </a:lnTo>
                  <a:lnTo>
                    <a:pt x="100076" y="107543"/>
                  </a:lnTo>
                  <a:lnTo>
                    <a:pt x="112623" y="100622"/>
                  </a:lnTo>
                  <a:lnTo>
                    <a:pt x="118122" y="94030"/>
                  </a:lnTo>
                  <a:lnTo>
                    <a:pt x="120624" y="91020"/>
                  </a:lnTo>
                  <a:lnTo>
                    <a:pt x="123507" y="79032"/>
                  </a:lnTo>
                  <a:lnTo>
                    <a:pt x="119583" y="65239"/>
                  </a:lnTo>
                  <a:lnTo>
                    <a:pt x="118757" y="64465"/>
                  </a:lnTo>
                  <a:lnTo>
                    <a:pt x="108661" y="54813"/>
                  </a:lnTo>
                  <a:lnTo>
                    <a:pt x="97167" y="50368"/>
                  </a:lnTo>
                  <a:lnTo>
                    <a:pt x="97167" y="79032"/>
                  </a:lnTo>
                  <a:lnTo>
                    <a:pt x="95288" y="85331"/>
                  </a:lnTo>
                  <a:lnTo>
                    <a:pt x="89865" y="90068"/>
                  </a:lnTo>
                  <a:lnTo>
                    <a:pt x="81191" y="93040"/>
                  </a:lnTo>
                  <a:lnTo>
                    <a:pt x="69608" y="94030"/>
                  </a:lnTo>
                  <a:lnTo>
                    <a:pt x="57962" y="93040"/>
                  </a:lnTo>
                  <a:lnTo>
                    <a:pt x="49288" y="90068"/>
                  </a:lnTo>
                  <a:lnTo>
                    <a:pt x="43903" y="85331"/>
                  </a:lnTo>
                  <a:lnTo>
                    <a:pt x="42125" y="79032"/>
                  </a:lnTo>
                  <a:lnTo>
                    <a:pt x="43903" y="72707"/>
                  </a:lnTo>
                  <a:lnTo>
                    <a:pt x="49288" y="68148"/>
                  </a:lnTo>
                  <a:lnTo>
                    <a:pt x="57962" y="65392"/>
                  </a:lnTo>
                  <a:lnTo>
                    <a:pt x="69608" y="64465"/>
                  </a:lnTo>
                  <a:lnTo>
                    <a:pt x="81191" y="65392"/>
                  </a:lnTo>
                  <a:lnTo>
                    <a:pt x="89865" y="68148"/>
                  </a:lnTo>
                  <a:lnTo>
                    <a:pt x="95288" y="72707"/>
                  </a:lnTo>
                  <a:lnTo>
                    <a:pt x="97167" y="79032"/>
                  </a:lnTo>
                  <a:lnTo>
                    <a:pt x="97167" y="50368"/>
                  </a:lnTo>
                  <a:lnTo>
                    <a:pt x="91694" y="48234"/>
                  </a:lnTo>
                  <a:lnTo>
                    <a:pt x="69608" y="45974"/>
                  </a:lnTo>
                  <a:lnTo>
                    <a:pt x="47536" y="48234"/>
                  </a:lnTo>
                  <a:lnTo>
                    <a:pt x="30530" y="54813"/>
                  </a:lnTo>
                  <a:lnTo>
                    <a:pt x="19646" y="65239"/>
                  </a:lnTo>
                  <a:lnTo>
                    <a:pt x="15875" y="79032"/>
                  </a:lnTo>
                  <a:lnTo>
                    <a:pt x="18605" y="91122"/>
                  </a:lnTo>
                  <a:lnTo>
                    <a:pt x="26670" y="100761"/>
                  </a:lnTo>
                  <a:lnTo>
                    <a:pt x="39395" y="107670"/>
                  </a:lnTo>
                  <a:lnTo>
                    <a:pt x="56172" y="111569"/>
                  </a:lnTo>
                  <a:lnTo>
                    <a:pt x="56172" y="125349"/>
                  </a:lnTo>
                  <a:lnTo>
                    <a:pt x="41249" y="125666"/>
                  </a:lnTo>
                  <a:lnTo>
                    <a:pt x="0" y="125958"/>
                  </a:lnTo>
                  <a:lnTo>
                    <a:pt x="2959" y="147510"/>
                  </a:lnTo>
                  <a:lnTo>
                    <a:pt x="34544" y="147256"/>
                  </a:lnTo>
                  <a:lnTo>
                    <a:pt x="69303" y="146177"/>
                  </a:lnTo>
                  <a:lnTo>
                    <a:pt x="105600" y="143560"/>
                  </a:lnTo>
                  <a:lnTo>
                    <a:pt x="141744" y="138696"/>
                  </a:lnTo>
                  <a:close/>
                </a:path>
                <a:path w="647065" h="224789">
                  <a:moveTo>
                    <a:pt x="178727" y="162242"/>
                  </a:moveTo>
                  <a:lnTo>
                    <a:pt x="27990" y="162242"/>
                  </a:lnTo>
                  <a:lnTo>
                    <a:pt x="27990" y="183616"/>
                  </a:lnTo>
                  <a:lnTo>
                    <a:pt x="151244" y="183616"/>
                  </a:lnTo>
                  <a:lnTo>
                    <a:pt x="151244" y="224523"/>
                  </a:lnTo>
                  <a:lnTo>
                    <a:pt x="178727" y="224523"/>
                  </a:lnTo>
                  <a:lnTo>
                    <a:pt x="178727" y="162242"/>
                  </a:lnTo>
                  <a:close/>
                </a:path>
                <a:path w="647065" h="224789">
                  <a:moveTo>
                    <a:pt x="208826" y="66903"/>
                  </a:moveTo>
                  <a:lnTo>
                    <a:pt x="178727" y="66903"/>
                  </a:lnTo>
                  <a:lnTo>
                    <a:pt x="178727" y="1917"/>
                  </a:lnTo>
                  <a:lnTo>
                    <a:pt x="151244" y="1917"/>
                  </a:lnTo>
                  <a:lnTo>
                    <a:pt x="151244" y="152654"/>
                  </a:lnTo>
                  <a:lnTo>
                    <a:pt x="178727" y="152654"/>
                  </a:lnTo>
                  <a:lnTo>
                    <a:pt x="178727" y="89496"/>
                  </a:lnTo>
                  <a:lnTo>
                    <a:pt x="208826" y="89496"/>
                  </a:lnTo>
                  <a:lnTo>
                    <a:pt x="208826" y="66903"/>
                  </a:lnTo>
                  <a:close/>
                </a:path>
                <a:path w="647065" h="224789">
                  <a:moveTo>
                    <a:pt x="424268" y="175768"/>
                  </a:moveTo>
                  <a:lnTo>
                    <a:pt x="335470" y="175768"/>
                  </a:lnTo>
                  <a:lnTo>
                    <a:pt x="335470" y="124968"/>
                  </a:lnTo>
                  <a:lnTo>
                    <a:pt x="401421" y="124968"/>
                  </a:lnTo>
                  <a:lnTo>
                    <a:pt x="401421" y="103378"/>
                  </a:lnTo>
                  <a:lnTo>
                    <a:pt x="272580" y="103378"/>
                  </a:lnTo>
                  <a:lnTo>
                    <a:pt x="272580" y="39890"/>
                  </a:lnTo>
                  <a:lnTo>
                    <a:pt x="399681" y="39890"/>
                  </a:lnTo>
                  <a:lnTo>
                    <a:pt x="399681" y="18300"/>
                  </a:lnTo>
                  <a:lnTo>
                    <a:pt x="245110" y="18300"/>
                  </a:lnTo>
                  <a:lnTo>
                    <a:pt x="245110" y="39890"/>
                  </a:lnTo>
                  <a:lnTo>
                    <a:pt x="245110" y="103378"/>
                  </a:lnTo>
                  <a:lnTo>
                    <a:pt x="245110" y="124968"/>
                  </a:lnTo>
                  <a:lnTo>
                    <a:pt x="308254" y="124968"/>
                  </a:lnTo>
                  <a:lnTo>
                    <a:pt x="308254" y="175768"/>
                  </a:lnTo>
                  <a:lnTo>
                    <a:pt x="220421" y="175768"/>
                  </a:lnTo>
                  <a:lnTo>
                    <a:pt x="220421" y="198628"/>
                  </a:lnTo>
                  <a:lnTo>
                    <a:pt x="424268" y="198628"/>
                  </a:lnTo>
                  <a:lnTo>
                    <a:pt x="424268" y="175768"/>
                  </a:lnTo>
                  <a:close/>
                </a:path>
                <a:path w="647065" h="224789">
                  <a:moveTo>
                    <a:pt x="554596" y="24866"/>
                  </a:moveTo>
                  <a:lnTo>
                    <a:pt x="449567" y="24866"/>
                  </a:lnTo>
                  <a:lnTo>
                    <a:pt x="449567" y="47459"/>
                  </a:lnTo>
                  <a:lnTo>
                    <a:pt x="526681" y="47459"/>
                  </a:lnTo>
                  <a:lnTo>
                    <a:pt x="518121" y="83146"/>
                  </a:lnTo>
                  <a:lnTo>
                    <a:pt x="500507" y="114211"/>
                  </a:lnTo>
                  <a:lnTo>
                    <a:pt x="473735" y="140855"/>
                  </a:lnTo>
                  <a:lnTo>
                    <a:pt x="437705" y="163296"/>
                  </a:lnTo>
                  <a:lnTo>
                    <a:pt x="453148" y="184404"/>
                  </a:lnTo>
                  <a:lnTo>
                    <a:pt x="500253" y="153301"/>
                  </a:lnTo>
                  <a:lnTo>
                    <a:pt x="531609" y="115531"/>
                  </a:lnTo>
                  <a:lnTo>
                    <a:pt x="549097" y="72301"/>
                  </a:lnTo>
                  <a:lnTo>
                    <a:pt x="554596" y="24866"/>
                  </a:lnTo>
                  <a:close/>
                </a:path>
                <a:path w="647065" h="224789">
                  <a:moveTo>
                    <a:pt x="646531" y="88798"/>
                  </a:moveTo>
                  <a:lnTo>
                    <a:pt x="613473" y="88798"/>
                  </a:lnTo>
                  <a:lnTo>
                    <a:pt x="613473" y="1752"/>
                  </a:lnTo>
                  <a:lnTo>
                    <a:pt x="585990" y="1752"/>
                  </a:lnTo>
                  <a:lnTo>
                    <a:pt x="585990" y="224180"/>
                  </a:lnTo>
                  <a:lnTo>
                    <a:pt x="613473" y="224180"/>
                  </a:lnTo>
                  <a:lnTo>
                    <a:pt x="613473" y="111569"/>
                  </a:lnTo>
                  <a:lnTo>
                    <a:pt x="646531" y="111569"/>
                  </a:lnTo>
                  <a:lnTo>
                    <a:pt x="646531" y="887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8" name="object 198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3266687" y="4526243"/>
            <a:ext cx="176375" cy="223304"/>
          </a:xfrm>
          <a:prstGeom prst="rect">
            <a:avLst/>
          </a:prstGeom>
        </p:spPr>
      </p:pic>
      <p:grpSp>
        <p:nvGrpSpPr>
          <p:cNvPr id="199" name="object 199"/>
          <p:cNvGrpSpPr/>
          <p:nvPr/>
        </p:nvGrpSpPr>
        <p:grpSpPr>
          <a:xfrm>
            <a:off x="13534370" y="4526069"/>
            <a:ext cx="1077595" cy="223520"/>
            <a:chOff x="13534370" y="4526069"/>
            <a:chExt cx="1077595" cy="223520"/>
          </a:xfrm>
        </p:grpSpPr>
        <p:pic>
          <p:nvPicPr>
            <p:cNvPr id="200" name="object 200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3534370" y="4528424"/>
              <a:ext cx="203155" cy="218768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3761688" y="4526069"/>
              <a:ext cx="416602" cy="223478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14198778" y="4526254"/>
              <a:ext cx="413384" cy="223520"/>
            </a:xfrm>
            <a:custGeom>
              <a:avLst/>
              <a:gdLst/>
              <a:ahLst/>
              <a:cxnLst/>
              <a:rect l="l" t="t" r="r" b="b"/>
              <a:pathLst>
                <a:path w="413384" h="223520">
                  <a:moveTo>
                    <a:pt x="123342" y="161632"/>
                  </a:moveTo>
                  <a:lnTo>
                    <a:pt x="121196" y="145846"/>
                  </a:lnTo>
                  <a:lnTo>
                    <a:pt x="120205" y="138518"/>
                  </a:lnTo>
                  <a:lnTo>
                    <a:pt x="97624" y="141935"/>
                  </a:lnTo>
                  <a:lnTo>
                    <a:pt x="75298" y="144145"/>
                  </a:lnTo>
                  <a:lnTo>
                    <a:pt x="52184" y="145364"/>
                  </a:lnTo>
                  <a:lnTo>
                    <a:pt x="27305" y="145846"/>
                  </a:lnTo>
                  <a:lnTo>
                    <a:pt x="27305" y="43256"/>
                  </a:lnTo>
                  <a:lnTo>
                    <a:pt x="104330" y="43256"/>
                  </a:lnTo>
                  <a:lnTo>
                    <a:pt x="104330" y="21018"/>
                  </a:lnTo>
                  <a:lnTo>
                    <a:pt x="0" y="21018"/>
                  </a:lnTo>
                  <a:lnTo>
                    <a:pt x="0" y="168605"/>
                  </a:lnTo>
                  <a:lnTo>
                    <a:pt x="18326" y="168605"/>
                  </a:lnTo>
                  <a:lnTo>
                    <a:pt x="46901" y="168402"/>
                  </a:lnTo>
                  <a:lnTo>
                    <a:pt x="72999" y="167411"/>
                  </a:lnTo>
                  <a:lnTo>
                    <a:pt x="98005" y="165277"/>
                  </a:lnTo>
                  <a:lnTo>
                    <a:pt x="123342" y="161632"/>
                  </a:lnTo>
                  <a:close/>
                </a:path>
                <a:path w="413384" h="223520">
                  <a:moveTo>
                    <a:pt x="199847" y="84518"/>
                  </a:moveTo>
                  <a:lnTo>
                    <a:pt x="165481" y="84518"/>
                  </a:lnTo>
                  <a:lnTo>
                    <a:pt x="165481" y="0"/>
                  </a:lnTo>
                  <a:lnTo>
                    <a:pt x="137998" y="0"/>
                  </a:lnTo>
                  <a:lnTo>
                    <a:pt x="137998" y="223304"/>
                  </a:lnTo>
                  <a:lnTo>
                    <a:pt x="165481" y="223304"/>
                  </a:lnTo>
                  <a:lnTo>
                    <a:pt x="165481" y="107022"/>
                  </a:lnTo>
                  <a:lnTo>
                    <a:pt x="199847" y="107022"/>
                  </a:lnTo>
                  <a:lnTo>
                    <a:pt x="199847" y="84518"/>
                  </a:lnTo>
                  <a:close/>
                </a:path>
                <a:path w="413384" h="223520">
                  <a:moveTo>
                    <a:pt x="389915" y="63525"/>
                  </a:moveTo>
                  <a:lnTo>
                    <a:pt x="262648" y="63525"/>
                  </a:lnTo>
                  <a:lnTo>
                    <a:pt x="262648" y="7645"/>
                  </a:lnTo>
                  <a:lnTo>
                    <a:pt x="235343" y="7645"/>
                  </a:lnTo>
                  <a:lnTo>
                    <a:pt x="235343" y="63525"/>
                  </a:lnTo>
                  <a:lnTo>
                    <a:pt x="235343" y="85115"/>
                  </a:lnTo>
                  <a:lnTo>
                    <a:pt x="389915" y="85115"/>
                  </a:lnTo>
                  <a:lnTo>
                    <a:pt x="389915" y="63525"/>
                  </a:lnTo>
                  <a:close/>
                </a:path>
                <a:path w="413384" h="223520">
                  <a:moveTo>
                    <a:pt x="391312" y="195605"/>
                  </a:moveTo>
                  <a:lnTo>
                    <a:pt x="260908" y="195605"/>
                  </a:lnTo>
                  <a:lnTo>
                    <a:pt x="260908" y="152438"/>
                  </a:lnTo>
                  <a:lnTo>
                    <a:pt x="233514" y="152438"/>
                  </a:lnTo>
                  <a:lnTo>
                    <a:pt x="233514" y="195605"/>
                  </a:lnTo>
                  <a:lnTo>
                    <a:pt x="233514" y="217195"/>
                  </a:lnTo>
                  <a:lnTo>
                    <a:pt x="391312" y="217195"/>
                  </a:lnTo>
                  <a:lnTo>
                    <a:pt x="391312" y="195605"/>
                  </a:lnTo>
                  <a:close/>
                </a:path>
                <a:path w="413384" h="223520">
                  <a:moveTo>
                    <a:pt x="412851" y="110693"/>
                  </a:moveTo>
                  <a:lnTo>
                    <a:pt x="209003" y="110693"/>
                  </a:lnTo>
                  <a:lnTo>
                    <a:pt x="209003" y="132321"/>
                  </a:lnTo>
                  <a:lnTo>
                    <a:pt x="412851" y="132321"/>
                  </a:lnTo>
                  <a:lnTo>
                    <a:pt x="412851" y="1106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3" name="object 203"/>
          <p:cNvGrpSpPr/>
          <p:nvPr/>
        </p:nvGrpSpPr>
        <p:grpSpPr>
          <a:xfrm>
            <a:off x="14689290" y="4526418"/>
            <a:ext cx="419100" cy="223520"/>
            <a:chOff x="14689290" y="4526418"/>
            <a:chExt cx="419100" cy="223520"/>
          </a:xfrm>
        </p:grpSpPr>
        <p:pic>
          <p:nvPicPr>
            <p:cNvPr id="204" name="object 204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4689290" y="4526418"/>
              <a:ext cx="189284" cy="218419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4904656" y="4539764"/>
              <a:ext cx="203155" cy="209609"/>
            </a:xfrm>
            <a:prstGeom prst="rect">
              <a:avLst/>
            </a:prstGeom>
          </p:spPr>
        </p:pic>
      </p:grpSp>
      <p:grpSp>
        <p:nvGrpSpPr>
          <p:cNvPr id="206" name="object 206"/>
          <p:cNvGrpSpPr/>
          <p:nvPr/>
        </p:nvGrpSpPr>
        <p:grpSpPr>
          <a:xfrm>
            <a:off x="15186100" y="4526243"/>
            <a:ext cx="422909" cy="222885"/>
            <a:chOff x="15186100" y="4526243"/>
            <a:chExt cx="422909" cy="222885"/>
          </a:xfrm>
        </p:grpSpPr>
        <p:pic>
          <p:nvPicPr>
            <p:cNvPr id="207" name="object 207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5186100" y="4526243"/>
              <a:ext cx="189459" cy="220687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5399461" y="4526243"/>
              <a:ext cx="209173" cy="222781"/>
            </a:xfrm>
            <a:prstGeom prst="rect">
              <a:avLst/>
            </a:prstGeom>
          </p:spPr>
        </p:pic>
      </p:grpSp>
      <p:grpSp>
        <p:nvGrpSpPr>
          <p:cNvPr id="209" name="object 209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210" name="object 210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689343" y="758964"/>
              <a:ext cx="791210" cy="465455"/>
            </a:xfrm>
            <a:custGeom>
              <a:avLst/>
              <a:gdLst/>
              <a:ahLst/>
              <a:cxnLst/>
              <a:rect l="l" t="t" r="r" b="b"/>
              <a:pathLst>
                <a:path w="79121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91210" h="465455">
                  <a:moveTo>
                    <a:pt x="790625" y="300837"/>
                  </a:moveTo>
                  <a:lnTo>
                    <a:pt x="732929" y="300837"/>
                  </a:lnTo>
                  <a:lnTo>
                    <a:pt x="732929" y="108318"/>
                  </a:lnTo>
                  <a:lnTo>
                    <a:pt x="732929" y="6146"/>
                  </a:lnTo>
                  <a:lnTo>
                    <a:pt x="643458" y="6146"/>
                  </a:lnTo>
                  <a:lnTo>
                    <a:pt x="643458" y="108318"/>
                  </a:lnTo>
                  <a:lnTo>
                    <a:pt x="643458" y="300837"/>
                  </a:lnTo>
                  <a:lnTo>
                    <a:pt x="515531" y="300837"/>
                  </a:lnTo>
                  <a:lnTo>
                    <a:pt x="515531" y="297332"/>
                  </a:lnTo>
                  <a:lnTo>
                    <a:pt x="639216" y="108318"/>
                  </a:lnTo>
                  <a:lnTo>
                    <a:pt x="643458" y="108318"/>
                  </a:lnTo>
                  <a:lnTo>
                    <a:pt x="643458" y="6146"/>
                  </a:lnTo>
                  <a:lnTo>
                    <a:pt x="613498" y="6146"/>
                  </a:lnTo>
                  <a:lnTo>
                    <a:pt x="419582" y="302158"/>
                  </a:lnTo>
                  <a:lnTo>
                    <a:pt x="419582" y="375602"/>
                  </a:lnTo>
                  <a:lnTo>
                    <a:pt x="642124" y="375602"/>
                  </a:lnTo>
                  <a:lnTo>
                    <a:pt x="642124" y="455206"/>
                  </a:lnTo>
                  <a:lnTo>
                    <a:pt x="732929" y="455206"/>
                  </a:lnTo>
                  <a:lnTo>
                    <a:pt x="732929" y="375602"/>
                  </a:lnTo>
                  <a:lnTo>
                    <a:pt x="790625" y="375602"/>
                  </a:lnTo>
                  <a:lnTo>
                    <a:pt x="790625" y="30083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2" name="object 212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537687" y="1115928"/>
              <a:ext cx="106235" cy="103713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1869109" y="740142"/>
              <a:ext cx="4028440" cy="504825"/>
            </a:xfrm>
            <a:custGeom>
              <a:avLst/>
              <a:gdLst/>
              <a:ahLst/>
              <a:cxnLst/>
              <a:rect l="l" t="t" r="r" b="b"/>
              <a:pathLst>
                <a:path w="4028440" h="504825">
                  <a:moveTo>
                    <a:pt x="422109" y="0"/>
                  </a:moveTo>
                  <a:lnTo>
                    <a:pt x="360146" y="0"/>
                  </a:lnTo>
                  <a:lnTo>
                    <a:pt x="360146" y="84861"/>
                  </a:lnTo>
                  <a:lnTo>
                    <a:pt x="290677" y="84861"/>
                  </a:lnTo>
                  <a:lnTo>
                    <a:pt x="290677" y="134188"/>
                  </a:lnTo>
                  <a:lnTo>
                    <a:pt x="360146" y="134188"/>
                  </a:lnTo>
                  <a:lnTo>
                    <a:pt x="360146" y="177800"/>
                  </a:lnTo>
                  <a:lnTo>
                    <a:pt x="290677" y="177800"/>
                  </a:lnTo>
                  <a:lnTo>
                    <a:pt x="290677" y="223189"/>
                  </a:lnTo>
                  <a:lnTo>
                    <a:pt x="277520" y="224637"/>
                  </a:lnTo>
                  <a:lnTo>
                    <a:pt x="250444" y="227215"/>
                  </a:lnTo>
                  <a:lnTo>
                    <a:pt x="236613" y="228320"/>
                  </a:lnTo>
                  <a:lnTo>
                    <a:pt x="236613" y="85051"/>
                  </a:lnTo>
                  <a:lnTo>
                    <a:pt x="281216" y="85051"/>
                  </a:lnTo>
                  <a:lnTo>
                    <a:pt x="281216" y="34925"/>
                  </a:lnTo>
                  <a:lnTo>
                    <a:pt x="177215" y="34925"/>
                  </a:lnTo>
                  <a:lnTo>
                    <a:pt x="177215" y="85051"/>
                  </a:lnTo>
                  <a:lnTo>
                    <a:pt x="177215" y="232079"/>
                  </a:lnTo>
                  <a:lnTo>
                    <a:pt x="162153" y="232740"/>
                  </a:lnTo>
                  <a:lnTo>
                    <a:pt x="117424" y="234238"/>
                  </a:lnTo>
                  <a:lnTo>
                    <a:pt x="117424" y="85051"/>
                  </a:lnTo>
                  <a:lnTo>
                    <a:pt x="177215" y="85051"/>
                  </a:lnTo>
                  <a:lnTo>
                    <a:pt x="177215" y="34925"/>
                  </a:lnTo>
                  <a:lnTo>
                    <a:pt x="13220" y="34925"/>
                  </a:lnTo>
                  <a:lnTo>
                    <a:pt x="13220" y="85051"/>
                  </a:lnTo>
                  <a:lnTo>
                    <a:pt x="57226" y="85051"/>
                  </a:lnTo>
                  <a:lnTo>
                    <a:pt x="57226" y="235229"/>
                  </a:lnTo>
                  <a:lnTo>
                    <a:pt x="0" y="235623"/>
                  </a:lnTo>
                  <a:lnTo>
                    <a:pt x="6908" y="286537"/>
                  </a:lnTo>
                  <a:lnTo>
                    <a:pt x="49453" y="286321"/>
                  </a:lnTo>
                  <a:lnTo>
                    <a:pt x="95885" y="285445"/>
                  </a:lnTo>
                  <a:lnTo>
                    <a:pt x="144919" y="283603"/>
                  </a:lnTo>
                  <a:lnTo>
                    <a:pt x="195262" y="280454"/>
                  </a:lnTo>
                  <a:lnTo>
                    <a:pt x="245592" y="275691"/>
                  </a:lnTo>
                  <a:lnTo>
                    <a:pt x="294627" y="268973"/>
                  </a:lnTo>
                  <a:lnTo>
                    <a:pt x="292646" y="234238"/>
                  </a:lnTo>
                  <a:lnTo>
                    <a:pt x="292303" y="228320"/>
                  </a:lnTo>
                  <a:lnTo>
                    <a:pt x="292265" y="227533"/>
                  </a:lnTo>
                  <a:lnTo>
                    <a:pt x="360146" y="227533"/>
                  </a:lnTo>
                  <a:lnTo>
                    <a:pt x="360146" y="309232"/>
                  </a:lnTo>
                  <a:lnTo>
                    <a:pt x="422109" y="309232"/>
                  </a:lnTo>
                  <a:lnTo>
                    <a:pt x="422109" y="227533"/>
                  </a:lnTo>
                  <a:lnTo>
                    <a:pt x="422109" y="0"/>
                  </a:lnTo>
                  <a:close/>
                </a:path>
                <a:path w="4028440" h="504825">
                  <a:moveTo>
                    <a:pt x="423494" y="411264"/>
                  </a:moveTo>
                  <a:lnTo>
                    <a:pt x="415925" y="378663"/>
                  </a:lnTo>
                  <a:lnTo>
                    <a:pt x="404761" y="365480"/>
                  </a:lnTo>
                  <a:lnTo>
                    <a:pt x="393890" y="352640"/>
                  </a:lnTo>
                  <a:lnTo>
                    <a:pt x="361924" y="335445"/>
                  </a:lnTo>
                  <a:lnTo>
                    <a:pt x="361924" y="411264"/>
                  </a:lnTo>
                  <a:lnTo>
                    <a:pt x="354533" y="430555"/>
                  </a:lnTo>
                  <a:lnTo>
                    <a:pt x="333159" y="444512"/>
                  </a:lnTo>
                  <a:lnTo>
                    <a:pt x="298538" y="452996"/>
                  </a:lnTo>
                  <a:lnTo>
                    <a:pt x="251409" y="455853"/>
                  </a:lnTo>
                  <a:lnTo>
                    <a:pt x="204381" y="452996"/>
                  </a:lnTo>
                  <a:lnTo>
                    <a:pt x="169811" y="444512"/>
                  </a:lnTo>
                  <a:lnTo>
                    <a:pt x="148564" y="430555"/>
                  </a:lnTo>
                  <a:lnTo>
                    <a:pt x="141490" y="411264"/>
                  </a:lnTo>
                  <a:lnTo>
                    <a:pt x="148564" y="391363"/>
                  </a:lnTo>
                  <a:lnTo>
                    <a:pt x="169811" y="377050"/>
                  </a:lnTo>
                  <a:lnTo>
                    <a:pt x="204381" y="368388"/>
                  </a:lnTo>
                  <a:lnTo>
                    <a:pt x="251409" y="365480"/>
                  </a:lnTo>
                  <a:lnTo>
                    <a:pt x="298538" y="368388"/>
                  </a:lnTo>
                  <a:lnTo>
                    <a:pt x="333159" y="377050"/>
                  </a:lnTo>
                  <a:lnTo>
                    <a:pt x="354533" y="391363"/>
                  </a:lnTo>
                  <a:lnTo>
                    <a:pt x="361924" y="411264"/>
                  </a:lnTo>
                  <a:lnTo>
                    <a:pt x="361924" y="335445"/>
                  </a:lnTo>
                  <a:lnTo>
                    <a:pt x="358444" y="333565"/>
                  </a:lnTo>
                  <a:lnTo>
                    <a:pt x="310603" y="321805"/>
                  </a:lnTo>
                  <a:lnTo>
                    <a:pt x="251409" y="317715"/>
                  </a:lnTo>
                  <a:lnTo>
                    <a:pt x="192392" y="321805"/>
                  </a:lnTo>
                  <a:lnTo>
                    <a:pt x="144627" y="333565"/>
                  </a:lnTo>
                  <a:lnTo>
                    <a:pt x="109207" y="352640"/>
                  </a:lnTo>
                  <a:lnTo>
                    <a:pt x="87223" y="378663"/>
                  </a:lnTo>
                  <a:lnTo>
                    <a:pt x="79730" y="411264"/>
                  </a:lnTo>
                  <a:lnTo>
                    <a:pt x="87223" y="443166"/>
                  </a:lnTo>
                  <a:lnTo>
                    <a:pt x="109207" y="468884"/>
                  </a:lnTo>
                  <a:lnTo>
                    <a:pt x="144627" y="487895"/>
                  </a:lnTo>
                  <a:lnTo>
                    <a:pt x="192392" y="499656"/>
                  </a:lnTo>
                  <a:lnTo>
                    <a:pt x="251409" y="503618"/>
                  </a:lnTo>
                  <a:lnTo>
                    <a:pt x="310603" y="499656"/>
                  </a:lnTo>
                  <a:lnTo>
                    <a:pt x="358444" y="487895"/>
                  </a:lnTo>
                  <a:lnTo>
                    <a:pt x="393890" y="468884"/>
                  </a:lnTo>
                  <a:lnTo>
                    <a:pt x="405053" y="455853"/>
                  </a:lnTo>
                  <a:lnTo>
                    <a:pt x="415925" y="443166"/>
                  </a:lnTo>
                  <a:lnTo>
                    <a:pt x="423494" y="411264"/>
                  </a:lnTo>
                  <a:close/>
                </a:path>
                <a:path w="4028440" h="504825">
                  <a:moveTo>
                    <a:pt x="744194" y="52298"/>
                  </a:moveTo>
                  <a:lnTo>
                    <a:pt x="506590" y="52298"/>
                  </a:lnTo>
                  <a:lnTo>
                    <a:pt x="506590" y="103403"/>
                  </a:lnTo>
                  <a:lnTo>
                    <a:pt x="681037" y="103403"/>
                  </a:lnTo>
                  <a:lnTo>
                    <a:pt x="672477" y="150863"/>
                  </a:lnTo>
                  <a:lnTo>
                    <a:pt x="657250" y="194818"/>
                  </a:lnTo>
                  <a:lnTo>
                    <a:pt x="635330" y="235381"/>
                  </a:lnTo>
                  <a:lnTo>
                    <a:pt x="606653" y="272643"/>
                  </a:lnTo>
                  <a:lnTo>
                    <a:pt x="571195" y="306692"/>
                  </a:lnTo>
                  <a:lnTo>
                    <a:pt x="528904" y="337604"/>
                  </a:lnTo>
                  <a:lnTo>
                    <a:pt x="479755" y="365480"/>
                  </a:lnTo>
                  <a:lnTo>
                    <a:pt x="514680" y="413232"/>
                  </a:lnTo>
                  <a:lnTo>
                    <a:pt x="566712" y="384009"/>
                  </a:lnTo>
                  <a:lnTo>
                    <a:pt x="611251" y="351497"/>
                  </a:lnTo>
                  <a:lnTo>
                    <a:pt x="648652" y="315925"/>
                  </a:lnTo>
                  <a:lnTo>
                    <a:pt x="679284" y="277558"/>
                  </a:lnTo>
                  <a:lnTo>
                    <a:pt x="703541" y="236639"/>
                  </a:lnTo>
                  <a:lnTo>
                    <a:pt x="721791" y="193408"/>
                  </a:lnTo>
                  <a:lnTo>
                    <a:pt x="734390" y="148107"/>
                  </a:lnTo>
                  <a:lnTo>
                    <a:pt x="741743" y="100990"/>
                  </a:lnTo>
                  <a:lnTo>
                    <a:pt x="744194" y="52298"/>
                  </a:lnTo>
                  <a:close/>
                </a:path>
                <a:path w="4028440" h="504825">
                  <a:moveTo>
                    <a:pt x="952182" y="196951"/>
                  </a:moveTo>
                  <a:lnTo>
                    <a:pt x="877392" y="196951"/>
                  </a:lnTo>
                  <a:lnTo>
                    <a:pt x="877392" y="0"/>
                  </a:lnTo>
                  <a:lnTo>
                    <a:pt x="815238" y="0"/>
                  </a:lnTo>
                  <a:lnTo>
                    <a:pt x="815238" y="503224"/>
                  </a:lnTo>
                  <a:lnTo>
                    <a:pt x="877392" y="503224"/>
                  </a:lnTo>
                  <a:lnTo>
                    <a:pt x="877392" y="248450"/>
                  </a:lnTo>
                  <a:lnTo>
                    <a:pt x="952182" y="248450"/>
                  </a:lnTo>
                  <a:lnTo>
                    <a:pt x="952182" y="196951"/>
                  </a:lnTo>
                  <a:close/>
                </a:path>
                <a:path w="4028440" h="504825">
                  <a:moveTo>
                    <a:pt x="1347444" y="31572"/>
                  </a:moveTo>
                  <a:lnTo>
                    <a:pt x="1285481" y="31572"/>
                  </a:lnTo>
                  <a:lnTo>
                    <a:pt x="1285481" y="99860"/>
                  </a:lnTo>
                  <a:lnTo>
                    <a:pt x="1285481" y="148209"/>
                  </a:lnTo>
                  <a:lnTo>
                    <a:pt x="1285481" y="217868"/>
                  </a:lnTo>
                  <a:lnTo>
                    <a:pt x="1167866" y="217868"/>
                  </a:lnTo>
                  <a:lnTo>
                    <a:pt x="1167866" y="148209"/>
                  </a:lnTo>
                  <a:lnTo>
                    <a:pt x="1285481" y="148209"/>
                  </a:lnTo>
                  <a:lnTo>
                    <a:pt x="1285481" y="99860"/>
                  </a:lnTo>
                  <a:lnTo>
                    <a:pt x="1167866" y="99860"/>
                  </a:lnTo>
                  <a:lnTo>
                    <a:pt x="1167866" y="31572"/>
                  </a:lnTo>
                  <a:lnTo>
                    <a:pt x="1106487" y="31572"/>
                  </a:lnTo>
                  <a:lnTo>
                    <a:pt x="1106487" y="267004"/>
                  </a:lnTo>
                  <a:lnTo>
                    <a:pt x="1347444" y="267004"/>
                  </a:lnTo>
                  <a:lnTo>
                    <a:pt x="1347444" y="217868"/>
                  </a:lnTo>
                  <a:lnTo>
                    <a:pt x="1347444" y="148209"/>
                  </a:lnTo>
                  <a:lnTo>
                    <a:pt x="1347444" y="99860"/>
                  </a:lnTo>
                  <a:lnTo>
                    <a:pt x="1347444" y="31572"/>
                  </a:lnTo>
                  <a:close/>
                </a:path>
                <a:path w="4028440" h="504825">
                  <a:moveTo>
                    <a:pt x="1491907" y="407314"/>
                  </a:moveTo>
                  <a:lnTo>
                    <a:pt x="1484388" y="373976"/>
                  </a:lnTo>
                  <a:lnTo>
                    <a:pt x="1472819" y="359752"/>
                  </a:lnTo>
                  <a:lnTo>
                    <a:pt x="1462633" y="347243"/>
                  </a:lnTo>
                  <a:lnTo>
                    <a:pt x="1430921" y="329361"/>
                  </a:lnTo>
                  <a:lnTo>
                    <a:pt x="1430921" y="407314"/>
                  </a:lnTo>
                  <a:lnTo>
                    <a:pt x="1423797" y="427990"/>
                  </a:lnTo>
                  <a:lnTo>
                    <a:pt x="1402943" y="443077"/>
                  </a:lnTo>
                  <a:lnTo>
                    <a:pt x="1369148" y="452323"/>
                  </a:lnTo>
                  <a:lnTo>
                    <a:pt x="1323174" y="455460"/>
                  </a:lnTo>
                  <a:lnTo>
                    <a:pt x="1276934" y="452323"/>
                  </a:lnTo>
                  <a:lnTo>
                    <a:pt x="1242758" y="443077"/>
                  </a:lnTo>
                  <a:lnTo>
                    <a:pt x="1221600" y="427990"/>
                  </a:lnTo>
                  <a:lnTo>
                    <a:pt x="1214437" y="407314"/>
                  </a:lnTo>
                  <a:lnTo>
                    <a:pt x="1221600" y="386753"/>
                  </a:lnTo>
                  <a:lnTo>
                    <a:pt x="1242758" y="371919"/>
                  </a:lnTo>
                  <a:lnTo>
                    <a:pt x="1276934" y="362889"/>
                  </a:lnTo>
                  <a:lnTo>
                    <a:pt x="1323174" y="359752"/>
                  </a:lnTo>
                  <a:lnTo>
                    <a:pt x="1369148" y="362889"/>
                  </a:lnTo>
                  <a:lnTo>
                    <a:pt x="1402943" y="371919"/>
                  </a:lnTo>
                  <a:lnTo>
                    <a:pt x="1423797" y="386753"/>
                  </a:lnTo>
                  <a:lnTo>
                    <a:pt x="1430921" y="407314"/>
                  </a:lnTo>
                  <a:lnTo>
                    <a:pt x="1430921" y="329361"/>
                  </a:lnTo>
                  <a:lnTo>
                    <a:pt x="1427746" y="327571"/>
                  </a:lnTo>
                  <a:lnTo>
                    <a:pt x="1380883" y="315468"/>
                  </a:lnTo>
                  <a:lnTo>
                    <a:pt x="1323174" y="311404"/>
                  </a:lnTo>
                  <a:lnTo>
                    <a:pt x="1264856" y="315468"/>
                  </a:lnTo>
                  <a:lnTo>
                    <a:pt x="1217422" y="327571"/>
                  </a:lnTo>
                  <a:lnTo>
                    <a:pt x="1182065" y="347243"/>
                  </a:lnTo>
                  <a:lnTo>
                    <a:pt x="1160018" y="373976"/>
                  </a:lnTo>
                  <a:lnTo>
                    <a:pt x="1152474" y="407314"/>
                  </a:lnTo>
                  <a:lnTo>
                    <a:pt x="1160018" y="440956"/>
                  </a:lnTo>
                  <a:lnTo>
                    <a:pt x="1182065" y="467944"/>
                  </a:lnTo>
                  <a:lnTo>
                    <a:pt x="1217422" y="487819"/>
                  </a:lnTo>
                  <a:lnTo>
                    <a:pt x="1264856" y="500126"/>
                  </a:lnTo>
                  <a:lnTo>
                    <a:pt x="1323174" y="504405"/>
                  </a:lnTo>
                  <a:lnTo>
                    <a:pt x="1380883" y="500126"/>
                  </a:lnTo>
                  <a:lnTo>
                    <a:pt x="1427746" y="487819"/>
                  </a:lnTo>
                  <a:lnTo>
                    <a:pt x="1462633" y="467944"/>
                  </a:lnTo>
                  <a:lnTo>
                    <a:pt x="1472692" y="455460"/>
                  </a:lnTo>
                  <a:lnTo>
                    <a:pt x="1484388" y="440956"/>
                  </a:lnTo>
                  <a:lnTo>
                    <a:pt x="1491907" y="407314"/>
                  </a:lnTo>
                  <a:close/>
                </a:path>
                <a:path w="4028440" h="504825">
                  <a:moveTo>
                    <a:pt x="1557807" y="120383"/>
                  </a:moveTo>
                  <a:lnTo>
                    <a:pt x="1487360" y="120383"/>
                  </a:lnTo>
                  <a:lnTo>
                    <a:pt x="1487360" y="0"/>
                  </a:lnTo>
                  <a:lnTo>
                    <a:pt x="1425003" y="0"/>
                  </a:lnTo>
                  <a:lnTo>
                    <a:pt x="1425003" y="299173"/>
                  </a:lnTo>
                  <a:lnTo>
                    <a:pt x="1487360" y="299173"/>
                  </a:lnTo>
                  <a:lnTo>
                    <a:pt x="1487360" y="172478"/>
                  </a:lnTo>
                  <a:lnTo>
                    <a:pt x="1557807" y="172478"/>
                  </a:lnTo>
                  <a:lnTo>
                    <a:pt x="1557807" y="120383"/>
                  </a:lnTo>
                  <a:close/>
                </a:path>
                <a:path w="4028440" h="504825">
                  <a:moveTo>
                    <a:pt x="1881860" y="226148"/>
                  </a:moveTo>
                  <a:lnTo>
                    <a:pt x="1828927" y="200736"/>
                  </a:lnTo>
                  <a:lnTo>
                    <a:pt x="1794256" y="167741"/>
                  </a:lnTo>
                  <a:lnTo>
                    <a:pt x="1767840" y="120446"/>
                  </a:lnTo>
                  <a:lnTo>
                    <a:pt x="1760296" y="71831"/>
                  </a:lnTo>
                  <a:lnTo>
                    <a:pt x="1760296" y="23482"/>
                  </a:lnTo>
                  <a:lnTo>
                    <a:pt x="1696161" y="23482"/>
                  </a:lnTo>
                  <a:lnTo>
                    <a:pt x="1696161" y="71831"/>
                  </a:lnTo>
                  <a:lnTo>
                    <a:pt x="1691119" y="112407"/>
                  </a:lnTo>
                  <a:lnTo>
                    <a:pt x="1676082" y="150761"/>
                  </a:lnTo>
                  <a:lnTo>
                    <a:pt x="1651190" y="185115"/>
                  </a:lnTo>
                  <a:lnTo>
                    <a:pt x="1616595" y="213677"/>
                  </a:lnTo>
                  <a:lnTo>
                    <a:pt x="1572437" y="234645"/>
                  </a:lnTo>
                  <a:lnTo>
                    <a:pt x="1603806" y="283184"/>
                  </a:lnTo>
                  <a:lnTo>
                    <a:pt x="1645246" y="264033"/>
                  </a:lnTo>
                  <a:lnTo>
                    <a:pt x="1680006" y="237744"/>
                  </a:lnTo>
                  <a:lnTo>
                    <a:pt x="1707845" y="205320"/>
                  </a:lnTo>
                  <a:lnTo>
                    <a:pt x="1728533" y="167741"/>
                  </a:lnTo>
                  <a:lnTo>
                    <a:pt x="1749056" y="202666"/>
                  </a:lnTo>
                  <a:lnTo>
                    <a:pt x="1776463" y="232638"/>
                  </a:lnTo>
                  <a:lnTo>
                    <a:pt x="1810473" y="256959"/>
                  </a:lnTo>
                  <a:lnTo>
                    <a:pt x="1850885" y="274891"/>
                  </a:lnTo>
                  <a:lnTo>
                    <a:pt x="1881860" y="226148"/>
                  </a:lnTo>
                  <a:close/>
                </a:path>
                <a:path w="4028440" h="504825">
                  <a:moveTo>
                    <a:pt x="1991982" y="324624"/>
                  </a:moveTo>
                  <a:lnTo>
                    <a:pt x="1648015" y="324624"/>
                  </a:lnTo>
                  <a:lnTo>
                    <a:pt x="1648015" y="374548"/>
                  </a:lnTo>
                  <a:lnTo>
                    <a:pt x="1929815" y="374548"/>
                  </a:lnTo>
                  <a:lnTo>
                    <a:pt x="1929815" y="504012"/>
                  </a:lnTo>
                  <a:lnTo>
                    <a:pt x="1991982" y="504012"/>
                  </a:lnTo>
                  <a:lnTo>
                    <a:pt x="1991982" y="324624"/>
                  </a:lnTo>
                  <a:close/>
                </a:path>
                <a:path w="4028440" h="504825">
                  <a:moveTo>
                    <a:pt x="1991982" y="0"/>
                  </a:moveTo>
                  <a:lnTo>
                    <a:pt x="1929815" y="0"/>
                  </a:lnTo>
                  <a:lnTo>
                    <a:pt x="1929815" y="301739"/>
                  </a:lnTo>
                  <a:lnTo>
                    <a:pt x="1991982" y="301739"/>
                  </a:lnTo>
                  <a:lnTo>
                    <a:pt x="1991982" y="0"/>
                  </a:lnTo>
                  <a:close/>
                </a:path>
                <a:path w="4028440" h="504825">
                  <a:moveTo>
                    <a:pt x="2590698" y="45986"/>
                  </a:moveTo>
                  <a:lnTo>
                    <a:pt x="2226995" y="45986"/>
                  </a:lnTo>
                  <a:lnTo>
                    <a:pt x="2226995" y="95910"/>
                  </a:lnTo>
                  <a:lnTo>
                    <a:pt x="2528341" y="95910"/>
                  </a:lnTo>
                  <a:lnTo>
                    <a:pt x="2528062" y="133807"/>
                  </a:lnTo>
                  <a:lnTo>
                    <a:pt x="2526842" y="175196"/>
                  </a:lnTo>
                  <a:lnTo>
                    <a:pt x="2523769" y="220357"/>
                  </a:lnTo>
                  <a:lnTo>
                    <a:pt x="2517864" y="270497"/>
                  </a:lnTo>
                  <a:lnTo>
                    <a:pt x="2508212" y="326212"/>
                  </a:lnTo>
                  <a:lnTo>
                    <a:pt x="2570962" y="332917"/>
                  </a:lnTo>
                  <a:lnTo>
                    <a:pt x="2580500" y="273685"/>
                  </a:lnTo>
                  <a:lnTo>
                    <a:pt x="2586291" y="221551"/>
                  </a:lnTo>
                  <a:lnTo>
                    <a:pt x="2589301" y="175044"/>
                  </a:lnTo>
                  <a:lnTo>
                    <a:pt x="2590444" y="133299"/>
                  </a:lnTo>
                  <a:lnTo>
                    <a:pt x="2590685" y="95910"/>
                  </a:lnTo>
                  <a:lnTo>
                    <a:pt x="2590698" y="45986"/>
                  </a:lnTo>
                  <a:close/>
                </a:path>
                <a:path w="4028440" h="504825">
                  <a:moveTo>
                    <a:pt x="2638653" y="388366"/>
                  </a:moveTo>
                  <a:lnTo>
                    <a:pt x="2410333" y="388366"/>
                  </a:lnTo>
                  <a:lnTo>
                    <a:pt x="2410333" y="212928"/>
                  </a:lnTo>
                  <a:lnTo>
                    <a:pt x="2348763" y="212928"/>
                  </a:lnTo>
                  <a:lnTo>
                    <a:pt x="2348763" y="388366"/>
                  </a:lnTo>
                  <a:lnTo>
                    <a:pt x="2179040" y="388366"/>
                  </a:lnTo>
                  <a:lnTo>
                    <a:pt x="2179040" y="439280"/>
                  </a:lnTo>
                  <a:lnTo>
                    <a:pt x="2638653" y="439280"/>
                  </a:lnTo>
                  <a:lnTo>
                    <a:pt x="2638653" y="388366"/>
                  </a:lnTo>
                  <a:close/>
                </a:path>
                <a:path w="4028440" h="504825">
                  <a:moveTo>
                    <a:pt x="3122942" y="393966"/>
                  </a:moveTo>
                  <a:lnTo>
                    <a:pt x="2922054" y="393966"/>
                  </a:lnTo>
                  <a:lnTo>
                    <a:pt x="2922054" y="278396"/>
                  </a:lnTo>
                  <a:lnTo>
                    <a:pt x="3071241" y="278396"/>
                  </a:lnTo>
                  <a:lnTo>
                    <a:pt x="3071241" y="228866"/>
                  </a:lnTo>
                  <a:lnTo>
                    <a:pt x="2779763" y="228866"/>
                  </a:lnTo>
                  <a:lnTo>
                    <a:pt x="2779763" y="86626"/>
                  </a:lnTo>
                  <a:lnTo>
                    <a:pt x="3067291" y="86626"/>
                  </a:lnTo>
                  <a:lnTo>
                    <a:pt x="3067291" y="37096"/>
                  </a:lnTo>
                  <a:lnTo>
                    <a:pt x="2717609" y="37096"/>
                  </a:lnTo>
                  <a:lnTo>
                    <a:pt x="2717609" y="86626"/>
                  </a:lnTo>
                  <a:lnTo>
                    <a:pt x="2717609" y="228866"/>
                  </a:lnTo>
                  <a:lnTo>
                    <a:pt x="2717609" y="278396"/>
                  </a:lnTo>
                  <a:lnTo>
                    <a:pt x="2860484" y="278396"/>
                  </a:lnTo>
                  <a:lnTo>
                    <a:pt x="2860484" y="393966"/>
                  </a:lnTo>
                  <a:lnTo>
                    <a:pt x="2661755" y="393966"/>
                  </a:lnTo>
                  <a:lnTo>
                    <a:pt x="2661755" y="444766"/>
                  </a:lnTo>
                  <a:lnTo>
                    <a:pt x="3122942" y="444766"/>
                  </a:lnTo>
                  <a:lnTo>
                    <a:pt x="3122942" y="393966"/>
                  </a:lnTo>
                  <a:close/>
                </a:path>
                <a:path w="4028440" h="504825">
                  <a:moveTo>
                    <a:pt x="3448570" y="58013"/>
                  </a:moveTo>
                  <a:lnTo>
                    <a:pt x="3329775" y="58013"/>
                  </a:lnTo>
                  <a:lnTo>
                    <a:pt x="3329775" y="1968"/>
                  </a:lnTo>
                  <a:lnTo>
                    <a:pt x="3267418" y="1968"/>
                  </a:lnTo>
                  <a:lnTo>
                    <a:pt x="3267418" y="58013"/>
                  </a:lnTo>
                  <a:lnTo>
                    <a:pt x="3147822" y="58013"/>
                  </a:lnTo>
                  <a:lnTo>
                    <a:pt x="3147822" y="107162"/>
                  </a:lnTo>
                  <a:lnTo>
                    <a:pt x="3448570" y="107162"/>
                  </a:lnTo>
                  <a:lnTo>
                    <a:pt x="3448570" y="58013"/>
                  </a:lnTo>
                  <a:close/>
                </a:path>
                <a:path w="4028440" h="504825">
                  <a:moveTo>
                    <a:pt x="3458248" y="395084"/>
                  </a:moveTo>
                  <a:lnTo>
                    <a:pt x="3455124" y="360743"/>
                  </a:lnTo>
                  <a:lnTo>
                    <a:pt x="3454095" y="349491"/>
                  </a:lnTo>
                  <a:lnTo>
                    <a:pt x="3423882" y="353275"/>
                  </a:lnTo>
                  <a:lnTo>
                    <a:pt x="3392894" y="356374"/>
                  </a:lnTo>
                  <a:lnTo>
                    <a:pt x="3361436" y="358838"/>
                  </a:lnTo>
                  <a:lnTo>
                    <a:pt x="3329775" y="360743"/>
                  </a:lnTo>
                  <a:lnTo>
                    <a:pt x="3329775" y="315937"/>
                  </a:lnTo>
                  <a:lnTo>
                    <a:pt x="3367227" y="304444"/>
                  </a:lnTo>
                  <a:lnTo>
                    <a:pt x="3396183" y="284619"/>
                  </a:lnTo>
                  <a:lnTo>
                    <a:pt x="3405797" y="270751"/>
                  </a:lnTo>
                  <a:lnTo>
                    <a:pt x="3414915" y="257581"/>
                  </a:lnTo>
                  <a:lnTo>
                    <a:pt x="3421735" y="224574"/>
                  </a:lnTo>
                  <a:lnTo>
                    <a:pt x="3412464" y="185915"/>
                  </a:lnTo>
                  <a:lnTo>
                    <a:pt x="3405390" y="177609"/>
                  </a:lnTo>
                  <a:lnTo>
                    <a:pt x="3387077" y="156070"/>
                  </a:lnTo>
                  <a:lnTo>
                    <a:pt x="3362134" y="143713"/>
                  </a:lnTo>
                  <a:lnTo>
                    <a:pt x="3362134" y="224574"/>
                  </a:lnTo>
                  <a:lnTo>
                    <a:pt x="3357575" y="244144"/>
                  </a:lnTo>
                  <a:lnTo>
                    <a:pt x="3344697" y="258686"/>
                  </a:lnTo>
                  <a:lnTo>
                    <a:pt x="3324758" y="267728"/>
                  </a:lnTo>
                  <a:lnTo>
                    <a:pt x="3298990" y="270751"/>
                  </a:lnTo>
                  <a:lnTo>
                    <a:pt x="3272879" y="267728"/>
                  </a:lnTo>
                  <a:lnTo>
                    <a:pt x="3252787" y="258686"/>
                  </a:lnTo>
                  <a:lnTo>
                    <a:pt x="3239909" y="244144"/>
                  </a:lnTo>
                  <a:lnTo>
                    <a:pt x="3235439" y="224574"/>
                  </a:lnTo>
                  <a:lnTo>
                    <a:pt x="3239909" y="204914"/>
                  </a:lnTo>
                  <a:lnTo>
                    <a:pt x="3252787" y="190144"/>
                  </a:lnTo>
                  <a:lnTo>
                    <a:pt x="3272879" y="180835"/>
                  </a:lnTo>
                  <a:lnTo>
                    <a:pt x="3298990" y="177609"/>
                  </a:lnTo>
                  <a:lnTo>
                    <a:pt x="3324758" y="180835"/>
                  </a:lnTo>
                  <a:lnTo>
                    <a:pt x="3344697" y="190144"/>
                  </a:lnTo>
                  <a:lnTo>
                    <a:pt x="3357575" y="204914"/>
                  </a:lnTo>
                  <a:lnTo>
                    <a:pt x="3362134" y="224574"/>
                  </a:lnTo>
                  <a:lnTo>
                    <a:pt x="3362134" y="143713"/>
                  </a:lnTo>
                  <a:lnTo>
                    <a:pt x="3348329" y="136855"/>
                  </a:lnTo>
                  <a:lnTo>
                    <a:pt x="3298990" y="130048"/>
                  </a:lnTo>
                  <a:lnTo>
                    <a:pt x="3249206" y="136855"/>
                  </a:lnTo>
                  <a:lnTo>
                    <a:pt x="3210509" y="156070"/>
                  </a:lnTo>
                  <a:lnTo>
                    <a:pt x="3185452" y="185915"/>
                  </a:lnTo>
                  <a:lnTo>
                    <a:pt x="3176638" y="224574"/>
                  </a:lnTo>
                  <a:lnTo>
                    <a:pt x="3182988" y="257581"/>
                  </a:lnTo>
                  <a:lnTo>
                    <a:pt x="3201301" y="284518"/>
                  </a:lnTo>
                  <a:lnTo>
                    <a:pt x="3229978" y="304279"/>
                  </a:lnTo>
                  <a:lnTo>
                    <a:pt x="3267418" y="315747"/>
                  </a:lnTo>
                  <a:lnTo>
                    <a:pt x="3267418" y="363105"/>
                  </a:lnTo>
                  <a:lnTo>
                    <a:pt x="3233064" y="363829"/>
                  </a:lnTo>
                  <a:lnTo>
                    <a:pt x="3138347" y="364490"/>
                  </a:lnTo>
                  <a:lnTo>
                    <a:pt x="3147237" y="415607"/>
                  </a:lnTo>
                  <a:lnTo>
                    <a:pt x="3192551" y="415442"/>
                  </a:lnTo>
                  <a:lnTo>
                    <a:pt x="3241941" y="414616"/>
                  </a:lnTo>
                  <a:lnTo>
                    <a:pt x="3294303" y="412661"/>
                  </a:lnTo>
                  <a:lnTo>
                    <a:pt x="3348532" y="409079"/>
                  </a:lnTo>
                  <a:lnTo>
                    <a:pt x="3403549" y="403377"/>
                  </a:lnTo>
                  <a:lnTo>
                    <a:pt x="3458248" y="395084"/>
                  </a:lnTo>
                  <a:close/>
                </a:path>
                <a:path w="4028440" h="504825">
                  <a:moveTo>
                    <a:pt x="3614140" y="208191"/>
                  </a:moveTo>
                  <a:lnTo>
                    <a:pt x="3543490" y="208191"/>
                  </a:lnTo>
                  <a:lnTo>
                    <a:pt x="3543490" y="0"/>
                  </a:lnTo>
                  <a:lnTo>
                    <a:pt x="3481133" y="0"/>
                  </a:lnTo>
                  <a:lnTo>
                    <a:pt x="3481133" y="504012"/>
                  </a:lnTo>
                  <a:lnTo>
                    <a:pt x="3543490" y="504012"/>
                  </a:lnTo>
                  <a:lnTo>
                    <a:pt x="3543490" y="259702"/>
                  </a:lnTo>
                  <a:lnTo>
                    <a:pt x="3614140" y="259702"/>
                  </a:lnTo>
                  <a:lnTo>
                    <a:pt x="3614140" y="208191"/>
                  </a:lnTo>
                  <a:close/>
                </a:path>
                <a:path w="4028440" h="504825">
                  <a:moveTo>
                    <a:pt x="4028135" y="137414"/>
                  </a:moveTo>
                  <a:lnTo>
                    <a:pt x="3997198" y="137414"/>
                  </a:lnTo>
                  <a:lnTo>
                    <a:pt x="3997198" y="360540"/>
                  </a:lnTo>
                  <a:lnTo>
                    <a:pt x="4028135" y="360540"/>
                  </a:lnTo>
                  <a:lnTo>
                    <a:pt x="4028135" y="13741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055930" y="899262"/>
              <a:ext cx="392210" cy="182205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6472985" y="899300"/>
              <a:ext cx="36195" cy="179705"/>
            </a:xfrm>
            <a:custGeom>
              <a:avLst/>
              <a:gdLst/>
              <a:ahLst/>
              <a:cxnLst/>
              <a:rect l="l" t="t" r="r" b="b"/>
              <a:pathLst>
                <a:path w="36195" h="179705">
                  <a:moveTo>
                    <a:pt x="36014" y="0"/>
                  </a:moveTo>
                  <a:lnTo>
                    <a:pt x="0" y="0"/>
                  </a:lnTo>
                  <a:lnTo>
                    <a:pt x="0" y="179624"/>
                  </a:lnTo>
                  <a:lnTo>
                    <a:pt x="36014" y="179624"/>
                  </a:lnTo>
                  <a:lnTo>
                    <a:pt x="36014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6" name="object 216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534530" y="944206"/>
              <a:ext cx="120591" cy="136471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674465" y="889214"/>
              <a:ext cx="417914" cy="192341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7112582" y="942452"/>
              <a:ext cx="121022" cy="136472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7314046" y="899300"/>
              <a:ext cx="145518" cy="182168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7485956" y="942452"/>
              <a:ext cx="272302" cy="189798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7783876" y="942277"/>
              <a:ext cx="206118" cy="139190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8009853" y="899300"/>
              <a:ext cx="128242" cy="181817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8159071" y="942452"/>
              <a:ext cx="125835" cy="139103"/>
            </a:xfrm>
            <a:prstGeom prst="rect">
              <a:avLst/>
            </a:prstGeom>
          </p:spPr>
        </p:pic>
      </p:grpSp>
      <p:pic>
        <p:nvPicPr>
          <p:cNvPr id="224" name="object 224"/>
          <p:cNvPicPr/>
          <p:nvPr/>
        </p:nvPicPr>
        <p:blipFill>
          <a:blip r:embed="rId118" cstate="print"/>
          <a:stretch>
            <a:fillRect/>
          </a:stretch>
        </p:blipFill>
        <p:spPr>
          <a:xfrm>
            <a:off x="17536397" y="9537479"/>
            <a:ext cx="72558" cy="193994"/>
          </a:xfrm>
          <a:prstGeom prst="rect">
            <a:avLst/>
          </a:prstGeom>
        </p:spPr>
      </p:pic>
      <p:pic>
        <p:nvPicPr>
          <p:cNvPr id="225" name="object 225"/>
          <p:cNvPicPr/>
          <p:nvPr/>
        </p:nvPicPr>
        <p:blipFill>
          <a:blip r:embed="rId119" cstate="print"/>
          <a:stretch>
            <a:fillRect/>
          </a:stretch>
        </p:blipFill>
        <p:spPr>
          <a:xfrm>
            <a:off x="17660864" y="9537479"/>
            <a:ext cx="129961" cy="1966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9343" y="758964"/>
              <a:ext cx="791210" cy="465455"/>
            </a:xfrm>
            <a:custGeom>
              <a:avLst/>
              <a:gdLst/>
              <a:ahLst/>
              <a:cxnLst/>
              <a:rect l="l" t="t" r="r" b="b"/>
              <a:pathLst>
                <a:path w="79121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91210" h="465455">
                  <a:moveTo>
                    <a:pt x="790625" y="300837"/>
                  </a:moveTo>
                  <a:lnTo>
                    <a:pt x="732929" y="300837"/>
                  </a:lnTo>
                  <a:lnTo>
                    <a:pt x="732929" y="108318"/>
                  </a:lnTo>
                  <a:lnTo>
                    <a:pt x="732929" y="6146"/>
                  </a:lnTo>
                  <a:lnTo>
                    <a:pt x="643458" y="6146"/>
                  </a:lnTo>
                  <a:lnTo>
                    <a:pt x="643458" y="108318"/>
                  </a:lnTo>
                  <a:lnTo>
                    <a:pt x="643458" y="300837"/>
                  </a:lnTo>
                  <a:lnTo>
                    <a:pt x="515531" y="300837"/>
                  </a:lnTo>
                  <a:lnTo>
                    <a:pt x="515531" y="297332"/>
                  </a:lnTo>
                  <a:lnTo>
                    <a:pt x="639216" y="108318"/>
                  </a:lnTo>
                  <a:lnTo>
                    <a:pt x="643458" y="108318"/>
                  </a:lnTo>
                  <a:lnTo>
                    <a:pt x="643458" y="6146"/>
                  </a:lnTo>
                  <a:lnTo>
                    <a:pt x="613498" y="6146"/>
                  </a:lnTo>
                  <a:lnTo>
                    <a:pt x="419582" y="302158"/>
                  </a:lnTo>
                  <a:lnTo>
                    <a:pt x="419582" y="375602"/>
                  </a:lnTo>
                  <a:lnTo>
                    <a:pt x="642124" y="375602"/>
                  </a:lnTo>
                  <a:lnTo>
                    <a:pt x="642124" y="455206"/>
                  </a:lnTo>
                  <a:lnTo>
                    <a:pt x="732929" y="455206"/>
                  </a:lnTo>
                  <a:lnTo>
                    <a:pt x="732929" y="375602"/>
                  </a:lnTo>
                  <a:lnTo>
                    <a:pt x="790625" y="375602"/>
                  </a:lnTo>
                  <a:lnTo>
                    <a:pt x="790625" y="30083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7687" y="1115928"/>
              <a:ext cx="106235" cy="1037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69109" y="740142"/>
              <a:ext cx="4028440" cy="504825"/>
            </a:xfrm>
            <a:custGeom>
              <a:avLst/>
              <a:gdLst/>
              <a:ahLst/>
              <a:cxnLst/>
              <a:rect l="l" t="t" r="r" b="b"/>
              <a:pathLst>
                <a:path w="4028440" h="504825">
                  <a:moveTo>
                    <a:pt x="422109" y="0"/>
                  </a:moveTo>
                  <a:lnTo>
                    <a:pt x="360146" y="0"/>
                  </a:lnTo>
                  <a:lnTo>
                    <a:pt x="360146" y="84861"/>
                  </a:lnTo>
                  <a:lnTo>
                    <a:pt x="290677" y="84861"/>
                  </a:lnTo>
                  <a:lnTo>
                    <a:pt x="290677" y="134188"/>
                  </a:lnTo>
                  <a:lnTo>
                    <a:pt x="360146" y="134188"/>
                  </a:lnTo>
                  <a:lnTo>
                    <a:pt x="360146" y="177800"/>
                  </a:lnTo>
                  <a:lnTo>
                    <a:pt x="290677" y="177800"/>
                  </a:lnTo>
                  <a:lnTo>
                    <a:pt x="290677" y="223189"/>
                  </a:lnTo>
                  <a:lnTo>
                    <a:pt x="277520" y="224637"/>
                  </a:lnTo>
                  <a:lnTo>
                    <a:pt x="250444" y="227215"/>
                  </a:lnTo>
                  <a:lnTo>
                    <a:pt x="236613" y="228320"/>
                  </a:lnTo>
                  <a:lnTo>
                    <a:pt x="236613" y="85051"/>
                  </a:lnTo>
                  <a:lnTo>
                    <a:pt x="281216" y="85051"/>
                  </a:lnTo>
                  <a:lnTo>
                    <a:pt x="281216" y="34925"/>
                  </a:lnTo>
                  <a:lnTo>
                    <a:pt x="177215" y="34925"/>
                  </a:lnTo>
                  <a:lnTo>
                    <a:pt x="177215" y="85051"/>
                  </a:lnTo>
                  <a:lnTo>
                    <a:pt x="177215" y="232079"/>
                  </a:lnTo>
                  <a:lnTo>
                    <a:pt x="162153" y="232740"/>
                  </a:lnTo>
                  <a:lnTo>
                    <a:pt x="117424" y="234238"/>
                  </a:lnTo>
                  <a:lnTo>
                    <a:pt x="117424" y="85051"/>
                  </a:lnTo>
                  <a:lnTo>
                    <a:pt x="177215" y="85051"/>
                  </a:lnTo>
                  <a:lnTo>
                    <a:pt x="177215" y="34925"/>
                  </a:lnTo>
                  <a:lnTo>
                    <a:pt x="13220" y="34925"/>
                  </a:lnTo>
                  <a:lnTo>
                    <a:pt x="13220" y="85051"/>
                  </a:lnTo>
                  <a:lnTo>
                    <a:pt x="57226" y="85051"/>
                  </a:lnTo>
                  <a:lnTo>
                    <a:pt x="57226" y="235229"/>
                  </a:lnTo>
                  <a:lnTo>
                    <a:pt x="0" y="235623"/>
                  </a:lnTo>
                  <a:lnTo>
                    <a:pt x="6908" y="286537"/>
                  </a:lnTo>
                  <a:lnTo>
                    <a:pt x="49453" y="286321"/>
                  </a:lnTo>
                  <a:lnTo>
                    <a:pt x="95885" y="285445"/>
                  </a:lnTo>
                  <a:lnTo>
                    <a:pt x="144919" y="283603"/>
                  </a:lnTo>
                  <a:lnTo>
                    <a:pt x="195262" y="280454"/>
                  </a:lnTo>
                  <a:lnTo>
                    <a:pt x="245592" y="275691"/>
                  </a:lnTo>
                  <a:lnTo>
                    <a:pt x="294627" y="268973"/>
                  </a:lnTo>
                  <a:lnTo>
                    <a:pt x="292646" y="234238"/>
                  </a:lnTo>
                  <a:lnTo>
                    <a:pt x="292303" y="228320"/>
                  </a:lnTo>
                  <a:lnTo>
                    <a:pt x="292265" y="227533"/>
                  </a:lnTo>
                  <a:lnTo>
                    <a:pt x="360146" y="227533"/>
                  </a:lnTo>
                  <a:lnTo>
                    <a:pt x="360146" y="309232"/>
                  </a:lnTo>
                  <a:lnTo>
                    <a:pt x="422109" y="309232"/>
                  </a:lnTo>
                  <a:lnTo>
                    <a:pt x="422109" y="227533"/>
                  </a:lnTo>
                  <a:lnTo>
                    <a:pt x="422109" y="0"/>
                  </a:lnTo>
                  <a:close/>
                </a:path>
                <a:path w="4028440" h="504825">
                  <a:moveTo>
                    <a:pt x="423494" y="411264"/>
                  </a:moveTo>
                  <a:lnTo>
                    <a:pt x="415925" y="378663"/>
                  </a:lnTo>
                  <a:lnTo>
                    <a:pt x="404761" y="365480"/>
                  </a:lnTo>
                  <a:lnTo>
                    <a:pt x="393890" y="352640"/>
                  </a:lnTo>
                  <a:lnTo>
                    <a:pt x="361924" y="335445"/>
                  </a:lnTo>
                  <a:lnTo>
                    <a:pt x="361924" y="411264"/>
                  </a:lnTo>
                  <a:lnTo>
                    <a:pt x="354533" y="430555"/>
                  </a:lnTo>
                  <a:lnTo>
                    <a:pt x="333159" y="444512"/>
                  </a:lnTo>
                  <a:lnTo>
                    <a:pt x="298538" y="452996"/>
                  </a:lnTo>
                  <a:lnTo>
                    <a:pt x="251409" y="455853"/>
                  </a:lnTo>
                  <a:lnTo>
                    <a:pt x="204381" y="452996"/>
                  </a:lnTo>
                  <a:lnTo>
                    <a:pt x="169811" y="444512"/>
                  </a:lnTo>
                  <a:lnTo>
                    <a:pt x="148564" y="430555"/>
                  </a:lnTo>
                  <a:lnTo>
                    <a:pt x="141490" y="411264"/>
                  </a:lnTo>
                  <a:lnTo>
                    <a:pt x="148564" y="391363"/>
                  </a:lnTo>
                  <a:lnTo>
                    <a:pt x="169811" y="377050"/>
                  </a:lnTo>
                  <a:lnTo>
                    <a:pt x="204381" y="368388"/>
                  </a:lnTo>
                  <a:lnTo>
                    <a:pt x="251409" y="365480"/>
                  </a:lnTo>
                  <a:lnTo>
                    <a:pt x="298538" y="368388"/>
                  </a:lnTo>
                  <a:lnTo>
                    <a:pt x="333159" y="377050"/>
                  </a:lnTo>
                  <a:lnTo>
                    <a:pt x="354533" y="391363"/>
                  </a:lnTo>
                  <a:lnTo>
                    <a:pt x="361924" y="411264"/>
                  </a:lnTo>
                  <a:lnTo>
                    <a:pt x="361924" y="335445"/>
                  </a:lnTo>
                  <a:lnTo>
                    <a:pt x="358444" y="333565"/>
                  </a:lnTo>
                  <a:lnTo>
                    <a:pt x="310603" y="321805"/>
                  </a:lnTo>
                  <a:lnTo>
                    <a:pt x="251409" y="317715"/>
                  </a:lnTo>
                  <a:lnTo>
                    <a:pt x="192392" y="321805"/>
                  </a:lnTo>
                  <a:lnTo>
                    <a:pt x="144627" y="333565"/>
                  </a:lnTo>
                  <a:lnTo>
                    <a:pt x="109207" y="352640"/>
                  </a:lnTo>
                  <a:lnTo>
                    <a:pt x="87223" y="378663"/>
                  </a:lnTo>
                  <a:lnTo>
                    <a:pt x="79730" y="411264"/>
                  </a:lnTo>
                  <a:lnTo>
                    <a:pt x="87223" y="443166"/>
                  </a:lnTo>
                  <a:lnTo>
                    <a:pt x="109207" y="468884"/>
                  </a:lnTo>
                  <a:lnTo>
                    <a:pt x="144627" y="487895"/>
                  </a:lnTo>
                  <a:lnTo>
                    <a:pt x="192392" y="499656"/>
                  </a:lnTo>
                  <a:lnTo>
                    <a:pt x="251409" y="503618"/>
                  </a:lnTo>
                  <a:lnTo>
                    <a:pt x="310603" y="499656"/>
                  </a:lnTo>
                  <a:lnTo>
                    <a:pt x="358444" y="487895"/>
                  </a:lnTo>
                  <a:lnTo>
                    <a:pt x="393890" y="468884"/>
                  </a:lnTo>
                  <a:lnTo>
                    <a:pt x="405053" y="455853"/>
                  </a:lnTo>
                  <a:lnTo>
                    <a:pt x="415925" y="443166"/>
                  </a:lnTo>
                  <a:lnTo>
                    <a:pt x="423494" y="411264"/>
                  </a:lnTo>
                  <a:close/>
                </a:path>
                <a:path w="4028440" h="504825">
                  <a:moveTo>
                    <a:pt x="744194" y="52298"/>
                  </a:moveTo>
                  <a:lnTo>
                    <a:pt x="506590" y="52298"/>
                  </a:lnTo>
                  <a:lnTo>
                    <a:pt x="506590" y="103403"/>
                  </a:lnTo>
                  <a:lnTo>
                    <a:pt x="681037" y="103403"/>
                  </a:lnTo>
                  <a:lnTo>
                    <a:pt x="672477" y="150863"/>
                  </a:lnTo>
                  <a:lnTo>
                    <a:pt x="657250" y="194818"/>
                  </a:lnTo>
                  <a:lnTo>
                    <a:pt x="635330" y="235381"/>
                  </a:lnTo>
                  <a:lnTo>
                    <a:pt x="606653" y="272643"/>
                  </a:lnTo>
                  <a:lnTo>
                    <a:pt x="571195" y="306692"/>
                  </a:lnTo>
                  <a:lnTo>
                    <a:pt x="528904" y="337604"/>
                  </a:lnTo>
                  <a:lnTo>
                    <a:pt x="479755" y="365480"/>
                  </a:lnTo>
                  <a:lnTo>
                    <a:pt x="514680" y="413232"/>
                  </a:lnTo>
                  <a:lnTo>
                    <a:pt x="566712" y="384009"/>
                  </a:lnTo>
                  <a:lnTo>
                    <a:pt x="611251" y="351497"/>
                  </a:lnTo>
                  <a:lnTo>
                    <a:pt x="648652" y="315925"/>
                  </a:lnTo>
                  <a:lnTo>
                    <a:pt x="679284" y="277558"/>
                  </a:lnTo>
                  <a:lnTo>
                    <a:pt x="703541" y="236639"/>
                  </a:lnTo>
                  <a:lnTo>
                    <a:pt x="721791" y="193408"/>
                  </a:lnTo>
                  <a:lnTo>
                    <a:pt x="734390" y="148107"/>
                  </a:lnTo>
                  <a:lnTo>
                    <a:pt x="741743" y="100990"/>
                  </a:lnTo>
                  <a:lnTo>
                    <a:pt x="744194" y="52298"/>
                  </a:lnTo>
                  <a:close/>
                </a:path>
                <a:path w="4028440" h="504825">
                  <a:moveTo>
                    <a:pt x="952182" y="196951"/>
                  </a:moveTo>
                  <a:lnTo>
                    <a:pt x="877392" y="196951"/>
                  </a:lnTo>
                  <a:lnTo>
                    <a:pt x="877392" y="0"/>
                  </a:lnTo>
                  <a:lnTo>
                    <a:pt x="815238" y="0"/>
                  </a:lnTo>
                  <a:lnTo>
                    <a:pt x="815238" y="503224"/>
                  </a:lnTo>
                  <a:lnTo>
                    <a:pt x="877392" y="503224"/>
                  </a:lnTo>
                  <a:lnTo>
                    <a:pt x="877392" y="248450"/>
                  </a:lnTo>
                  <a:lnTo>
                    <a:pt x="952182" y="248450"/>
                  </a:lnTo>
                  <a:lnTo>
                    <a:pt x="952182" y="196951"/>
                  </a:lnTo>
                  <a:close/>
                </a:path>
                <a:path w="4028440" h="504825">
                  <a:moveTo>
                    <a:pt x="1347444" y="31572"/>
                  </a:moveTo>
                  <a:lnTo>
                    <a:pt x="1285481" y="31572"/>
                  </a:lnTo>
                  <a:lnTo>
                    <a:pt x="1285481" y="99860"/>
                  </a:lnTo>
                  <a:lnTo>
                    <a:pt x="1285481" y="148209"/>
                  </a:lnTo>
                  <a:lnTo>
                    <a:pt x="1285481" y="217868"/>
                  </a:lnTo>
                  <a:lnTo>
                    <a:pt x="1167866" y="217868"/>
                  </a:lnTo>
                  <a:lnTo>
                    <a:pt x="1167866" y="148209"/>
                  </a:lnTo>
                  <a:lnTo>
                    <a:pt x="1285481" y="148209"/>
                  </a:lnTo>
                  <a:lnTo>
                    <a:pt x="1285481" y="99860"/>
                  </a:lnTo>
                  <a:lnTo>
                    <a:pt x="1167866" y="99860"/>
                  </a:lnTo>
                  <a:lnTo>
                    <a:pt x="1167866" y="31572"/>
                  </a:lnTo>
                  <a:lnTo>
                    <a:pt x="1106487" y="31572"/>
                  </a:lnTo>
                  <a:lnTo>
                    <a:pt x="1106487" y="267004"/>
                  </a:lnTo>
                  <a:lnTo>
                    <a:pt x="1347444" y="267004"/>
                  </a:lnTo>
                  <a:lnTo>
                    <a:pt x="1347444" y="217868"/>
                  </a:lnTo>
                  <a:lnTo>
                    <a:pt x="1347444" y="148209"/>
                  </a:lnTo>
                  <a:lnTo>
                    <a:pt x="1347444" y="99860"/>
                  </a:lnTo>
                  <a:lnTo>
                    <a:pt x="1347444" y="31572"/>
                  </a:lnTo>
                  <a:close/>
                </a:path>
                <a:path w="4028440" h="504825">
                  <a:moveTo>
                    <a:pt x="1491907" y="407314"/>
                  </a:moveTo>
                  <a:lnTo>
                    <a:pt x="1484388" y="373976"/>
                  </a:lnTo>
                  <a:lnTo>
                    <a:pt x="1472819" y="359752"/>
                  </a:lnTo>
                  <a:lnTo>
                    <a:pt x="1462633" y="347243"/>
                  </a:lnTo>
                  <a:lnTo>
                    <a:pt x="1430921" y="329361"/>
                  </a:lnTo>
                  <a:lnTo>
                    <a:pt x="1430921" y="407314"/>
                  </a:lnTo>
                  <a:lnTo>
                    <a:pt x="1423797" y="427990"/>
                  </a:lnTo>
                  <a:lnTo>
                    <a:pt x="1402943" y="443077"/>
                  </a:lnTo>
                  <a:lnTo>
                    <a:pt x="1369148" y="452323"/>
                  </a:lnTo>
                  <a:lnTo>
                    <a:pt x="1323174" y="455460"/>
                  </a:lnTo>
                  <a:lnTo>
                    <a:pt x="1276934" y="452323"/>
                  </a:lnTo>
                  <a:lnTo>
                    <a:pt x="1242758" y="443077"/>
                  </a:lnTo>
                  <a:lnTo>
                    <a:pt x="1221600" y="427990"/>
                  </a:lnTo>
                  <a:lnTo>
                    <a:pt x="1214437" y="407314"/>
                  </a:lnTo>
                  <a:lnTo>
                    <a:pt x="1221600" y="386753"/>
                  </a:lnTo>
                  <a:lnTo>
                    <a:pt x="1242758" y="371919"/>
                  </a:lnTo>
                  <a:lnTo>
                    <a:pt x="1276934" y="362889"/>
                  </a:lnTo>
                  <a:lnTo>
                    <a:pt x="1323174" y="359752"/>
                  </a:lnTo>
                  <a:lnTo>
                    <a:pt x="1369148" y="362889"/>
                  </a:lnTo>
                  <a:lnTo>
                    <a:pt x="1402943" y="371919"/>
                  </a:lnTo>
                  <a:lnTo>
                    <a:pt x="1423797" y="386753"/>
                  </a:lnTo>
                  <a:lnTo>
                    <a:pt x="1430921" y="407314"/>
                  </a:lnTo>
                  <a:lnTo>
                    <a:pt x="1430921" y="329361"/>
                  </a:lnTo>
                  <a:lnTo>
                    <a:pt x="1427746" y="327571"/>
                  </a:lnTo>
                  <a:lnTo>
                    <a:pt x="1380883" y="315468"/>
                  </a:lnTo>
                  <a:lnTo>
                    <a:pt x="1323174" y="311404"/>
                  </a:lnTo>
                  <a:lnTo>
                    <a:pt x="1264856" y="315468"/>
                  </a:lnTo>
                  <a:lnTo>
                    <a:pt x="1217422" y="327571"/>
                  </a:lnTo>
                  <a:lnTo>
                    <a:pt x="1182065" y="347243"/>
                  </a:lnTo>
                  <a:lnTo>
                    <a:pt x="1160018" y="373976"/>
                  </a:lnTo>
                  <a:lnTo>
                    <a:pt x="1152474" y="407314"/>
                  </a:lnTo>
                  <a:lnTo>
                    <a:pt x="1160018" y="440956"/>
                  </a:lnTo>
                  <a:lnTo>
                    <a:pt x="1182065" y="467944"/>
                  </a:lnTo>
                  <a:lnTo>
                    <a:pt x="1217422" y="487819"/>
                  </a:lnTo>
                  <a:lnTo>
                    <a:pt x="1264856" y="500126"/>
                  </a:lnTo>
                  <a:lnTo>
                    <a:pt x="1323174" y="504405"/>
                  </a:lnTo>
                  <a:lnTo>
                    <a:pt x="1380883" y="500126"/>
                  </a:lnTo>
                  <a:lnTo>
                    <a:pt x="1427746" y="487819"/>
                  </a:lnTo>
                  <a:lnTo>
                    <a:pt x="1462633" y="467944"/>
                  </a:lnTo>
                  <a:lnTo>
                    <a:pt x="1472692" y="455460"/>
                  </a:lnTo>
                  <a:lnTo>
                    <a:pt x="1484388" y="440956"/>
                  </a:lnTo>
                  <a:lnTo>
                    <a:pt x="1491907" y="407314"/>
                  </a:lnTo>
                  <a:close/>
                </a:path>
                <a:path w="4028440" h="504825">
                  <a:moveTo>
                    <a:pt x="1557807" y="120383"/>
                  </a:moveTo>
                  <a:lnTo>
                    <a:pt x="1487360" y="120383"/>
                  </a:lnTo>
                  <a:lnTo>
                    <a:pt x="1487360" y="0"/>
                  </a:lnTo>
                  <a:lnTo>
                    <a:pt x="1425003" y="0"/>
                  </a:lnTo>
                  <a:lnTo>
                    <a:pt x="1425003" y="299173"/>
                  </a:lnTo>
                  <a:lnTo>
                    <a:pt x="1487360" y="299173"/>
                  </a:lnTo>
                  <a:lnTo>
                    <a:pt x="1487360" y="172478"/>
                  </a:lnTo>
                  <a:lnTo>
                    <a:pt x="1557807" y="172478"/>
                  </a:lnTo>
                  <a:lnTo>
                    <a:pt x="1557807" y="120383"/>
                  </a:lnTo>
                  <a:close/>
                </a:path>
                <a:path w="4028440" h="504825">
                  <a:moveTo>
                    <a:pt x="1881860" y="226148"/>
                  </a:moveTo>
                  <a:lnTo>
                    <a:pt x="1828927" y="200736"/>
                  </a:lnTo>
                  <a:lnTo>
                    <a:pt x="1794256" y="167741"/>
                  </a:lnTo>
                  <a:lnTo>
                    <a:pt x="1767840" y="120446"/>
                  </a:lnTo>
                  <a:lnTo>
                    <a:pt x="1760296" y="71831"/>
                  </a:lnTo>
                  <a:lnTo>
                    <a:pt x="1760296" y="23482"/>
                  </a:lnTo>
                  <a:lnTo>
                    <a:pt x="1696161" y="23482"/>
                  </a:lnTo>
                  <a:lnTo>
                    <a:pt x="1696161" y="71831"/>
                  </a:lnTo>
                  <a:lnTo>
                    <a:pt x="1691119" y="112407"/>
                  </a:lnTo>
                  <a:lnTo>
                    <a:pt x="1676082" y="150761"/>
                  </a:lnTo>
                  <a:lnTo>
                    <a:pt x="1651190" y="185115"/>
                  </a:lnTo>
                  <a:lnTo>
                    <a:pt x="1616595" y="213677"/>
                  </a:lnTo>
                  <a:lnTo>
                    <a:pt x="1572437" y="234645"/>
                  </a:lnTo>
                  <a:lnTo>
                    <a:pt x="1603806" y="283184"/>
                  </a:lnTo>
                  <a:lnTo>
                    <a:pt x="1645246" y="264033"/>
                  </a:lnTo>
                  <a:lnTo>
                    <a:pt x="1680006" y="237744"/>
                  </a:lnTo>
                  <a:lnTo>
                    <a:pt x="1707845" y="205320"/>
                  </a:lnTo>
                  <a:lnTo>
                    <a:pt x="1728533" y="167741"/>
                  </a:lnTo>
                  <a:lnTo>
                    <a:pt x="1749056" y="202666"/>
                  </a:lnTo>
                  <a:lnTo>
                    <a:pt x="1776463" y="232638"/>
                  </a:lnTo>
                  <a:lnTo>
                    <a:pt x="1810473" y="256959"/>
                  </a:lnTo>
                  <a:lnTo>
                    <a:pt x="1850885" y="274891"/>
                  </a:lnTo>
                  <a:lnTo>
                    <a:pt x="1881860" y="226148"/>
                  </a:lnTo>
                  <a:close/>
                </a:path>
                <a:path w="4028440" h="504825">
                  <a:moveTo>
                    <a:pt x="1991982" y="324624"/>
                  </a:moveTo>
                  <a:lnTo>
                    <a:pt x="1648015" y="324624"/>
                  </a:lnTo>
                  <a:lnTo>
                    <a:pt x="1648015" y="374548"/>
                  </a:lnTo>
                  <a:lnTo>
                    <a:pt x="1929815" y="374548"/>
                  </a:lnTo>
                  <a:lnTo>
                    <a:pt x="1929815" y="504012"/>
                  </a:lnTo>
                  <a:lnTo>
                    <a:pt x="1991982" y="504012"/>
                  </a:lnTo>
                  <a:lnTo>
                    <a:pt x="1991982" y="324624"/>
                  </a:lnTo>
                  <a:close/>
                </a:path>
                <a:path w="4028440" h="504825">
                  <a:moveTo>
                    <a:pt x="1991982" y="0"/>
                  </a:moveTo>
                  <a:lnTo>
                    <a:pt x="1929815" y="0"/>
                  </a:lnTo>
                  <a:lnTo>
                    <a:pt x="1929815" y="301739"/>
                  </a:lnTo>
                  <a:lnTo>
                    <a:pt x="1991982" y="301739"/>
                  </a:lnTo>
                  <a:lnTo>
                    <a:pt x="1991982" y="0"/>
                  </a:lnTo>
                  <a:close/>
                </a:path>
                <a:path w="4028440" h="504825">
                  <a:moveTo>
                    <a:pt x="2590698" y="45986"/>
                  </a:moveTo>
                  <a:lnTo>
                    <a:pt x="2226995" y="45986"/>
                  </a:lnTo>
                  <a:lnTo>
                    <a:pt x="2226995" y="95910"/>
                  </a:lnTo>
                  <a:lnTo>
                    <a:pt x="2528341" y="95910"/>
                  </a:lnTo>
                  <a:lnTo>
                    <a:pt x="2528062" y="133807"/>
                  </a:lnTo>
                  <a:lnTo>
                    <a:pt x="2526842" y="175196"/>
                  </a:lnTo>
                  <a:lnTo>
                    <a:pt x="2523769" y="220357"/>
                  </a:lnTo>
                  <a:lnTo>
                    <a:pt x="2517864" y="270497"/>
                  </a:lnTo>
                  <a:lnTo>
                    <a:pt x="2508212" y="326212"/>
                  </a:lnTo>
                  <a:lnTo>
                    <a:pt x="2570962" y="332917"/>
                  </a:lnTo>
                  <a:lnTo>
                    <a:pt x="2580500" y="273685"/>
                  </a:lnTo>
                  <a:lnTo>
                    <a:pt x="2586291" y="221551"/>
                  </a:lnTo>
                  <a:lnTo>
                    <a:pt x="2589301" y="175044"/>
                  </a:lnTo>
                  <a:lnTo>
                    <a:pt x="2590444" y="133299"/>
                  </a:lnTo>
                  <a:lnTo>
                    <a:pt x="2590685" y="95910"/>
                  </a:lnTo>
                  <a:lnTo>
                    <a:pt x="2590698" y="45986"/>
                  </a:lnTo>
                  <a:close/>
                </a:path>
                <a:path w="4028440" h="504825">
                  <a:moveTo>
                    <a:pt x="2638653" y="388366"/>
                  </a:moveTo>
                  <a:lnTo>
                    <a:pt x="2410333" y="388366"/>
                  </a:lnTo>
                  <a:lnTo>
                    <a:pt x="2410333" y="212928"/>
                  </a:lnTo>
                  <a:lnTo>
                    <a:pt x="2348763" y="212928"/>
                  </a:lnTo>
                  <a:lnTo>
                    <a:pt x="2348763" y="388366"/>
                  </a:lnTo>
                  <a:lnTo>
                    <a:pt x="2179040" y="388366"/>
                  </a:lnTo>
                  <a:lnTo>
                    <a:pt x="2179040" y="439280"/>
                  </a:lnTo>
                  <a:lnTo>
                    <a:pt x="2638653" y="439280"/>
                  </a:lnTo>
                  <a:lnTo>
                    <a:pt x="2638653" y="388366"/>
                  </a:lnTo>
                  <a:close/>
                </a:path>
                <a:path w="4028440" h="504825">
                  <a:moveTo>
                    <a:pt x="3122942" y="393966"/>
                  </a:moveTo>
                  <a:lnTo>
                    <a:pt x="2922054" y="393966"/>
                  </a:lnTo>
                  <a:lnTo>
                    <a:pt x="2922054" y="278396"/>
                  </a:lnTo>
                  <a:lnTo>
                    <a:pt x="3071241" y="278396"/>
                  </a:lnTo>
                  <a:lnTo>
                    <a:pt x="3071241" y="228866"/>
                  </a:lnTo>
                  <a:lnTo>
                    <a:pt x="2779763" y="228866"/>
                  </a:lnTo>
                  <a:lnTo>
                    <a:pt x="2779763" y="86626"/>
                  </a:lnTo>
                  <a:lnTo>
                    <a:pt x="3067291" y="86626"/>
                  </a:lnTo>
                  <a:lnTo>
                    <a:pt x="3067291" y="37096"/>
                  </a:lnTo>
                  <a:lnTo>
                    <a:pt x="2717609" y="37096"/>
                  </a:lnTo>
                  <a:lnTo>
                    <a:pt x="2717609" y="86626"/>
                  </a:lnTo>
                  <a:lnTo>
                    <a:pt x="2717609" y="228866"/>
                  </a:lnTo>
                  <a:lnTo>
                    <a:pt x="2717609" y="278396"/>
                  </a:lnTo>
                  <a:lnTo>
                    <a:pt x="2860484" y="278396"/>
                  </a:lnTo>
                  <a:lnTo>
                    <a:pt x="2860484" y="393966"/>
                  </a:lnTo>
                  <a:lnTo>
                    <a:pt x="2661755" y="393966"/>
                  </a:lnTo>
                  <a:lnTo>
                    <a:pt x="2661755" y="444766"/>
                  </a:lnTo>
                  <a:lnTo>
                    <a:pt x="3122942" y="444766"/>
                  </a:lnTo>
                  <a:lnTo>
                    <a:pt x="3122942" y="393966"/>
                  </a:lnTo>
                  <a:close/>
                </a:path>
                <a:path w="4028440" h="504825">
                  <a:moveTo>
                    <a:pt x="3448570" y="58013"/>
                  </a:moveTo>
                  <a:lnTo>
                    <a:pt x="3329775" y="58013"/>
                  </a:lnTo>
                  <a:lnTo>
                    <a:pt x="3329775" y="1968"/>
                  </a:lnTo>
                  <a:lnTo>
                    <a:pt x="3267418" y="1968"/>
                  </a:lnTo>
                  <a:lnTo>
                    <a:pt x="3267418" y="58013"/>
                  </a:lnTo>
                  <a:lnTo>
                    <a:pt x="3147822" y="58013"/>
                  </a:lnTo>
                  <a:lnTo>
                    <a:pt x="3147822" y="107162"/>
                  </a:lnTo>
                  <a:lnTo>
                    <a:pt x="3448570" y="107162"/>
                  </a:lnTo>
                  <a:lnTo>
                    <a:pt x="3448570" y="58013"/>
                  </a:lnTo>
                  <a:close/>
                </a:path>
                <a:path w="4028440" h="504825">
                  <a:moveTo>
                    <a:pt x="3458248" y="395084"/>
                  </a:moveTo>
                  <a:lnTo>
                    <a:pt x="3455124" y="360743"/>
                  </a:lnTo>
                  <a:lnTo>
                    <a:pt x="3454095" y="349491"/>
                  </a:lnTo>
                  <a:lnTo>
                    <a:pt x="3423882" y="353275"/>
                  </a:lnTo>
                  <a:lnTo>
                    <a:pt x="3392894" y="356374"/>
                  </a:lnTo>
                  <a:lnTo>
                    <a:pt x="3361436" y="358838"/>
                  </a:lnTo>
                  <a:lnTo>
                    <a:pt x="3329775" y="360743"/>
                  </a:lnTo>
                  <a:lnTo>
                    <a:pt x="3329775" y="315937"/>
                  </a:lnTo>
                  <a:lnTo>
                    <a:pt x="3367227" y="304444"/>
                  </a:lnTo>
                  <a:lnTo>
                    <a:pt x="3396183" y="284619"/>
                  </a:lnTo>
                  <a:lnTo>
                    <a:pt x="3405797" y="270751"/>
                  </a:lnTo>
                  <a:lnTo>
                    <a:pt x="3414915" y="257581"/>
                  </a:lnTo>
                  <a:lnTo>
                    <a:pt x="3421735" y="224574"/>
                  </a:lnTo>
                  <a:lnTo>
                    <a:pt x="3412464" y="185915"/>
                  </a:lnTo>
                  <a:lnTo>
                    <a:pt x="3405390" y="177609"/>
                  </a:lnTo>
                  <a:lnTo>
                    <a:pt x="3387077" y="156070"/>
                  </a:lnTo>
                  <a:lnTo>
                    <a:pt x="3362134" y="143713"/>
                  </a:lnTo>
                  <a:lnTo>
                    <a:pt x="3362134" y="224574"/>
                  </a:lnTo>
                  <a:lnTo>
                    <a:pt x="3357575" y="244144"/>
                  </a:lnTo>
                  <a:lnTo>
                    <a:pt x="3344697" y="258686"/>
                  </a:lnTo>
                  <a:lnTo>
                    <a:pt x="3324758" y="267728"/>
                  </a:lnTo>
                  <a:lnTo>
                    <a:pt x="3298990" y="270751"/>
                  </a:lnTo>
                  <a:lnTo>
                    <a:pt x="3272879" y="267728"/>
                  </a:lnTo>
                  <a:lnTo>
                    <a:pt x="3252787" y="258686"/>
                  </a:lnTo>
                  <a:lnTo>
                    <a:pt x="3239909" y="244144"/>
                  </a:lnTo>
                  <a:lnTo>
                    <a:pt x="3235439" y="224574"/>
                  </a:lnTo>
                  <a:lnTo>
                    <a:pt x="3239909" y="204914"/>
                  </a:lnTo>
                  <a:lnTo>
                    <a:pt x="3252787" y="190144"/>
                  </a:lnTo>
                  <a:lnTo>
                    <a:pt x="3272879" y="180835"/>
                  </a:lnTo>
                  <a:lnTo>
                    <a:pt x="3298990" y="177609"/>
                  </a:lnTo>
                  <a:lnTo>
                    <a:pt x="3324758" y="180835"/>
                  </a:lnTo>
                  <a:lnTo>
                    <a:pt x="3344697" y="190144"/>
                  </a:lnTo>
                  <a:lnTo>
                    <a:pt x="3357575" y="204914"/>
                  </a:lnTo>
                  <a:lnTo>
                    <a:pt x="3362134" y="224574"/>
                  </a:lnTo>
                  <a:lnTo>
                    <a:pt x="3362134" y="143713"/>
                  </a:lnTo>
                  <a:lnTo>
                    <a:pt x="3348329" y="136855"/>
                  </a:lnTo>
                  <a:lnTo>
                    <a:pt x="3298990" y="130048"/>
                  </a:lnTo>
                  <a:lnTo>
                    <a:pt x="3249206" y="136855"/>
                  </a:lnTo>
                  <a:lnTo>
                    <a:pt x="3210509" y="156070"/>
                  </a:lnTo>
                  <a:lnTo>
                    <a:pt x="3185452" y="185915"/>
                  </a:lnTo>
                  <a:lnTo>
                    <a:pt x="3176638" y="224574"/>
                  </a:lnTo>
                  <a:lnTo>
                    <a:pt x="3182988" y="257581"/>
                  </a:lnTo>
                  <a:lnTo>
                    <a:pt x="3201301" y="284518"/>
                  </a:lnTo>
                  <a:lnTo>
                    <a:pt x="3229978" y="304279"/>
                  </a:lnTo>
                  <a:lnTo>
                    <a:pt x="3267418" y="315747"/>
                  </a:lnTo>
                  <a:lnTo>
                    <a:pt x="3267418" y="363105"/>
                  </a:lnTo>
                  <a:lnTo>
                    <a:pt x="3233064" y="363829"/>
                  </a:lnTo>
                  <a:lnTo>
                    <a:pt x="3138347" y="364490"/>
                  </a:lnTo>
                  <a:lnTo>
                    <a:pt x="3147237" y="415607"/>
                  </a:lnTo>
                  <a:lnTo>
                    <a:pt x="3192551" y="415442"/>
                  </a:lnTo>
                  <a:lnTo>
                    <a:pt x="3241941" y="414616"/>
                  </a:lnTo>
                  <a:lnTo>
                    <a:pt x="3294303" y="412661"/>
                  </a:lnTo>
                  <a:lnTo>
                    <a:pt x="3348532" y="409079"/>
                  </a:lnTo>
                  <a:lnTo>
                    <a:pt x="3403549" y="403377"/>
                  </a:lnTo>
                  <a:lnTo>
                    <a:pt x="3458248" y="395084"/>
                  </a:lnTo>
                  <a:close/>
                </a:path>
                <a:path w="4028440" h="504825">
                  <a:moveTo>
                    <a:pt x="3614140" y="208191"/>
                  </a:moveTo>
                  <a:lnTo>
                    <a:pt x="3543490" y="208191"/>
                  </a:lnTo>
                  <a:lnTo>
                    <a:pt x="3543490" y="0"/>
                  </a:lnTo>
                  <a:lnTo>
                    <a:pt x="3481133" y="0"/>
                  </a:lnTo>
                  <a:lnTo>
                    <a:pt x="3481133" y="504012"/>
                  </a:lnTo>
                  <a:lnTo>
                    <a:pt x="3543490" y="504012"/>
                  </a:lnTo>
                  <a:lnTo>
                    <a:pt x="3543490" y="259702"/>
                  </a:lnTo>
                  <a:lnTo>
                    <a:pt x="3614140" y="259702"/>
                  </a:lnTo>
                  <a:lnTo>
                    <a:pt x="3614140" y="208191"/>
                  </a:lnTo>
                  <a:close/>
                </a:path>
                <a:path w="4028440" h="504825">
                  <a:moveTo>
                    <a:pt x="4028135" y="137414"/>
                  </a:moveTo>
                  <a:lnTo>
                    <a:pt x="3997198" y="137414"/>
                  </a:lnTo>
                  <a:lnTo>
                    <a:pt x="3997198" y="360540"/>
                  </a:lnTo>
                  <a:lnTo>
                    <a:pt x="4028135" y="360540"/>
                  </a:lnTo>
                  <a:lnTo>
                    <a:pt x="4028135" y="13741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5930" y="899262"/>
              <a:ext cx="392210" cy="1822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72985" y="899300"/>
              <a:ext cx="36195" cy="179705"/>
            </a:xfrm>
            <a:custGeom>
              <a:avLst/>
              <a:gdLst/>
              <a:ahLst/>
              <a:cxnLst/>
              <a:rect l="l" t="t" r="r" b="b"/>
              <a:pathLst>
                <a:path w="36195" h="179705">
                  <a:moveTo>
                    <a:pt x="36014" y="0"/>
                  </a:moveTo>
                  <a:lnTo>
                    <a:pt x="0" y="0"/>
                  </a:lnTo>
                  <a:lnTo>
                    <a:pt x="0" y="179624"/>
                  </a:lnTo>
                  <a:lnTo>
                    <a:pt x="36014" y="179624"/>
                  </a:lnTo>
                  <a:lnTo>
                    <a:pt x="36014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4530" y="944206"/>
              <a:ext cx="120591" cy="1364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74465" y="889214"/>
              <a:ext cx="417914" cy="19234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12582" y="942452"/>
              <a:ext cx="121022" cy="1364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4046" y="899300"/>
              <a:ext cx="145518" cy="1821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85956" y="942452"/>
              <a:ext cx="272302" cy="1897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83876" y="942277"/>
              <a:ext cx="206118" cy="13919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09853" y="899300"/>
              <a:ext cx="128242" cy="1818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59071" y="942452"/>
              <a:ext cx="125835" cy="139103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1484857" y="2349640"/>
            <a:ext cx="0" cy="476250"/>
          </a:xfrm>
          <a:custGeom>
            <a:avLst/>
            <a:gdLst/>
            <a:ahLst/>
            <a:cxnLst/>
            <a:rect l="l" t="t" r="r" b="b"/>
            <a:pathLst>
              <a:path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ln w="40152">
            <a:solidFill>
              <a:srgbClr val="3F6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07828" y="8373681"/>
            <a:ext cx="8547100" cy="0"/>
          </a:xfrm>
          <a:custGeom>
            <a:avLst/>
            <a:gdLst/>
            <a:ahLst/>
            <a:cxnLst/>
            <a:rect l="l" t="t" r="r" b="b"/>
            <a:pathLst>
              <a:path w="8547100">
                <a:moveTo>
                  <a:pt x="0" y="0"/>
                </a:moveTo>
                <a:lnTo>
                  <a:pt x="8546864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07828" y="6754431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4">
                <a:moveTo>
                  <a:pt x="0" y="0"/>
                </a:moveTo>
                <a:lnTo>
                  <a:pt x="132087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52728" y="6754431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4">
                <a:moveTo>
                  <a:pt x="0" y="0"/>
                </a:moveTo>
                <a:lnTo>
                  <a:pt x="264175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29715" y="6754431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175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06703" y="6754431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175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83690" y="6754431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175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60678" y="6754431"/>
            <a:ext cx="4794250" cy="0"/>
          </a:xfrm>
          <a:custGeom>
            <a:avLst/>
            <a:gdLst/>
            <a:ahLst/>
            <a:cxnLst/>
            <a:rect l="l" t="t" r="r" b="b"/>
            <a:pathLst>
              <a:path w="4794250">
                <a:moveTo>
                  <a:pt x="0" y="0"/>
                </a:moveTo>
                <a:lnTo>
                  <a:pt x="4794014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07828" y="5144705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4">
                <a:moveTo>
                  <a:pt x="0" y="0"/>
                </a:moveTo>
                <a:lnTo>
                  <a:pt x="132087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52728" y="5144705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4">
                <a:moveTo>
                  <a:pt x="0" y="0"/>
                </a:moveTo>
                <a:lnTo>
                  <a:pt x="264175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29715" y="5144705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175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06703" y="5144705"/>
            <a:ext cx="264795" cy="0"/>
          </a:xfrm>
          <a:custGeom>
            <a:avLst/>
            <a:gdLst/>
            <a:ahLst/>
            <a:cxnLst/>
            <a:rect l="l" t="t" r="r" b="b"/>
            <a:pathLst>
              <a:path w="264795">
                <a:moveTo>
                  <a:pt x="0" y="0"/>
                </a:moveTo>
                <a:lnTo>
                  <a:pt x="264175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083690" y="5144705"/>
            <a:ext cx="5571490" cy="0"/>
          </a:xfrm>
          <a:custGeom>
            <a:avLst/>
            <a:gdLst/>
            <a:ahLst/>
            <a:cxnLst/>
            <a:rect l="l" t="t" r="r" b="b"/>
            <a:pathLst>
              <a:path w="5571490">
                <a:moveTo>
                  <a:pt x="0" y="0"/>
                </a:moveTo>
                <a:lnTo>
                  <a:pt x="5571002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2102956" y="3527878"/>
            <a:ext cx="8552180" cy="4850765"/>
            <a:chOff x="2102956" y="3527878"/>
            <a:chExt cx="8552180" cy="4850765"/>
          </a:xfrm>
        </p:grpSpPr>
        <p:sp>
          <p:nvSpPr>
            <p:cNvPr id="31" name="object 31"/>
            <p:cNvSpPr/>
            <p:nvPr/>
          </p:nvSpPr>
          <p:spPr>
            <a:xfrm>
              <a:off x="2107828" y="3534980"/>
              <a:ext cx="8547100" cy="0"/>
            </a:xfrm>
            <a:custGeom>
              <a:avLst/>
              <a:gdLst/>
              <a:ahLst/>
              <a:cxnLst/>
              <a:rect l="l" t="t" r="r" b="b"/>
              <a:pathLst>
                <a:path w="8547100">
                  <a:moveTo>
                    <a:pt x="0" y="0"/>
                  </a:moveTo>
                  <a:lnTo>
                    <a:pt x="8546864" y="0"/>
                  </a:lnTo>
                </a:path>
              </a:pathLst>
            </a:custGeom>
            <a:ln w="9525">
              <a:solidFill>
                <a:srgbClr val="BABB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07719" y="3527878"/>
              <a:ext cx="8547100" cy="4846320"/>
            </a:xfrm>
            <a:custGeom>
              <a:avLst/>
              <a:gdLst/>
              <a:ahLst/>
              <a:cxnLst/>
              <a:rect l="l" t="t" r="r" b="b"/>
              <a:pathLst>
                <a:path w="8547100" h="4846320">
                  <a:moveTo>
                    <a:pt x="0" y="4839303"/>
                  </a:moveTo>
                  <a:lnTo>
                    <a:pt x="0" y="0"/>
                  </a:lnTo>
                </a:path>
                <a:path w="8547100" h="4846320">
                  <a:moveTo>
                    <a:pt x="109" y="4845801"/>
                  </a:moveTo>
                  <a:lnTo>
                    <a:pt x="8546973" y="4845801"/>
                  </a:lnTo>
                </a:path>
              </a:pathLst>
            </a:custGeom>
            <a:ln w="9525">
              <a:solidFill>
                <a:srgbClr val="BABB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03453" y="8300698"/>
            <a:ext cx="92773" cy="154495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1675996" y="6687596"/>
            <a:ext cx="320675" cy="154940"/>
            <a:chOff x="1675996" y="6687596"/>
            <a:chExt cx="320675" cy="154940"/>
          </a:xfrm>
        </p:grpSpPr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75996" y="6687596"/>
              <a:ext cx="94487" cy="15182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90677" y="6687596"/>
              <a:ext cx="92773" cy="15449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03453" y="6687596"/>
              <a:ext cx="92773" cy="154495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1671996" y="5074495"/>
            <a:ext cx="324485" cy="154940"/>
            <a:chOff x="1671996" y="5074495"/>
            <a:chExt cx="324485" cy="154940"/>
          </a:xfrm>
        </p:grpSpPr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71996" y="5074495"/>
              <a:ext cx="211455" cy="15449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03453" y="5074495"/>
              <a:ext cx="92773" cy="154495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79235" y="3461394"/>
            <a:ext cx="204216" cy="15449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319347" y="8488690"/>
            <a:ext cx="169259" cy="181832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03453" y="3461394"/>
            <a:ext cx="92773" cy="154495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508323" y="8488499"/>
            <a:ext cx="147351" cy="18268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096906" y="8488690"/>
            <a:ext cx="150780" cy="181832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3417422" y="8488690"/>
            <a:ext cx="17145" cy="26034"/>
          </a:xfrm>
          <a:custGeom>
            <a:avLst/>
            <a:gdLst/>
            <a:ahLst/>
            <a:cxnLst/>
            <a:rect l="l" t="t" r="r" b="b"/>
            <a:pathLst>
              <a:path w="17145" h="26034">
                <a:moveTo>
                  <a:pt x="16573" y="25812"/>
                </a:moveTo>
                <a:lnTo>
                  <a:pt x="0" y="25812"/>
                </a:lnTo>
                <a:lnTo>
                  <a:pt x="0" y="0"/>
                </a:lnTo>
                <a:lnTo>
                  <a:pt x="16573" y="0"/>
                </a:lnTo>
                <a:lnTo>
                  <a:pt x="16573" y="25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293211" y="8496731"/>
            <a:ext cx="147955" cy="171450"/>
          </a:xfrm>
          <a:custGeom>
            <a:avLst/>
            <a:gdLst/>
            <a:ahLst/>
            <a:cxnLst/>
            <a:rect l="l" t="t" r="r" b="b"/>
            <a:pathLst>
              <a:path w="147954" h="171450">
                <a:moveTo>
                  <a:pt x="140779" y="63881"/>
                </a:moveTo>
                <a:lnTo>
                  <a:pt x="124206" y="63881"/>
                </a:lnTo>
                <a:lnTo>
                  <a:pt x="124206" y="87020"/>
                </a:lnTo>
                <a:lnTo>
                  <a:pt x="140779" y="87020"/>
                </a:lnTo>
                <a:lnTo>
                  <a:pt x="140779" y="63881"/>
                </a:lnTo>
                <a:close/>
              </a:path>
              <a:path w="147954" h="171450">
                <a:moveTo>
                  <a:pt x="140779" y="17780"/>
                </a:moveTo>
                <a:lnTo>
                  <a:pt x="82105" y="17780"/>
                </a:lnTo>
                <a:lnTo>
                  <a:pt x="82105" y="0"/>
                </a:lnTo>
                <a:lnTo>
                  <a:pt x="65620" y="0"/>
                </a:lnTo>
                <a:lnTo>
                  <a:pt x="65620" y="66040"/>
                </a:lnTo>
                <a:lnTo>
                  <a:pt x="16471" y="66040"/>
                </a:lnTo>
                <a:lnTo>
                  <a:pt x="16471" y="39370"/>
                </a:lnTo>
                <a:lnTo>
                  <a:pt x="65620" y="39370"/>
                </a:lnTo>
                <a:lnTo>
                  <a:pt x="65620" y="26670"/>
                </a:lnTo>
                <a:lnTo>
                  <a:pt x="16471" y="26670"/>
                </a:lnTo>
                <a:lnTo>
                  <a:pt x="16471" y="0"/>
                </a:lnTo>
                <a:lnTo>
                  <a:pt x="0" y="0"/>
                </a:lnTo>
                <a:lnTo>
                  <a:pt x="0" y="80010"/>
                </a:lnTo>
                <a:lnTo>
                  <a:pt x="82105" y="80010"/>
                </a:lnTo>
                <a:lnTo>
                  <a:pt x="82105" y="66040"/>
                </a:lnTo>
                <a:lnTo>
                  <a:pt x="82105" y="63500"/>
                </a:lnTo>
                <a:lnTo>
                  <a:pt x="140779" y="63500"/>
                </a:lnTo>
                <a:lnTo>
                  <a:pt x="140779" y="50825"/>
                </a:lnTo>
                <a:lnTo>
                  <a:pt x="140779" y="30734"/>
                </a:lnTo>
                <a:lnTo>
                  <a:pt x="124206" y="30734"/>
                </a:lnTo>
                <a:lnTo>
                  <a:pt x="124206" y="50800"/>
                </a:lnTo>
                <a:lnTo>
                  <a:pt x="82105" y="50800"/>
                </a:lnTo>
                <a:lnTo>
                  <a:pt x="82105" y="39370"/>
                </a:lnTo>
                <a:lnTo>
                  <a:pt x="82105" y="30480"/>
                </a:lnTo>
                <a:lnTo>
                  <a:pt x="140779" y="30480"/>
                </a:lnTo>
                <a:lnTo>
                  <a:pt x="140779" y="26670"/>
                </a:lnTo>
                <a:lnTo>
                  <a:pt x="140779" y="17780"/>
                </a:lnTo>
                <a:close/>
              </a:path>
              <a:path w="147954" h="171450">
                <a:moveTo>
                  <a:pt x="147726" y="158750"/>
                </a:moveTo>
                <a:lnTo>
                  <a:pt x="40195" y="158750"/>
                </a:lnTo>
                <a:lnTo>
                  <a:pt x="40195" y="138430"/>
                </a:lnTo>
                <a:lnTo>
                  <a:pt x="140779" y="138430"/>
                </a:lnTo>
                <a:lnTo>
                  <a:pt x="140779" y="127000"/>
                </a:lnTo>
                <a:lnTo>
                  <a:pt x="140779" y="109220"/>
                </a:lnTo>
                <a:lnTo>
                  <a:pt x="140779" y="95250"/>
                </a:lnTo>
                <a:lnTo>
                  <a:pt x="23329" y="95250"/>
                </a:lnTo>
                <a:lnTo>
                  <a:pt x="23329" y="109220"/>
                </a:lnTo>
                <a:lnTo>
                  <a:pt x="124396" y="109220"/>
                </a:lnTo>
                <a:lnTo>
                  <a:pt x="124396" y="127000"/>
                </a:lnTo>
                <a:lnTo>
                  <a:pt x="23812" y="127000"/>
                </a:lnTo>
                <a:lnTo>
                  <a:pt x="23812" y="138430"/>
                </a:lnTo>
                <a:lnTo>
                  <a:pt x="23812" y="158750"/>
                </a:lnTo>
                <a:lnTo>
                  <a:pt x="23812" y="171450"/>
                </a:lnTo>
                <a:lnTo>
                  <a:pt x="147726" y="171450"/>
                </a:lnTo>
                <a:lnTo>
                  <a:pt x="147726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971240" y="8488499"/>
            <a:ext cx="145923" cy="182213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650120" y="8488499"/>
            <a:ext cx="336518" cy="182689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5429965" y="8488499"/>
            <a:ext cx="353695" cy="179705"/>
            <a:chOff x="5429965" y="8488499"/>
            <a:chExt cx="353695" cy="179705"/>
          </a:xfrm>
        </p:grpSpPr>
        <p:pic>
          <p:nvPicPr>
            <p:cNvPr id="51" name="object 5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29965" y="8488499"/>
              <a:ext cx="153162" cy="17821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622557" y="8489111"/>
              <a:ext cx="161290" cy="179070"/>
            </a:xfrm>
            <a:custGeom>
              <a:avLst/>
              <a:gdLst/>
              <a:ahLst/>
              <a:cxnLst/>
              <a:rect l="l" t="t" r="r" b="b"/>
              <a:pathLst>
                <a:path w="161289" h="179070">
                  <a:moveTo>
                    <a:pt x="84289" y="45872"/>
                  </a:moveTo>
                  <a:lnTo>
                    <a:pt x="68097" y="45872"/>
                  </a:lnTo>
                  <a:lnTo>
                    <a:pt x="68097" y="73113"/>
                  </a:lnTo>
                  <a:lnTo>
                    <a:pt x="84289" y="73113"/>
                  </a:lnTo>
                  <a:lnTo>
                    <a:pt x="84289" y="45872"/>
                  </a:lnTo>
                  <a:close/>
                </a:path>
                <a:path w="161289" h="179070">
                  <a:moveTo>
                    <a:pt x="84289" y="6921"/>
                  </a:moveTo>
                  <a:lnTo>
                    <a:pt x="68097" y="6921"/>
                  </a:lnTo>
                  <a:lnTo>
                    <a:pt x="68097" y="33020"/>
                  </a:lnTo>
                  <a:lnTo>
                    <a:pt x="16471" y="33020"/>
                  </a:lnTo>
                  <a:lnTo>
                    <a:pt x="16471" y="6350"/>
                  </a:lnTo>
                  <a:lnTo>
                    <a:pt x="0" y="6350"/>
                  </a:lnTo>
                  <a:lnTo>
                    <a:pt x="0" y="33020"/>
                  </a:lnTo>
                  <a:lnTo>
                    <a:pt x="0" y="45720"/>
                  </a:lnTo>
                  <a:lnTo>
                    <a:pt x="0" y="73660"/>
                  </a:lnTo>
                  <a:lnTo>
                    <a:pt x="0" y="86360"/>
                  </a:lnTo>
                  <a:lnTo>
                    <a:pt x="84289" y="86360"/>
                  </a:lnTo>
                  <a:lnTo>
                    <a:pt x="84289" y="73660"/>
                  </a:lnTo>
                  <a:lnTo>
                    <a:pt x="16471" y="73660"/>
                  </a:lnTo>
                  <a:lnTo>
                    <a:pt x="16471" y="45720"/>
                  </a:lnTo>
                  <a:lnTo>
                    <a:pt x="84289" y="45720"/>
                  </a:lnTo>
                  <a:lnTo>
                    <a:pt x="84289" y="33108"/>
                  </a:lnTo>
                  <a:lnTo>
                    <a:pt x="84289" y="6921"/>
                  </a:lnTo>
                  <a:close/>
                </a:path>
                <a:path w="161289" h="179070">
                  <a:moveTo>
                    <a:pt x="140589" y="166370"/>
                  </a:moveTo>
                  <a:lnTo>
                    <a:pt x="34950" y="166370"/>
                  </a:lnTo>
                  <a:lnTo>
                    <a:pt x="34950" y="146050"/>
                  </a:lnTo>
                  <a:lnTo>
                    <a:pt x="133921" y="146050"/>
                  </a:lnTo>
                  <a:lnTo>
                    <a:pt x="133921" y="134620"/>
                  </a:lnTo>
                  <a:lnTo>
                    <a:pt x="133921" y="115570"/>
                  </a:lnTo>
                  <a:lnTo>
                    <a:pt x="133921" y="101600"/>
                  </a:lnTo>
                  <a:lnTo>
                    <a:pt x="18097" y="101600"/>
                  </a:lnTo>
                  <a:lnTo>
                    <a:pt x="18097" y="115570"/>
                  </a:lnTo>
                  <a:lnTo>
                    <a:pt x="117436" y="115570"/>
                  </a:lnTo>
                  <a:lnTo>
                    <a:pt x="117436" y="134620"/>
                  </a:lnTo>
                  <a:lnTo>
                    <a:pt x="18669" y="134620"/>
                  </a:lnTo>
                  <a:lnTo>
                    <a:pt x="18669" y="146050"/>
                  </a:lnTo>
                  <a:lnTo>
                    <a:pt x="18669" y="166370"/>
                  </a:lnTo>
                  <a:lnTo>
                    <a:pt x="18669" y="179070"/>
                  </a:lnTo>
                  <a:lnTo>
                    <a:pt x="140589" y="179070"/>
                  </a:lnTo>
                  <a:lnTo>
                    <a:pt x="140589" y="166370"/>
                  </a:lnTo>
                  <a:close/>
                </a:path>
                <a:path w="161289" h="179070">
                  <a:moveTo>
                    <a:pt x="160972" y="38100"/>
                  </a:moveTo>
                  <a:lnTo>
                    <a:pt x="133921" y="38100"/>
                  </a:lnTo>
                  <a:lnTo>
                    <a:pt x="133921" y="0"/>
                  </a:lnTo>
                  <a:lnTo>
                    <a:pt x="117246" y="0"/>
                  </a:lnTo>
                  <a:lnTo>
                    <a:pt x="117246" y="38100"/>
                  </a:lnTo>
                  <a:lnTo>
                    <a:pt x="117246" y="52070"/>
                  </a:lnTo>
                  <a:lnTo>
                    <a:pt x="117246" y="93980"/>
                  </a:lnTo>
                  <a:lnTo>
                    <a:pt x="133921" y="93980"/>
                  </a:lnTo>
                  <a:lnTo>
                    <a:pt x="133921" y="52070"/>
                  </a:lnTo>
                  <a:lnTo>
                    <a:pt x="160972" y="52070"/>
                  </a:lnTo>
                  <a:lnTo>
                    <a:pt x="160972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3" name="object 5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205048" y="8488690"/>
            <a:ext cx="357282" cy="182022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6708953" y="8488502"/>
            <a:ext cx="142875" cy="182880"/>
          </a:xfrm>
          <a:custGeom>
            <a:avLst/>
            <a:gdLst/>
            <a:ahLst/>
            <a:cxnLst/>
            <a:rect l="l" t="t" r="r" b="b"/>
            <a:pathLst>
              <a:path w="142875" h="182879">
                <a:moveTo>
                  <a:pt x="142875" y="66649"/>
                </a:moveTo>
                <a:lnTo>
                  <a:pt x="82956" y="66649"/>
                </a:lnTo>
                <a:lnTo>
                  <a:pt x="82956" y="31089"/>
                </a:lnTo>
                <a:lnTo>
                  <a:pt x="82956" y="18389"/>
                </a:lnTo>
                <a:lnTo>
                  <a:pt x="66484" y="18389"/>
                </a:lnTo>
                <a:lnTo>
                  <a:pt x="66484" y="31089"/>
                </a:lnTo>
                <a:lnTo>
                  <a:pt x="66484" y="66649"/>
                </a:lnTo>
                <a:lnTo>
                  <a:pt x="66484" y="80619"/>
                </a:lnTo>
                <a:lnTo>
                  <a:pt x="66484" y="122529"/>
                </a:lnTo>
                <a:lnTo>
                  <a:pt x="16281" y="122529"/>
                </a:lnTo>
                <a:lnTo>
                  <a:pt x="16281" y="31089"/>
                </a:lnTo>
                <a:lnTo>
                  <a:pt x="66484" y="31089"/>
                </a:lnTo>
                <a:lnTo>
                  <a:pt x="66484" y="18389"/>
                </a:lnTo>
                <a:lnTo>
                  <a:pt x="0" y="18389"/>
                </a:lnTo>
                <a:lnTo>
                  <a:pt x="0" y="31089"/>
                </a:lnTo>
                <a:lnTo>
                  <a:pt x="0" y="122529"/>
                </a:lnTo>
                <a:lnTo>
                  <a:pt x="0" y="136499"/>
                </a:lnTo>
                <a:lnTo>
                  <a:pt x="82956" y="136499"/>
                </a:lnTo>
                <a:lnTo>
                  <a:pt x="82956" y="122529"/>
                </a:lnTo>
                <a:lnTo>
                  <a:pt x="82956" y="80619"/>
                </a:lnTo>
                <a:lnTo>
                  <a:pt x="126199" y="80619"/>
                </a:lnTo>
                <a:lnTo>
                  <a:pt x="126199" y="182689"/>
                </a:lnTo>
                <a:lnTo>
                  <a:pt x="142875" y="182689"/>
                </a:lnTo>
                <a:lnTo>
                  <a:pt x="142875" y="80619"/>
                </a:lnTo>
                <a:lnTo>
                  <a:pt x="142875" y="80010"/>
                </a:lnTo>
                <a:lnTo>
                  <a:pt x="142875" y="66649"/>
                </a:lnTo>
                <a:close/>
              </a:path>
              <a:path w="142875" h="182879">
                <a:moveTo>
                  <a:pt x="142875" y="0"/>
                </a:moveTo>
                <a:lnTo>
                  <a:pt x="126199" y="0"/>
                </a:lnTo>
                <a:lnTo>
                  <a:pt x="126199" y="66395"/>
                </a:lnTo>
                <a:lnTo>
                  <a:pt x="142875" y="66395"/>
                </a:lnTo>
                <a:lnTo>
                  <a:pt x="142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object 55"/>
          <p:cNvGrpSpPr/>
          <p:nvPr/>
        </p:nvGrpSpPr>
        <p:grpSpPr>
          <a:xfrm>
            <a:off x="6898596" y="8488309"/>
            <a:ext cx="534670" cy="182880"/>
            <a:chOff x="6898596" y="8488309"/>
            <a:chExt cx="534670" cy="182880"/>
          </a:xfrm>
        </p:grpSpPr>
        <p:pic>
          <p:nvPicPr>
            <p:cNvPr id="56" name="object 5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98596" y="8488309"/>
              <a:ext cx="139541" cy="18259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075571" y="8501263"/>
              <a:ext cx="165163" cy="14506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270452" y="8488500"/>
              <a:ext cx="162306" cy="182022"/>
            </a:xfrm>
            <a:prstGeom prst="rect">
              <a:avLst/>
            </a:prstGeom>
          </p:spPr>
        </p:pic>
      </p:grpSp>
      <p:pic>
        <p:nvPicPr>
          <p:cNvPr id="59" name="object 5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761499" y="8488499"/>
            <a:ext cx="147161" cy="182213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453714" y="8488499"/>
            <a:ext cx="151352" cy="179832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953905" y="8488499"/>
            <a:ext cx="162401" cy="182022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8537249" y="8488499"/>
            <a:ext cx="354330" cy="182245"/>
            <a:chOff x="8537249" y="8488499"/>
            <a:chExt cx="354330" cy="182245"/>
          </a:xfrm>
        </p:grpSpPr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730511" y="8488499"/>
              <a:ext cx="160972" cy="18221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537249" y="8488499"/>
              <a:ext cx="168306" cy="182213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9311569" y="8486880"/>
            <a:ext cx="339725" cy="184150"/>
            <a:chOff x="9311569" y="8486880"/>
            <a:chExt cx="339725" cy="184150"/>
          </a:xfrm>
        </p:grpSpPr>
        <p:pic>
          <p:nvPicPr>
            <p:cNvPr id="66" name="object 6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500355" y="8486880"/>
              <a:ext cx="150590" cy="18364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311569" y="8488499"/>
              <a:ext cx="156305" cy="182022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10093510" y="8488499"/>
            <a:ext cx="334645" cy="181610"/>
            <a:chOff x="10093510" y="8488499"/>
            <a:chExt cx="334645" cy="181610"/>
          </a:xfrm>
        </p:grpSpPr>
        <p:pic>
          <p:nvPicPr>
            <p:cNvPr id="69" name="object 6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093510" y="8488499"/>
              <a:ext cx="164973" cy="17821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279438" y="8488690"/>
              <a:ext cx="148494" cy="181260"/>
            </a:xfrm>
            <a:prstGeom prst="rect">
              <a:avLst/>
            </a:prstGeom>
          </p:spPr>
        </p:pic>
      </p:grpSp>
      <p:sp>
        <p:nvSpPr>
          <p:cNvPr id="71" name="object 71"/>
          <p:cNvSpPr/>
          <p:nvPr/>
        </p:nvSpPr>
        <p:spPr>
          <a:xfrm>
            <a:off x="2239916" y="4261840"/>
            <a:ext cx="513080" cy="4105910"/>
          </a:xfrm>
          <a:custGeom>
            <a:avLst/>
            <a:gdLst/>
            <a:ahLst/>
            <a:cxnLst/>
            <a:rect l="l" t="t" r="r" b="b"/>
            <a:pathLst>
              <a:path w="513080" h="4105909">
                <a:moveTo>
                  <a:pt x="512811" y="4105342"/>
                </a:moveTo>
                <a:lnTo>
                  <a:pt x="0" y="4105342"/>
                </a:lnTo>
                <a:lnTo>
                  <a:pt x="0" y="0"/>
                </a:lnTo>
                <a:lnTo>
                  <a:pt x="512811" y="0"/>
                </a:lnTo>
                <a:lnTo>
                  <a:pt x="512811" y="4105342"/>
                </a:lnTo>
                <a:close/>
              </a:path>
            </a:pathLst>
          </a:custGeom>
          <a:solidFill>
            <a:srgbClr val="6C87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016904" y="4350560"/>
            <a:ext cx="513080" cy="4017010"/>
          </a:xfrm>
          <a:custGeom>
            <a:avLst/>
            <a:gdLst/>
            <a:ahLst/>
            <a:cxnLst/>
            <a:rect l="l" t="t" r="r" b="b"/>
            <a:pathLst>
              <a:path w="513079" h="4017009">
                <a:moveTo>
                  <a:pt x="512811" y="4016622"/>
                </a:moveTo>
                <a:lnTo>
                  <a:pt x="0" y="4016622"/>
                </a:lnTo>
                <a:lnTo>
                  <a:pt x="0" y="0"/>
                </a:lnTo>
                <a:lnTo>
                  <a:pt x="512811" y="0"/>
                </a:lnTo>
                <a:lnTo>
                  <a:pt x="512811" y="4016622"/>
                </a:lnTo>
                <a:close/>
              </a:path>
            </a:pathLst>
          </a:custGeom>
          <a:solidFill>
            <a:srgbClr val="6C87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93891" y="4374757"/>
            <a:ext cx="513080" cy="3992879"/>
          </a:xfrm>
          <a:custGeom>
            <a:avLst/>
            <a:gdLst/>
            <a:ahLst/>
            <a:cxnLst/>
            <a:rect l="l" t="t" r="r" b="b"/>
            <a:pathLst>
              <a:path w="513079" h="3992879">
                <a:moveTo>
                  <a:pt x="512811" y="3992425"/>
                </a:moveTo>
                <a:lnTo>
                  <a:pt x="0" y="3992425"/>
                </a:lnTo>
                <a:lnTo>
                  <a:pt x="0" y="0"/>
                </a:lnTo>
                <a:lnTo>
                  <a:pt x="512811" y="0"/>
                </a:lnTo>
                <a:lnTo>
                  <a:pt x="512811" y="3992425"/>
                </a:lnTo>
                <a:close/>
              </a:path>
            </a:pathLst>
          </a:custGeom>
          <a:solidFill>
            <a:srgbClr val="6C87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570879" y="4681246"/>
            <a:ext cx="513080" cy="3686175"/>
          </a:xfrm>
          <a:custGeom>
            <a:avLst/>
            <a:gdLst/>
            <a:ahLst/>
            <a:cxnLst/>
            <a:rect l="l" t="t" r="r" b="b"/>
            <a:pathLst>
              <a:path w="513079" h="3686175">
                <a:moveTo>
                  <a:pt x="512811" y="3685936"/>
                </a:moveTo>
                <a:lnTo>
                  <a:pt x="0" y="3685936"/>
                </a:lnTo>
                <a:lnTo>
                  <a:pt x="0" y="0"/>
                </a:lnTo>
                <a:lnTo>
                  <a:pt x="512811" y="0"/>
                </a:lnTo>
                <a:lnTo>
                  <a:pt x="512811" y="3685936"/>
                </a:lnTo>
                <a:close/>
              </a:path>
            </a:pathLst>
          </a:custGeom>
          <a:solidFill>
            <a:srgbClr val="6C87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347866" y="5665238"/>
            <a:ext cx="513080" cy="2702560"/>
          </a:xfrm>
          <a:custGeom>
            <a:avLst/>
            <a:gdLst/>
            <a:ahLst/>
            <a:cxnLst/>
            <a:rect l="l" t="t" r="r" b="b"/>
            <a:pathLst>
              <a:path w="513079" h="2702559">
                <a:moveTo>
                  <a:pt x="512811" y="2701944"/>
                </a:moveTo>
                <a:lnTo>
                  <a:pt x="0" y="2701944"/>
                </a:lnTo>
                <a:lnTo>
                  <a:pt x="0" y="0"/>
                </a:lnTo>
                <a:lnTo>
                  <a:pt x="512811" y="0"/>
                </a:lnTo>
                <a:lnTo>
                  <a:pt x="512811" y="2701944"/>
                </a:lnTo>
                <a:close/>
              </a:path>
            </a:pathLst>
          </a:custGeom>
          <a:solidFill>
            <a:srgbClr val="6C87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124854" y="7334798"/>
            <a:ext cx="513080" cy="1032510"/>
          </a:xfrm>
          <a:custGeom>
            <a:avLst/>
            <a:gdLst/>
            <a:ahLst/>
            <a:cxnLst/>
            <a:rect l="l" t="t" r="r" b="b"/>
            <a:pathLst>
              <a:path w="513079" h="1032509">
                <a:moveTo>
                  <a:pt x="512811" y="1032385"/>
                </a:moveTo>
                <a:lnTo>
                  <a:pt x="0" y="1032385"/>
                </a:lnTo>
                <a:lnTo>
                  <a:pt x="0" y="0"/>
                </a:lnTo>
                <a:lnTo>
                  <a:pt x="512811" y="0"/>
                </a:lnTo>
                <a:lnTo>
                  <a:pt x="512811" y="1032385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901842" y="7536435"/>
            <a:ext cx="513080" cy="831215"/>
          </a:xfrm>
          <a:custGeom>
            <a:avLst/>
            <a:gdLst/>
            <a:ahLst/>
            <a:cxnLst/>
            <a:rect l="l" t="t" r="r" b="b"/>
            <a:pathLst>
              <a:path w="513079" h="831215">
                <a:moveTo>
                  <a:pt x="512811" y="830747"/>
                </a:moveTo>
                <a:lnTo>
                  <a:pt x="0" y="830747"/>
                </a:lnTo>
                <a:lnTo>
                  <a:pt x="0" y="0"/>
                </a:lnTo>
                <a:lnTo>
                  <a:pt x="512811" y="0"/>
                </a:lnTo>
                <a:lnTo>
                  <a:pt x="512811" y="830747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678829" y="7609025"/>
            <a:ext cx="513080" cy="758190"/>
          </a:xfrm>
          <a:custGeom>
            <a:avLst/>
            <a:gdLst/>
            <a:ahLst/>
            <a:cxnLst/>
            <a:rect l="l" t="t" r="r" b="b"/>
            <a:pathLst>
              <a:path w="513079" h="758190">
                <a:moveTo>
                  <a:pt x="512811" y="758157"/>
                </a:moveTo>
                <a:lnTo>
                  <a:pt x="0" y="758157"/>
                </a:lnTo>
                <a:lnTo>
                  <a:pt x="0" y="0"/>
                </a:lnTo>
                <a:lnTo>
                  <a:pt x="512811" y="0"/>
                </a:lnTo>
                <a:lnTo>
                  <a:pt x="512811" y="758157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455817" y="7923579"/>
            <a:ext cx="513080" cy="443865"/>
          </a:xfrm>
          <a:custGeom>
            <a:avLst/>
            <a:gdLst/>
            <a:ahLst/>
            <a:cxnLst/>
            <a:rect l="l" t="t" r="r" b="b"/>
            <a:pathLst>
              <a:path w="513079" h="443865">
                <a:moveTo>
                  <a:pt x="512811" y="443603"/>
                </a:moveTo>
                <a:lnTo>
                  <a:pt x="0" y="443603"/>
                </a:lnTo>
                <a:lnTo>
                  <a:pt x="0" y="0"/>
                </a:lnTo>
                <a:lnTo>
                  <a:pt x="512811" y="0"/>
                </a:lnTo>
                <a:lnTo>
                  <a:pt x="512811" y="443603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9232805" y="8036497"/>
            <a:ext cx="513080" cy="330835"/>
          </a:xfrm>
          <a:custGeom>
            <a:avLst/>
            <a:gdLst/>
            <a:ahLst/>
            <a:cxnLst/>
            <a:rect l="l" t="t" r="r" b="b"/>
            <a:pathLst>
              <a:path w="513079" h="330834">
                <a:moveTo>
                  <a:pt x="512811" y="330686"/>
                </a:moveTo>
                <a:lnTo>
                  <a:pt x="0" y="330686"/>
                </a:lnTo>
                <a:lnTo>
                  <a:pt x="0" y="0"/>
                </a:lnTo>
                <a:lnTo>
                  <a:pt x="512811" y="0"/>
                </a:lnTo>
                <a:lnTo>
                  <a:pt x="512811" y="330686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0009793" y="8084890"/>
            <a:ext cx="513080" cy="282575"/>
          </a:xfrm>
          <a:custGeom>
            <a:avLst/>
            <a:gdLst/>
            <a:ahLst/>
            <a:cxnLst/>
            <a:rect l="l" t="t" r="r" b="b"/>
            <a:pathLst>
              <a:path w="513079" h="282575">
                <a:moveTo>
                  <a:pt x="512811" y="282292"/>
                </a:moveTo>
                <a:lnTo>
                  <a:pt x="0" y="282292"/>
                </a:lnTo>
                <a:lnTo>
                  <a:pt x="0" y="0"/>
                </a:lnTo>
                <a:lnTo>
                  <a:pt x="512811" y="0"/>
                </a:lnTo>
                <a:lnTo>
                  <a:pt x="512811" y="282292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" name="object 82"/>
          <p:cNvGrpSpPr/>
          <p:nvPr/>
        </p:nvGrpSpPr>
        <p:grpSpPr>
          <a:xfrm>
            <a:off x="2322585" y="3975391"/>
            <a:ext cx="341630" cy="164465"/>
            <a:chOff x="2322585" y="3975391"/>
            <a:chExt cx="341630" cy="164465"/>
          </a:xfrm>
        </p:grpSpPr>
        <p:pic>
          <p:nvPicPr>
            <p:cNvPr id="83" name="object 8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322585" y="3978439"/>
              <a:ext cx="102203" cy="16106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446982" y="3975391"/>
              <a:ext cx="98679" cy="16411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565759" y="3975391"/>
              <a:ext cx="98393" cy="164115"/>
            </a:xfrm>
            <a:prstGeom prst="rect">
              <a:avLst/>
            </a:prstGeom>
          </p:spPr>
        </p:pic>
      </p:grpSp>
      <p:grpSp>
        <p:nvGrpSpPr>
          <p:cNvPr id="86" name="object 86"/>
          <p:cNvGrpSpPr/>
          <p:nvPr/>
        </p:nvGrpSpPr>
        <p:grpSpPr>
          <a:xfrm>
            <a:off x="3097858" y="4064111"/>
            <a:ext cx="345440" cy="164465"/>
            <a:chOff x="3097858" y="4064111"/>
            <a:chExt cx="345440" cy="164465"/>
          </a:xfrm>
        </p:grpSpPr>
        <p:pic>
          <p:nvPicPr>
            <p:cNvPr id="87" name="object 8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097858" y="4064111"/>
              <a:ext cx="223456" cy="16411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342937" y="4064778"/>
              <a:ext cx="100203" cy="163449"/>
            </a:xfrm>
            <a:prstGeom prst="rect">
              <a:avLst/>
            </a:prstGeom>
          </p:spPr>
        </p:pic>
      </p:grpSp>
      <p:pic>
        <p:nvPicPr>
          <p:cNvPr id="89" name="object 89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874847" y="4088308"/>
            <a:ext cx="343566" cy="164115"/>
          </a:xfrm>
          <a:prstGeom prst="rect">
            <a:avLst/>
          </a:prstGeom>
        </p:spPr>
      </p:pic>
      <p:grpSp>
        <p:nvGrpSpPr>
          <p:cNvPr id="90" name="object 90"/>
          <p:cNvGrpSpPr/>
          <p:nvPr/>
        </p:nvGrpSpPr>
        <p:grpSpPr>
          <a:xfrm>
            <a:off x="4651835" y="4397845"/>
            <a:ext cx="345440" cy="161290"/>
            <a:chOff x="4651835" y="4397845"/>
            <a:chExt cx="345440" cy="161290"/>
          </a:xfrm>
        </p:grpSpPr>
        <p:pic>
          <p:nvPicPr>
            <p:cNvPr id="91" name="object 9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651835" y="4397845"/>
              <a:ext cx="223742" cy="16106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897770" y="4397845"/>
              <a:ext cx="99060" cy="158210"/>
            </a:xfrm>
            <a:prstGeom prst="rect">
              <a:avLst/>
            </a:prstGeom>
          </p:spPr>
        </p:pic>
      </p:grpSp>
      <p:pic>
        <p:nvPicPr>
          <p:cNvPr id="93" name="object 93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5430822" y="5378789"/>
            <a:ext cx="341566" cy="164115"/>
          </a:xfrm>
          <a:prstGeom prst="rect">
            <a:avLst/>
          </a:prstGeom>
        </p:spPr>
      </p:pic>
      <p:grpSp>
        <p:nvGrpSpPr>
          <p:cNvPr id="94" name="object 94"/>
          <p:cNvGrpSpPr/>
          <p:nvPr/>
        </p:nvGrpSpPr>
        <p:grpSpPr>
          <a:xfrm>
            <a:off x="6220478" y="7048349"/>
            <a:ext cx="330835" cy="164465"/>
            <a:chOff x="6220478" y="7048349"/>
            <a:chExt cx="330835" cy="164465"/>
          </a:xfrm>
        </p:grpSpPr>
        <p:pic>
          <p:nvPicPr>
            <p:cNvPr id="95" name="object 9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220478" y="7051397"/>
              <a:ext cx="86868" cy="15821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330016" y="7048349"/>
              <a:ext cx="100393" cy="161258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450888" y="7049016"/>
              <a:ext cx="100203" cy="163449"/>
            </a:xfrm>
            <a:prstGeom prst="rect">
              <a:avLst/>
            </a:prstGeom>
          </p:spPr>
        </p:pic>
      </p:grpSp>
      <p:grpSp>
        <p:nvGrpSpPr>
          <p:cNvPr id="98" name="object 98"/>
          <p:cNvGrpSpPr/>
          <p:nvPr/>
        </p:nvGrpSpPr>
        <p:grpSpPr>
          <a:xfrm>
            <a:off x="6997466" y="7249986"/>
            <a:ext cx="328930" cy="164465"/>
            <a:chOff x="6997466" y="7249986"/>
            <a:chExt cx="328930" cy="164465"/>
          </a:xfrm>
        </p:grpSpPr>
        <p:pic>
          <p:nvPicPr>
            <p:cNvPr id="99" name="object 9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997466" y="7253034"/>
              <a:ext cx="86867" cy="15821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108909" y="7249986"/>
              <a:ext cx="216979" cy="164115"/>
            </a:xfrm>
            <a:prstGeom prst="rect">
              <a:avLst/>
            </a:prstGeom>
          </p:spPr>
        </p:pic>
      </p:grpSp>
      <p:pic>
        <p:nvPicPr>
          <p:cNvPr id="101" name="object 10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824936" y="7322576"/>
            <a:ext cx="223170" cy="164115"/>
          </a:xfrm>
          <a:prstGeom prst="rect">
            <a:avLst/>
          </a:prstGeom>
        </p:spPr>
      </p:pic>
      <p:pic>
        <p:nvPicPr>
          <p:cNvPr id="102" name="object 10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8598399" y="7640179"/>
            <a:ext cx="222027" cy="161067"/>
          </a:xfrm>
          <a:prstGeom prst="rect">
            <a:avLst/>
          </a:prstGeom>
        </p:spPr>
      </p:pic>
      <p:grpSp>
        <p:nvGrpSpPr>
          <p:cNvPr id="103" name="object 103"/>
          <p:cNvGrpSpPr/>
          <p:nvPr/>
        </p:nvGrpSpPr>
        <p:grpSpPr>
          <a:xfrm>
            <a:off x="9373672" y="7753096"/>
            <a:ext cx="221615" cy="158750"/>
            <a:chOff x="9373672" y="7753096"/>
            <a:chExt cx="221615" cy="158750"/>
          </a:xfrm>
        </p:grpSpPr>
        <p:pic>
          <p:nvPicPr>
            <p:cNvPr id="104" name="object 10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373672" y="7753096"/>
              <a:ext cx="108585" cy="15821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508165" y="7753096"/>
              <a:ext cx="86868" cy="158210"/>
            </a:xfrm>
            <a:prstGeom prst="rect">
              <a:avLst/>
            </a:prstGeom>
          </p:spPr>
        </p:pic>
      </p:grpSp>
      <p:pic>
        <p:nvPicPr>
          <p:cNvPr id="106" name="object 106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0152660" y="7798441"/>
            <a:ext cx="221742" cy="164115"/>
          </a:xfrm>
          <a:prstGeom prst="rect">
            <a:avLst/>
          </a:prstGeom>
        </p:spPr>
      </p:pic>
      <p:sp>
        <p:nvSpPr>
          <p:cNvPr id="107" name="object 107"/>
          <p:cNvSpPr/>
          <p:nvPr/>
        </p:nvSpPr>
        <p:spPr>
          <a:xfrm>
            <a:off x="12141791" y="8038334"/>
            <a:ext cx="250825" cy="302260"/>
          </a:xfrm>
          <a:custGeom>
            <a:avLst/>
            <a:gdLst/>
            <a:ahLst/>
            <a:cxnLst/>
            <a:rect l="l" t="t" r="r" b="b"/>
            <a:pathLst>
              <a:path w="250825" h="302259">
                <a:moveTo>
                  <a:pt x="250566" y="0"/>
                </a:moveTo>
                <a:lnTo>
                  <a:pt x="214738" y="0"/>
                </a:lnTo>
                <a:lnTo>
                  <a:pt x="214738" y="302004"/>
                </a:lnTo>
                <a:lnTo>
                  <a:pt x="250566" y="302004"/>
                </a:lnTo>
                <a:lnTo>
                  <a:pt x="250566" y="0"/>
                </a:lnTo>
                <a:close/>
              </a:path>
              <a:path w="250825" h="302259">
                <a:moveTo>
                  <a:pt x="187303" y="5912"/>
                </a:moveTo>
                <a:lnTo>
                  <a:pt x="152539" y="5912"/>
                </a:lnTo>
                <a:lnTo>
                  <a:pt x="152539" y="111980"/>
                </a:lnTo>
                <a:lnTo>
                  <a:pt x="94361" y="111980"/>
                </a:lnTo>
                <a:lnTo>
                  <a:pt x="94361" y="142488"/>
                </a:lnTo>
                <a:lnTo>
                  <a:pt x="152539" y="142488"/>
                </a:lnTo>
                <a:lnTo>
                  <a:pt x="152539" y="287577"/>
                </a:lnTo>
                <a:lnTo>
                  <a:pt x="187303" y="287577"/>
                </a:lnTo>
                <a:lnTo>
                  <a:pt x="187303" y="5912"/>
                </a:lnTo>
                <a:close/>
              </a:path>
              <a:path w="250825" h="302259">
                <a:moveTo>
                  <a:pt x="115054" y="35237"/>
                </a:moveTo>
                <a:lnTo>
                  <a:pt x="0" y="35237"/>
                </a:lnTo>
                <a:lnTo>
                  <a:pt x="0" y="232947"/>
                </a:lnTo>
                <a:lnTo>
                  <a:pt x="20338" y="232947"/>
                </a:lnTo>
                <a:lnTo>
                  <a:pt x="52041" y="232548"/>
                </a:lnTo>
                <a:lnTo>
                  <a:pt x="79743" y="231262"/>
                </a:lnTo>
                <a:lnTo>
                  <a:pt x="105294" y="228690"/>
                </a:lnTo>
                <a:lnTo>
                  <a:pt x="130545" y="224433"/>
                </a:lnTo>
                <a:lnTo>
                  <a:pt x="128298" y="201966"/>
                </a:lnTo>
                <a:lnTo>
                  <a:pt x="36302" y="201966"/>
                </a:lnTo>
                <a:lnTo>
                  <a:pt x="36302" y="65272"/>
                </a:lnTo>
                <a:lnTo>
                  <a:pt x="115054" y="65272"/>
                </a:lnTo>
                <a:lnTo>
                  <a:pt x="115054" y="35237"/>
                </a:lnTo>
                <a:close/>
              </a:path>
              <a:path w="250825" h="302259">
                <a:moveTo>
                  <a:pt x="127471" y="193689"/>
                </a:moveTo>
                <a:lnTo>
                  <a:pt x="105742" y="197593"/>
                </a:lnTo>
                <a:lnTo>
                  <a:pt x="84192" y="200089"/>
                </a:lnTo>
                <a:lnTo>
                  <a:pt x="61488" y="201454"/>
                </a:lnTo>
                <a:lnTo>
                  <a:pt x="36302" y="201966"/>
                </a:lnTo>
                <a:lnTo>
                  <a:pt x="128298" y="201966"/>
                </a:lnTo>
                <a:lnTo>
                  <a:pt x="127471" y="193689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2437528" y="8038334"/>
            <a:ext cx="241935" cy="302895"/>
          </a:xfrm>
          <a:custGeom>
            <a:avLst/>
            <a:gdLst/>
            <a:ahLst/>
            <a:cxnLst/>
            <a:rect l="l" t="t" r="r" b="b"/>
            <a:pathLst>
              <a:path w="241934" h="302895">
                <a:moveTo>
                  <a:pt x="241816" y="0"/>
                </a:moveTo>
                <a:lnTo>
                  <a:pt x="204331" y="0"/>
                </a:lnTo>
                <a:lnTo>
                  <a:pt x="204331" y="302713"/>
                </a:lnTo>
                <a:lnTo>
                  <a:pt x="241816" y="302713"/>
                </a:lnTo>
                <a:lnTo>
                  <a:pt x="241816" y="0"/>
                </a:lnTo>
                <a:close/>
              </a:path>
              <a:path w="241934" h="302895">
                <a:moveTo>
                  <a:pt x="78989" y="21875"/>
                </a:moveTo>
                <a:lnTo>
                  <a:pt x="47275" y="29430"/>
                </a:lnTo>
                <a:lnTo>
                  <a:pt x="22245" y="50831"/>
                </a:lnTo>
                <a:lnTo>
                  <a:pt x="5840" y="84449"/>
                </a:lnTo>
                <a:lnTo>
                  <a:pt x="0" y="128653"/>
                </a:lnTo>
                <a:lnTo>
                  <a:pt x="5840" y="173127"/>
                </a:lnTo>
                <a:lnTo>
                  <a:pt x="22245" y="206859"/>
                </a:lnTo>
                <a:lnTo>
                  <a:pt x="47275" y="228241"/>
                </a:lnTo>
                <a:lnTo>
                  <a:pt x="78989" y="235667"/>
                </a:lnTo>
                <a:lnTo>
                  <a:pt x="110382" y="228241"/>
                </a:lnTo>
                <a:lnTo>
                  <a:pt x="135290" y="206859"/>
                </a:lnTo>
                <a:lnTo>
                  <a:pt x="137613" y="202085"/>
                </a:lnTo>
                <a:lnTo>
                  <a:pt x="78989" y="202085"/>
                </a:lnTo>
                <a:lnTo>
                  <a:pt x="61370" y="197146"/>
                </a:lnTo>
                <a:lnTo>
                  <a:pt x="47742" y="182795"/>
                </a:lnTo>
                <a:lnTo>
                  <a:pt x="38948" y="159732"/>
                </a:lnTo>
                <a:lnTo>
                  <a:pt x="35829" y="128653"/>
                </a:lnTo>
                <a:lnTo>
                  <a:pt x="38948" y="97761"/>
                </a:lnTo>
                <a:lnTo>
                  <a:pt x="47742" y="74762"/>
                </a:lnTo>
                <a:lnTo>
                  <a:pt x="61370" y="60409"/>
                </a:lnTo>
                <a:lnTo>
                  <a:pt x="78989" y="55458"/>
                </a:lnTo>
                <a:lnTo>
                  <a:pt x="137549" y="55458"/>
                </a:lnTo>
                <a:lnTo>
                  <a:pt x="135290" y="50831"/>
                </a:lnTo>
                <a:lnTo>
                  <a:pt x="110382" y="29430"/>
                </a:lnTo>
                <a:lnTo>
                  <a:pt x="78989" y="21875"/>
                </a:lnTo>
                <a:close/>
              </a:path>
              <a:path w="241934" h="302895">
                <a:moveTo>
                  <a:pt x="137549" y="55458"/>
                </a:moveTo>
                <a:lnTo>
                  <a:pt x="78989" y="55458"/>
                </a:lnTo>
                <a:lnTo>
                  <a:pt x="96335" y="60409"/>
                </a:lnTo>
                <a:lnTo>
                  <a:pt x="109822" y="74762"/>
                </a:lnTo>
                <a:lnTo>
                  <a:pt x="118566" y="97761"/>
                </a:lnTo>
                <a:lnTo>
                  <a:pt x="121677" y="128653"/>
                </a:lnTo>
                <a:lnTo>
                  <a:pt x="118566" y="159732"/>
                </a:lnTo>
                <a:lnTo>
                  <a:pt x="109822" y="182795"/>
                </a:lnTo>
                <a:lnTo>
                  <a:pt x="96335" y="197146"/>
                </a:lnTo>
                <a:lnTo>
                  <a:pt x="78989" y="202085"/>
                </a:lnTo>
                <a:lnTo>
                  <a:pt x="137613" y="202085"/>
                </a:lnTo>
                <a:lnTo>
                  <a:pt x="151706" y="173127"/>
                </a:lnTo>
                <a:lnTo>
                  <a:pt x="157624" y="128653"/>
                </a:lnTo>
                <a:lnTo>
                  <a:pt x="151706" y="84449"/>
                </a:lnTo>
                <a:lnTo>
                  <a:pt x="137549" y="55458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2737758" y="8038334"/>
            <a:ext cx="240029" cy="302895"/>
          </a:xfrm>
          <a:custGeom>
            <a:avLst/>
            <a:gdLst/>
            <a:ahLst/>
            <a:cxnLst/>
            <a:rect l="l" t="t" r="r" b="b"/>
            <a:pathLst>
              <a:path w="240029" h="302895">
                <a:moveTo>
                  <a:pt x="239570" y="0"/>
                </a:moveTo>
                <a:lnTo>
                  <a:pt x="202677" y="0"/>
                </a:lnTo>
                <a:lnTo>
                  <a:pt x="202677" y="109142"/>
                </a:lnTo>
                <a:lnTo>
                  <a:pt x="146036" y="109142"/>
                </a:lnTo>
                <a:lnTo>
                  <a:pt x="146036" y="139177"/>
                </a:lnTo>
                <a:lnTo>
                  <a:pt x="202677" y="139177"/>
                </a:lnTo>
                <a:lnTo>
                  <a:pt x="202677" y="302713"/>
                </a:lnTo>
                <a:lnTo>
                  <a:pt x="239570" y="302713"/>
                </a:lnTo>
                <a:lnTo>
                  <a:pt x="239570" y="0"/>
                </a:lnTo>
                <a:close/>
              </a:path>
              <a:path w="240029" h="302895">
                <a:moveTo>
                  <a:pt x="141187" y="26132"/>
                </a:moveTo>
                <a:lnTo>
                  <a:pt x="0" y="26132"/>
                </a:lnTo>
                <a:lnTo>
                  <a:pt x="0" y="232829"/>
                </a:lnTo>
                <a:lnTo>
                  <a:pt x="23649" y="232829"/>
                </a:lnTo>
                <a:lnTo>
                  <a:pt x="61622" y="232328"/>
                </a:lnTo>
                <a:lnTo>
                  <a:pt x="95780" y="230952"/>
                </a:lnTo>
                <a:lnTo>
                  <a:pt x="128077" y="228356"/>
                </a:lnTo>
                <a:lnTo>
                  <a:pt x="160462" y="224197"/>
                </a:lnTo>
                <a:lnTo>
                  <a:pt x="157631" y="202321"/>
                </a:lnTo>
                <a:lnTo>
                  <a:pt x="37248" y="202321"/>
                </a:lnTo>
                <a:lnTo>
                  <a:pt x="37248" y="140005"/>
                </a:lnTo>
                <a:lnTo>
                  <a:pt x="129363" y="140005"/>
                </a:lnTo>
                <a:lnTo>
                  <a:pt x="129363" y="110561"/>
                </a:lnTo>
                <a:lnTo>
                  <a:pt x="37248" y="110561"/>
                </a:lnTo>
                <a:lnTo>
                  <a:pt x="37248" y="56285"/>
                </a:lnTo>
                <a:lnTo>
                  <a:pt x="141187" y="56285"/>
                </a:lnTo>
                <a:lnTo>
                  <a:pt x="141187" y="26132"/>
                </a:lnTo>
                <a:close/>
              </a:path>
              <a:path w="240029" h="302895">
                <a:moveTo>
                  <a:pt x="156560" y="194044"/>
                </a:moveTo>
                <a:lnTo>
                  <a:pt x="127990" y="198047"/>
                </a:lnTo>
                <a:lnTo>
                  <a:pt x="99609" y="200533"/>
                </a:lnTo>
                <a:lnTo>
                  <a:pt x="69875" y="201843"/>
                </a:lnTo>
                <a:lnTo>
                  <a:pt x="37248" y="202321"/>
                </a:lnTo>
                <a:lnTo>
                  <a:pt x="157631" y="202321"/>
                </a:lnTo>
                <a:lnTo>
                  <a:pt x="156560" y="194044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3102919" y="8038334"/>
            <a:ext cx="250825" cy="302260"/>
          </a:xfrm>
          <a:custGeom>
            <a:avLst/>
            <a:gdLst/>
            <a:ahLst/>
            <a:cxnLst/>
            <a:rect l="l" t="t" r="r" b="b"/>
            <a:pathLst>
              <a:path w="250825" h="302259">
                <a:moveTo>
                  <a:pt x="250330" y="0"/>
                </a:moveTo>
                <a:lnTo>
                  <a:pt x="212846" y="0"/>
                </a:lnTo>
                <a:lnTo>
                  <a:pt x="212846" y="302004"/>
                </a:lnTo>
                <a:lnTo>
                  <a:pt x="250330" y="302004"/>
                </a:lnTo>
                <a:lnTo>
                  <a:pt x="250330" y="0"/>
                </a:lnTo>
                <a:close/>
              </a:path>
              <a:path w="250825" h="302259">
                <a:moveTo>
                  <a:pt x="160226" y="32045"/>
                </a:moveTo>
                <a:lnTo>
                  <a:pt x="15372" y="32045"/>
                </a:lnTo>
                <a:lnTo>
                  <a:pt x="15372" y="61488"/>
                </a:lnTo>
                <a:lnTo>
                  <a:pt x="122386" y="61488"/>
                </a:lnTo>
                <a:lnTo>
                  <a:pt x="111594" y="109826"/>
                </a:lnTo>
                <a:lnTo>
                  <a:pt x="88375" y="151888"/>
                </a:lnTo>
                <a:lnTo>
                  <a:pt x="51565" y="188098"/>
                </a:lnTo>
                <a:lnTo>
                  <a:pt x="0" y="218876"/>
                </a:lnTo>
                <a:lnTo>
                  <a:pt x="19511" y="248674"/>
                </a:lnTo>
                <a:lnTo>
                  <a:pt x="66632" y="221427"/>
                </a:lnTo>
                <a:lnTo>
                  <a:pt x="102950" y="190172"/>
                </a:lnTo>
                <a:lnTo>
                  <a:pt x="129466" y="155258"/>
                </a:lnTo>
                <a:lnTo>
                  <a:pt x="147183" y="117034"/>
                </a:lnTo>
                <a:lnTo>
                  <a:pt x="157103" y="75846"/>
                </a:lnTo>
                <a:lnTo>
                  <a:pt x="160226" y="32045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3407288" y="8038338"/>
            <a:ext cx="537845" cy="302895"/>
          </a:xfrm>
          <a:custGeom>
            <a:avLst/>
            <a:gdLst/>
            <a:ahLst/>
            <a:cxnLst/>
            <a:rect l="l" t="t" r="r" b="b"/>
            <a:pathLst>
              <a:path w="537844" h="302895">
                <a:moveTo>
                  <a:pt x="144373" y="96608"/>
                </a:moveTo>
                <a:lnTo>
                  <a:pt x="107238" y="96608"/>
                </a:lnTo>
                <a:lnTo>
                  <a:pt x="107238" y="144030"/>
                </a:lnTo>
                <a:lnTo>
                  <a:pt x="144373" y="144030"/>
                </a:lnTo>
                <a:lnTo>
                  <a:pt x="144373" y="96608"/>
                </a:lnTo>
                <a:close/>
              </a:path>
              <a:path w="537844" h="302895">
                <a:moveTo>
                  <a:pt x="144373" y="68072"/>
                </a:moveTo>
                <a:lnTo>
                  <a:pt x="36766" y="68072"/>
                </a:lnTo>
                <a:lnTo>
                  <a:pt x="36766" y="22352"/>
                </a:lnTo>
                <a:lnTo>
                  <a:pt x="0" y="22352"/>
                </a:lnTo>
                <a:lnTo>
                  <a:pt x="0" y="68072"/>
                </a:lnTo>
                <a:lnTo>
                  <a:pt x="0" y="96012"/>
                </a:lnTo>
                <a:lnTo>
                  <a:pt x="0" y="144272"/>
                </a:lnTo>
                <a:lnTo>
                  <a:pt x="0" y="173482"/>
                </a:lnTo>
                <a:lnTo>
                  <a:pt x="144373" y="173482"/>
                </a:lnTo>
                <a:lnTo>
                  <a:pt x="144373" y="144272"/>
                </a:lnTo>
                <a:lnTo>
                  <a:pt x="36766" y="144272"/>
                </a:lnTo>
                <a:lnTo>
                  <a:pt x="36766" y="96012"/>
                </a:lnTo>
                <a:lnTo>
                  <a:pt x="144373" y="96012"/>
                </a:lnTo>
                <a:lnTo>
                  <a:pt x="144373" y="68072"/>
                </a:lnTo>
                <a:close/>
              </a:path>
              <a:path w="537844" h="302895">
                <a:moveTo>
                  <a:pt x="144373" y="21755"/>
                </a:moveTo>
                <a:lnTo>
                  <a:pt x="107238" y="21755"/>
                </a:lnTo>
                <a:lnTo>
                  <a:pt x="107238" y="67881"/>
                </a:lnTo>
                <a:lnTo>
                  <a:pt x="144373" y="67881"/>
                </a:lnTo>
                <a:lnTo>
                  <a:pt x="144373" y="21755"/>
                </a:lnTo>
                <a:close/>
              </a:path>
              <a:path w="537844" h="302895">
                <a:moveTo>
                  <a:pt x="240042" y="266192"/>
                </a:moveTo>
                <a:lnTo>
                  <a:pt x="71539" y="266192"/>
                </a:lnTo>
                <a:lnTo>
                  <a:pt x="71539" y="200152"/>
                </a:lnTo>
                <a:lnTo>
                  <a:pt x="34518" y="200152"/>
                </a:lnTo>
                <a:lnTo>
                  <a:pt x="34518" y="266192"/>
                </a:lnTo>
                <a:lnTo>
                  <a:pt x="34518" y="296672"/>
                </a:lnTo>
                <a:lnTo>
                  <a:pt x="240042" y="296672"/>
                </a:lnTo>
                <a:lnTo>
                  <a:pt x="240042" y="266192"/>
                </a:lnTo>
                <a:close/>
              </a:path>
              <a:path w="537844" h="302895">
                <a:moveTo>
                  <a:pt x="270421" y="87122"/>
                </a:moveTo>
                <a:lnTo>
                  <a:pt x="228206" y="87122"/>
                </a:lnTo>
                <a:lnTo>
                  <a:pt x="228206" y="762"/>
                </a:lnTo>
                <a:lnTo>
                  <a:pt x="190842" y="762"/>
                </a:lnTo>
                <a:lnTo>
                  <a:pt x="190842" y="87122"/>
                </a:lnTo>
                <a:lnTo>
                  <a:pt x="190842" y="117602"/>
                </a:lnTo>
                <a:lnTo>
                  <a:pt x="190842" y="223012"/>
                </a:lnTo>
                <a:lnTo>
                  <a:pt x="228206" y="223012"/>
                </a:lnTo>
                <a:lnTo>
                  <a:pt x="228206" y="117602"/>
                </a:lnTo>
                <a:lnTo>
                  <a:pt x="270421" y="117602"/>
                </a:lnTo>
                <a:lnTo>
                  <a:pt x="270421" y="87122"/>
                </a:lnTo>
                <a:close/>
              </a:path>
              <a:path w="537844" h="302895">
                <a:moveTo>
                  <a:pt x="466839" y="93891"/>
                </a:moveTo>
                <a:lnTo>
                  <a:pt x="460552" y="64363"/>
                </a:lnTo>
                <a:lnTo>
                  <a:pt x="452107" y="53098"/>
                </a:lnTo>
                <a:lnTo>
                  <a:pt x="443242" y="41262"/>
                </a:lnTo>
                <a:lnTo>
                  <a:pt x="430530" y="33972"/>
                </a:lnTo>
                <a:lnTo>
                  <a:pt x="430530" y="93891"/>
                </a:lnTo>
                <a:lnTo>
                  <a:pt x="426999" y="110947"/>
                </a:lnTo>
                <a:lnTo>
                  <a:pt x="417195" y="123774"/>
                </a:lnTo>
                <a:lnTo>
                  <a:pt x="402399" y="131876"/>
                </a:lnTo>
                <a:lnTo>
                  <a:pt x="383819" y="134683"/>
                </a:lnTo>
                <a:lnTo>
                  <a:pt x="365417" y="131876"/>
                </a:lnTo>
                <a:lnTo>
                  <a:pt x="350748" y="123774"/>
                </a:lnTo>
                <a:lnTo>
                  <a:pt x="341096" y="110947"/>
                </a:lnTo>
                <a:lnTo>
                  <a:pt x="337705" y="93891"/>
                </a:lnTo>
                <a:lnTo>
                  <a:pt x="341096" y="76936"/>
                </a:lnTo>
                <a:lnTo>
                  <a:pt x="350748" y="64096"/>
                </a:lnTo>
                <a:lnTo>
                  <a:pt x="365417" y="55943"/>
                </a:lnTo>
                <a:lnTo>
                  <a:pt x="383819" y="53098"/>
                </a:lnTo>
                <a:lnTo>
                  <a:pt x="402450" y="55943"/>
                </a:lnTo>
                <a:lnTo>
                  <a:pt x="417245" y="64096"/>
                </a:lnTo>
                <a:lnTo>
                  <a:pt x="427012" y="76936"/>
                </a:lnTo>
                <a:lnTo>
                  <a:pt x="430530" y="93891"/>
                </a:lnTo>
                <a:lnTo>
                  <a:pt x="430530" y="33972"/>
                </a:lnTo>
                <a:lnTo>
                  <a:pt x="416979" y="26200"/>
                </a:lnTo>
                <a:lnTo>
                  <a:pt x="383819" y="20815"/>
                </a:lnTo>
                <a:lnTo>
                  <a:pt x="350786" y="26200"/>
                </a:lnTo>
                <a:lnTo>
                  <a:pt x="324446" y="41262"/>
                </a:lnTo>
                <a:lnTo>
                  <a:pt x="307047" y="64363"/>
                </a:lnTo>
                <a:lnTo>
                  <a:pt x="300812" y="93891"/>
                </a:lnTo>
                <a:lnTo>
                  <a:pt x="307047" y="123469"/>
                </a:lnTo>
                <a:lnTo>
                  <a:pt x="324446" y="146570"/>
                </a:lnTo>
                <a:lnTo>
                  <a:pt x="350786" y="161607"/>
                </a:lnTo>
                <a:lnTo>
                  <a:pt x="383819" y="166966"/>
                </a:lnTo>
                <a:lnTo>
                  <a:pt x="416979" y="161607"/>
                </a:lnTo>
                <a:lnTo>
                  <a:pt x="443242" y="146570"/>
                </a:lnTo>
                <a:lnTo>
                  <a:pt x="452145" y="134683"/>
                </a:lnTo>
                <a:lnTo>
                  <a:pt x="460552" y="123469"/>
                </a:lnTo>
                <a:lnTo>
                  <a:pt x="466839" y="93891"/>
                </a:lnTo>
                <a:close/>
              </a:path>
              <a:path w="537844" h="302895">
                <a:moveTo>
                  <a:pt x="485279" y="225856"/>
                </a:moveTo>
                <a:lnTo>
                  <a:pt x="482447" y="198894"/>
                </a:lnTo>
                <a:lnTo>
                  <a:pt x="432015" y="204381"/>
                </a:lnTo>
                <a:lnTo>
                  <a:pt x="380746" y="207352"/>
                </a:lnTo>
                <a:lnTo>
                  <a:pt x="331520" y="208546"/>
                </a:lnTo>
                <a:lnTo>
                  <a:pt x="287223" y="208711"/>
                </a:lnTo>
                <a:lnTo>
                  <a:pt x="291706" y="239331"/>
                </a:lnTo>
                <a:lnTo>
                  <a:pt x="334987" y="239064"/>
                </a:lnTo>
                <a:lnTo>
                  <a:pt x="383171" y="237477"/>
                </a:lnTo>
                <a:lnTo>
                  <a:pt x="434022" y="233451"/>
                </a:lnTo>
                <a:lnTo>
                  <a:pt x="485279" y="225856"/>
                </a:lnTo>
                <a:close/>
              </a:path>
              <a:path w="537844" h="302895">
                <a:moveTo>
                  <a:pt x="537552" y="0"/>
                </a:moveTo>
                <a:lnTo>
                  <a:pt x="500418" y="0"/>
                </a:lnTo>
                <a:lnTo>
                  <a:pt x="500418" y="302717"/>
                </a:lnTo>
                <a:lnTo>
                  <a:pt x="537552" y="302717"/>
                </a:lnTo>
                <a:lnTo>
                  <a:pt x="537552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4068299" y="8038338"/>
            <a:ext cx="847725" cy="302260"/>
          </a:xfrm>
          <a:custGeom>
            <a:avLst/>
            <a:gdLst/>
            <a:ahLst/>
            <a:cxnLst/>
            <a:rect l="l" t="t" r="r" b="b"/>
            <a:pathLst>
              <a:path w="847725" h="302259">
                <a:moveTo>
                  <a:pt x="133616" y="21285"/>
                </a:moveTo>
                <a:lnTo>
                  <a:pt x="13957" y="21285"/>
                </a:lnTo>
                <a:lnTo>
                  <a:pt x="13957" y="51447"/>
                </a:lnTo>
                <a:lnTo>
                  <a:pt x="95669" y="51447"/>
                </a:lnTo>
                <a:lnTo>
                  <a:pt x="86525" y="82715"/>
                </a:lnTo>
                <a:lnTo>
                  <a:pt x="67741" y="110083"/>
                </a:lnTo>
                <a:lnTo>
                  <a:pt x="39014" y="133337"/>
                </a:lnTo>
                <a:lnTo>
                  <a:pt x="0" y="152311"/>
                </a:lnTo>
                <a:lnTo>
                  <a:pt x="17856" y="180098"/>
                </a:lnTo>
                <a:lnTo>
                  <a:pt x="68884" y="152438"/>
                </a:lnTo>
                <a:lnTo>
                  <a:pt x="105054" y="116878"/>
                </a:lnTo>
                <a:lnTo>
                  <a:pt x="126555" y="73228"/>
                </a:lnTo>
                <a:lnTo>
                  <a:pt x="133616" y="21285"/>
                </a:lnTo>
                <a:close/>
              </a:path>
              <a:path w="847725" h="302259">
                <a:moveTo>
                  <a:pt x="260261" y="189903"/>
                </a:moveTo>
                <a:lnTo>
                  <a:pt x="51790" y="189903"/>
                </a:lnTo>
                <a:lnTo>
                  <a:pt x="51790" y="220065"/>
                </a:lnTo>
                <a:lnTo>
                  <a:pt x="223253" y="220065"/>
                </a:lnTo>
                <a:lnTo>
                  <a:pt x="223253" y="302006"/>
                </a:lnTo>
                <a:lnTo>
                  <a:pt x="260261" y="302006"/>
                </a:lnTo>
                <a:lnTo>
                  <a:pt x="260261" y="189903"/>
                </a:lnTo>
                <a:close/>
              </a:path>
              <a:path w="847725" h="302259">
                <a:moveTo>
                  <a:pt x="260261" y="241"/>
                </a:moveTo>
                <a:lnTo>
                  <a:pt x="224904" y="241"/>
                </a:lnTo>
                <a:lnTo>
                  <a:pt x="224904" y="71780"/>
                </a:lnTo>
                <a:lnTo>
                  <a:pt x="193217" y="71780"/>
                </a:lnTo>
                <a:lnTo>
                  <a:pt x="193217" y="5803"/>
                </a:lnTo>
                <a:lnTo>
                  <a:pt x="158102" y="5803"/>
                </a:lnTo>
                <a:lnTo>
                  <a:pt x="158102" y="176072"/>
                </a:lnTo>
                <a:lnTo>
                  <a:pt x="193217" y="176072"/>
                </a:lnTo>
                <a:lnTo>
                  <a:pt x="193217" y="102400"/>
                </a:lnTo>
                <a:lnTo>
                  <a:pt x="224904" y="102400"/>
                </a:lnTo>
                <a:lnTo>
                  <a:pt x="224904" y="177495"/>
                </a:lnTo>
                <a:lnTo>
                  <a:pt x="260261" y="177495"/>
                </a:lnTo>
                <a:lnTo>
                  <a:pt x="260261" y="102400"/>
                </a:lnTo>
                <a:lnTo>
                  <a:pt x="260261" y="71780"/>
                </a:lnTo>
                <a:lnTo>
                  <a:pt x="260261" y="241"/>
                </a:lnTo>
                <a:close/>
              </a:path>
              <a:path w="847725" h="302259">
                <a:moveTo>
                  <a:pt x="466610" y="22352"/>
                </a:moveTo>
                <a:lnTo>
                  <a:pt x="312648" y="22352"/>
                </a:lnTo>
                <a:lnTo>
                  <a:pt x="312648" y="52984"/>
                </a:lnTo>
                <a:lnTo>
                  <a:pt x="430187" y="52984"/>
                </a:lnTo>
                <a:lnTo>
                  <a:pt x="429704" y="67818"/>
                </a:lnTo>
                <a:lnTo>
                  <a:pt x="428523" y="84709"/>
                </a:lnTo>
                <a:lnTo>
                  <a:pt x="426288" y="103974"/>
                </a:lnTo>
                <a:lnTo>
                  <a:pt x="422617" y="125933"/>
                </a:lnTo>
                <a:lnTo>
                  <a:pt x="459270" y="129247"/>
                </a:lnTo>
                <a:lnTo>
                  <a:pt x="463384" y="102133"/>
                </a:lnTo>
                <a:lnTo>
                  <a:pt x="465505" y="78181"/>
                </a:lnTo>
                <a:lnTo>
                  <a:pt x="466356" y="57531"/>
                </a:lnTo>
                <a:lnTo>
                  <a:pt x="466610" y="40322"/>
                </a:lnTo>
                <a:lnTo>
                  <a:pt x="466610" y="22352"/>
                </a:lnTo>
                <a:close/>
              </a:path>
              <a:path w="847725" h="302259">
                <a:moveTo>
                  <a:pt x="485292" y="170510"/>
                </a:moveTo>
                <a:lnTo>
                  <a:pt x="483870" y="151472"/>
                </a:lnTo>
                <a:lnTo>
                  <a:pt x="483273" y="143560"/>
                </a:lnTo>
                <a:lnTo>
                  <a:pt x="460756" y="146405"/>
                </a:lnTo>
                <a:lnTo>
                  <a:pt x="437578" y="148628"/>
                </a:lnTo>
                <a:lnTo>
                  <a:pt x="414032" y="150291"/>
                </a:lnTo>
                <a:lnTo>
                  <a:pt x="390448" y="151472"/>
                </a:lnTo>
                <a:lnTo>
                  <a:pt x="390448" y="91287"/>
                </a:lnTo>
                <a:lnTo>
                  <a:pt x="353555" y="91287"/>
                </a:lnTo>
                <a:lnTo>
                  <a:pt x="353555" y="152666"/>
                </a:lnTo>
                <a:lnTo>
                  <a:pt x="337921" y="152958"/>
                </a:lnTo>
                <a:lnTo>
                  <a:pt x="294678" y="153250"/>
                </a:lnTo>
                <a:lnTo>
                  <a:pt x="297980" y="183045"/>
                </a:lnTo>
                <a:lnTo>
                  <a:pt x="340702" y="182626"/>
                </a:lnTo>
                <a:lnTo>
                  <a:pt x="387870" y="180949"/>
                </a:lnTo>
                <a:lnTo>
                  <a:pt x="436918" y="177203"/>
                </a:lnTo>
                <a:lnTo>
                  <a:pt x="485292" y="170510"/>
                </a:lnTo>
                <a:close/>
              </a:path>
              <a:path w="847725" h="302259">
                <a:moveTo>
                  <a:pt x="548551" y="266179"/>
                </a:moveTo>
                <a:lnTo>
                  <a:pt x="377088" y="266179"/>
                </a:lnTo>
                <a:lnTo>
                  <a:pt x="377088" y="206108"/>
                </a:lnTo>
                <a:lnTo>
                  <a:pt x="339725" y="206108"/>
                </a:lnTo>
                <a:lnTo>
                  <a:pt x="339725" y="296329"/>
                </a:lnTo>
                <a:lnTo>
                  <a:pt x="548551" y="296329"/>
                </a:lnTo>
                <a:lnTo>
                  <a:pt x="548551" y="266179"/>
                </a:lnTo>
                <a:close/>
              </a:path>
              <a:path w="847725" h="302259">
                <a:moveTo>
                  <a:pt x="577989" y="94132"/>
                </a:moveTo>
                <a:lnTo>
                  <a:pt x="538848" y="94132"/>
                </a:lnTo>
                <a:lnTo>
                  <a:pt x="538848" y="0"/>
                </a:lnTo>
                <a:lnTo>
                  <a:pt x="501015" y="0"/>
                </a:lnTo>
                <a:lnTo>
                  <a:pt x="501015" y="226453"/>
                </a:lnTo>
                <a:lnTo>
                  <a:pt x="538848" y="226453"/>
                </a:lnTo>
                <a:lnTo>
                  <a:pt x="538848" y="125349"/>
                </a:lnTo>
                <a:lnTo>
                  <a:pt x="577989" y="125349"/>
                </a:lnTo>
                <a:lnTo>
                  <a:pt x="577989" y="94132"/>
                </a:lnTo>
                <a:close/>
              </a:path>
              <a:path w="847725" h="302259">
                <a:moveTo>
                  <a:pt x="776058" y="141427"/>
                </a:moveTo>
                <a:lnTo>
                  <a:pt x="745248" y="125971"/>
                </a:lnTo>
                <a:lnTo>
                  <a:pt x="726313" y="107721"/>
                </a:lnTo>
                <a:lnTo>
                  <a:pt x="723011" y="104546"/>
                </a:lnTo>
                <a:lnTo>
                  <a:pt x="709523" y="79159"/>
                </a:lnTo>
                <a:lnTo>
                  <a:pt x="705053" y="52146"/>
                </a:lnTo>
                <a:lnTo>
                  <a:pt x="704989" y="48006"/>
                </a:lnTo>
                <a:lnTo>
                  <a:pt x="767549" y="48006"/>
                </a:lnTo>
                <a:lnTo>
                  <a:pt x="767549" y="18211"/>
                </a:lnTo>
                <a:lnTo>
                  <a:pt x="604126" y="18211"/>
                </a:lnTo>
                <a:lnTo>
                  <a:pt x="604126" y="48006"/>
                </a:lnTo>
                <a:lnTo>
                  <a:pt x="667156" y="48006"/>
                </a:lnTo>
                <a:lnTo>
                  <a:pt x="667156" y="52146"/>
                </a:lnTo>
                <a:lnTo>
                  <a:pt x="662368" y="81356"/>
                </a:lnTo>
                <a:lnTo>
                  <a:pt x="648246" y="108534"/>
                </a:lnTo>
                <a:lnTo>
                  <a:pt x="625094" y="131356"/>
                </a:lnTo>
                <a:lnTo>
                  <a:pt x="593242" y="147459"/>
                </a:lnTo>
                <a:lnTo>
                  <a:pt x="612406" y="176784"/>
                </a:lnTo>
                <a:lnTo>
                  <a:pt x="637247" y="165341"/>
                </a:lnTo>
                <a:lnTo>
                  <a:pt x="657961" y="149567"/>
                </a:lnTo>
                <a:lnTo>
                  <a:pt x="674458" y="130136"/>
                </a:lnTo>
                <a:lnTo>
                  <a:pt x="686663" y="107721"/>
                </a:lnTo>
                <a:lnTo>
                  <a:pt x="698525" y="127965"/>
                </a:lnTo>
                <a:lnTo>
                  <a:pt x="714362" y="145516"/>
                </a:lnTo>
                <a:lnTo>
                  <a:pt x="734060" y="159829"/>
                </a:lnTo>
                <a:lnTo>
                  <a:pt x="757491" y="170281"/>
                </a:lnTo>
                <a:lnTo>
                  <a:pt x="776058" y="141427"/>
                </a:lnTo>
                <a:close/>
              </a:path>
              <a:path w="847725" h="302259">
                <a:moveTo>
                  <a:pt x="847128" y="194525"/>
                </a:moveTo>
                <a:lnTo>
                  <a:pt x="641019" y="194525"/>
                </a:lnTo>
                <a:lnTo>
                  <a:pt x="641019" y="224434"/>
                </a:lnTo>
                <a:lnTo>
                  <a:pt x="809993" y="224434"/>
                </a:lnTo>
                <a:lnTo>
                  <a:pt x="809993" y="302006"/>
                </a:lnTo>
                <a:lnTo>
                  <a:pt x="847128" y="302006"/>
                </a:lnTo>
                <a:lnTo>
                  <a:pt x="847128" y="194525"/>
                </a:lnTo>
                <a:close/>
              </a:path>
              <a:path w="847725" h="302259">
                <a:moveTo>
                  <a:pt x="847128" y="0"/>
                </a:moveTo>
                <a:lnTo>
                  <a:pt x="809993" y="0"/>
                </a:lnTo>
                <a:lnTo>
                  <a:pt x="809993" y="74739"/>
                </a:lnTo>
                <a:lnTo>
                  <a:pt x="758672" y="74739"/>
                </a:lnTo>
                <a:lnTo>
                  <a:pt x="758672" y="105244"/>
                </a:lnTo>
                <a:lnTo>
                  <a:pt x="809993" y="105244"/>
                </a:lnTo>
                <a:lnTo>
                  <a:pt x="809993" y="180213"/>
                </a:lnTo>
                <a:lnTo>
                  <a:pt x="847128" y="180213"/>
                </a:lnTo>
                <a:lnTo>
                  <a:pt x="847128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15039392" y="8038338"/>
            <a:ext cx="549275" cy="302260"/>
          </a:xfrm>
          <a:custGeom>
            <a:avLst/>
            <a:gdLst/>
            <a:ahLst/>
            <a:cxnLst/>
            <a:rect l="l" t="t" r="r" b="b"/>
            <a:pathLst>
              <a:path w="549275" h="302259">
                <a:moveTo>
                  <a:pt x="251269" y="265823"/>
                </a:moveTo>
                <a:lnTo>
                  <a:pt x="72364" y="265823"/>
                </a:lnTo>
                <a:lnTo>
                  <a:pt x="72364" y="194398"/>
                </a:lnTo>
                <a:lnTo>
                  <a:pt x="35585" y="194398"/>
                </a:lnTo>
                <a:lnTo>
                  <a:pt x="35585" y="295973"/>
                </a:lnTo>
                <a:lnTo>
                  <a:pt x="251269" y="295973"/>
                </a:lnTo>
                <a:lnTo>
                  <a:pt x="251269" y="265823"/>
                </a:lnTo>
                <a:close/>
              </a:path>
              <a:path w="549275" h="302259">
                <a:moveTo>
                  <a:pt x="276339" y="135509"/>
                </a:moveTo>
                <a:lnTo>
                  <a:pt x="235305" y="135509"/>
                </a:lnTo>
                <a:lnTo>
                  <a:pt x="239483" y="108318"/>
                </a:lnTo>
                <a:lnTo>
                  <a:pt x="241617" y="84048"/>
                </a:lnTo>
                <a:lnTo>
                  <a:pt x="242417" y="62217"/>
                </a:lnTo>
                <a:lnTo>
                  <a:pt x="242519" y="17386"/>
                </a:lnTo>
                <a:lnTo>
                  <a:pt x="34175" y="17386"/>
                </a:lnTo>
                <a:lnTo>
                  <a:pt x="34175" y="47307"/>
                </a:lnTo>
                <a:lnTo>
                  <a:pt x="205397" y="47307"/>
                </a:lnTo>
                <a:lnTo>
                  <a:pt x="205206" y="66319"/>
                </a:lnTo>
                <a:lnTo>
                  <a:pt x="204254" y="86931"/>
                </a:lnTo>
                <a:lnTo>
                  <a:pt x="201955" y="109778"/>
                </a:lnTo>
                <a:lnTo>
                  <a:pt x="197713" y="135509"/>
                </a:lnTo>
                <a:lnTo>
                  <a:pt x="0" y="135509"/>
                </a:lnTo>
                <a:lnTo>
                  <a:pt x="0" y="165544"/>
                </a:lnTo>
                <a:lnTo>
                  <a:pt x="276339" y="165544"/>
                </a:lnTo>
                <a:lnTo>
                  <a:pt x="276339" y="135509"/>
                </a:lnTo>
                <a:close/>
              </a:path>
              <a:path w="549275" h="302259">
                <a:moveTo>
                  <a:pt x="449580" y="32054"/>
                </a:moveTo>
                <a:lnTo>
                  <a:pt x="308038" y="32054"/>
                </a:lnTo>
                <a:lnTo>
                  <a:pt x="308038" y="61493"/>
                </a:lnTo>
                <a:lnTo>
                  <a:pt x="411975" y="61493"/>
                </a:lnTo>
                <a:lnTo>
                  <a:pt x="402018" y="109194"/>
                </a:lnTo>
                <a:lnTo>
                  <a:pt x="380136" y="151066"/>
                </a:lnTo>
                <a:lnTo>
                  <a:pt x="344728" y="187439"/>
                </a:lnTo>
                <a:lnTo>
                  <a:pt x="294195" y="218643"/>
                </a:lnTo>
                <a:lnTo>
                  <a:pt x="313588" y="247853"/>
                </a:lnTo>
                <a:lnTo>
                  <a:pt x="359778" y="220167"/>
                </a:lnTo>
                <a:lnTo>
                  <a:pt x="395046" y="188823"/>
                </a:lnTo>
                <a:lnTo>
                  <a:pt x="420522" y="154089"/>
                </a:lnTo>
                <a:lnTo>
                  <a:pt x="437337" y="116217"/>
                </a:lnTo>
                <a:lnTo>
                  <a:pt x="446646" y="75450"/>
                </a:lnTo>
                <a:lnTo>
                  <a:pt x="449580" y="32054"/>
                </a:lnTo>
                <a:close/>
              </a:path>
              <a:path w="549275" h="302259">
                <a:moveTo>
                  <a:pt x="549135" y="0"/>
                </a:moveTo>
                <a:lnTo>
                  <a:pt x="512127" y="0"/>
                </a:lnTo>
                <a:lnTo>
                  <a:pt x="512127" y="117894"/>
                </a:lnTo>
                <a:lnTo>
                  <a:pt x="448271" y="117894"/>
                </a:lnTo>
                <a:lnTo>
                  <a:pt x="448271" y="148399"/>
                </a:lnTo>
                <a:lnTo>
                  <a:pt x="512127" y="148399"/>
                </a:lnTo>
                <a:lnTo>
                  <a:pt x="512127" y="302006"/>
                </a:lnTo>
                <a:lnTo>
                  <a:pt x="549135" y="302006"/>
                </a:lnTo>
                <a:lnTo>
                  <a:pt x="549135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5631224" y="8045450"/>
            <a:ext cx="276860" cy="158115"/>
          </a:xfrm>
          <a:custGeom>
            <a:avLst/>
            <a:gdLst/>
            <a:ahLst/>
            <a:cxnLst/>
            <a:rect l="l" t="t" r="r" b="b"/>
            <a:pathLst>
              <a:path w="276859" h="158115">
                <a:moveTo>
                  <a:pt x="247370" y="87630"/>
                </a:moveTo>
                <a:lnTo>
                  <a:pt x="71894" y="87630"/>
                </a:lnTo>
                <a:lnTo>
                  <a:pt x="71894" y="67310"/>
                </a:lnTo>
                <a:lnTo>
                  <a:pt x="242163" y="67310"/>
                </a:lnTo>
                <a:lnTo>
                  <a:pt x="242163" y="43180"/>
                </a:lnTo>
                <a:lnTo>
                  <a:pt x="242163" y="25400"/>
                </a:lnTo>
                <a:lnTo>
                  <a:pt x="242163" y="0"/>
                </a:lnTo>
                <a:lnTo>
                  <a:pt x="34290" y="0"/>
                </a:lnTo>
                <a:lnTo>
                  <a:pt x="34290" y="25400"/>
                </a:lnTo>
                <a:lnTo>
                  <a:pt x="205041" y="25400"/>
                </a:lnTo>
                <a:lnTo>
                  <a:pt x="205041" y="43180"/>
                </a:lnTo>
                <a:lnTo>
                  <a:pt x="35001" y="43180"/>
                </a:lnTo>
                <a:lnTo>
                  <a:pt x="35001" y="67310"/>
                </a:lnTo>
                <a:lnTo>
                  <a:pt x="35001" y="87630"/>
                </a:lnTo>
                <a:lnTo>
                  <a:pt x="35001" y="113030"/>
                </a:lnTo>
                <a:lnTo>
                  <a:pt x="247370" y="113030"/>
                </a:lnTo>
                <a:lnTo>
                  <a:pt x="247370" y="87630"/>
                </a:lnTo>
                <a:close/>
              </a:path>
              <a:path w="276859" h="158115">
                <a:moveTo>
                  <a:pt x="276339" y="129946"/>
                </a:moveTo>
                <a:lnTo>
                  <a:pt x="0" y="129946"/>
                </a:lnTo>
                <a:lnTo>
                  <a:pt x="0" y="157848"/>
                </a:lnTo>
                <a:lnTo>
                  <a:pt x="276339" y="157848"/>
                </a:lnTo>
                <a:lnTo>
                  <a:pt x="276339" y="129946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5663380" y="8221979"/>
            <a:ext cx="220345" cy="115570"/>
          </a:xfrm>
          <a:custGeom>
            <a:avLst/>
            <a:gdLst/>
            <a:ahLst/>
            <a:cxnLst/>
            <a:rect l="l" t="t" r="r" b="b"/>
            <a:pathLst>
              <a:path w="220344" h="115570">
                <a:moveTo>
                  <a:pt x="219824" y="88900"/>
                </a:moveTo>
                <a:lnTo>
                  <a:pt x="37363" y="88900"/>
                </a:lnTo>
                <a:lnTo>
                  <a:pt x="37363" y="68580"/>
                </a:lnTo>
                <a:lnTo>
                  <a:pt x="210604" y="68580"/>
                </a:lnTo>
                <a:lnTo>
                  <a:pt x="210604" y="44450"/>
                </a:lnTo>
                <a:lnTo>
                  <a:pt x="210604" y="25400"/>
                </a:lnTo>
                <a:lnTo>
                  <a:pt x="210604" y="0"/>
                </a:lnTo>
                <a:lnTo>
                  <a:pt x="0" y="0"/>
                </a:lnTo>
                <a:lnTo>
                  <a:pt x="0" y="25400"/>
                </a:lnTo>
                <a:lnTo>
                  <a:pt x="173710" y="25400"/>
                </a:lnTo>
                <a:lnTo>
                  <a:pt x="173710" y="44450"/>
                </a:lnTo>
                <a:lnTo>
                  <a:pt x="355" y="44450"/>
                </a:lnTo>
                <a:lnTo>
                  <a:pt x="355" y="68580"/>
                </a:lnTo>
                <a:lnTo>
                  <a:pt x="355" y="88900"/>
                </a:lnTo>
                <a:lnTo>
                  <a:pt x="355" y="115570"/>
                </a:lnTo>
                <a:lnTo>
                  <a:pt x="219824" y="115570"/>
                </a:lnTo>
                <a:lnTo>
                  <a:pt x="219824" y="8890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6007970" y="8038338"/>
            <a:ext cx="556895" cy="302260"/>
          </a:xfrm>
          <a:custGeom>
            <a:avLst/>
            <a:gdLst/>
            <a:ahLst/>
            <a:cxnLst/>
            <a:rect l="l" t="t" r="r" b="b"/>
            <a:pathLst>
              <a:path w="556894" h="302259">
                <a:moveTo>
                  <a:pt x="242646" y="252463"/>
                </a:moveTo>
                <a:lnTo>
                  <a:pt x="235585" y="231394"/>
                </a:lnTo>
                <a:lnTo>
                  <a:pt x="234988" y="230936"/>
                </a:lnTo>
                <a:lnTo>
                  <a:pt x="215176" y="215938"/>
                </a:lnTo>
                <a:lnTo>
                  <a:pt x="205511" y="213156"/>
                </a:lnTo>
                <a:lnTo>
                  <a:pt x="205511" y="252463"/>
                </a:lnTo>
                <a:lnTo>
                  <a:pt x="201142" y="262026"/>
                </a:lnTo>
                <a:lnTo>
                  <a:pt x="188404" y="268770"/>
                </a:lnTo>
                <a:lnTo>
                  <a:pt x="167322" y="272732"/>
                </a:lnTo>
                <a:lnTo>
                  <a:pt x="137871" y="273977"/>
                </a:lnTo>
                <a:lnTo>
                  <a:pt x="108077" y="272732"/>
                </a:lnTo>
                <a:lnTo>
                  <a:pt x="86804" y="268770"/>
                </a:lnTo>
                <a:lnTo>
                  <a:pt x="74066" y="262026"/>
                </a:lnTo>
                <a:lnTo>
                  <a:pt x="69888" y="252463"/>
                </a:lnTo>
                <a:lnTo>
                  <a:pt x="74066" y="243014"/>
                </a:lnTo>
                <a:lnTo>
                  <a:pt x="86804" y="236296"/>
                </a:lnTo>
                <a:lnTo>
                  <a:pt x="108077" y="232270"/>
                </a:lnTo>
                <a:lnTo>
                  <a:pt x="137871" y="230936"/>
                </a:lnTo>
                <a:lnTo>
                  <a:pt x="167322" y="232270"/>
                </a:lnTo>
                <a:lnTo>
                  <a:pt x="188404" y="236296"/>
                </a:lnTo>
                <a:lnTo>
                  <a:pt x="201142" y="243014"/>
                </a:lnTo>
                <a:lnTo>
                  <a:pt x="205511" y="252463"/>
                </a:lnTo>
                <a:lnTo>
                  <a:pt x="205511" y="213156"/>
                </a:lnTo>
                <a:lnTo>
                  <a:pt x="182308" y="206451"/>
                </a:lnTo>
                <a:lnTo>
                  <a:pt x="137871" y="203276"/>
                </a:lnTo>
                <a:lnTo>
                  <a:pt x="93040" y="206451"/>
                </a:lnTo>
                <a:lnTo>
                  <a:pt x="60020" y="215938"/>
                </a:lnTo>
                <a:lnTo>
                  <a:pt x="39611" y="231394"/>
                </a:lnTo>
                <a:lnTo>
                  <a:pt x="32639" y="252463"/>
                </a:lnTo>
                <a:lnTo>
                  <a:pt x="39611" y="273799"/>
                </a:lnTo>
                <a:lnTo>
                  <a:pt x="60020" y="289267"/>
                </a:lnTo>
                <a:lnTo>
                  <a:pt x="93040" y="298653"/>
                </a:lnTo>
                <a:lnTo>
                  <a:pt x="137871" y="301777"/>
                </a:lnTo>
                <a:lnTo>
                  <a:pt x="182308" y="298653"/>
                </a:lnTo>
                <a:lnTo>
                  <a:pt x="215176" y="289267"/>
                </a:lnTo>
                <a:lnTo>
                  <a:pt x="235343" y="273977"/>
                </a:lnTo>
                <a:lnTo>
                  <a:pt x="235585" y="273799"/>
                </a:lnTo>
                <a:lnTo>
                  <a:pt x="242646" y="252463"/>
                </a:lnTo>
                <a:close/>
              </a:path>
              <a:path w="556894" h="302259">
                <a:moveTo>
                  <a:pt x="275983" y="157149"/>
                </a:moveTo>
                <a:lnTo>
                  <a:pt x="156552" y="157149"/>
                </a:lnTo>
                <a:lnTo>
                  <a:pt x="156552" y="134810"/>
                </a:lnTo>
                <a:lnTo>
                  <a:pt x="245364" y="134810"/>
                </a:lnTo>
                <a:lnTo>
                  <a:pt x="245364" y="106184"/>
                </a:lnTo>
                <a:lnTo>
                  <a:pt x="72605" y="106184"/>
                </a:lnTo>
                <a:lnTo>
                  <a:pt x="72605" y="84670"/>
                </a:lnTo>
                <a:lnTo>
                  <a:pt x="235661" y="84670"/>
                </a:lnTo>
                <a:lnTo>
                  <a:pt x="235661" y="57353"/>
                </a:lnTo>
                <a:lnTo>
                  <a:pt x="72605" y="57353"/>
                </a:lnTo>
                <a:lnTo>
                  <a:pt x="72605" y="36779"/>
                </a:lnTo>
                <a:lnTo>
                  <a:pt x="243116" y="36779"/>
                </a:lnTo>
                <a:lnTo>
                  <a:pt x="243116" y="7810"/>
                </a:lnTo>
                <a:lnTo>
                  <a:pt x="35229" y="7810"/>
                </a:lnTo>
                <a:lnTo>
                  <a:pt x="35229" y="134810"/>
                </a:lnTo>
                <a:lnTo>
                  <a:pt x="119189" y="134810"/>
                </a:lnTo>
                <a:lnTo>
                  <a:pt x="119189" y="157149"/>
                </a:lnTo>
                <a:lnTo>
                  <a:pt x="0" y="157149"/>
                </a:lnTo>
                <a:lnTo>
                  <a:pt x="0" y="186601"/>
                </a:lnTo>
                <a:lnTo>
                  <a:pt x="275983" y="186601"/>
                </a:lnTo>
                <a:lnTo>
                  <a:pt x="275983" y="157149"/>
                </a:lnTo>
                <a:close/>
              </a:path>
              <a:path w="556894" h="302259">
                <a:moveTo>
                  <a:pt x="436562" y="164249"/>
                </a:moveTo>
                <a:lnTo>
                  <a:pt x="431609" y="135826"/>
                </a:lnTo>
                <a:lnTo>
                  <a:pt x="424751" y="124637"/>
                </a:lnTo>
                <a:lnTo>
                  <a:pt x="417944" y="113525"/>
                </a:lnTo>
                <a:lnTo>
                  <a:pt x="403809" y="103644"/>
                </a:lnTo>
                <a:lnTo>
                  <a:pt x="403809" y="164249"/>
                </a:lnTo>
                <a:lnTo>
                  <a:pt x="401281" y="180695"/>
                </a:lnTo>
                <a:lnTo>
                  <a:pt x="394385" y="193116"/>
                </a:lnTo>
                <a:lnTo>
                  <a:pt x="383895" y="200952"/>
                </a:lnTo>
                <a:lnTo>
                  <a:pt x="370586" y="203631"/>
                </a:lnTo>
                <a:lnTo>
                  <a:pt x="357098" y="200952"/>
                </a:lnTo>
                <a:lnTo>
                  <a:pt x="346570" y="193116"/>
                </a:lnTo>
                <a:lnTo>
                  <a:pt x="339737" y="180695"/>
                </a:lnTo>
                <a:lnTo>
                  <a:pt x="337362" y="164249"/>
                </a:lnTo>
                <a:lnTo>
                  <a:pt x="339737" y="147980"/>
                </a:lnTo>
                <a:lnTo>
                  <a:pt x="346570" y="135483"/>
                </a:lnTo>
                <a:lnTo>
                  <a:pt x="357098" y="127469"/>
                </a:lnTo>
                <a:lnTo>
                  <a:pt x="370586" y="124637"/>
                </a:lnTo>
                <a:lnTo>
                  <a:pt x="383895" y="127469"/>
                </a:lnTo>
                <a:lnTo>
                  <a:pt x="394385" y="135483"/>
                </a:lnTo>
                <a:lnTo>
                  <a:pt x="401281" y="147980"/>
                </a:lnTo>
                <a:lnTo>
                  <a:pt x="403809" y="164249"/>
                </a:lnTo>
                <a:lnTo>
                  <a:pt x="403809" y="103644"/>
                </a:lnTo>
                <a:lnTo>
                  <a:pt x="397090" y="98933"/>
                </a:lnTo>
                <a:lnTo>
                  <a:pt x="370586" y="93649"/>
                </a:lnTo>
                <a:lnTo>
                  <a:pt x="344093" y="98933"/>
                </a:lnTo>
                <a:lnTo>
                  <a:pt x="323189" y="113525"/>
                </a:lnTo>
                <a:lnTo>
                  <a:pt x="309473" y="135826"/>
                </a:lnTo>
                <a:lnTo>
                  <a:pt x="304609" y="164249"/>
                </a:lnTo>
                <a:lnTo>
                  <a:pt x="309473" y="192963"/>
                </a:lnTo>
                <a:lnTo>
                  <a:pt x="323189" y="215430"/>
                </a:lnTo>
                <a:lnTo>
                  <a:pt x="344093" y="230085"/>
                </a:lnTo>
                <a:lnTo>
                  <a:pt x="370586" y="235318"/>
                </a:lnTo>
                <a:lnTo>
                  <a:pt x="397090" y="230085"/>
                </a:lnTo>
                <a:lnTo>
                  <a:pt x="417944" y="215430"/>
                </a:lnTo>
                <a:lnTo>
                  <a:pt x="425132" y="203631"/>
                </a:lnTo>
                <a:lnTo>
                  <a:pt x="431609" y="192963"/>
                </a:lnTo>
                <a:lnTo>
                  <a:pt x="436562" y="164249"/>
                </a:lnTo>
                <a:close/>
              </a:path>
              <a:path w="556894" h="302259">
                <a:moveTo>
                  <a:pt x="444131" y="48006"/>
                </a:moveTo>
                <a:lnTo>
                  <a:pt x="388912" y="48006"/>
                </a:lnTo>
                <a:lnTo>
                  <a:pt x="388912" y="8636"/>
                </a:lnTo>
                <a:lnTo>
                  <a:pt x="352145" y="8636"/>
                </a:lnTo>
                <a:lnTo>
                  <a:pt x="352145" y="48006"/>
                </a:lnTo>
                <a:lnTo>
                  <a:pt x="296087" y="48006"/>
                </a:lnTo>
                <a:lnTo>
                  <a:pt x="296087" y="77927"/>
                </a:lnTo>
                <a:lnTo>
                  <a:pt x="444131" y="77927"/>
                </a:lnTo>
                <a:lnTo>
                  <a:pt x="444131" y="48006"/>
                </a:lnTo>
                <a:close/>
              </a:path>
              <a:path w="556894" h="302259">
                <a:moveTo>
                  <a:pt x="556590" y="0"/>
                </a:moveTo>
                <a:lnTo>
                  <a:pt x="521233" y="0"/>
                </a:lnTo>
                <a:lnTo>
                  <a:pt x="521233" y="124396"/>
                </a:lnTo>
                <a:lnTo>
                  <a:pt x="491553" y="124396"/>
                </a:lnTo>
                <a:lnTo>
                  <a:pt x="491553" y="6388"/>
                </a:lnTo>
                <a:lnTo>
                  <a:pt x="456666" y="6388"/>
                </a:lnTo>
                <a:lnTo>
                  <a:pt x="456666" y="288404"/>
                </a:lnTo>
                <a:lnTo>
                  <a:pt x="491553" y="288404"/>
                </a:lnTo>
                <a:lnTo>
                  <a:pt x="491553" y="154432"/>
                </a:lnTo>
                <a:lnTo>
                  <a:pt x="521233" y="154432"/>
                </a:lnTo>
                <a:lnTo>
                  <a:pt x="521233" y="302006"/>
                </a:lnTo>
                <a:lnTo>
                  <a:pt x="556590" y="302006"/>
                </a:lnTo>
                <a:lnTo>
                  <a:pt x="556590" y="154432"/>
                </a:lnTo>
                <a:lnTo>
                  <a:pt x="556590" y="124396"/>
                </a:lnTo>
                <a:lnTo>
                  <a:pt x="556590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2803620" y="8517711"/>
            <a:ext cx="253365" cy="302260"/>
          </a:xfrm>
          <a:custGeom>
            <a:avLst/>
            <a:gdLst/>
            <a:ahLst/>
            <a:cxnLst/>
            <a:rect l="l" t="t" r="r" b="b"/>
            <a:pathLst>
              <a:path w="253365" h="302259">
                <a:moveTo>
                  <a:pt x="252932" y="0"/>
                </a:moveTo>
                <a:lnTo>
                  <a:pt x="215447" y="0"/>
                </a:lnTo>
                <a:lnTo>
                  <a:pt x="215447" y="302004"/>
                </a:lnTo>
                <a:lnTo>
                  <a:pt x="252932" y="302004"/>
                </a:lnTo>
                <a:lnTo>
                  <a:pt x="252932" y="0"/>
                </a:lnTo>
                <a:close/>
              </a:path>
              <a:path w="253365" h="302259">
                <a:moveTo>
                  <a:pt x="115527" y="60306"/>
                </a:moveTo>
                <a:lnTo>
                  <a:pt x="77689" y="60306"/>
                </a:lnTo>
                <a:lnTo>
                  <a:pt x="77689" y="85729"/>
                </a:lnTo>
                <a:lnTo>
                  <a:pt x="72168" y="124671"/>
                </a:lnTo>
                <a:lnTo>
                  <a:pt x="56670" y="161718"/>
                </a:lnTo>
                <a:lnTo>
                  <a:pt x="32259" y="193199"/>
                </a:lnTo>
                <a:lnTo>
                  <a:pt x="0" y="215447"/>
                </a:lnTo>
                <a:lnTo>
                  <a:pt x="21403" y="244772"/>
                </a:lnTo>
                <a:lnTo>
                  <a:pt x="46266" y="228966"/>
                </a:lnTo>
                <a:lnTo>
                  <a:pt x="67415" y="207450"/>
                </a:lnTo>
                <a:lnTo>
                  <a:pt x="84508" y="181301"/>
                </a:lnTo>
                <a:lnTo>
                  <a:pt x="97199" y="151593"/>
                </a:lnTo>
                <a:lnTo>
                  <a:pt x="133422" y="151593"/>
                </a:lnTo>
                <a:lnTo>
                  <a:pt x="120832" y="122907"/>
                </a:lnTo>
                <a:lnTo>
                  <a:pt x="115527" y="85729"/>
                </a:lnTo>
                <a:lnTo>
                  <a:pt x="115527" y="60306"/>
                </a:lnTo>
                <a:close/>
              </a:path>
              <a:path w="253365" h="302259">
                <a:moveTo>
                  <a:pt x="133422" y="151593"/>
                </a:moveTo>
                <a:lnTo>
                  <a:pt x="97199" y="151593"/>
                </a:lnTo>
                <a:lnTo>
                  <a:pt x="109857" y="179004"/>
                </a:lnTo>
                <a:lnTo>
                  <a:pt x="126894" y="203001"/>
                </a:lnTo>
                <a:lnTo>
                  <a:pt x="148033" y="222697"/>
                </a:lnTo>
                <a:lnTo>
                  <a:pt x="172996" y="237204"/>
                </a:lnTo>
                <a:lnTo>
                  <a:pt x="193217" y="207879"/>
                </a:lnTo>
                <a:lnTo>
                  <a:pt x="160574" y="187196"/>
                </a:lnTo>
                <a:lnTo>
                  <a:pt x="136147" y="157801"/>
                </a:lnTo>
                <a:lnTo>
                  <a:pt x="133422" y="151593"/>
                </a:lnTo>
                <a:close/>
              </a:path>
              <a:path w="253365" h="302259">
                <a:moveTo>
                  <a:pt x="181509" y="29798"/>
                </a:moveTo>
                <a:lnTo>
                  <a:pt x="11115" y="29798"/>
                </a:lnTo>
                <a:lnTo>
                  <a:pt x="11115" y="60306"/>
                </a:lnTo>
                <a:lnTo>
                  <a:pt x="181509" y="60306"/>
                </a:lnTo>
                <a:lnTo>
                  <a:pt x="181509" y="29798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3101130" y="8517711"/>
            <a:ext cx="548005" cy="302895"/>
          </a:xfrm>
          <a:custGeom>
            <a:avLst/>
            <a:gdLst/>
            <a:ahLst/>
            <a:cxnLst/>
            <a:rect l="l" t="t" r="r" b="b"/>
            <a:pathLst>
              <a:path w="548005" h="302895">
                <a:moveTo>
                  <a:pt x="276339" y="237324"/>
                </a:moveTo>
                <a:lnTo>
                  <a:pt x="203504" y="237324"/>
                </a:lnTo>
                <a:lnTo>
                  <a:pt x="203504" y="175133"/>
                </a:lnTo>
                <a:lnTo>
                  <a:pt x="251028" y="175133"/>
                </a:lnTo>
                <a:lnTo>
                  <a:pt x="251028" y="144970"/>
                </a:lnTo>
                <a:lnTo>
                  <a:pt x="207873" y="144970"/>
                </a:lnTo>
                <a:lnTo>
                  <a:pt x="207873" y="55575"/>
                </a:lnTo>
                <a:lnTo>
                  <a:pt x="252222" y="55575"/>
                </a:lnTo>
                <a:lnTo>
                  <a:pt x="252222" y="25552"/>
                </a:lnTo>
                <a:lnTo>
                  <a:pt x="171221" y="25552"/>
                </a:lnTo>
                <a:lnTo>
                  <a:pt x="171221" y="55575"/>
                </a:lnTo>
                <a:lnTo>
                  <a:pt x="171221" y="144970"/>
                </a:lnTo>
                <a:lnTo>
                  <a:pt x="166128" y="144970"/>
                </a:lnTo>
                <a:lnTo>
                  <a:pt x="166128" y="175133"/>
                </a:lnTo>
                <a:lnTo>
                  <a:pt x="166128" y="237324"/>
                </a:lnTo>
                <a:lnTo>
                  <a:pt x="108661" y="237324"/>
                </a:lnTo>
                <a:lnTo>
                  <a:pt x="108661" y="175133"/>
                </a:lnTo>
                <a:lnTo>
                  <a:pt x="166128" y="175133"/>
                </a:lnTo>
                <a:lnTo>
                  <a:pt x="166128" y="144970"/>
                </a:lnTo>
                <a:lnTo>
                  <a:pt x="103339" y="144970"/>
                </a:lnTo>
                <a:lnTo>
                  <a:pt x="103339" y="55575"/>
                </a:lnTo>
                <a:lnTo>
                  <a:pt x="171221" y="55575"/>
                </a:lnTo>
                <a:lnTo>
                  <a:pt x="171221" y="25552"/>
                </a:lnTo>
                <a:lnTo>
                  <a:pt x="22580" y="25552"/>
                </a:lnTo>
                <a:lnTo>
                  <a:pt x="22580" y="55575"/>
                </a:lnTo>
                <a:lnTo>
                  <a:pt x="66332" y="55575"/>
                </a:lnTo>
                <a:lnTo>
                  <a:pt x="66332" y="144970"/>
                </a:lnTo>
                <a:lnTo>
                  <a:pt x="23520" y="144970"/>
                </a:lnTo>
                <a:lnTo>
                  <a:pt x="23520" y="175133"/>
                </a:lnTo>
                <a:lnTo>
                  <a:pt x="71412" y="175133"/>
                </a:lnTo>
                <a:lnTo>
                  <a:pt x="71412" y="237324"/>
                </a:lnTo>
                <a:lnTo>
                  <a:pt x="0" y="237324"/>
                </a:lnTo>
                <a:lnTo>
                  <a:pt x="0" y="267360"/>
                </a:lnTo>
                <a:lnTo>
                  <a:pt x="276339" y="267360"/>
                </a:lnTo>
                <a:lnTo>
                  <a:pt x="276339" y="237324"/>
                </a:lnTo>
                <a:close/>
              </a:path>
              <a:path w="548005" h="302895">
                <a:moveTo>
                  <a:pt x="477126" y="93891"/>
                </a:moveTo>
                <a:lnTo>
                  <a:pt x="470839" y="64363"/>
                </a:lnTo>
                <a:lnTo>
                  <a:pt x="462394" y="53098"/>
                </a:lnTo>
                <a:lnTo>
                  <a:pt x="453529" y="41262"/>
                </a:lnTo>
                <a:lnTo>
                  <a:pt x="440817" y="33972"/>
                </a:lnTo>
                <a:lnTo>
                  <a:pt x="440817" y="93891"/>
                </a:lnTo>
                <a:lnTo>
                  <a:pt x="437286" y="110947"/>
                </a:lnTo>
                <a:lnTo>
                  <a:pt x="427494" y="123774"/>
                </a:lnTo>
                <a:lnTo>
                  <a:pt x="412686" y="131876"/>
                </a:lnTo>
                <a:lnTo>
                  <a:pt x="394119" y="134683"/>
                </a:lnTo>
                <a:lnTo>
                  <a:pt x="375704" y="131876"/>
                </a:lnTo>
                <a:lnTo>
                  <a:pt x="361035" y="123774"/>
                </a:lnTo>
                <a:lnTo>
                  <a:pt x="351383" y="110947"/>
                </a:lnTo>
                <a:lnTo>
                  <a:pt x="347992" y="93891"/>
                </a:lnTo>
                <a:lnTo>
                  <a:pt x="351383" y="76949"/>
                </a:lnTo>
                <a:lnTo>
                  <a:pt x="361035" y="64096"/>
                </a:lnTo>
                <a:lnTo>
                  <a:pt x="375704" y="55943"/>
                </a:lnTo>
                <a:lnTo>
                  <a:pt x="394119" y="53098"/>
                </a:lnTo>
                <a:lnTo>
                  <a:pt x="412737" y="55943"/>
                </a:lnTo>
                <a:lnTo>
                  <a:pt x="427532" y="64096"/>
                </a:lnTo>
                <a:lnTo>
                  <a:pt x="437299" y="76949"/>
                </a:lnTo>
                <a:lnTo>
                  <a:pt x="440817" y="93891"/>
                </a:lnTo>
                <a:lnTo>
                  <a:pt x="440817" y="33972"/>
                </a:lnTo>
                <a:lnTo>
                  <a:pt x="427266" y="26200"/>
                </a:lnTo>
                <a:lnTo>
                  <a:pt x="394119" y="20815"/>
                </a:lnTo>
                <a:lnTo>
                  <a:pt x="361073" y="26200"/>
                </a:lnTo>
                <a:lnTo>
                  <a:pt x="334733" y="41262"/>
                </a:lnTo>
                <a:lnTo>
                  <a:pt x="317334" y="64363"/>
                </a:lnTo>
                <a:lnTo>
                  <a:pt x="311099" y="93891"/>
                </a:lnTo>
                <a:lnTo>
                  <a:pt x="317334" y="123469"/>
                </a:lnTo>
                <a:lnTo>
                  <a:pt x="334733" y="146570"/>
                </a:lnTo>
                <a:lnTo>
                  <a:pt x="361073" y="161607"/>
                </a:lnTo>
                <a:lnTo>
                  <a:pt x="394119" y="166966"/>
                </a:lnTo>
                <a:lnTo>
                  <a:pt x="427266" y="161607"/>
                </a:lnTo>
                <a:lnTo>
                  <a:pt x="453529" y="146570"/>
                </a:lnTo>
                <a:lnTo>
                  <a:pt x="462432" y="134683"/>
                </a:lnTo>
                <a:lnTo>
                  <a:pt x="470839" y="123469"/>
                </a:lnTo>
                <a:lnTo>
                  <a:pt x="477126" y="93891"/>
                </a:lnTo>
                <a:close/>
              </a:path>
              <a:path w="548005" h="302895">
                <a:moveTo>
                  <a:pt x="495566" y="225856"/>
                </a:moveTo>
                <a:lnTo>
                  <a:pt x="492734" y="198894"/>
                </a:lnTo>
                <a:lnTo>
                  <a:pt x="442302" y="204393"/>
                </a:lnTo>
                <a:lnTo>
                  <a:pt x="391045" y="207352"/>
                </a:lnTo>
                <a:lnTo>
                  <a:pt x="341807" y="208546"/>
                </a:lnTo>
                <a:lnTo>
                  <a:pt x="297510" y="208711"/>
                </a:lnTo>
                <a:lnTo>
                  <a:pt x="302006" y="239331"/>
                </a:lnTo>
                <a:lnTo>
                  <a:pt x="345287" y="239064"/>
                </a:lnTo>
                <a:lnTo>
                  <a:pt x="393458" y="237477"/>
                </a:lnTo>
                <a:lnTo>
                  <a:pt x="444309" y="233451"/>
                </a:lnTo>
                <a:lnTo>
                  <a:pt x="495566" y="225856"/>
                </a:lnTo>
                <a:close/>
              </a:path>
              <a:path w="548005" h="302895">
                <a:moveTo>
                  <a:pt x="547839" y="0"/>
                </a:moveTo>
                <a:lnTo>
                  <a:pt x="510705" y="0"/>
                </a:lnTo>
                <a:lnTo>
                  <a:pt x="510705" y="302717"/>
                </a:lnTo>
                <a:lnTo>
                  <a:pt x="547839" y="302717"/>
                </a:lnTo>
                <a:lnTo>
                  <a:pt x="54783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13773963" y="8517711"/>
            <a:ext cx="1163955" cy="302260"/>
          </a:xfrm>
          <a:custGeom>
            <a:avLst/>
            <a:gdLst/>
            <a:ahLst/>
            <a:cxnLst/>
            <a:rect l="l" t="t" r="r" b="b"/>
            <a:pathLst>
              <a:path w="1163955" h="302259">
                <a:moveTo>
                  <a:pt x="186359" y="119430"/>
                </a:moveTo>
                <a:lnTo>
                  <a:pt x="154622" y="104940"/>
                </a:lnTo>
                <a:lnTo>
                  <a:pt x="134061" y="86321"/>
                </a:lnTo>
                <a:lnTo>
                  <a:pt x="131610" y="84112"/>
                </a:lnTo>
                <a:lnTo>
                  <a:pt x="117652" y="58712"/>
                </a:lnTo>
                <a:lnTo>
                  <a:pt x="113042" y="30518"/>
                </a:lnTo>
                <a:lnTo>
                  <a:pt x="113042" y="7340"/>
                </a:lnTo>
                <a:lnTo>
                  <a:pt x="74612" y="7340"/>
                </a:lnTo>
                <a:lnTo>
                  <a:pt x="74612" y="30518"/>
                </a:lnTo>
                <a:lnTo>
                  <a:pt x="69824" y="59778"/>
                </a:lnTo>
                <a:lnTo>
                  <a:pt x="55626" y="86601"/>
                </a:lnTo>
                <a:lnTo>
                  <a:pt x="32258" y="108877"/>
                </a:lnTo>
                <a:lnTo>
                  <a:pt x="0" y="124523"/>
                </a:lnTo>
                <a:lnTo>
                  <a:pt x="18681" y="153720"/>
                </a:lnTo>
                <a:lnTo>
                  <a:pt x="43764" y="142748"/>
                </a:lnTo>
                <a:lnTo>
                  <a:pt x="64782" y="127431"/>
                </a:lnTo>
                <a:lnTo>
                  <a:pt x="81622" y="108419"/>
                </a:lnTo>
                <a:lnTo>
                  <a:pt x="94132" y="86321"/>
                </a:lnTo>
                <a:lnTo>
                  <a:pt x="106527" y="106616"/>
                </a:lnTo>
                <a:lnTo>
                  <a:pt x="123050" y="124040"/>
                </a:lnTo>
                <a:lnTo>
                  <a:pt x="143598" y="138112"/>
                </a:lnTo>
                <a:lnTo>
                  <a:pt x="168033" y="148285"/>
                </a:lnTo>
                <a:lnTo>
                  <a:pt x="186359" y="119430"/>
                </a:lnTo>
                <a:close/>
              </a:path>
              <a:path w="1163955" h="302259">
                <a:moveTo>
                  <a:pt x="251396" y="0"/>
                </a:moveTo>
                <a:lnTo>
                  <a:pt x="214617" y="0"/>
                </a:lnTo>
                <a:lnTo>
                  <a:pt x="214617" y="154203"/>
                </a:lnTo>
                <a:lnTo>
                  <a:pt x="251396" y="154203"/>
                </a:lnTo>
                <a:lnTo>
                  <a:pt x="251396" y="0"/>
                </a:lnTo>
                <a:close/>
              </a:path>
              <a:path w="1163955" h="302259">
                <a:moveTo>
                  <a:pt x="260972" y="269963"/>
                </a:moveTo>
                <a:lnTo>
                  <a:pt x="88328" y="269963"/>
                </a:lnTo>
                <a:lnTo>
                  <a:pt x="88328" y="246545"/>
                </a:lnTo>
                <a:lnTo>
                  <a:pt x="251866" y="246545"/>
                </a:lnTo>
                <a:lnTo>
                  <a:pt x="251866" y="168033"/>
                </a:lnTo>
                <a:lnTo>
                  <a:pt x="51206" y="168033"/>
                </a:lnTo>
                <a:lnTo>
                  <a:pt x="51206" y="197002"/>
                </a:lnTo>
                <a:lnTo>
                  <a:pt x="214858" y="197002"/>
                </a:lnTo>
                <a:lnTo>
                  <a:pt x="214858" y="218884"/>
                </a:lnTo>
                <a:lnTo>
                  <a:pt x="52146" y="218884"/>
                </a:lnTo>
                <a:lnTo>
                  <a:pt x="52146" y="299529"/>
                </a:lnTo>
                <a:lnTo>
                  <a:pt x="260972" y="299529"/>
                </a:lnTo>
                <a:lnTo>
                  <a:pt x="260972" y="269963"/>
                </a:lnTo>
                <a:close/>
              </a:path>
              <a:path w="1163955" h="302259">
                <a:moveTo>
                  <a:pt x="558609" y="40678"/>
                </a:moveTo>
                <a:lnTo>
                  <a:pt x="452183" y="40678"/>
                </a:lnTo>
                <a:lnTo>
                  <a:pt x="452183" y="3911"/>
                </a:lnTo>
                <a:lnTo>
                  <a:pt x="415290" y="3911"/>
                </a:lnTo>
                <a:lnTo>
                  <a:pt x="415290" y="40678"/>
                </a:lnTo>
                <a:lnTo>
                  <a:pt x="308749" y="40678"/>
                </a:lnTo>
                <a:lnTo>
                  <a:pt x="308749" y="70599"/>
                </a:lnTo>
                <a:lnTo>
                  <a:pt x="558609" y="70599"/>
                </a:lnTo>
                <a:lnTo>
                  <a:pt x="558609" y="40678"/>
                </a:lnTo>
                <a:close/>
              </a:path>
              <a:path w="1163955" h="302259">
                <a:moveTo>
                  <a:pt x="572681" y="240284"/>
                </a:moveTo>
                <a:lnTo>
                  <a:pt x="502551" y="240284"/>
                </a:lnTo>
                <a:lnTo>
                  <a:pt x="502551" y="198666"/>
                </a:lnTo>
                <a:lnTo>
                  <a:pt x="502551" y="188493"/>
                </a:lnTo>
                <a:lnTo>
                  <a:pt x="516636" y="180086"/>
                </a:lnTo>
                <a:lnTo>
                  <a:pt x="524827" y="171818"/>
                </a:lnTo>
                <a:lnTo>
                  <a:pt x="526986" y="169646"/>
                </a:lnTo>
                <a:lnTo>
                  <a:pt x="533361" y="157276"/>
                </a:lnTo>
                <a:lnTo>
                  <a:pt x="535546" y="143078"/>
                </a:lnTo>
                <a:lnTo>
                  <a:pt x="528447" y="118757"/>
                </a:lnTo>
                <a:lnTo>
                  <a:pt x="523379" y="114236"/>
                </a:lnTo>
                <a:lnTo>
                  <a:pt x="508127" y="100634"/>
                </a:lnTo>
                <a:lnTo>
                  <a:pt x="497357" y="96850"/>
                </a:lnTo>
                <a:lnTo>
                  <a:pt x="497357" y="143078"/>
                </a:lnTo>
                <a:lnTo>
                  <a:pt x="493077" y="155460"/>
                </a:lnTo>
                <a:lnTo>
                  <a:pt x="480644" y="164452"/>
                </a:lnTo>
                <a:lnTo>
                  <a:pt x="465899" y="168516"/>
                </a:lnTo>
                <a:lnTo>
                  <a:pt x="465899" y="198666"/>
                </a:lnTo>
                <a:lnTo>
                  <a:pt x="465899" y="240284"/>
                </a:lnTo>
                <a:lnTo>
                  <a:pt x="402043" y="240284"/>
                </a:lnTo>
                <a:lnTo>
                  <a:pt x="402043" y="198780"/>
                </a:lnTo>
                <a:lnTo>
                  <a:pt x="409473" y="199644"/>
                </a:lnTo>
                <a:lnTo>
                  <a:pt x="417207" y="200266"/>
                </a:lnTo>
                <a:lnTo>
                  <a:pt x="425259" y="200660"/>
                </a:lnTo>
                <a:lnTo>
                  <a:pt x="433616" y="200787"/>
                </a:lnTo>
                <a:lnTo>
                  <a:pt x="442150" y="200660"/>
                </a:lnTo>
                <a:lnTo>
                  <a:pt x="450380" y="200253"/>
                </a:lnTo>
                <a:lnTo>
                  <a:pt x="458292" y="199593"/>
                </a:lnTo>
                <a:lnTo>
                  <a:pt x="464934" y="198780"/>
                </a:lnTo>
                <a:lnTo>
                  <a:pt x="465899" y="198666"/>
                </a:lnTo>
                <a:lnTo>
                  <a:pt x="465899" y="168516"/>
                </a:lnTo>
                <a:lnTo>
                  <a:pt x="460641" y="169951"/>
                </a:lnTo>
                <a:lnTo>
                  <a:pt x="433616" y="171818"/>
                </a:lnTo>
                <a:lnTo>
                  <a:pt x="406361" y="169951"/>
                </a:lnTo>
                <a:lnTo>
                  <a:pt x="386321" y="164452"/>
                </a:lnTo>
                <a:lnTo>
                  <a:pt x="373989" y="155460"/>
                </a:lnTo>
                <a:lnTo>
                  <a:pt x="369874" y="143078"/>
                </a:lnTo>
                <a:lnTo>
                  <a:pt x="373989" y="130644"/>
                </a:lnTo>
                <a:lnTo>
                  <a:pt x="386321" y="121602"/>
                </a:lnTo>
                <a:lnTo>
                  <a:pt x="406361" y="116090"/>
                </a:lnTo>
                <a:lnTo>
                  <a:pt x="433616" y="114236"/>
                </a:lnTo>
                <a:lnTo>
                  <a:pt x="460641" y="116090"/>
                </a:lnTo>
                <a:lnTo>
                  <a:pt x="480644" y="121602"/>
                </a:lnTo>
                <a:lnTo>
                  <a:pt x="493077" y="130644"/>
                </a:lnTo>
                <a:lnTo>
                  <a:pt x="497357" y="143078"/>
                </a:lnTo>
                <a:lnTo>
                  <a:pt x="497357" y="96850"/>
                </a:lnTo>
                <a:lnTo>
                  <a:pt x="476034" y="89344"/>
                </a:lnTo>
                <a:lnTo>
                  <a:pt x="433616" y="85496"/>
                </a:lnTo>
                <a:lnTo>
                  <a:pt x="391134" y="89344"/>
                </a:lnTo>
                <a:lnTo>
                  <a:pt x="359029" y="100634"/>
                </a:lnTo>
                <a:lnTo>
                  <a:pt x="338772" y="118757"/>
                </a:lnTo>
                <a:lnTo>
                  <a:pt x="331800" y="143078"/>
                </a:lnTo>
                <a:lnTo>
                  <a:pt x="333921" y="157276"/>
                </a:lnTo>
                <a:lnTo>
                  <a:pt x="340258" y="169646"/>
                </a:lnTo>
                <a:lnTo>
                  <a:pt x="350596" y="180086"/>
                </a:lnTo>
                <a:lnTo>
                  <a:pt x="364680" y="188493"/>
                </a:lnTo>
                <a:lnTo>
                  <a:pt x="364680" y="240284"/>
                </a:lnTo>
                <a:lnTo>
                  <a:pt x="296329" y="240284"/>
                </a:lnTo>
                <a:lnTo>
                  <a:pt x="296329" y="270319"/>
                </a:lnTo>
                <a:lnTo>
                  <a:pt x="572681" y="270319"/>
                </a:lnTo>
                <a:lnTo>
                  <a:pt x="572681" y="240284"/>
                </a:lnTo>
                <a:close/>
              </a:path>
              <a:path w="1163955" h="302259">
                <a:moveTo>
                  <a:pt x="774166" y="137058"/>
                </a:moveTo>
                <a:lnTo>
                  <a:pt x="743127" y="121869"/>
                </a:lnTo>
                <a:lnTo>
                  <a:pt x="724636" y="103708"/>
                </a:lnTo>
                <a:lnTo>
                  <a:pt x="720852" y="99999"/>
                </a:lnTo>
                <a:lnTo>
                  <a:pt x="707466" y="73177"/>
                </a:lnTo>
                <a:lnTo>
                  <a:pt x="703097" y="43167"/>
                </a:lnTo>
                <a:lnTo>
                  <a:pt x="703097" y="16319"/>
                </a:lnTo>
                <a:lnTo>
                  <a:pt x="665734" y="16319"/>
                </a:lnTo>
                <a:lnTo>
                  <a:pt x="665734" y="44818"/>
                </a:lnTo>
                <a:lnTo>
                  <a:pt x="660895" y="76695"/>
                </a:lnTo>
                <a:lnTo>
                  <a:pt x="646747" y="105371"/>
                </a:lnTo>
                <a:lnTo>
                  <a:pt x="623252" y="128943"/>
                </a:lnTo>
                <a:lnTo>
                  <a:pt x="590410" y="145453"/>
                </a:lnTo>
                <a:lnTo>
                  <a:pt x="610273" y="175361"/>
                </a:lnTo>
                <a:lnTo>
                  <a:pt x="635546" y="163423"/>
                </a:lnTo>
                <a:lnTo>
                  <a:pt x="656501" y="147116"/>
                </a:lnTo>
                <a:lnTo>
                  <a:pt x="673087" y="127025"/>
                </a:lnTo>
                <a:lnTo>
                  <a:pt x="685241" y="103708"/>
                </a:lnTo>
                <a:lnTo>
                  <a:pt x="696836" y="123939"/>
                </a:lnTo>
                <a:lnTo>
                  <a:pt x="712216" y="141312"/>
                </a:lnTo>
                <a:lnTo>
                  <a:pt x="731354" y="155486"/>
                </a:lnTo>
                <a:lnTo>
                  <a:pt x="754189" y="166141"/>
                </a:lnTo>
                <a:lnTo>
                  <a:pt x="774166" y="137058"/>
                </a:lnTo>
                <a:close/>
              </a:path>
              <a:path w="1163955" h="302259">
                <a:moveTo>
                  <a:pt x="845591" y="0"/>
                </a:moveTo>
                <a:lnTo>
                  <a:pt x="808456" y="0"/>
                </a:lnTo>
                <a:lnTo>
                  <a:pt x="808456" y="58420"/>
                </a:lnTo>
                <a:lnTo>
                  <a:pt x="748271" y="58420"/>
                </a:lnTo>
                <a:lnTo>
                  <a:pt x="748271" y="88925"/>
                </a:lnTo>
                <a:lnTo>
                  <a:pt x="808456" y="88925"/>
                </a:lnTo>
                <a:lnTo>
                  <a:pt x="808456" y="177609"/>
                </a:lnTo>
                <a:lnTo>
                  <a:pt x="845591" y="177609"/>
                </a:lnTo>
                <a:lnTo>
                  <a:pt x="845591" y="0"/>
                </a:lnTo>
                <a:close/>
              </a:path>
              <a:path w="1163955" h="302259">
                <a:moveTo>
                  <a:pt x="846416" y="243954"/>
                </a:moveTo>
                <a:lnTo>
                  <a:pt x="839304" y="219341"/>
                </a:lnTo>
                <a:lnTo>
                  <a:pt x="834148" y="214744"/>
                </a:lnTo>
                <a:lnTo>
                  <a:pt x="818857" y="201066"/>
                </a:lnTo>
                <a:lnTo>
                  <a:pt x="809523" y="197802"/>
                </a:lnTo>
                <a:lnTo>
                  <a:pt x="809523" y="243954"/>
                </a:lnTo>
                <a:lnTo>
                  <a:pt x="805065" y="256222"/>
                </a:lnTo>
                <a:lnTo>
                  <a:pt x="792200" y="265214"/>
                </a:lnTo>
                <a:lnTo>
                  <a:pt x="771448" y="270738"/>
                </a:lnTo>
                <a:lnTo>
                  <a:pt x="743305" y="272567"/>
                </a:lnTo>
                <a:lnTo>
                  <a:pt x="715225" y="270738"/>
                </a:lnTo>
                <a:lnTo>
                  <a:pt x="694499" y="265214"/>
                </a:lnTo>
                <a:lnTo>
                  <a:pt x="681710" y="256222"/>
                </a:lnTo>
                <a:lnTo>
                  <a:pt x="677443" y="243954"/>
                </a:lnTo>
                <a:lnTo>
                  <a:pt x="681710" y="231355"/>
                </a:lnTo>
                <a:lnTo>
                  <a:pt x="694499" y="222211"/>
                </a:lnTo>
                <a:lnTo>
                  <a:pt x="715225" y="216623"/>
                </a:lnTo>
                <a:lnTo>
                  <a:pt x="743305" y="214744"/>
                </a:lnTo>
                <a:lnTo>
                  <a:pt x="771448" y="216623"/>
                </a:lnTo>
                <a:lnTo>
                  <a:pt x="792200" y="222211"/>
                </a:lnTo>
                <a:lnTo>
                  <a:pt x="805065" y="231355"/>
                </a:lnTo>
                <a:lnTo>
                  <a:pt x="809523" y="243954"/>
                </a:lnTo>
                <a:lnTo>
                  <a:pt x="809523" y="197802"/>
                </a:lnTo>
                <a:lnTo>
                  <a:pt x="786409" y="189687"/>
                </a:lnTo>
                <a:lnTo>
                  <a:pt x="743305" y="185775"/>
                </a:lnTo>
                <a:lnTo>
                  <a:pt x="700278" y="189687"/>
                </a:lnTo>
                <a:lnTo>
                  <a:pt x="667880" y="201066"/>
                </a:lnTo>
                <a:lnTo>
                  <a:pt x="647471" y="219341"/>
                </a:lnTo>
                <a:lnTo>
                  <a:pt x="640435" y="243954"/>
                </a:lnTo>
                <a:lnTo>
                  <a:pt x="647471" y="268566"/>
                </a:lnTo>
                <a:lnTo>
                  <a:pt x="667880" y="286740"/>
                </a:lnTo>
                <a:lnTo>
                  <a:pt x="700278" y="297980"/>
                </a:lnTo>
                <a:lnTo>
                  <a:pt x="743305" y="301777"/>
                </a:lnTo>
                <a:lnTo>
                  <a:pt x="786409" y="297980"/>
                </a:lnTo>
                <a:lnTo>
                  <a:pt x="818857" y="286740"/>
                </a:lnTo>
                <a:lnTo>
                  <a:pt x="834796" y="272567"/>
                </a:lnTo>
                <a:lnTo>
                  <a:pt x="839304" y="268566"/>
                </a:lnTo>
                <a:lnTo>
                  <a:pt x="846416" y="243954"/>
                </a:lnTo>
                <a:close/>
              </a:path>
              <a:path w="1163955" h="302259">
                <a:moveTo>
                  <a:pt x="1134821" y="56286"/>
                </a:moveTo>
                <a:lnTo>
                  <a:pt x="1127506" y="34150"/>
                </a:lnTo>
                <a:lnTo>
                  <a:pt x="1124750" y="32054"/>
                </a:lnTo>
                <a:lnTo>
                  <a:pt x="1106233" y="17945"/>
                </a:lnTo>
                <a:lnTo>
                  <a:pt x="1096632" y="15151"/>
                </a:lnTo>
                <a:lnTo>
                  <a:pt x="1096632" y="56286"/>
                </a:lnTo>
                <a:lnTo>
                  <a:pt x="1092149" y="67195"/>
                </a:lnTo>
                <a:lnTo>
                  <a:pt x="1078801" y="74841"/>
                </a:lnTo>
                <a:lnTo>
                  <a:pt x="1056716" y="79349"/>
                </a:lnTo>
                <a:lnTo>
                  <a:pt x="1026033" y="80886"/>
                </a:lnTo>
                <a:lnTo>
                  <a:pt x="995603" y="79349"/>
                </a:lnTo>
                <a:lnTo>
                  <a:pt x="973658" y="74841"/>
                </a:lnTo>
                <a:lnTo>
                  <a:pt x="960386" y="67195"/>
                </a:lnTo>
                <a:lnTo>
                  <a:pt x="956030" y="56286"/>
                </a:lnTo>
                <a:lnTo>
                  <a:pt x="960386" y="45974"/>
                </a:lnTo>
                <a:lnTo>
                  <a:pt x="973658" y="38366"/>
                </a:lnTo>
                <a:lnTo>
                  <a:pt x="995603" y="33655"/>
                </a:lnTo>
                <a:lnTo>
                  <a:pt x="1026033" y="32054"/>
                </a:lnTo>
                <a:lnTo>
                  <a:pt x="1056716" y="33655"/>
                </a:lnTo>
                <a:lnTo>
                  <a:pt x="1078801" y="38366"/>
                </a:lnTo>
                <a:lnTo>
                  <a:pt x="1092149" y="45974"/>
                </a:lnTo>
                <a:lnTo>
                  <a:pt x="1096632" y="56286"/>
                </a:lnTo>
                <a:lnTo>
                  <a:pt x="1096632" y="15151"/>
                </a:lnTo>
                <a:lnTo>
                  <a:pt x="1072070" y="8001"/>
                </a:lnTo>
                <a:lnTo>
                  <a:pt x="1026033" y="4622"/>
                </a:lnTo>
                <a:lnTo>
                  <a:pt x="979970" y="8001"/>
                </a:lnTo>
                <a:lnTo>
                  <a:pt x="945730" y="17945"/>
                </a:lnTo>
                <a:lnTo>
                  <a:pt x="924420" y="34150"/>
                </a:lnTo>
                <a:lnTo>
                  <a:pt x="917130" y="56286"/>
                </a:lnTo>
                <a:lnTo>
                  <a:pt x="924420" y="78701"/>
                </a:lnTo>
                <a:lnTo>
                  <a:pt x="945730" y="95059"/>
                </a:lnTo>
                <a:lnTo>
                  <a:pt x="979970" y="105092"/>
                </a:lnTo>
                <a:lnTo>
                  <a:pt x="1026033" y="108559"/>
                </a:lnTo>
                <a:lnTo>
                  <a:pt x="1072070" y="105092"/>
                </a:lnTo>
                <a:lnTo>
                  <a:pt x="1106233" y="95059"/>
                </a:lnTo>
                <a:lnTo>
                  <a:pt x="1124673" y="80886"/>
                </a:lnTo>
                <a:lnTo>
                  <a:pt x="1127506" y="78701"/>
                </a:lnTo>
                <a:lnTo>
                  <a:pt x="1134821" y="56286"/>
                </a:lnTo>
                <a:close/>
              </a:path>
              <a:path w="1163955" h="302259">
                <a:moveTo>
                  <a:pt x="1137894" y="271145"/>
                </a:moveTo>
                <a:lnTo>
                  <a:pt x="957694" y="271145"/>
                </a:lnTo>
                <a:lnTo>
                  <a:pt x="957694" y="248678"/>
                </a:lnTo>
                <a:lnTo>
                  <a:pt x="1129626" y="248678"/>
                </a:lnTo>
                <a:lnTo>
                  <a:pt x="1129626" y="174650"/>
                </a:lnTo>
                <a:lnTo>
                  <a:pt x="920915" y="174650"/>
                </a:lnTo>
                <a:lnTo>
                  <a:pt x="920915" y="202323"/>
                </a:lnTo>
                <a:lnTo>
                  <a:pt x="1092962" y="202323"/>
                </a:lnTo>
                <a:lnTo>
                  <a:pt x="1092962" y="222313"/>
                </a:lnTo>
                <a:lnTo>
                  <a:pt x="921270" y="222313"/>
                </a:lnTo>
                <a:lnTo>
                  <a:pt x="921270" y="299529"/>
                </a:lnTo>
                <a:lnTo>
                  <a:pt x="1137894" y="299529"/>
                </a:lnTo>
                <a:lnTo>
                  <a:pt x="1137894" y="271145"/>
                </a:lnTo>
                <a:close/>
              </a:path>
              <a:path w="1163955" h="302259">
                <a:moveTo>
                  <a:pt x="1163916" y="124752"/>
                </a:moveTo>
                <a:lnTo>
                  <a:pt x="888517" y="124752"/>
                </a:lnTo>
                <a:lnTo>
                  <a:pt x="888517" y="154432"/>
                </a:lnTo>
                <a:lnTo>
                  <a:pt x="1163916" y="154432"/>
                </a:lnTo>
                <a:lnTo>
                  <a:pt x="1163916" y="124752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5044835" y="8517711"/>
            <a:ext cx="246379" cy="299085"/>
          </a:xfrm>
          <a:custGeom>
            <a:avLst/>
            <a:gdLst/>
            <a:ahLst/>
            <a:cxnLst/>
            <a:rect l="l" t="t" r="r" b="b"/>
            <a:pathLst>
              <a:path w="246380" h="299084">
                <a:moveTo>
                  <a:pt x="246190" y="0"/>
                </a:moveTo>
                <a:lnTo>
                  <a:pt x="208943" y="0"/>
                </a:lnTo>
                <a:lnTo>
                  <a:pt x="208943" y="162235"/>
                </a:lnTo>
                <a:lnTo>
                  <a:pt x="246190" y="162235"/>
                </a:lnTo>
                <a:lnTo>
                  <a:pt x="246190" y="0"/>
                </a:lnTo>
                <a:close/>
              </a:path>
              <a:path w="246380" h="299084">
                <a:moveTo>
                  <a:pt x="81471" y="13243"/>
                </a:moveTo>
                <a:lnTo>
                  <a:pt x="49020" y="18376"/>
                </a:lnTo>
                <a:lnTo>
                  <a:pt x="23176" y="32931"/>
                </a:lnTo>
                <a:lnTo>
                  <a:pt x="6111" y="55380"/>
                </a:lnTo>
                <a:lnTo>
                  <a:pt x="0" y="84192"/>
                </a:lnTo>
                <a:lnTo>
                  <a:pt x="6111" y="112543"/>
                </a:lnTo>
                <a:lnTo>
                  <a:pt x="23176" y="134787"/>
                </a:lnTo>
                <a:lnTo>
                  <a:pt x="49020" y="149293"/>
                </a:lnTo>
                <a:lnTo>
                  <a:pt x="81471" y="154431"/>
                </a:lnTo>
                <a:lnTo>
                  <a:pt x="113838" y="149293"/>
                </a:lnTo>
                <a:lnTo>
                  <a:pt x="139620" y="134787"/>
                </a:lnTo>
                <a:lnTo>
                  <a:pt x="148036" y="123805"/>
                </a:lnTo>
                <a:lnTo>
                  <a:pt x="81471" y="123805"/>
                </a:lnTo>
                <a:lnTo>
                  <a:pt x="63273" y="121024"/>
                </a:lnTo>
                <a:lnTo>
                  <a:pt x="48954" y="113088"/>
                </a:lnTo>
                <a:lnTo>
                  <a:pt x="39601" y="100608"/>
                </a:lnTo>
                <a:lnTo>
                  <a:pt x="36301" y="84192"/>
                </a:lnTo>
                <a:lnTo>
                  <a:pt x="39601" y="67722"/>
                </a:lnTo>
                <a:lnTo>
                  <a:pt x="48954" y="55132"/>
                </a:lnTo>
                <a:lnTo>
                  <a:pt x="63273" y="47110"/>
                </a:lnTo>
                <a:lnTo>
                  <a:pt x="81471" y="44342"/>
                </a:lnTo>
                <a:lnTo>
                  <a:pt x="148285" y="44342"/>
                </a:lnTo>
                <a:lnTo>
                  <a:pt x="139620" y="32931"/>
                </a:lnTo>
                <a:lnTo>
                  <a:pt x="113838" y="18376"/>
                </a:lnTo>
                <a:lnTo>
                  <a:pt x="81471" y="13243"/>
                </a:lnTo>
                <a:close/>
              </a:path>
              <a:path w="246380" h="299084">
                <a:moveTo>
                  <a:pt x="148285" y="44342"/>
                </a:moveTo>
                <a:lnTo>
                  <a:pt x="81471" y="44342"/>
                </a:lnTo>
                <a:lnTo>
                  <a:pt x="99399" y="47110"/>
                </a:lnTo>
                <a:lnTo>
                  <a:pt x="113591" y="55132"/>
                </a:lnTo>
                <a:lnTo>
                  <a:pt x="122927" y="67722"/>
                </a:lnTo>
                <a:lnTo>
                  <a:pt x="126287" y="84192"/>
                </a:lnTo>
                <a:lnTo>
                  <a:pt x="122927" y="100608"/>
                </a:lnTo>
                <a:lnTo>
                  <a:pt x="113591" y="113088"/>
                </a:lnTo>
                <a:lnTo>
                  <a:pt x="99399" y="121024"/>
                </a:lnTo>
                <a:lnTo>
                  <a:pt x="81471" y="123805"/>
                </a:lnTo>
                <a:lnTo>
                  <a:pt x="148036" y="123805"/>
                </a:lnTo>
                <a:lnTo>
                  <a:pt x="156666" y="112543"/>
                </a:lnTo>
                <a:lnTo>
                  <a:pt x="162826" y="84192"/>
                </a:lnTo>
                <a:lnTo>
                  <a:pt x="156666" y="55380"/>
                </a:lnTo>
                <a:lnTo>
                  <a:pt x="148285" y="44342"/>
                </a:lnTo>
                <a:close/>
              </a:path>
              <a:path w="246380" h="299084">
                <a:moveTo>
                  <a:pt x="83010" y="176188"/>
                </a:moveTo>
                <a:lnTo>
                  <a:pt x="46470" y="176188"/>
                </a:lnTo>
                <a:lnTo>
                  <a:pt x="46470" y="298456"/>
                </a:lnTo>
                <a:lnTo>
                  <a:pt x="246190" y="298456"/>
                </a:lnTo>
                <a:lnTo>
                  <a:pt x="246190" y="268303"/>
                </a:lnTo>
                <a:lnTo>
                  <a:pt x="83010" y="268303"/>
                </a:lnTo>
                <a:lnTo>
                  <a:pt x="83010" y="236140"/>
                </a:lnTo>
                <a:lnTo>
                  <a:pt x="246190" y="236140"/>
                </a:lnTo>
                <a:lnTo>
                  <a:pt x="246190" y="207051"/>
                </a:lnTo>
                <a:lnTo>
                  <a:pt x="83010" y="207051"/>
                </a:lnTo>
                <a:lnTo>
                  <a:pt x="83010" y="176188"/>
                </a:lnTo>
                <a:close/>
              </a:path>
              <a:path w="246380" h="299084">
                <a:moveTo>
                  <a:pt x="246190" y="236140"/>
                </a:moveTo>
                <a:lnTo>
                  <a:pt x="209179" y="236140"/>
                </a:lnTo>
                <a:lnTo>
                  <a:pt x="209179" y="268303"/>
                </a:lnTo>
                <a:lnTo>
                  <a:pt x="246190" y="268303"/>
                </a:lnTo>
                <a:lnTo>
                  <a:pt x="246190" y="236140"/>
                </a:lnTo>
                <a:close/>
              </a:path>
              <a:path w="246380" h="299084">
                <a:moveTo>
                  <a:pt x="246190" y="176188"/>
                </a:moveTo>
                <a:lnTo>
                  <a:pt x="209179" y="176188"/>
                </a:lnTo>
                <a:lnTo>
                  <a:pt x="209179" y="207051"/>
                </a:lnTo>
                <a:lnTo>
                  <a:pt x="246190" y="207051"/>
                </a:lnTo>
                <a:lnTo>
                  <a:pt x="246190" y="176188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5335479" y="8515705"/>
            <a:ext cx="577215" cy="304165"/>
          </a:xfrm>
          <a:custGeom>
            <a:avLst/>
            <a:gdLst/>
            <a:ahLst/>
            <a:cxnLst/>
            <a:rect l="l" t="t" r="r" b="b"/>
            <a:pathLst>
              <a:path w="577215" h="304165">
                <a:moveTo>
                  <a:pt x="242049" y="248437"/>
                </a:moveTo>
                <a:lnTo>
                  <a:pt x="234835" y="224891"/>
                </a:lnTo>
                <a:lnTo>
                  <a:pt x="231203" y="221830"/>
                </a:lnTo>
                <a:lnTo>
                  <a:pt x="214147" y="207441"/>
                </a:lnTo>
                <a:lnTo>
                  <a:pt x="204927" y="204406"/>
                </a:lnTo>
                <a:lnTo>
                  <a:pt x="204927" y="248437"/>
                </a:lnTo>
                <a:lnTo>
                  <a:pt x="200355" y="259918"/>
                </a:lnTo>
                <a:lnTo>
                  <a:pt x="187286" y="268109"/>
                </a:lnTo>
                <a:lnTo>
                  <a:pt x="166128" y="272999"/>
                </a:lnTo>
                <a:lnTo>
                  <a:pt x="137287" y="274574"/>
                </a:lnTo>
                <a:lnTo>
                  <a:pt x="108216" y="272999"/>
                </a:lnTo>
                <a:lnTo>
                  <a:pt x="87045" y="268109"/>
                </a:lnTo>
                <a:lnTo>
                  <a:pt x="74155" y="259918"/>
                </a:lnTo>
                <a:lnTo>
                  <a:pt x="69888" y="248437"/>
                </a:lnTo>
                <a:lnTo>
                  <a:pt x="74155" y="236867"/>
                </a:lnTo>
                <a:lnTo>
                  <a:pt x="87045" y="228574"/>
                </a:lnTo>
                <a:lnTo>
                  <a:pt x="108216" y="223558"/>
                </a:lnTo>
                <a:lnTo>
                  <a:pt x="137287" y="221830"/>
                </a:lnTo>
                <a:lnTo>
                  <a:pt x="166128" y="223558"/>
                </a:lnTo>
                <a:lnTo>
                  <a:pt x="187286" y="228574"/>
                </a:lnTo>
                <a:lnTo>
                  <a:pt x="200355" y="236867"/>
                </a:lnTo>
                <a:lnTo>
                  <a:pt x="204927" y="248437"/>
                </a:lnTo>
                <a:lnTo>
                  <a:pt x="204927" y="204406"/>
                </a:lnTo>
                <a:lnTo>
                  <a:pt x="181229" y="196596"/>
                </a:lnTo>
                <a:lnTo>
                  <a:pt x="137287" y="192862"/>
                </a:lnTo>
                <a:lnTo>
                  <a:pt x="93154" y="196596"/>
                </a:lnTo>
                <a:lnTo>
                  <a:pt x="60058" y="207441"/>
                </a:lnTo>
                <a:lnTo>
                  <a:pt x="39268" y="224891"/>
                </a:lnTo>
                <a:lnTo>
                  <a:pt x="32042" y="248437"/>
                </a:lnTo>
                <a:lnTo>
                  <a:pt x="39268" y="272072"/>
                </a:lnTo>
                <a:lnTo>
                  <a:pt x="60058" y="289458"/>
                </a:lnTo>
                <a:lnTo>
                  <a:pt x="93154" y="300164"/>
                </a:lnTo>
                <a:lnTo>
                  <a:pt x="137287" y="303784"/>
                </a:lnTo>
                <a:lnTo>
                  <a:pt x="181229" y="300164"/>
                </a:lnTo>
                <a:lnTo>
                  <a:pt x="214147" y="289458"/>
                </a:lnTo>
                <a:lnTo>
                  <a:pt x="231851" y="274574"/>
                </a:lnTo>
                <a:lnTo>
                  <a:pt x="234835" y="272072"/>
                </a:lnTo>
                <a:lnTo>
                  <a:pt x="242049" y="248437"/>
                </a:lnTo>
                <a:close/>
              </a:path>
              <a:path w="577215" h="304165">
                <a:moveTo>
                  <a:pt x="262509" y="100037"/>
                </a:moveTo>
                <a:lnTo>
                  <a:pt x="223570" y="92849"/>
                </a:lnTo>
                <a:lnTo>
                  <a:pt x="193497" y="80581"/>
                </a:lnTo>
                <a:lnTo>
                  <a:pt x="181483" y="71183"/>
                </a:lnTo>
                <a:lnTo>
                  <a:pt x="173164" y="64681"/>
                </a:lnTo>
                <a:lnTo>
                  <a:pt x="163423" y="46596"/>
                </a:lnTo>
                <a:lnTo>
                  <a:pt x="250685" y="46596"/>
                </a:lnTo>
                <a:lnTo>
                  <a:pt x="250685" y="16433"/>
                </a:lnTo>
                <a:lnTo>
                  <a:pt x="25184" y="16433"/>
                </a:lnTo>
                <a:lnTo>
                  <a:pt x="25184" y="46596"/>
                </a:lnTo>
                <a:lnTo>
                  <a:pt x="111747" y="46596"/>
                </a:lnTo>
                <a:lnTo>
                  <a:pt x="101854" y="64833"/>
                </a:lnTo>
                <a:lnTo>
                  <a:pt x="81432" y="80721"/>
                </a:lnTo>
                <a:lnTo>
                  <a:pt x="51536" y="92900"/>
                </a:lnTo>
                <a:lnTo>
                  <a:pt x="13246" y="100037"/>
                </a:lnTo>
                <a:lnTo>
                  <a:pt x="25895" y="129133"/>
                </a:lnTo>
                <a:lnTo>
                  <a:pt x="64223" y="122021"/>
                </a:lnTo>
                <a:lnTo>
                  <a:pt x="96151" y="109512"/>
                </a:lnTo>
                <a:lnTo>
                  <a:pt x="120827" y="92329"/>
                </a:lnTo>
                <a:lnTo>
                  <a:pt x="137401" y="71183"/>
                </a:lnTo>
                <a:lnTo>
                  <a:pt x="154127" y="92379"/>
                </a:lnTo>
                <a:lnTo>
                  <a:pt x="178981" y="109562"/>
                </a:lnTo>
                <a:lnTo>
                  <a:pt x="211048" y="122034"/>
                </a:lnTo>
                <a:lnTo>
                  <a:pt x="249389" y="129133"/>
                </a:lnTo>
                <a:lnTo>
                  <a:pt x="262509" y="100037"/>
                </a:lnTo>
                <a:close/>
              </a:path>
              <a:path w="577215" h="304165">
                <a:moveTo>
                  <a:pt x="275399" y="142722"/>
                </a:moveTo>
                <a:lnTo>
                  <a:pt x="0" y="142722"/>
                </a:lnTo>
                <a:lnTo>
                  <a:pt x="0" y="172885"/>
                </a:lnTo>
                <a:lnTo>
                  <a:pt x="275399" y="172885"/>
                </a:lnTo>
                <a:lnTo>
                  <a:pt x="275399" y="142722"/>
                </a:lnTo>
                <a:close/>
              </a:path>
              <a:path w="577215" h="304165">
                <a:moveTo>
                  <a:pt x="459867" y="125933"/>
                </a:moveTo>
                <a:lnTo>
                  <a:pt x="454444" y="103898"/>
                </a:lnTo>
                <a:lnTo>
                  <a:pt x="450926" y="99923"/>
                </a:lnTo>
                <a:lnTo>
                  <a:pt x="439356" y="86791"/>
                </a:lnTo>
                <a:lnTo>
                  <a:pt x="424624" y="79781"/>
                </a:lnTo>
                <a:lnTo>
                  <a:pt x="424624" y="125933"/>
                </a:lnTo>
                <a:lnTo>
                  <a:pt x="421728" y="137210"/>
                </a:lnTo>
                <a:lnTo>
                  <a:pt x="413880" y="145529"/>
                </a:lnTo>
                <a:lnTo>
                  <a:pt x="401802" y="150710"/>
                </a:lnTo>
                <a:lnTo>
                  <a:pt x="386194" y="152539"/>
                </a:lnTo>
                <a:lnTo>
                  <a:pt x="370471" y="150710"/>
                </a:lnTo>
                <a:lnTo>
                  <a:pt x="358368" y="145529"/>
                </a:lnTo>
                <a:lnTo>
                  <a:pt x="350634" y="137210"/>
                </a:lnTo>
                <a:lnTo>
                  <a:pt x="348005" y="125933"/>
                </a:lnTo>
                <a:lnTo>
                  <a:pt x="350634" y="114985"/>
                </a:lnTo>
                <a:lnTo>
                  <a:pt x="358368" y="106807"/>
                </a:lnTo>
                <a:lnTo>
                  <a:pt x="370471" y="101688"/>
                </a:lnTo>
                <a:lnTo>
                  <a:pt x="386194" y="99923"/>
                </a:lnTo>
                <a:lnTo>
                  <a:pt x="401802" y="101688"/>
                </a:lnTo>
                <a:lnTo>
                  <a:pt x="413880" y="106807"/>
                </a:lnTo>
                <a:lnTo>
                  <a:pt x="421728" y="114985"/>
                </a:lnTo>
                <a:lnTo>
                  <a:pt x="424624" y="125933"/>
                </a:lnTo>
                <a:lnTo>
                  <a:pt x="424624" y="79781"/>
                </a:lnTo>
                <a:lnTo>
                  <a:pt x="416102" y="75717"/>
                </a:lnTo>
                <a:lnTo>
                  <a:pt x="386194" y="71780"/>
                </a:lnTo>
                <a:lnTo>
                  <a:pt x="355866" y="75717"/>
                </a:lnTo>
                <a:lnTo>
                  <a:pt x="332397" y="86791"/>
                </a:lnTo>
                <a:lnTo>
                  <a:pt x="317258" y="103898"/>
                </a:lnTo>
                <a:lnTo>
                  <a:pt x="311937" y="125933"/>
                </a:lnTo>
                <a:lnTo>
                  <a:pt x="317258" y="148183"/>
                </a:lnTo>
                <a:lnTo>
                  <a:pt x="332397" y="165315"/>
                </a:lnTo>
                <a:lnTo>
                  <a:pt x="355866" y="176314"/>
                </a:lnTo>
                <a:lnTo>
                  <a:pt x="386194" y="180213"/>
                </a:lnTo>
                <a:lnTo>
                  <a:pt x="416052" y="176314"/>
                </a:lnTo>
                <a:lnTo>
                  <a:pt x="439305" y="165315"/>
                </a:lnTo>
                <a:lnTo>
                  <a:pt x="450583" y="152539"/>
                </a:lnTo>
                <a:lnTo>
                  <a:pt x="454431" y="148183"/>
                </a:lnTo>
                <a:lnTo>
                  <a:pt x="459867" y="125933"/>
                </a:lnTo>
                <a:close/>
              </a:path>
              <a:path w="577215" h="304165">
                <a:moveTo>
                  <a:pt x="475716" y="30988"/>
                </a:moveTo>
                <a:lnTo>
                  <a:pt x="404647" y="30988"/>
                </a:lnTo>
                <a:lnTo>
                  <a:pt x="404647" y="0"/>
                </a:lnTo>
                <a:lnTo>
                  <a:pt x="367639" y="0"/>
                </a:lnTo>
                <a:lnTo>
                  <a:pt x="367639" y="30988"/>
                </a:lnTo>
                <a:lnTo>
                  <a:pt x="296329" y="30988"/>
                </a:lnTo>
                <a:lnTo>
                  <a:pt x="296329" y="60667"/>
                </a:lnTo>
                <a:lnTo>
                  <a:pt x="475716" y="60667"/>
                </a:lnTo>
                <a:lnTo>
                  <a:pt x="475716" y="30988"/>
                </a:lnTo>
                <a:close/>
              </a:path>
              <a:path w="577215" h="304165">
                <a:moveTo>
                  <a:pt x="534606" y="198653"/>
                </a:moveTo>
                <a:lnTo>
                  <a:pt x="497827" y="198653"/>
                </a:lnTo>
                <a:lnTo>
                  <a:pt x="497827" y="227977"/>
                </a:lnTo>
                <a:lnTo>
                  <a:pt x="497827" y="270433"/>
                </a:lnTo>
                <a:lnTo>
                  <a:pt x="376034" y="270433"/>
                </a:lnTo>
                <a:lnTo>
                  <a:pt x="376034" y="227977"/>
                </a:lnTo>
                <a:lnTo>
                  <a:pt x="497827" y="227977"/>
                </a:lnTo>
                <a:lnTo>
                  <a:pt x="497827" y="198653"/>
                </a:lnTo>
                <a:lnTo>
                  <a:pt x="339369" y="198653"/>
                </a:lnTo>
                <a:lnTo>
                  <a:pt x="339369" y="300469"/>
                </a:lnTo>
                <a:lnTo>
                  <a:pt x="534606" y="300469"/>
                </a:lnTo>
                <a:lnTo>
                  <a:pt x="534606" y="270433"/>
                </a:lnTo>
                <a:lnTo>
                  <a:pt x="534606" y="227977"/>
                </a:lnTo>
                <a:lnTo>
                  <a:pt x="534606" y="198653"/>
                </a:lnTo>
                <a:close/>
              </a:path>
              <a:path w="577215" h="304165">
                <a:moveTo>
                  <a:pt x="576808" y="78397"/>
                </a:moveTo>
                <a:lnTo>
                  <a:pt x="534606" y="78397"/>
                </a:lnTo>
                <a:lnTo>
                  <a:pt x="534606" y="2006"/>
                </a:lnTo>
                <a:lnTo>
                  <a:pt x="497230" y="2006"/>
                </a:lnTo>
                <a:lnTo>
                  <a:pt x="497230" y="184111"/>
                </a:lnTo>
                <a:lnTo>
                  <a:pt x="534606" y="184111"/>
                </a:lnTo>
                <a:lnTo>
                  <a:pt x="534606" y="109740"/>
                </a:lnTo>
                <a:lnTo>
                  <a:pt x="576808" y="109740"/>
                </a:lnTo>
                <a:lnTo>
                  <a:pt x="576808" y="78397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2" name="object 122"/>
          <p:cNvGrpSpPr/>
          <p:nvPr/>
        </p:nvGrpSpPr>
        <p:grpSpPr>
          <a:xfrm>
            <a:off x="11072566" y="3063493"/>
            <a:ext cx="6496050" cy="4514850"/>
            <a:chOff x="11072566" y="3063493"/>
            <a:chExt cx="6496050" cy="4514850"/>
          </a:xfrm>
        </p:grpSpPr>
        <p:pic>
          <p:nvPicPr>
            <p:cNvPr id="123" name="object 12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1072566" y="3063493"/>
              <a:ext cx="6495820" cy="4514523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1072566" y="3063493"/>
              <a:ext cx="6495820" cy="973096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13006883" y="3397846"/>
              <a:ext cx="2399030" cy="284480"/>
            </a:xfrm>
            <a:custGeom>
              <a:avLst/>
              <a:gdLst/>
              <a:ahLst/>
              <a:cxnLst/>
              <a:rect l="l" t="t" r="r" b="b"/>
              <a:pathLst>
                <a:path w="2399030" h="284479">
                  <a:moveTo>
                    <a:pt x="225628" y="26085"/>
                  </a:moveTo>
                  <a:lnTo>
                    <a:pt x="26644" y="26085"/>
                  </a:lnTo>
                  <a:lnTo>
                    <a:pt x="26644" y="57886"/>
                  </a:lnTo>
                  <a:lnTo>
                    <a:pt x="186169" y="57886"/>
                  </a:lnTo>
                  <a:lnTo>
                    <a:pt x="186169" y="59855"/>
                  </a:lnTo>
                  <a:lnTo>
                    <a:pt x="185915" y="89204"/>
                  </a:lnTo>
                  <a:lnTo>
                    <a:pt x="184734" y="119786"/>
                  </a:lnTo>
                  <a:lnTo>
                    <a:pt x="181571" y="153924"/>
                  </a:lnTo>
                  <a:lnTo>
                    <a:pt x="175425" y="192290"/>
                  </a:lnTo>
                  <a:lnTo>
                    <a:pt x="215544" y="195478"/>
                  </a:lnTo>
                  <a:lnTo>
                    <a:pt x="221310" y="155092"/>
                  </a:lnTo>
                  <a:lnTo>
                    <a:pt x="224294" y="120307"/>
                  </a:lnTo>
                  <a:lnTo>
                    <a:pt x="225412" y="88798"/>
                  </a:lnTo>
                  <a:lnTo>
                    <a:pt x="225628" y="59855"/>
                  </a:lnTo>
                  <a:lnTo>
                    <a:pt x="225628" y="26085"/>
                  </a:lnTo>
                  <a:close/>
                </a:path>
                <a:path w="2399030" h="284479">
                  <a:moveTo>
                    <a:pt x="257429" y="213017"/>
                  </a:moveTo>
                  <a:lnTo>
                    <a:pt x="0" y="213017"/>
                  </a:lnTo>
                  <a:lnTo>
                    <a:pt x="0" y="245249"/>
                  </a:lnTo>
                  <a:lnTo>
                    <a:pt x="257429" y="245249"/>
                  </a:lnTo>
                  <a:lnTo>
                    <a:pt x="257429" y="213017"/>
                  </a:lnTo>
                  <a:close/>
                </a:path>
                <a:path w="2399030" h="284479">
                  <a:moveTo>
                    <a:pt x="404444" y="212471"/>
                  </a:moveTo>
                  <a:lnTo>
                    <a:pt x="402221" y="186817"/>
                  </a:lnTo>
                  <a:lnTo>
                    <a:pt x="401701" y="180898"/>
                  </a:lnTo>
                  <a:lnTo>
                    <a:pt x="380568" y="183730"/>
                  </a:lnTo>
                  <a:lnTo>
                    <a:pt x="360260" y="185496"/>
                  </a:lnTo>
                  <a:lnTo>
                    <a:pt x="340372" y="186448"/>
                  </a:lnTo>
                  <a:lnTo>
                    <a:pt x="320459" y="186817"/>
                  </a:lnTo>
                  <a:lnTo>
                    <a:pt x="320459" y="136169"/>
                  </a:lnTo>
                  <a:lnTo>
                    <a:pt x="389534" y="136169"/>
                  </a:lnTo>
                  <a:lnTo>
                    <a:pt x="389534" y="27622"/>
                  </a:lnTo>
                  <a:lnTo>
                    <a:pt x="282092" y="27622"/>
                  </a:lnTo>
                  <a:lnTo>
                    <a:pt x="282092" y="59524"/>
                  </a:lnTo>
                  <a:lnTo>
                    <a:pt x="351269" y="59524"/>
                  </a:lnTo>
                  <a:lnTo>
                    <a:pt x="351269" y="104698"/>
                  </a:lnTo>
                  <a:lnTo>
                    <a:pt x="282422" y="104698"/>
                  </a:lnTo>
                  <a:lnTo>
                    <a:pt x="282422" y="219811"/>
                  </a:lnTo>
                  <a:lnTo>
                    <a:pt x="302044" y="219811"/>
                  </a:lnTo>
                  <a:lnTo>
                    <a:pt x="327545" y="219494"/>
                  </a:lnTo>
                  <a:lnTo>
                    <a:pt x="352425" y="218440"/>
                  </a:lnTo>
                  <a:lnTo>
                    <a:pt x="377710" y="216242"/>
                  </a:lnTo>
                  <a:lnTo>
                    <a:pt x="404444" y="212471"/>
                  </a:lnTo>
                  <a:close/>
                </a:path>
                <a:path w="2399030" h="284479">
                  <a:moveTo>
                    <a:pt x="518350" y="0"/>
                  </a:moveTo>
                  <a:lnTo>
                    <a:pt x="480974" y="0"/>
                  </a:lnTo>
                  <a:lnTo>
                    <a:pt x="480974" y="106895"/>
                  </a:lnTo>
                  <a:lnTo>
                    <a:pt x="453783" y="106895"/>
                  </a:lnTo>
                  <a:lnTo>
                    <a:pt x="453783" y="4927"/>
                  </a:lnTo>
                  <a:lnTo>
                    <a:pt x="417487" y="4927"/>
                  </a:lnTo>
                  <a:lnTo>
                    <a:pt x="417487" y="268605"/>
                  </a:lnTo>
                  <a:lnTo>
                    <a:pt x="453783" y="268605"/>
                  </a:lnTo>
                  <a:lnTo>
                    <a:pt x="453783" y="138569"/>
                  </a:lnTo>
                  <a:lnTo>
                    <a:pt x="480974" y="138569"/>
                  </a:lnTo>
                  <a:lnTo>
                    <a:pt x="480974" y="282409"/>
                  </a:lnTo>
                  <a:lnTo>
                    <a:pt x="518350" y="282409"/>
                  </a:lnTo>
                  <a:lnTo>
                    <a:pt x="518350" y="138569"/>
                  </a:lnTo>
                  <a:lnTo>
                    <a:pt x="518350" y="106895"/>
                  </a:lnTo>
                  <a:lnTo>
                    <a:pt x="518350" y="0"/>
                  </a:lnTo>
                  <a:close/>
                </a:path>
                <a:path w="2399030" h="284479">
                  <a:moveTo>
                    <a:pt x="785647" y="24879"/>
                  </a:moveTo>
                  <a:lnTo>
                    <a:pt x="706818" y="24879"/>
                  </a:lnTo>
                  <a:lnTo>
                    <a:pt x="706818" y="56680"/>
                  </a:lnTo>
                  <a:lnTo>
                    <a:pt x="706818" y="142087"/>
                  </a:lnTo>
                  <a:lnTo>
                    <a:pt x="647725" y="142087"/>
                  </a:lnTo>
                  <a:lnTo>
                    <a:pt x="647725" y="56680"/>
                  </a:lnTo>
                  <a:lnTo>
                    <a:pt x="706818" y="56680"/>
                  </a:lnTo>
                  <a:lnTo>
                    <a:pt x="706818" y="24879"/>
                  </a:lnTo>
                  <a:lnTo>
                    <a:pt x="569226" y="24879"/>
                  </a:lnTo>
                  <a:lnTo>
                    <a:pt x="569226" y="56680"/>
                  </a:lnTo>
                  <a:lnTo>
                    <a:pt x="608253" y="56680"/>
                  </a:lnTo>
                  <a:lnTo>
                    <a:pt x="608253" y="142087"/>
                  </a:lnTo>
                  <a:lnTo>
                    <a:pt x="570433" y="142087"/>
                  </a:lnTo>
                  <a:lnTo>
                    <a:pt x="570433" y="173329"/>
                  </a:lnTo>
                  <a:lnTo>
                    <a:pt x="784326" y="173329"/>
                  </a:lnTo>
                  <a:lnTo>
                    <a:pt x="784326" y="142087"/>
                  </a:lnTo>
                  <a:lnTo>
                    <a:pt x="745845" y="142087"/>
                  </a:lnTo>
                  <a:lnTo>
                    <a:pt x="745845" y="56680"/>
                  </a:lnTo>
                  <a:lnTo>
                    <a:pt x="785647" y="56680"/>
                  </a:lnTo>
                  <a:lnTo>
                    <a:pt x="785647" y="24879"/>
                  </a:lnTo>
                  <a:close/>
                </a:path>
                <a:path w="2399030" h="284479">
                  <a:moveTo>
                    <a:pt x="807135" y="216738"/>
                  </a:moveTo>
                  <a:lnTo>
                    <a:pt x="549046" y="216738"/>
                  </a:lnTo>
                  <a:lnTo>
                    <a:pt x="549046" y="249529"/>
                  </a:lnTo>
                  <a:lnTo>
                    <a:pt x="807135" y="249529"/>
                  </a:lnTo>
                  <a:lnTo>
                    <a:pt x="807135" y="216738"/>
                  </a:lnTo>
                  <a:close/>
                </a:path>
                <a:path w="2399030" h="284479">
                  <a:moveTo>
                    <a:pt x="1120851" y="38773"/>
                  </a:moveTo>
                  <a:lnTo>
                    <a:pt x="1081722" y="38773"/>
                  </a:lnTo>
                  <a:lnTo>
                    <a:pt x="1081722" y="67983"/>
                  </a:lnTo>
                  <a:lnTo>
                    <a:pt x="1081722" y="93383"/>
                  </a:lnTo>
                  <a:lnTo>
                    <a:pt x="968362" y="93383"/>
                  </a:lnTo>
                  <a:lnTo>
                    <a:pt x="968362" y="67983"/>
                  </a:lnTo>
                  <a:lnTo>
                    <a:pt x="1081722" y="67983"/>
                  </a:lnTo>
                  <a:lnTo>
                    <a:pt x="1081722" y="38773"/>
                  </a:lnTo>
                  <a:lnTo>
                    <a:pt x="968362" y="38773"/>
                  </a:lnTo>
                  <a:lnTo>
                    <a:pt x="968362" y="9563"/>
                  </a:lnTo>
                  <a:lnTo>
                    <a:pt x="929436" y="9563"/>
                  </a:lnTo>
                  <a:lnTo>
                    <a:pt x="929436" y="38773"/>
                  </a:lnTo>
                  <a:lnTo>
                    <a:pt x="929436" y="67983"/>
                  </a:lnTo>
                  <a:lnTo>
                    <a:pt x="929436" y="93383"/>
                  </a:lnTo>
                  <a:lnTo>
                    <a:pt x="929436" y="125133"/>
                  </a:lnTo>
                  <a:lnTo>
                    <a:pt x="1120851" y="125133"/>
                  </a:lnTo>
                  <a:lnTo>
                    <a:pt x="1120851" y="93954"/>
                  </a:lnTo>
                  <a:lnTo>
                    <a:pt x="1120851" y="93383"/>
                  </a:lnTo>
                  <a:lnTo>
                    <a:pt x="1120851" y="67983"/>
                  </a:lnTo>
                  <a:lnTo>
                    <a:pt x="1120851" y="38773"/>
                  </a:lnTo>
                  <a:close/>
                </a:path>
                <a:path w="2399030" h="284479">
                  <a:moveTo>
                    <a:pt x="1120851" y="9093"/>
                  </a:moveTo>
                  <a:lnTo>
                    <a:pt x="1081722" y="9093"/>
                  </a:lnTo>
                  <a:lnTo>
                    <a:pt x="1081722" y="38595"/>
                  </a:lnTo>
                  <a:lnTo>
                    <a:pt x="1120851" y="38595"/>
                  </a:lnTo>
                  <a:lnTo>
                    <a:pt x="1120851" y="9093"/>
                  </a:lnTo>
                  <a:close/>
                </a:path>
                <a:path w="2399030" h="284479">
                  <a:moveTo>
                    <a:pt x="1125905" y="245783"/>
                  </a:moveTo>
                  <a:lnTo>
                    <a:pt x="965720" y="245783"/>
                  </a:lnTo>
                  <a:lnTo>
                    <a:pt x="965720" y="198793"/>
                  </a:lnTo>
                  <a:lnTo>
                    <a:pt x="926477" y="198793"/>
                  </a:lnTo>
                  <a:lnTo>
                    <a:pt x="926477" y="245783"/>
                  </a:lnTo>
                  <a:lnTo>
                    <a:pt x="926477" y="277533"/>
                  </a:lnTo>
                  <a:lnTo>
                    <a:pt x="1125905" y="277533"/>
                  </a:lnTo>
                  <a:lnTo>
                    <a:pt x="1125905" y="245783"/>
                  </a:lnTo>
                  <a:close/>
                </a:path>
                <a:path w="2399030" h="284479">
                  <a:moveTo>
                    <a:pt x="1154290" y="144818"/>
                  </a:moveTo>
                  <a:lnTo>
                    <a:pt x="896213" y="144818"/>
                  </a:lnTo>
                  <a:lnTo>
                    <a:pt x="896213" y="175958"/>
                  </a:lnTo>
                  <a:lnTo>
                    <a:pt x="1009027" y="175958"/>
                  </a:lnTo>
                  <a:lnTo>
                    <a:pt x="1009027" y="221462"/>
                  </a:lnTo>
                  <a:lnTo>
                    <a:pt x="1048169" y="221462"/>
                  </a:lnTo>
                  <a:lnTo>
                    <a:pt x="1048169" y="175958"/>
                  </a:lnTo>
                  <a:lnTo>
                    <a:pt x="1154290" y="175958"/>
                  </a:lnTo>
                  <a:lnTo>
                    <a:pt x="1154290" y="144818"/>
                  </a:lnTo>
                  <a:close/>
                </a:path>
                <a:path w="2399030" h="284479">
                  <a:moveTo>
                    <a:pt x="1340891" y="127609"/>
                  </a:moveTo>
                  <a:lnTo>
                    <a:pt x="1301216" y="102946"/>
                  </a:lnTo>
                  <a:lnTo>
                    <a:pt x="1280350" y="70065"/>
                  </a:lnTo>
                  <a:lnTo>
                    <a:pt x="1276642" y="44183"/>
                  </a:lnTo>
                  <a:lnTo>
                    <a:pt x="1276642" y="14693"/>
                  </a:lnTo>
                  <a:lnTo>
                    <a:pt x="1236624" y="14693"/>
                  </a:lnTo>
                  <a:lnTo>
                    <a:pt x="1236624" y="41770"/>
                  </a:lnTo>
                  <a:lnTo>
                    <a:pt x="1232687" y="70078"/>
                  </a:lnTo>
                  <a:lnTo>
                    <a:pt x="1220571" y="95834"/>
                  </a:lnTo>
                  <a:lnTo>
                    <a:pt x="1199565" y="117170"/>
                  </a:lnTo>
                  <a:lnTo>
                    <a:pt x="1168984" y="132219"/>
                  </a:lnTo>
                  <a:lnTo>
                    <a:pt x="1190358" y="164007"/>
                  </a:lnTo>
                  <a:lnTo>
                    <a:pt x="1212507" y="153555"/>
                  </a:lnTo>
                  <a:lnTo>
                    <a:pt x="1230960" y="139598"/>
                  </a:lnTo>
                  <a:lnTo>
                    <a:pt x="1245743" y="122580"/>
                  </a:lnTo>
                  <a:lnTo>
                    <a:pt x="1256919" y="102946"/>
                  </a:lnTo>
                  <a:lnTo>
                    <a:pt x="1267485" y="121031"/>
                  </a:lnTo>
                  <a:lnTo>
                    <a:pt x="1281480" y="136664"/>
                  </a:lnTo>
                  <a:lnTo>
                    <a:pt x="1298956" y="149453"/>
                  </a:lnTo>
                  <a:lnTo>
                    <a:pt x="1319949" y="158965"/>
                  </a:lnTo>
                  <a:lnTo>
                    <a:pt x="1340891" y="127609"/>
                  </a:lnTo>
                  <a:close/>
                </a:path>
                <a:path w="2399030" h="284479">
                  <a:moveTo>
                    <a:pt x="1408861" y="180898"/>
                  </a:moveTo>
                  <a:lnTo>
                    <a:pt x="1214920" y="180898"/>
                  </a:lnTo>
                  <a:lnTo>
                    <a:pt x="1214920" y="212140"/>
                  </a:lnTo>
                  <a:lnTo>
                    <a:pt x="1369402" y="212140"/>
                  </a:lnTo>
                  <a:lnTo>
                    <a:pt x="1369402" y="282409"/>
                  </a:lnTo>
                  <a:lnTo>
                    <a:pt x="1408861" y="282409"/>
                  </a:lnTo>
                  <a:lnTo>
                    <a:pt x="1408861" y="180898"/>
                  </a:lnTo>
                  <a:close/>
                </a:path>
                <a:path w="2399030" h="284479">
                  <a:moveTo>
                    <a:pt x="1408861" y="0"/>
                  </a:moveTo>
                  <a:lnTo>
                    <a:pt x="1369402" y="0"/>
                  </a:lnTo>
                  <a:lnTo>
                    <a:pt x="1369402" y="52730"/>
                  </a:lnTo>
                  <a:lnTo>
                    <a:pt x="1316443" y="52730"/>
                  </a:lnTo>
                  <a:lnTo>
                    <a:pt x="1316443" y="85077"/>
                  </a:lnTo>
                  <a:lnTo>
                    <a:pt x="1369402" y="85077"/>
                  </a:lnTo>
                  <a:lnTo>
                    <a:pt x="1369402" y="168173"/>
                  </a:lnTo>
                  <a:lnTo>
                    <a:pt x="1408861" y="168173"/>
                  </a:lnTo>
                  <a:lnTo>
                    <a:pt x="1408861" y="0"/>
                  </a:lnTo>
                  <a:close/>
                </a:path>
                <a:path w="2399030" h="284479">
                  <a:moveTo>
                    <a:pt x="1670862" y="17208"/>
                  </a:moveTo>
                  <a:lnTo>
                    <a:pt x="1631721" y="17208"/>
                  </a:lnTo>
                  <a:lnTo>
                    <a:pt x="1631721" y="48018"/>
                  </a:lnTo>
                  <a:lnTo>
                    <a:pt x="1631721" y="105029"/>
                  </a:lnTo>
                  <a:lnTo>
                    <a:pt x="1571967" y="105029"/>
                  </a:lnTo>
                  <a:lnTo>
                    <a:pt x="1571967" y="48018"/>
                  </a:lnTo>
                  <a:lnTo>
                    <a:pt x="1631721" y="48018"/>
                  </a:lnTo>
                  <a:lnTo>
                    <a:pt x="1631721" y="17208"/>
                  </a:lnTo>
                  <a:lnTo>
                    <a:pt x="1533042" y="17208"/>
                  </a:lnTo>
                  <a:lnTo>
                    <a:pt x="1533042" y="135940"/>
                  </a:lnTo>
                  <a:lnTo>
                    <a:pt x="1670862" y="135940"/>
                  </a:lnTo>
                  <a:lnTo>
                    <a:pt x="1670862" y="105029"/>
                  </a:lnTo>
                  <a:lnTo>
                    <a:pt x="1670862" y="48018"/>
                  </a:lnTo>
                  <a:lnTo>
                    <a:pt x="1670862" y="17208"/>
                  </a:lnTo>
                  <a:close/>
                </a:path>
                <a:path w="2399030" h="284479">
                  <a:moveTo>
                    <a:pt x="1754505" y="0"/>
                  </a:moveTo>
                  <a:lnTo>
                    <a:pt x="1715262" y="0"/>
                  </a:lnTo>
                  <a:lnTo>
                    <a:pt x="1715262" y="160172"/>
                  </a:lnTo>
                  <a:lnTo>
                    <a:pt x="1754505" y="160172"/>
                  </a:lnTo>
                  <a:lnTo>
                    <a:pt x="1754505" y="0"/>
                  </a:lnTo>
                  <a:close/>
                </a:path>
                <a:path w="2399030" h="284479">
                  <a:moveTo>
                    <a:pt x="1770519" y="251828"/>
                  </a:moveTo>
                  <a:lnTo>
                    <a:pt x="1716913" y="238125"/>
                  </a:lnTo>
                  <a:lnTo>
                    <a:pt x="1680502" y="205016"/>
                  </a:lnTo>
                  <a:lnTo>
                    <a:pt x="1759546" y="205016"/>
                  </a:lnTo>
                  <a:lnTo>
                    <a:pt x="1759546" y="175742"/>
                  </a:lnTo>
                  <a:lnTo>
                    <a:pt x="1679295" y="175742"/>
                  </a:lnTo>
                  <a:lnTo>
                    <a:pt x="1679295" y="152387"/>
                  </a:lnTo>
                  <a:lnTo>
                    <a:pt x="1639608" y="152387"/>
                  </a:lnTo>
                  <a:lnTo>
                    <a:pt x="1639608" y="175742"/>
                  </a:lnTo>
                  <a:lnTo>
                    <a:pt x="1559471" y="175742"/>
                  </a:lnTo>
                  <a:lnTo>
                    <a:pt x="1559471" y="205016"/>
                  </a:lnTo>
                  <a:lnTo>
                    <a:pt x="1638300" y="205016"/>
                  </a:lnTo>
                  <a:lnTo>
                    <a:pt x="1630324" y="220052"/>
                  </a:lnTo>
                  <a:lnTo>
                    <a:pt x="1612709" y="234137"/>
                  </a:lnTo>
                  <a:lnTo>
                    <a:pt x="1585341" y="245364"/>
                  </a:lnTo>
                  <a:lnTo>
                    <a:pt x="1548066" y="251828"/>
                  </a:lnTo>
                  <a:lnTo>
                    <a:pt x="1561553" y="281762"/>
                  </a:lnTo>
                  <a:lnTo>
                    <a:pt x="1594383" y="276161"/>
                  </a:lnTo>
                  <a:lnTo>
                    <a:pt x="1621828" y="266636"/>
                  </a:lnTo>
                  <a:lnTo>
                    <a:pt x="1643634" y="253771"/>
                  </a:lnTo>
                  <a:lnTo>
                    <a:pt x="1659559" y="238125"/>
                  </a:lnTo>
                  <a:lnTo>
                    <a:pt x="1675523" y="253707"/>
                  </a:lnTo>
                  <a:lnTo>
                    <a:pt x="1697266" y="266636"/>
                  </a:lnTo>
                  <a:lnTo>
                    <a:pt x="1724583" y="276225"/>
                  </a:lnTo>
                  <a:lnTo>
                    <a:pt x="1757248" y="281762"/>
                  </a:lnTo>
                  <a:lnTo>
                    <a:pt x="1770519" y="251828"/>
                  </a:lnTo>
                  <a:close/>
                </a:path>
                <a:path w="2399030" h="284479">
                  <a:moveTo>
                    <a:pt x="2104250" y="0"/>
                  </a:moveTo>
                  <a:lnTo>
                    <a:pt x="2064791" y="0"/>
                  </a:lnTo>
                  <a:lnTo>
                    <a:pt x="2064791" y="35623"/>
                  </a:lnTo>
                  <a:lnTo>
                    <a:pt x="2011502" y="35623"/>
                  </a:lnTo>
                  <a:lnTo>
                    <a:pt x="2012594" y="27851"/>
                  </a:lnTo>
                  <a:lnTo>
                    <a:pt x="2013254" y="19735"/>
                  </a:lnTo>
                  <a:lnTo>
                    <a:pt x="2013254" y="11176"/>
                  </a:lnTo>
                  <a:lnTo>
                    <a:pt x="1885759" y="11176"/>
                  </a:lnTo>
                  <a:lnTo>
                    <a:pt x="1885759" y="42862"/>
                  </a:lnTo>
                  <a:lnTo>
                    <a:pt x="1969516" y="42862"/>
                  </a:lnTo>
                  <a:lnTo>
                    <a:pt x="1960867" y="66852"/>
                  </a:lnTo>
                  <a:lnTo>
                    <a:pt x="1942007" y="87541"/>
                  </a:lnTo>
                  <a:lnTo>
                    <a:pt x="1911997" y="104292"/>
                  </a:lnTo>
                  <a:lnTo>
                    <a:pt x="1869859" y="116433"/>
                  </a:lnTo>
                  <a:lnTo>
                    <a:pt x="1883232" y="148551"/>
                  </a:lnTo>
                  <a:lnTo>
                    <a:pt x="1925853" y="135864"/>
                  </a:lnTo>
                  <a:lnTo>
                    <a:pt x="1960118" y="117919"/>
                  </a:lnTo>
                  <a:lnTo>
                    <a:pt x="1985937" y="94576"/>
                  </a:lnTo>
                  <a:lnTo>
                    <a:pt x="2003285" y="65671"/>
                  </a:lnTo>
                  <a:lnTo>
                    <a:pt x="2064791" y="65671"/>
                  </a:lnTo>
                  <a:lnTo>
                    <a:pt x="2064791" y="90335"/>
                  </a:lnTo>
                  <a:lnTo>
                    <a:pt x="2000326" y="90335"/>
                  </a:lnTo>
                  <a:lnTo>
                    <a:pt x="2000326" y="120370"/>
                  </a:lnTo>
                  <a:lnTo>
                    <a:pt x="2064791" y="120370"/>
                  </a:lnTo>
                  <a:lnTo>
                    <a:pt x="2064791" y="142303"/>
                  </a:lnTo>
                  <a:lnTo>
                    <a:pt x="2104250" y="142303"/>
                  </a:lnTo>
                  <a:lnTo>
                    <a:pt x="2104250" y="65671"/>
                  </a:lnTo>
                  <a:lnTo>
                    <a:pt x="2104250" y="35623"/>
                  </a:lnTo>
                  <a:lnTo>
                    <a:pt x="2104250" y="0"/>
                  </a:lnTo>
                  <a:close/>
                </a:path>
                <a:path w="2399030" h="284479">
                  <a:moveTo>
                    <a:pt x="2110498" y="248208"/>
                  </a:moveTo>
                  <a:lnTo>
                    <a:pt x="1956574" y="248208"/>
                  </a:lnTo>
                  <a:lnTo>
                    <a:pt x="1956574" y="229679"/>
                  </a:lnTo>
                  <a:lnTo>
                    <a:pt x="2104250" y="229679"/>
                  </a:lnTo>
                  <a:lnTo>
                    <a:pt x="2104250" y="152387"/>
                  </a:lnTo>
                  <a:lnTo>
                    <a:pt x="1916557" y="152387"/>
                  </a:lnTo>
                  <a:lnTo>
                    <a:pt x="1916557" y="183413"/>
                  </a:lnTo>
                  <a:lnTo>
                    <a:pt x="2064562" y="183413"/>
                  </a:lnTo>
                  <a:lnTo>
                    <a:pt x="2064562" y="200406"/>
                  </a:lnTo>
                  <a:lnTo>
                    <a:pt x="1917001" y="200406"/>
                  </a:lnTo>
                  <a:lnTo>
                    <a:pt x="1917001" y="279565"/>
                  </a:lnTo>
                  <a:lnTo>
                    <a:pt x="2110498" y="279565"/>
                  </a:lnTo>
                  <a:lnTo>
                    <a:pt x="2110498" y="248208"/>
                  </a:lnTo>
                  <a:close/>
                </a:path>
                <a:path w="2399030" h="284479">
                  <a:moveTo>
                    <a:pt x="2372753" y="104813"/>
                  </a:moveTo>
                  <a:lnTo>
                    <a:pt x="2212136" y="104813"/>
                  </a:lnTo>
                  <a:lnTo>
                    <a:pt x="2212136" y="84493"/>
                  </a:lnTo>
                  <a:lnTo>
                    <a:pt x="2367597" y="84493"/>
                  </a:lnTo>
                  <a:lnTo>
                    <a:pt x="2367597" y="56553"/>
                  </a:lnTo>
                  <a:lnTo>
                    <a:pt x="2367597" y="36233"/>
                  </a:lnTo>
                  <a:lnTo>
                    <a:pt x="2367597" y="5753"/>
                  </a:lnTo>
                  <a:lnTo>
                    <a:pt x="2172335" y="5753"/>
                  </a:lnTo>
                  <a:lnTo>
                    <a:pt x="2172335" y="36233"/>
                  </a:lnTo>
                  <a:lnTo>
                    <a:pt x="2327910" y="36233"/>
                  </a:lnTo>
                  <a:lnTo>
                    <a:pt x="2327910" y="56553"/>
                  </a:lnTo>
                  <a:lnTo>
                    <a:pt x="2172779" y="56553"/>
                  </a:lnTo>
                  <a:lnTo>
                    <a:pt x="2172779" y="84493"/>
                  </a:lnTo>
                  <a:lnTo>
                    <a:pt x="2172779" y="104813"/>
                  </a:lnTo>
                  <a:lnTo>
                    <a:pt x="2172779" y="134023"/>
                  </a:lnTo>
                  <a:lnTo>
                    <a:pt x="2372753" y="134023"/>
                  </a:lnTo>
                  <a:lnTo>
                    <a:pt x="2372753" y="104813"/>
                  </a:lnTo>
                  <a:close/>
                </a:path>
                <a:path w="2399030" h="284479">
                  <a:moveTo>
                    <a:pt x="2373731" y="252145"/>
                  </a:moveTo>
                  <a:lnTo>
                    <a:pt x="2212797" y="252145"/>
                  </a:lnTo>
                  <a:lnTo>
                    <a:pt x="2212797" y="202603"/>
                  </a:lnTo>
                  <a:lnTo>
                    <a:pt x="2173211" y="202603"/>
                  </a:lnTo>
                  <a:lnTo>
                    <a:pt x="2173211" y="252145"/>
                  </a:lnTo>
                  <a:lnTo>
                    <a:pt x="2173211" y="283883"/>
                  </a:lnTo>
                  <a:lnTo>
                    <a:pt x="2373731" y="283883"/>
                  </a:lnTo>
                  <a:lnTo>
                    <a:pt x="2373731" y="252145"/>
                  </a:lnTo>
                  <a:close/>
                </a:path>
                <a:path w="2399030" h="284479">
                  <a:moveTo>
                    <a:pt x="2398738" y="156121"/>
                  </a:moveTo>
                  <a:lnTo>
                    <a:pt x="2289314" y="156121"/>
                  </a:lnTo>
                  <a:lnTo>
                    <a:pt x="2289314" y="134404"/>
                  </a:lnTo>
                  <a:lnTo>
                    <a:pt x="2250173" y="134404"/>
                  </a:lnTo>
                  <a:lnTo>
                    <a:pt x="2250173" y="156121"/>
                  </a:lnTo>
                  <a:lnTo>
                    <a:pt x="2140648" y="156121"/>
                  </a:lnTo>
                  <a:lnTo>
                    <a:pt x="2140648" y="187807"/>
                  </a:lnTo>
                  <a:lnTo>
                    <a:pt x="2398738" y="187807"/>
                  </a:lnTo>
                  <a:lnTo>
                    <a:pt x="2398738" y="156121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436240" y="4558300"/>
              <a:ext cx="193569" cy="222162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652087" y="4558300"/>
              <a:ext cx="196814" cy="224004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2935558" y="4558300"/>
              <a:ext cx="193569" cy="222162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3155352" y="4568123"/>
              <a:ext cx="204270" cy="214005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13460743" y="4568189"/>
              <a:ext cx="153035" cy="81280"/>
            </a:xfrm>
            <a:custGeom>
              <a:avLst/>
              <a:gdLst/>
              <a:ahLst/>
              <a:cxnLst/>
              <a:rect l="l" t="t" r="r" b="b"/>
              <a:pathLst>
                <a:path w="153034" h="81279">
                  <a:moveTo>
                    <a:pt x="152615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9690"/>
                  </a:lnTo>
                  <a:lnTo>
                    <a:pt x="0" y="81280"/>
                  </a:lnTo>
                  <a:lnTo>
                    <a:pt x="152615" y="81280"/>
                  </a:lnTo>
                  <a:lnTo>
                    <a:pt x="152615" y="59753"/>
                  </a:lnTo>
                  <a:lnTo>
                    <a:pt x="152615" y="21869"/>
                  </a:lnTo>
                  <a:lnTo>
                    <a:pt x="125425" y="21869"/>
                  </a:lnTo>
                  <a:lnTo>
                    <a:pt x="125425" y="59690"/>
                  </a:lnTo>
                  <a:lnTo>
                    <a:pt x="26924" y="59690"/>
                  </a:lnTo>
                  <a:lnTo>
                    <a:pt x="26924" y="21590"/>
                  </a:lnTo>
                  <a:lnTo>
                    <a:pt x="152615" y="21590"/>
                  </a:lnTo>
                  <a:lnTo>
                    <a:pt x="152615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434788" y="4558300"/>
              <a:ext cx="430028" cy="224004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4161330" y="4558300"/>
              <a:ext cx="179361" cy="22453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3941974" y="4558300"/>
              <a:ext cx="185851" cy="224004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4384018" y="4558300"/>
              <a:ext cx="177694" cy="224530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656253" y="4558300"/>
              <a:ext cx="184272" cy="224004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4872013" y="4558476"/>
              <a:ext cx="190236" cy="223828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15092591" y="4578349"/>
              <a:ext cx="205104" cy="175895"/>
            </a:xfrm>
            <a:custGeom>
              <a:avLst/>
              <a:gdLst/>
              <a:ahLst/>
              <a:cxnLst/>
              <a:rect l="l" t="t" r="r" b="b"/>
              <a:pathLst>
                <a:path w="205105" h="175895">
                  <a:moveTo>
                    <a:pt x="181991" y="85090"/>
                  </a:moveTo>
                  <a:lnTo>
                    <a:pt x="52095" y="85090"/>
                  </a:lnTo>
                  <a:lnTo>
                    <a:pt x="52095" y="21602"/>
                  </a:lnTo>
                  <a:lnTo>
                    <a:pt x="180238" y="21602"/>
                  </a:lnTo>
                  <a:lnTo>
                    <a:pt x="180238" y="0"/>
                  </a:lnTo>
                  <a:lnTo>
                    <a:pt x="24815" y="0"/>
                  </a:lnTo>
                  <a:lnTo>
                    <a:pt x="24815" y="21602"/>
                  </a:lnTo>
                  <a:lnTo>
                    <a:pt x="24815" y="85090"/>
                  </a:lnTo>
                  <a:lnTo>
                    <a:pt x="24815" y="106680"/>
                  </a:lnTo>
                  <a:lnTo>
                    <a:pt x="181991" y="106680"/>
                  </a:lnTo>
                  <a:lnTo>
                    <a:pt x="181991" y="85090"/>
                  </a:lnTo>
                  <a:close/>
                </a:path>
                <a:path w="205105" h="175895">
                  <a:moveTo>
                    <a:pt x="204965" y="152831"/>
                  </a:moveTo>
                  <a:lnTo>
                    <a:pt x="0" y="152831"/>
                  </a:lnTo>
                  <a:lnTo>
                    <a:pt x="0" y="175628"/>
                  </a:lnTo>
                  <a:lnTo>
                    <a:pt x="204965" y="175628"/>
                  </a:lnTo>
                  <a:lnTo>
                    <a:pt x="204965" y="152831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5372084" y="4558300"/>
              <a:ext cx="407663" cy="224004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5871231" y="4558476"/>
              <a:ext cx="425025" cy="219355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2307284" y="5283241"/>
              <a:ext cx="192955" cy="223828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2528131" y="5283241"/>
              <a:ext cx="186640" cy="221196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2815461" y="5283200"/>
              <a:ext cx="405469" cy="222250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3255049" y="5336216"/>
              <a:ext cx="38735" cy="127635"/>
            </a:xfrm>
            <a:custGeom>
              <a:avLst/>
              <a:gdLst/>
              <a:ahLst/>
              <a:cxnLst/>
              <a:rect l="l" t="t" r="r" b="b"/>
              <a:pathLst>
                <a:path w="38734" h="127635">
                  <a:moveTo>
                    <a:pt x="19208" y="0"/>
                  </a:moveTo>
                  <a:lnTo>
                    <a:pt x="11704" y="1493"/>
                  </a:lnTo>
                  <a:lnTo>
                    <a:pt x="5558" y="5569"/>
                  </a:lnTo>
                  <a:lnTo>
                    <a:pt x="1434" y="11618"/>
                  </a:lnTo>
                  <a:lnTo>
                    <a:pt x="0" y="19032"/>
                  </a:lnTo>
                  <a:lnTo>
                    <a:pt x="1434" y="26511"/>
                  </a:lnTo>
                  <a:lnTo>
                    <a:pt x="5558" y="32616"/>
                  </a:lnTo>
                  <a:lnTo>
                    <a:pt x="11704" y="36731"/>
                  </a:lnTo>
                  <a:lnTo>
                    <a:pt x="19208" y="38240"/>
                  </a:lnTo>
                  <a:lnTo>
                    <a:pt x="26563" y="36731"/>
                  </a:lnTo>
                  <a:lnTo>
                    <a:pt x="32659" y="32616"/>
                  </a:lnTo>
                  <a:lnTo>
                    <a:pt x="36832" y="26511"/>
                  </a:lnTo>
                  <a:lnTo>
                    <a:pt x="38415" y="19032"/>
                  </a:lnTo>
                  <a:lnTo>
                    <a:pt x="36832" y="11618"/>
                  </a:lnTo>
                  <a:lnTo>
                    <a:pt x="32659" y="5569"/>
                  </a:lnTo>
                  <a:lnTo>
                    <a:pt x="26563" y="1493"/>
                  </a:lnTo>
                  <a:lnTo>
                    <a:pt x="19208" y="0"/>
                  </a:lnTo>
                  <a:close/>
                </a:path>
                <a:path w="38734" h="127635">
                  <a:moveTo>
                    <a:pt x="19208" y="89022"/>
                  </a:moveTo>
                  <a:lnTo>
                    <a:pt x="11704" y="90516"/>
                  </a:lnTo>
                  <a:lnTo>
                    <a:pt x="5558" y="94592"/>
                  </a:lnTo>
                  <a:lnTo>
                    <a:pt x="1434" y="100641"/>
                  </a:lnTo>
                  <a:lnTo>
                    <a:pt x="0" y="108055"/>
                  </a:lnTo>
                  <a:lnTo>
                    <a:pt x="1434" y="115533"/>
                  </a:lnTo>
                  <a:lnTo>
                    <a:pt x="5558" y="121638"/>
                  </a:lnTo>
                  <a:lnTo>
                    <a:pt x="11704" y="125754"/>
                  </a:lnTo>
                  <a:lnTo>
                    <a:pt x="19208" y="127263"/>
                  </a:lnTo>
                  <a:lnTo>
                    <a:pt x="26563" y="125754"/>
                  </a:lnTo>
                  <a:lnTo>
                    <a:pt x="32659" y="121638"/>
                  </a:lnTo>
                  <a:lnTo>
                    <a:pt x="36832" y="115533"/>
                  </a:lnTo>
                  <a:lnTo>
                    <a:pt x="38415" y="108055"/>
                  </a:lnTo>
                  <a:lnTo>
                    <a:pt x="36832" y="100641"/>
                  </a:lnTo>
                  <a:lnTo>
                    <a:pt x="32659" y="94592"/>
                  </a:lnTo>
                  <a:lnTo>
                    <a:pt x="26563" y="90516"/>
                  </a:lnTo>
                  <a:lnTo>
                    <a:pt x="19208" y="89022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3382115" y="5283065"/>
              <a:ext cx="451253" cy="224529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13871867" y="5305526"/>
              <a:ext cx="205740" cy="231775"/>
            </a:xfrm>
            <a:custGeom>
              <a:avLst/>
              <a:gdLst/>
              <a:ahLst/>
              <a:cxnLst/>
              <a:rect l="l" t="t" r="r" b="b"/>
              <a:pathLst>
                <a:path w="205740" h="231775">
                  <a:moveTo>
                    <a:pt x="24117" y="0"/>
                  </a:moveTo>
                  <a:lnTo>
                    <a:pt x="0" y="0"/>
                  </a:lnTo>
                  <a:lnTo>
                    <a:pt x="0" y="66040"/>
                  </a:lnTo>
                  <a:lnTo>
                    <a:pt x="24117" y="66040"/>
                  </a:lnTo>
                  <a:lnTo>
                    <a:pt x="24117" y="0"/>
                  </a:lnTo>
                  <a:close/>
                </a:path>
                <a:path w="205740" h="231775">
                  <a:moveTo>
                    <a:pt x="88582" y="161734"/>
                  </a:moveTo>
                  <a:lnTo>
                    <a:pt x="57099" y="161734"/>
                  </a:lnTo>
                  <a:lnTo>
                    <a:pt x="44284" y="231279"/>
                  </a:lnTo>
                  <a:lnTo>
                    <a:pt x="67970" y="231279"/>
                  </a:lnTo>
                  <a:lnTo>
                    <a:pt x="88582" y="161734"/>
                  </a:lnTo>
                  <a:close/>
                </a:path>
                <a:path w="205740" h="231775">
                  <a:moveTo>
                    <a:pt x="205130" y="0"/>
                  </a:moveTo>
                  <a:lnTo>
                    <a:pt x="181013" y="0"/>
                  </a:lnTo>
                  <a:lnTo>
                    <a:pt x="181013" y="66040"/>
                  </a:lnTo>
                  <a:lnTo>
                    <a:pt x="205130" y="66040"/>
                  </a:lnTo>
                  <a:lnTo>
                    <a:pt x="20513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6" name="object 14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4096299" y="5283065"/>
              <a:ext cx="189886" cy="223828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14327492" y="5283072"/>
              <a:ext cx="421005" cy="254000"/>
            </a:xfrm>
            <a:custGeom>
              <a:avLst/>
              <a:gdLst/>
              <a:ahLst/>
              <a:cxnLst/>
              <a:rect l="l" t="t" r="r" b="b"/>
              <a:pathLst>
                <a:path w="421005" h="254000">
                  <a:moveTo>
                    <a:pt x="177609" y="0"/>
                  </a:moveTo>
                  <a:lnTo>
                    <a:pt x="150152" y="0"/>
                  </a:lnTo>
                  <a:lnTo>
                    <a:pt x="150152" y="29337"/>
                  </a:lnTo>
                  <a:lnTo>
                    <a:pt x="150152" y="50927"/>
                  </a:lnTo>
                  <a:lnTo>
                    <a:pt x="150152" y="69977"/>
                  </a:lnTo>
                  <a:lnTo>
                    <a:pt x="105067" y="69977"/>
                  </a:lnTo>
                  <a:lnTo>
                    <a:pt x="105067" y="58547"/>
                  </a:lnTo>
                  <a:lnTo>
                    <a:pt x="105067" y="50927"/>
                  </a:lnTo>
                  <a:lnTo>
                    <a:pt x="150152" y="50927"/>
                  </a:lnTo>
                  <a:lnTo>
                    <a:pt x="150152" y="29337"/>
                  </a:lnTo>
                  <a:lnTo>
                    <a:pt x="105067" y="29337"/>
                  </a:lnTo>
                  <a:lnTo>
                    <a:pt x="105067" y="10287"/>
                  </a:lnTo>
                  <a:lnTo>
                    <a:pt x="77787" y="10287"/>
                  </a:lnTo>
                  <a:lnTo>
                    <a:pt x="77787" y="29337"/>
                  </a:lnTo>
                  <a:lnTo>
                    <a:pt x="77787" y="38227"/>
                  </a:lnTo>
                  <a:lnTo>
                    <a:pt x="77787" y="58547"/>
                  </a:lnTo>
                  <a:lnTo>
                    <a:pt x="77787" y="69977"/>
                  </a:lnTo>
                  <a:lnTo>
                    <a:pt x="77787" y="86487"/>
                  </a:lnTo>
                  <a:lnTo>
                    <a:pt x="27711" y="86487"/>
                  </a:lnTo>
                  <a:lnTo>
                    <a:pt x="27711" y="58547"/>
                  </a:lnTo>
                  <a:lnTo>
                    <a:pt x="77787" y="58547"/>
                  </a:lnTo>
                  <a:lnTo>
                    <a:pt x="77787" y="38227"/>
                  </a:lnTo>
                  <a:lnTo>
                    <a:pt x="27711" y="38227"/>
                  </a:lnTo>
                  <a:lnTo>
                    <a:pt x="27711" y="10287"/>
                  </a:lnTo>
                  <a:lnTo>
                    <a:pt x="0" y="10287"/>
                  </a:lnTo>
                  <a:lnTo>
                    <a:pt x="0" y="108077"/>
                  </a:lnTo>
                  <a:lnTo>
                    <a:pt x="105067" y="108077"/>
                  </a:lnTo>
                  <a:lnTo>
                    <a:pt x="105067" y="91567"/>
                  </a:lnTo>
                  <a:lnTo>
                    <a:pt x="150152" y="91567"/>
                  </a:lnTo>
                  <a:lnTo>
                    <a:pt x="150152" y="115862"/>
                  </a:lnTo>
                  <a:lnTo>
                    <a:pt x="177609" y="115862"/>
                  </a:lnTo>
                  <a:lnTo>
                    <a:pt x="177609" y="29337"/>
                  </a:lnTo>
                  <a:lnTo>
                    <a:pt x="177609" y="0"/>
                  </a:lnTo>
                  <a:close/>
                </a:path>
                <a:path w="421005" h="254000">
                  <a:moveTo>
                    <a:pt x="184797" y="199517"/>
                  </a:moveTo>
                  <a:lnTo>
                    <a:pt x="57708" y="199517"/>
                  </a:lnTo>
                  <a:lnTo>
                    <a:pt x="57708" y="183007"/>
                  </a:lnTo>
                  <a:lnTo>
                    <a:pt x="177609" y="183007"/>
                  </a:lnTo>
                  <a:lnTo>
                    <a:pt x="177609" y="162687"/>
                  </a:lnTo>
                  <a:lnTo>
                    <a:pt x="177609" y="146177"/>
                  </a:lnTo>
                  <a:lnTo>
                    <a:pt x="177609" y="124587"/>
                  </a:lnTo>
                  <a:lnTo>
                    <a:pt x="29819" y="124587"/>
                  </a:lnTo>
                  <a:lnTo>
                    <a:pt x="29819" y="146177"/>
                  </a:lnTo>
                  <a:lnTo>
                    <a:pt x="150152" y="146177"/>
                  </a:lnTo>
                  <a:lnTo>
                    <a:pt x="150152" y="162687"/>
                  </a:lnTo>
                  <a:lnTo>
                    <a:pt x="30086" y="162687"/>
                  </a:lnTo>
                  <a:lnTo>
                    <a:pt x="30086" y="183007"/>
                  </a:lnTo>
                  <a:lnTo>
                    <a:pt x="30086" y="199517"/>
                  </a:lnTo>
                  <a:lnTo>
                    <a:pt x="30086" y="221107"/>
                  </a:lnTo>
                  <a:lnTo>
                    <a:pt x="184797" y="221107"/>
                  </a:lnTo>
                  <a:lnTo>
                    <a:pt x="184797" y="199517"/>
                  </a:lnTo>
                  <a:close/>
                </a:path>
                <a:path w="421005" h="254000">
                  <a:moveTo>
                    <a:pt x="239255" y="22453"/>
                  </a:moveTo>
                  <a:lnTo>
                    <a:pt x="215138" y="22453"/>
                  </a:lnTo>
                  <a:lnTo>
                    <a:pt x="215138" y="88493"/>
                  </a:lnTo>
                  <a:lnTo>
                    <a:pt x="239255" y="88493"/>
                  </a:lnTo>
                  <a:lnTo>
                    <a:pt x="239255" y="22453"/>
                  </a:lnTo>
                  <a:close/>
                </a:path>
                <a:path w="421005" h="254000">
                  <a:moveTo>
                    <a:pt x="303720" y="184188"/>
                  </a:moveTo>
                  <a:lnTo>
                    <a:pt x="272237" y="184188"/>
                  </a:lnTo>
                  <a:lnTo>
                    <a:pt x="259435" y="253733"/>
                  </a:lnTo>
                  <a:lnTo>
                    <a:pt x="283121" y="253733"/>
                  </a:lnTo>
                  <a:lnTo>
                    <a:pt x="303720" y="184188"/>
                  </a:lnTo>
                  <a:close/>
                </a:path>
                <a:path w="421005" h="254000">
                  <a:moveTo>
                    <a:pt x="420420" y="22453"/>
                  </a:moveTo>
                  <a:lnTo>
                    <a:pt x="396303" y="22453"/>
                  </a:lnTo>
                  <a:lnTo>
                    <a:pt x="396303" y="88493"/>
                  </a:lnTo>
                  <a:lnTo>
                    <a:pt x="420420" y="88493"/>
                  </a:lnTo>
                  <a:lnTo>
                    <a:pt x="420420" y="22453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4771602" y="5283065"/>
              <a:ext cx="184272" cy="224003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14993938" y="5305526"/>
              <a:ext cx="205740" cy="231775"/>
            </a:xfrm>
            <a:custGeom>
              <a:avLst/>
              <a:gdLst/>
              <a:ahLst/>
              <a:cxnLst/>
              <a:rect l="l" t="t" r="r" b="b"/>
              <a:pathLst>
                <a:path w="205740" h="231775">
                  <a:moveTo>
                    <a:pt x="24117" y="0"/>
                  </a:moveTo>
                  <a:lnTo>
                    <a:pt x="0" y="0"/>
                  </a:lnTo>
                  <a:lnTo>
                    <a:pt x="0" y="66040"/>
                  </a:lnTo>
                  <a:lnTo>
                    <a:pt x="24117" y="66040"/>
                  </a:lnTo>
                  <a:lnTo>
                    <a:pt x="24117" y="0"/>
                  </a:lnTo>
                  <a:close/>
                </a:path>
                <a:path w="205740" h="231775">
                  <a:moveTo>
                    <a:pt x="88582" y="161734"/>
                  </a:moveTo>
                  <a:lnTo>
                    <a:pt x="57099" y="161734"/>
                  </a:lnTo>
                  <a:lnTo>
                    <a:pt x="44284" y="231279"/>
                  </a:lnTo>
                  <a:lnTo>
                    <a:pt x="67970" y="231279"/>
                  </a:lnTo>
                  <a:lnTo>
                    <a:pt x="88582" y="161734"/>
                  </a:lnTo>
                  <a:close/>
                </a:path>
                <a:path w="205740" h="231775">
                  <a:moveTo>
                    <a:pt x="205371" y="0"/>
                  </a:moveTo>
                  <a:lnTo>
                    <a:pt x="181254" y="0"/>
                  </a:lnTo>
                  <a:lnTo>
                    <a:pt x="181254" y="66040"/>
                  </a:lnTo>
                  <a:lnTo>
                    <a:pt x="205371" y="66040"/>
                  </a:lnTo>
                  <a:lnTo>
                    <a:pt x="205371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5218876" y="5283065"/>
              <a:ext cx="407573" cy="224529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15664942" y="5305526"/>
              <a:ext cx="205740" cy="231775"/>
            </a:xfrm>
            <a:custGeom>
              <a:avLst/>
              <a:gdLst/>
              <a:ahLst/>
              <a:cxnLst/>
              <a:rect l="l" t="t" r="r" b="b"/>
              <a:pathLst>
                <a:path w="205740" h="231775">
                  <a:moveTo>
                    <a:pt x="24130" y="0"/>
                  </a:moveTo>
                  <a:lnTo>
                    <a:pt x="0" y="0"/>
                  </a:lnTo>
                  <a:lnTo>
                    <a:pt x="0" y="66040"/>
                  </a:lnTo>
                  <a:lnTo>
                    <a:pt x="24130" y="66040"/>
                  </a:lnTo>
                  <a:lnTo>
                    <a:pt x="24130" y="0"/>
                  </a:lnTo>
                  <a:close/>
                </a:path>
                <a:path w="205740" h="231775">
                  <a:moveTo>
                    <a:pt x="88595" y="161734"/>
                  </a:moveTo>
                  <a:lnTo>
                    <a:pt x="57099" y="161734"/>
                  </a:lnTo>
                  <a:lnTo>
                    <a:pt x="44297" y="231279"/>
                  </a:lnTo>
                  <a:lnTo>
                    <a:pt x="67983" y="231279"/>
                  </a:lnTo>
                  <a:lnTo>
                    <a:pt x="88595" y="161734"/>
                  </a:lnTo>
                  <a:close/>
                </a:path>
                <a:path w="205740" h="231775">
                  <a:moveTo>
                    <a:pt x="205130" y="0"/>
                  </a:moveTo>
                  <a:lnTo>
                    <a:pt x="181013" y="0"/>
                  </a:lnTo>
                  <a:lnTo>
                    <a:pt x="181013" y="66040"/>
                  </a:lnTo>
                  <a:lnTo>
                    <a:pt x="205130" y="66040"/>
                  </a:lnTo>
                  <a:lnTo>
                    <a:pt x="20513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5891047" y="5283241"/>
              <a:ext cx="192780" cy="219618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13548754" y="5283199"/>
              <a:ext cx="2811145" cy="579755"/>
            </a:xfrm>
            <a:custGeom>
              <a:avLst/>
              <a:gdLst/>
              <a:ahLst/>
              <a:cxnLst/>
              <a:rect l="l" t="t" r="r" b="b"/>
              <a:pathLst>
                <a:path w="2811144" h="579754">
                  <a:moveTo>
                    <a:pt x="119989" y="418477"/>
                  </a:moveTo>
                  <a:lnTo>
                    <a:pt x="115455" y="397319"/>
                  </a:lnTo>
                  <a:lnTo>
                    <a:pt x="109194" y="389013"/>
                  </a:lnTo>
                  <a:lnTo>
                    <a:pt x="102958" y="380758"/>
                  </a:lnTo>
                  <a:lnTo>
                    <a:pt x="93154" y="375183"/>
                  </a:lnTo>
                  <a:lnTo>
                    <a:pt x="93154" y="418477"/>
                  </a:lnTo>
                  <a:lnTo>
                    <a:pt x="90639" y="430911"/>
                  </a:lnTo>
                  <a:lnTo>
                    <a:pt x="83756" y="440321"/>
                  </a:lnTo>
                  <a:lnTo>
                    <a:pt x="73304" y="446303"/>
                  </a:lnTo>
                  <a:lnTo>
                    <a:pt x="60083" y="448475"/>
                  </a:lnTo>
                  <a:lnTo>
                    <a:pt x="46748" y="446303"/>
                  </a:lnTo>
                  <a:lnTo>
                    <a:pt x="36233" y="440321"/>
                  </a:lnTo>
                  <a:lnTo>
                    <a:pt x="29362" y="430911"/>
                  </a:lnTo>
                  <a:lnTo>
                    <a:pt x="26924" y="418477"/>
                  </a:lnTo>
                  <a:lnTo>
                    <a:pt x="29362" y="406285"/>
                  </a:lnTo>
                  <a:lnTo>
                    <a:pt x="36233" y="396976"/>
                  </a:lnTo>
                  <a:lnTo>
                    <a:pt x="46748" y="391058"/>
                  </a:lnTo>
                  <a:lnTo>
                    <a:pt x="60083" y="389013"/>
                  </a:lnTo>
                  <a:lnTo>
                    <a:pt x="73304" y="391058"/>
                  </a:lnTo>
                  <a:lnTo>
                    <a:pt x="83756" y="396976"/>
                  </a:lnTo>
                  <a:lnTo>
                    <a:pt x="90639" y="406285"/>
                  </a:lnTo>
                  <a:lnTo>
                    <a:pt x="93154" y="418477"/>
                  </a:lnTo>
                  <a:lnTo>
                    <a:pt x="93154" y="375183"/>
                  </a:lnTo>
                  <a:lnTo>
                    <a:pt x="84010" y="369976"/>
                  </a:lnTo>
                  <a:lnTo>
                    <a:pt x="60083" y="366128"/>
                  </a:lnTo>
                  <a:lnTo>
                    <a:pt x="36068" y="369976"/>
                  </a:lnTo>
                  <a:lnTo>
                    <a:pt x="17018" y="380758"/>
                  </a:lnTo>
                  <a:lnTo>
                    <a:pt x="4483" y="397319"/>
                  </a:lnTo>
                  <a:lnTo>
                    <a:pt x="0" y="418477"/>
                  </a:lnTo>
                  <a:lnTo>
                    <a:pt x="4483" y="440055"/>
                  </a:lnTo>
                  <a:lnTo>
                    <a:pt x="17018" y="456806"/>
                  </a:lnTo>
                  <a:lnTo>
                    <a:pt x="36068" y="467652"/>
                  </a:lnTo>
                  <a:lnTo>
                    <a:pt x="60083" y="471462"/>
                  </a:lnTo>
                  <a:lnTo>
                    <a:pt x="84010" y="467652"/>
                  </a:lnTo>
                  <a:lnTo>
                    <a:pt x="102958" y="456806"/>
                  </a:lnTo>
                  <a:lnTo>
                    <a:pt x="109169" y="448475"/>
                  </a:lnTo>
                  <a:lnTo>
                    <a:pt x="115455" y="440055"/>
                  </a:lnTo>
                  <a:lnTo>
                    <a:pt x="119989" y="418477"/>
                  </a:lnTo>
                  <a:close/>
                </a:path>
                <a:path w="2811144" h="579754">
                  <a:moveTo>
                    <a:pt x="174015" y="486714"/>
                  </a:moveTo>
                  <a:lnTo>
                    <a:pt x="146304" y="486714"/>
                  </a:lnTo>
                  <a:lnTo>
                    <a:pt x="146304" y="510133"/>
                  </a:lnTo>
                  <a:lnTo>
                    <a:pt x="146304" y="531533"/>
                  </a:lnTo>
                  <a:lnTo>
                    <a:pt x="146304" y="554520"/>
                  </a:lnTo>
                  <a:lnTo>
                    <a:pt x="56045" y="554520"/>
                  </a:lnTo>
                  <a:lnTo>
                    <a:pt x="56045" y="531533"/>
                  </a:lnTo>
                  <a:lnTo>
                    <a:pt x="146304" y="531533"/>
                  </a:lnTo>
                  <a:lnTo>
                    <a:pt x="146304" y="510133"/>
                  </a:lnTo>
                  <a:lnTo>
                    <a:pt x="56045" y="510133"/>
                  </a:lnTo>
                  <a:lnTo>
                    <a:pt x="56045" y="486714"/>
                  </a:lnTo>
                  <a:lnTo>
                    <a:pt x="28600" y="486714"/>
                  </a:lnTo>
                  <a:lnTo>
                    <a:pt x="28600" y="576795"/>
                  </a:lnTo>
                  <a:lnTo>
                    <a:pt x="174015" y="576795"/>
                  </a:lnTo>
                  <a:lnTo>
                    <a:pt x="174015" y="554520"/>
                  </a:lnTo>
                  <a:lnTo>
                    <a:pt x="174015" y="531533"/>
                  </a:lnTo>
                  <a:lnTo>
                    <a:pt x="174015" y="510133"/>
                  </a:lnTo>
                  <a:lnTo>
                    <a:pt x="174015" y="486714"/>
                  </a:lnTo>
                  <a:close/>
                </a:path>
                <a:path w="2811144" h="579754">
                  <a:moveTo>
                    <a:pt x="205320" y="404012"/>
                  </a:moveTo>
                  <a:lnTo>
                    <a:pt x="174015" y="404012"/>
                  </a:lnTo>
                  <a:lnTo>
                    <a:pt x="174015" y="355422"/>
                  </a:lnTo>
                  <a:lnTo>
                    <a:pt x="146304" y="355422"/>
                  </a:lnTo>
                  <a:lnTo>
                    <a:pt x="146304" y="476897"/>
                  </a:lnTo>
                  <a:lnTo>
                    <a:pt x="174015" y="476897"/>
                  </a:lnTo>
                  <a:lnTo>
                    <a:pt x="174015" y="426643"/>
                  </a:lnTo>
                  <a:lnTo>
                    <a:pt x="205320" y="426643"/>
                  </a:lnTo>
                  <a:lnTo>
                    <a:pt x="205320" y="404012"/>
                  </a:lnTo>
                  <a:close/>
                </a:path>
                <a:path w="2811144" h="579754">
                  <a:moveTo>
                    <a:pt x="421703" y="530860"/>
                  </a:moveTo>
                  <a:lnTo>
                    <a:pt x="332409" y="530860"/>
                  </a:lnTo>
                  <a:lnTo>
                    <a:pt x="332409" y="478790"/>
                  </a:lnTo>
                  <a:lnTo>
                    <a:pt x="398716" y="478790"/>
                  </a:lnTo>
                  <a:lnTo>
                    <a:pt x="398716" y="457200"/>
                  </a:lnTo>
                  <a:lnTo>
                    <a:pt x="269176" y="457200"/>
                  </a:lnTo>
                  <a:lnTo>
                    <a:pt x="269176" y="393700"/>
                  </a:lnTo>
                  <a:lnTo>
                    <a:pt x="396963" y="393700"/>
                  </a:lnTo>
                  <a:lnTo>
                    <a:pt x="396963" y="372110"/>
                  </a:lnTo>
                  <a:lnTo>
                    <a:pt x="241554" y="372110"/>
                  </a:lnTo>
                  <a:lnTo>
                    <a:pt x="241554" y="393700"/>
                  </a:lnTo>
                  <a:lnTo>
                    <a:pt x="241554" y="457200"/>
                  </a:lnTo>
                  <a:lnTo>
                    <a:pt x="241554" y="478790"/>
                  </a:lnTo>
                  <a:lnTo>
                    <a:pt x="305054" y="478790"/>
                  </a:lnTo>
                  <a:lnTo>
                    <a:pt x="305054" y="530860"/>
                  </a:lnTo>
                  <a:lnTo>
                    <a:pt x="216725" y="530860"/>
                  </a:lnTo>
                  <a:lnTo>
                    <a:pt x="216725" y="552450"/>
                  </a:lnTo>
                  <a:lnTo>
                    <a:pt x="421703" y="552450"/>
                  </a:lnTo>
                  <a:lnTo>
                    <a:pt x="421703" y="530860"/>
                  </a:lnTo>
                  <a:close/>
                </a:path>
                <a:path w="2811144" h="579754">
                  <a:moveTo>
                    <a:pt x="571411" y="460324"/>
                  </a:moveTo>
                  <a:lnTo>
                    <a:pt x="548563" y="448856"/>
                  </a:lnTo>
                  <a:lnTo>
                    <a:pt x="534517" y="435317"/>
                  </a:lnTo>
                  <a:lnTo>
                    <a:pt x="532066" y="432968"/>
                  </a:lnTo>
                  <a:lnTo>
                    <a:pt x="522071" y="414134"/>
                  </a:lnTo>
                  <a:lnTo>
                    <a:pt x="518744" y="394106"/>
                  </a:lnTo>
                  <a:lnTo>
                    <a:pt x="518706" y="391033"/>
                  </a:lnTo>
                  <a:lnTo>
                    <a:pt x="565099" y="391033"/>
                  </a:lnTo>
                  <a:lnTo>
                    <a:pt x="565099" y="368935"/>
                  </a:lnTo>
                  <a:lnTo>
                    <a:pt x="443890" y="368935"/>
                  </a:lnTo>
                  <a:lnTo>
                    <a:pt x="443890" y="391033"/>
                  </a:lnTo>
                  <a:lnTo>
                    <a:pt x="490639" y="391033"/>
                  </a:lnTo>
                  <a:lnTo>
                    <a:pt x="490639" y="394106"/>
                  </a:lnTo>
                  <a:lnTo>
                    <a:pt x="487095" y="415772"/>
                  </a:lnTo>
                  <a:lnTo>
                    <a:pt x="476618" y="435927"/>
                  </a:lnTo>
                  <a:lnTo>
                    <a:pt x="459447" y="452843"/>
                  </a:lnTo>
                  <a:lnTo>
                    <a:pt x="435825" y="464794"/>
                  </a:lnTo>
                  <a:lnTo>
                    <a:pt x="450024" y="486549"/>
                  </a:lnTo>
                  <a:lnTo>
                    <a:pt x="468452" y="478066"/>
                  </a:lnTo>
                  <a:lnTo>
                    <a:pt x="483819" y="466356"/>
                  </a:lnTo>
                  <a:lnTo>
                    <a:pt x="496062" y="451942"/>
                  </a:lnTo>
                  <a:lnTo>
                    <a:pt x="505104" y="435317"/>
                  </a:lnTo>
                  <a:lnTo>
                    <a:pt x="513905" y="450329"/>
                  </a:lnTo>
                  <a:lnTo>
                    <a:pt x="525653" y="463359"/>
                  </a:lnTo>
                  <a:lnTo>
                    <a:pt x="540258" y="473964"/>
                  </a:lnTo>
                  <a:lnTo>
                    <a:pt x="557644" y="481723"/>
                  </a:lnTo>
                  <a:lnTo>
                    <a:pt x="571411" y="460324"/>
                  </a:lnTo>
                  <a:close/>
                </a:path>
                <a:path w="2811144" h="579754">
                  <a:moveTo>
                    <a:pt x="624128" y="499706"/>
                  </a:moveTo>
                  <a:lnTo>
                    <a:pt x="471258" y="499706"/>
                  </a:lnTo>
                  <a:lnTo>
                    <a:pt x="471258" y="521893"/>
                  </a:lnTo>
                  <a:lnTo>
                    <a:pt x="596582" y="521893"/>
                  </a:lnTo>
                  <a:lnTo>
                    <a:pt x="596582" y="579424"/>
                  </a:lnTo>
                  <a:lnTo>
                    <a:pt x="624128" y="579424"/>
                  </a:lnTo>
                  <a:lnTo>
                    <a:pt x="624128" y="499706"/>
                  </a:lnTo>
                  <a:close/>
                </a:path>
                <a:path w="2811144" h="579754">
                  <a:moveTo>
                    <a:pt x="624128" y="355422"/>
                  </a:moveTo>
                  <a:lnTo>
                    <a:pt x="596582" y="355422"/>
                  </a:lnTo>
                  <a:lnTo>
                    <a:pt x="596582" y="410857"/>
                  </a:lnTo>
                  <a:lnTo>
                    <a:pt x="558520" y="410857"/>
                  </a:lnTo>
                  <a:lnTo>
                    <a:pt x="558520" y="433476"/>
                  </a:lnTo>
                  <a:lnTo>
                    <a:pt x="596582" y="433476"/>
                  </a:lnTo>
                  <a:lnTo>
                    <a:pt x="596582" y="489089"/>
                  </a:lnTo>
                  <a:lnTo>
                    <a:pt x="624128" y="489089"/>
                  </a:lnTo>
                  <a:lnTo>
                    <a:pt x="624128" y="355422"/>
                  </a:lnTo>
                  <a:close/>
                </a:path>
                <a:path w="2811144" h="579754">
                  <a:moveTo>
                    <a:pt x="2676448" y="9690"/>
                  </a:moveTo>
                  <a:lnTo>
                    <a:pt x="2648915" y="9690"/>
                  </a:lnTo>
                  <a:lnTo>
                    <a:pt x="2648915" y="38100"/>
                  </a:lnTo>
                  <a:lnTo>
                    <a:pt x="2648915" y="59702"/>
                  </a:lnTo>
                  <a:lnTo>
                    <a:pt x="2648915" y="85090"/>
                  </a:lnTo>
                  <a:lnTo>
                    <a:pt x="2596642" y="85090"/>
                  </a:lnTo>
                  <a:lnTo>
                    <a:pt x="2596642" y="59702"/>
                  </a:lnTo>
                  <a:lnTo>
                    <a:pt x="2648915" y="59702"/>
                  </a:lnTo>
                  <a:lnTo>
                    <a:pt x="2648915" y="38100"/>
                  </a:lnTo>
                  <a:lnTo>
                    <a:pt x="2596642" y="38100"/>
                  </a:lnTo>
                  <a:lnTo>
                    <a:pt x="2596642" y="10160"/>
                  </a:lnTo>
                  <a:lnTo>
                    <a:pt x="2569362" y="10160"/>
                  </a:lnTo>
                  <a:lnTo>
                    <a:pt x="2569362" y="38100"/>
                  </a:lnTo>
                  <a:lnTo>
                    <a:pt x="2569362" y="59702"/>
                  </a:lnTo>
                  <a:lnTo>
                    <a:pt x="2569362" y="85090"/>
                  </a:lnTo>
                  <a:lnTo>
                    <a:pt x="2569362" y="107950"/>
                  </a:lnTo>
                  <a:lnTo>
                    <a:pt x="2676448" y="107950"/>
                  </a:lnTo>
                  <a:lnTo>
                    <a:pt x="2676448" y="38100"/>
                  </a:lnTo>
                  <a:lnTo>
                    <a:pt x="2676448" y="9690"/>
                  </a:lnTo>
                  <a:close/>
                </a:path>
                <a:path w="2811144" h="579754">
                  <a:moveTo>
                    <a:pt x="2745651" y="200660"/>
                  </a:moveTo>
                  <a:lnTo>
                    <a:pt x="2619438" y="200660"/>
                  </a:lnTo>
                  <a:lnTo>
                    <a:pt x="2619438" y="181610"/>
                  </a:lnTo>
                  <a:lnTo>
                    <a:pt x="2738640" y="181610"/>
                  </a:lnTo>
                  <a:lnTo>
                    <a:pt x="2738640" y="162560"/>
                  </a:lnTo>
                  <a:lnTo>
                    <a:pt x="2738640" y="144780"/>
                  </a:lnTo>
                  <a:lnTo>
                    <a:pt x="2738640" y="123190"/>
                  </a:lnTo>
                  <a:lnTo>
                    <a:pt x="2591905" y="123190"/>
                  </a:lnTo>
                  <a:lnTo>
                    <a:pt x="2591905" y="144780"/>
                  </a:lnTo>
                  <a:lnTo>
                    <a:pt x="2711094" y="144780"/>
                  </a:lnTo>
                  <a:lnTo>
                    <a:pt x="2711094" y="162560"/>
                  </a:lnTo>
                  <a:lnTo>
                    <a:pt x="2592247" y="162560"/>
                  </a:lnTo>
                  <a:lnTo>
                    <a:pt x="2592247" y="181610"/>
                  </a:lnTo>
                  <a:lnTo>
                    <a:pt x="2592247" y="200660"/>
                  </a:lnTo>
                  <a:lnTo>
                    <a:pt x="2592247" y="222250"/>
                  </a:lnTo>
                  <a:lnTo>
                    <a:pt x="2745651" y="222250"/>
                  </a:lnTo>
                  <a:lnTo>
                    <a:pt x="2745651" y="200660"/>
                  </a:lnTo>
                  <a:close/>
                </a:path>
                <a:path w="2811144" h="579754">
                  <a:moveTo>
                    <a:pt x="2769946" y="45720"/>
                  </a:moveTo>
                  <a:lnTo>
                    <a:pt x="2738640" y="45720"/>
                  </a:lnTo>
                  <a:lnTo>
                    <a:pt x="2738640" y="0"/>
                  </a:lnTo>
                  <a:lnTo>
                    <a:pt x="2710916" y="0"/>
                  </a:lnTo>
                  <a:lnTo>
                    <a:pt x="2710916" y="45720"/>
                  </a:lnTo>
                  <a:lnTo>
                    <a:pt x="2710916" y="67310"/>
                  </a:lnTo>
                  <a:lnTo>
                    <a:pt x="2710916" y="114300"/>
                  </a:lnTo>
                  <a:lnTo>
                    <a:pt x="2738640" y="114300"/>
                  </a:lnTo>
                  <a:lnTo>
                    <a:pt x="2738640" y="67310"/>
                  </a:lnTo>
                  <a:lnTo>
                    <a:pt x="2769946" y="67310"/>
                  </a:lnTo>
                  <a:lnTo>
                    <a:pt x="2769946" y="45720"/>
                  </a:lnTo>
                  <a:close/>
                </a:path>
                <a:path w="2811144" h="579754">
                  <a:moveTo>
                    <a:pt x="2811081" y="22326"/>
                  </a:moveTo>
                  <a:lnTo>
                    <a:pt x="2786964" y="22326"/>
                  </a:lnTo>
                  <a:lnTo>
                    <a:pt x="2786964" y="88366"/>
                  </a:lnTo>
                  <a:lnTo>
                    <a:pt x="2811081" y="88366"/>
                  </a:lnTo>
                  <a:lnTo>
                    <a:pt x="2811081" y="22326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4264709" y="5650544"/>
              <a:ext cx="424589" cy="212075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4773561" y="5638616"/>
              <a:ext cx="398189" cy="224529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2247265" y="6381189"/>
              <a:ext cx="185677" cy="224531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2465832" y="6391012"/>
              <a:ext cx="204270" cy="214006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2748601" y="6381189"/>
              <a:ext cx="190500" cy="221899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12964884" y="6386829"/>
              <a:ext cx="266700" cy="218440"/>
            </a:xfrm>
            <a:custGeom>
              <a:avLst/>
              <a:gdLst/>
              <a:ahLst/>
              <a:cxnLst/>
              <a:rect l="l" t="t" r="r" b="b"/>
              <a:pathLst>
                <a:path w="266700" h="218440">
                  <a:moveTo>
                    <a:pt x="184531" y="195580"/>
                  </a:moveTo>
                  <a:lnTo>
                    <a:pt x="53936" y="195580"/>
                  </a:lnTo>
                  <a:lnTo>
                    <a:pt x="53936" y="154940"/>
                  </a:lnTo>
                  <a:lnTo>
                    <a:pt x="26314" y="154940"/>
                  </a:lnTo>
                  <a:lnTo>
                    <a:pt x="26314" y="195580"/>
                  </a:lnTo>
                  <a:lnTo>
                    <a:pt x="26314" y="218440"/>
                  </a:lnTo>
                  <a:lnTo>
                    <a:pt x="184531" y="218440"/>
                  </a:lnTo>
                  <a:lnTo>
                    <a:pt x="184531" y="195580"/>
                  </a:lnTo>
                  <a:close/>
                </a:path>
                <a:path w="266700" h="218440">
                  <a:moveTo>
                    <a:pt x="204965" y="119519"/>
                  </a:moveTo>
                  <a:lnTo>
                    <a:pt x="116116" y="119519"/>
                  </a:lnTo>
                  <a:lnTo>
                    <a:pt x="116116" y="100330"/>
                  </a:lnTo>
                  <a:lnTo>
                    <a:pt x="184010" y="100330"/>
                  </a:lnTo>
                  <a:lnTo>
                    <a:pt x="184010" y="78740"/>
                  </a:lnTo>
                  <a:lnTo>
                    <a:pt x="53327" y="78740"/>
                  </a:lnTo>
                  <a:lnTo>
                    <a:pt x="53327" y="59690"/>
                  </a:lnTo>
                  <a:lnTo>
                    <a:pt x="179616" y="59690"/>
                  </a:lnTo>
                  <a:lnTo>
                    <a:pt x="179616" y="40640"/>
                  </a:lnTo>
                  <a:lnTo>
                    <a:pt x="179616" y="21590"/>
                  </a:lnTo>
                  <a:lnTo>
                    <a:pt x="179616" y="0"/>
                  </a:lnTo>
                  <a:lnTo>
                    <a:pt x="25438" y="0"/>
                  </a:lnTo>
                  <a:lnTo>
                    <a:pt x="25438" y="21590"/>
                  </a:lnTo>
                  <a:lnTo>
                    <a:pt x="152082" y="21590"/>
                  </a:lnTo>
                  <a:lnTo>
                    <a:pt x="152082" y="40640"/>
                  </a:lnTo>
                  <a:lnTo>
                    <a:pt x="25958" y="40640"/>
                  </a:lnTo>
                  <a:lnTo>
                    <a:pt x="25958" y="59690"/>
                  </a:lnTo>
                  <a:lnTo>
                    <a:pt x="25958" y="78740"/>
                  </a:lnTo>
                  <a:lnTo>
                    <a:pt x="25958" y="100330"/>
                  </a:lnTo>
                  <a:lnTo>
                    <a:pt x="88849" y="100330"/>
                  </a:lnTo>
                  <a:lnTo>
                    <a:pt x="88849" y="119519"/>
                  </a:lnTo>
                  <a:lnTo>
                    <a:pt x="0" y="119519"/>
                  </a:lnTo>
                  <a:lnTo>
                    <a:pt x="0" y="141884"/>
                  </a:lnTo>
                  <a:lnTo>
                    <a:pt x="204965" y="141884"/>
                  </a:lnTo>
                  <a:lnTo>
                    <a:pt x="204965" y="119519"/>
                  </a:lnTo>
                  <a:close/>
                </a:path>
                <a:path w="266700" h="218440">
                  <a:moveTo>
                    <a:pt x="266280" y="155575"/>
                  </a:moveTo>
                  <a:lnTo>
                    <a:pt x="264693" y="148158"/>
                  </a:lnTo>
                  <a:lnTo>
                    <a:pt x="260515" y="142113"/>
                  </a:lnTo>
                  <a:lnTo>
                    <a:pt x="254419" y="138036"/>
                  </a:lnTo>
                  <a:lnTo>
                    <a:pt x="247065" y="136537"/>
                  </a:lnTo>
                  <a:lnTo>
                    <a:pt x="239560" y="138036"/>
                  </a:lnTo>
                  <a:lnTo>
                    <a:pt x="233426" y="142113"/>
                  </a:lnTo>
                  <a:lnTo>
                    <a:pt x="229298" y="148158"/>
                  </a:lnTo>
                  <a:lnTo>
                    <a:pt x="227863" y="155575"/>
                  </a:lnTo>
                  <a:lnTo>
                    <a:pt x="229298" y="163055"/>
                  </a:lnTo>
                  <a:lnTo>
                    <a:pt x="233426" y="169151"/>
                  </a:lnTo>
                  <a:lnTo>
                    <a:pt x="239560" y="173266"/>
                  </a:lnTo>
                  <a:lnTo>
                    <a:pt x="247065" y="174777"/>
                  </a:lnTo>
                  <a:lnTo>
                    <a:pt x="254419" y="173266"/>
                  </a:lnTo>
                  <a:lnTo>
                    <a:pt x="260515" y="169151"/>
                  </a:lnTo>
                  <a:lnTo>
                    <a:pt x="264693" y="163055"/>
                  </a:lnTo>
                  <a:lnTo>
                    <a:pt x="266280" y="155575"/>
                  </a:lnTo>
                  <a:close/>
                </a:path>
                <a:path w="266700" h="218440">
                  <a:moveTo>
                    <a:pt x="266280" y="66548"/>
                  </a:moveTo>
                  <a:lnTo>
                    <a:pt x="264693" y="59131"/>
                  </a:lnTo>
                  <a:lnTo>
                    <a:pt x="260515" y="53086"/>
                  </a:lnTo>
                  <a:lnTo>
                    <a:pt x="254419" y="49009"/>
                  </a:lnTo>
                  <a:lnTo>
                    <a:pt x="247065" y="47510"/>
                  </a:lnTo>
                  <a:lnTo>
                    <a:pt x="239560" y="49009"/>
                  </a:lnTo>
                  <a:lnTo>
                    <a:pt x="233426" y="53086"/>
                  </a:lnTo>
                  <a:lnTo>
                    <a:pt x="229298" y="59131"/>
                  </a:lnTo>
                  <a:lnTo>
                    <a:pt x="227863" y="66548"/>
                  </a:lnTo>
                  <a:lnTo>
                    <a:pt x="229298" y="74028"/>
                  </a:lnTo>
                  <a:lnTo>
                    <a:pt x="233426" y="80137"/>
                  </a:lnTo>
                  <a:lnTo>
                    <a:pt x="239560" y="84251"/>
                  </a:lnTo>
                  <a:lnTo>
                    <a:pt x="247065" y="85763"/>
                  </a:lnTo>
                  <a:lnTo>
                    <a:pt x="254419" y="84251"/>
                  </a:lnTo>
                  <a:lnTo>
                    <a:pt x="260515" y="80137"/>
                  </a:lnTo>
                  <a:lnTo>
                    <a:pt x="264693" y="74028"/>
                  </a:lnTo>
                  <a:lnTo>
                    <a:pt x="266280" y="66548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3313765" y="6381189"/>
              <a:ext cx="413364" cy="224004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3752915" y="6381189"/>
              <a:ext cx="188308" cy="224004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4040499" y="6381189"/>
              <a:ext cx="185851" cy="224004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4259854" y="6381189"/>
              <a:ext cx="179362" cy="224531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4482544" y="6381189"/>
              <a:ext cx="177694" cy="224531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4689182" y="6381189"/>
              <a:ext cx="211462" cy="224004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14971548" y="6388100"/>
              <a:ext cx="424815" cy="213360"/>
            </a:xfrm>
            <a:custGeom>
              <a:avLst/>
              <a:gdLst/>
              <a:ahLst/>
              <a:cxnLst/>
              <a:rect l="l" t="t" r="r" b="b"/>
              <a:pathLst>
                <a:path w="424815" h="213359">
                  <a:moveTo>
                    <a:pt x="181292" y="55880"/>
                  </a:moveTo>
                  <a:lnTo>
                    <a:pt x="53848" y="55880"/>
                  </a:lnTo>
                  <a:lnTo>
                    <a:pt x="53848" y="0"/>
                  </a:lnTo>
                  <a:lnTo>
                    <a:pt x="26581" y="0"/>
                  </a:lnTo>
                  <a:lnTo>
                    <a:pt x="26581" y="55880"/>
                  </a:lnTo>
                  <a:lnTo>
                    <a:pt x="26581" y="77470"/>
                  </a:lnTo>
                  <a:lnTo>
                    <a:pt x="181292" y="77470"/>
                  </a:lnTo>
                  <a:lnTo>
                    <a:pt x="181292" y="55880"/>
                  </a:lnTo>
                  <a:close/>
                </a:path>
                <a:path w="424815" h="213359">
                  <a:moveTo>
                    <a:pt x="183222" y="190500"/>
                  </a:moveTo>
                  <a:lnTo>
                    <a:pt x="52184" y="190500"/>
                  </a:lnTo>
                  <a:lnTo>
                    <a:pt x="52184" y="144780"/>
                  </a:lnTo>
                  <a:lnTo>
                    <a:pt x="24815" y="144780"/>
                  </a:lnTo>
                  <a:lnTo>
                    <a:pt x="24815" y="190500"/>
                  </a:lnTo>
                  <a:lnTo>
                    <a:pt x="24815" y="213360"/>
                  </a:lnTo>
                  <a:lnTo>
                    <a:pt x="183222" y="213360"/>
                  </a:lnTo>
                  <a:lnTo>
                    <a:pt x="183222" y="190500"/>
                  </a:lnTo>
                  <a:close/>
                </a:path>
                <a:path w="424815" h="213359">
                  <a:moveTo>
                    <a:pt x="204622" y="107111"/>
                  </a:moveTo>
                  <a:lnTo>
                    <a:pt x="116039" y="107111"/>
                  </a:lnTo>
                  <a:lnTo>
                    <a:pt x="116039" y="78079"/>
                  </a:lnTo>
                  <a:lnTo>
                    <a:pt x="88582" y="78079"/>
                  </a:lnTo>
                  <a:lnTo>
                    <a:pt x="88582" y="107111"/>
                  </a:lnTo>
                  <a:lnTo>
                    <a:pt x="0" y="107111"/>
                  </a:lnTo>
                  <a:lnTo>
                    <a:pt x="0" y="129311"/>
                  </a:lnTo>
                  <a:lnTo>
                    <a:pt x="204622" y="129311"/>
                  </a:lnTo>
                  <a:lnTo>
                    <a:pt x="204622" y="107111"/>
                  </a:lnTo>
                  <a:close/>
                </a:path>
                <a:path w="424815" h="213359">
                  <a:moveTo>
                    <a:pt x="397929" y="3810"/>
                  </a:moveTo>
                  <a:lnTo>
                    <a:pt x="370738" y="3810"/>
                  </a:lnTo>
                  <a:lnTo>
                    <a:pt x="370738" y="25400"/>
                  </a:lnTo>
                  <a:lnTo>
                    <a:pt x="370738" y="62230"/>
                  </a:lnTo>
                  <a:lnTo>
                    <a:pt x="272249" y="62230"/>
                  </a:lnTo>
                  <a:lnTo>
                    <a:pt x="272249" y="25400"/>
                  </a:lnTo>
                  <a:lnTo>
                    <a:pt x="370738" y="25400"/>
                  </a:lnTo>
                  <a:lnTo>
                    <a:pt x="370738" y="3810"/>
                  </a:lnTo>
                  <a:lnTo>
                    <a:pt x="245313" y="3810"/>
                  </a:lnTo>
                  <a:lnTo>
                    <a:pt x="245313" y="25400"/>
                  </a:lnTo>
                  <a:lnTo>
                    <a:pt x="245313" y="62230"/>
                  </a:lnTo>
                  <a:lnTo>
                    <a:pt x="245313" y="83820"/>
                  </a:lnTo>
                  <a:lnTo>
                    <a:pt x="397929" y="83820"/>
                  </a:lnTo>
                  <a:lnTo>
                    <a:pt x="397929" y="62738"/>
                  </a:lnTo>
                  <a:lnTo>
                    <a:pt x="397929" y="62230"/>
                  </a:lnTo>
                  <a:lnTo>
                    <a:pt x="397929" y="25400"/>
                  </a:lnTo>
                  <a:lnTo>
                    <a:pt x="397929" y="24841"/>
                  </a:lnTo>
                  <a:lnTo>
                    <a:pt x="397929" y="3810"/>
                  </a:lnTo>
                  <a:close/>
                </a:path>
                <a:path w="424815" h="213359">
                  <a:moveTo>
                    <a:pt x="401701" y="190500"/>
                  </a:moveTo>
                  <a:lnTo>
                    <a:pt x="271716" y="190500"/>
                  </a:lnTo>
                  <a:lnTo>
                    <a:pt x="271716" y="147320"/>
                  </a:lnTo>
                  <a:lnTo>
                    <a:pt x="244182" y="147320"/>
                  </a:lnTo>
                  <a:lnTo>
                    <a:pt x="244182" y="190500"/>
                  </a:lnTo>
                  <a:lnTo>
                    <a:pt x="244182" y="213360"/>
                  </a:lnTo>
                  <a:lnTo>
                    <a:pt x="401701" y="213360"/>
                  </a:lnTo>
                  <a:lnTo>
                    <a:pt x="401701" y="190500"/>
                  </a:lnTo>
                  <a:close/>
                </a:path>
                <a:path w="424815" h="213359">
                  <a:moveTo>
                    <a:pt x="424332" y="105092"/>
                  </a:moveTo>
                  <a:lnTo>
                    <a:pt x="219354" y="105092"/>
                  </a:lnTo>
                  <a:lnTo>
                    <a:pt x="219354" y="127292"/>
                  </a:lnTo>
                  <a:lnTo>
                    <a:pt x="310489" y="127292"/>
                  </a:lnTo>
                  <a:lnTo>
                    <a:pt x="310489" y="168249"/>
                  </a:lnTo>
                  <a:lnTo>
                    <a:pt x="337756" y="168249"/>
                  </a:lnTo>
                  <a:lnTo>
                    <a:pt x="337756" y="127292"/>
                  </a:lnTo>
                  <a:lnTo>
                    <a:pt x="424332" y="127292"/>
                  </a:lnTo>
                  <a:lnTo>
                    <a:pt x="424332" y="105092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7" name="object 167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5470872" y="6381189"/>
              <a:ext cx="407312" cy="224004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5974225" y="6381189"/>
              <a:ext cx="189359" cy="221373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6192002" y="6381189"/>
              <a:ext cx="184098" cy="224004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3183546" y="6775243"/>
              <a:ext cx="180501" cy="169976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3502830" y="6759193"/>
              <a:ext cx="75515" cy="179624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3619130" y="6736739"/>
              <a:ext cx="350040" cy="224004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4055033" y="6736915"/>
              <a:ext cx="192955" cy="223829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4275880" y="6736915"/>
              <a:ext cx="186640" cy="221198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4554675" y="6736739"/>
              <a:ext cx="187605" cy="224004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14775345" y="6755688"/>
              <a:ext cx="205104" cy="179705"/>
            </a:xfrm>
            <a:custGeom>
              <a:avLst/>
              <a:gdLst/>
              <a:ahLst/>
              <a:cxnLst/>
              <a:rect l="l" t="t" r="r" b="b"/>
              <a:pathLst>
                <a:path w="205105" h="179704">
                  <a:moveTo>
                    <a:pt x="204965" y="157086"/>
                  </a:moveTo>
                  <a:lnTo>
                    <a:pt x="150939" y="157086"/>
                  </a:lnTo>
                  <a:lnTo>
                    <a:pt x="150939" y="110947"/>
                  </a:lnTo>
                  <a:lnTo>
                    <a:pt x="186194" y="110947"/>
                  </a:lnTo>
                  <a:lnTo>
                    <a:pt x="186194" y="88582"/>
                  </a:lnTo>
                  <a:lnTo>
                    <a:pt x="154190" y="88582"/>
                  </a:lnTo>
                  <a:lnTo>
                    <a:pt x="154190" y="22275"/>
                  </a:lnTo>
                  <a:lnTo>
                    <a:pt x="187071" y="22275"/>
                  </a:lnTo>
                  <a:lnTo>
                    <a:pt x="187071" y="0"/>
                  </a:lnTo>
                  <a:lnTo>
                    <a:pt x="127000" y="0"/>
                  </a:lnTo>
                  <a:lnTo>
                    <a:pt x="127000" y="22275"/>
                  </a:lnTo>
                  <a:lnTo>
                    <a:pt x="127000" y="88582"/>
                  </a:lnTo>
                  <a:lnTo>
                    <a:pt x="123228" y="88582"/>
                  </a:lnTo>
                  <a:lnTo>
                    <a:pt x="123228" y="110947"/>
                  </a:lnTo>
                  <a:lnTo>
                    <a:pt x="123228" y="157086"/>
                  </a:lnTo>
                  <a:lnTo>
                    <a:pt x="80594" y="157086"/>
                  </a:lnTo>
                  <a:lnTo>
                    <a:pt x="80594" y="110947"/>
                  </a:lnTo>
                  <a:lnTo>
                    <a:pt x="123228" y="110947"/>
                  </a:lnTo>
                  <a:lnTo>
                    <a:pt x="123228" y="88582"/>
                  </a:lnTo>
                  <a:lnTo>
                    <a:pt x="76657" y="88582"/>
                  </a:lnTo>
                  <a:lnTo>
                    <a:pt x="76657" y="22275"/>
                  </a:lnTo>
                  <a:lnTo>
                    <a:pt x="127000" y="22275"/>
                  </a:lnTo>
                  <a:lnTo>
                    <a:pt x="127000" y="0"/>
                  </a:lnTo>
                  <a:lnTo>
                    <a:pt x="16751" y="0"/>
                  </a:lnTo>
                  <a:lnTo>
                    <a:pt x="16751" y="22275"/>
                  </a:lnTo>
                  <a:lnTo>
                    <a:pt x="49199" y="22275"/>
                  </a:lnTo>
                  <a:lnTo>
                    <a:pt x="49199" y="88582"/>
                  </a:lnTo>
                  <a:lnTo>
                    <a:pt x="17449" y="88582"/>
                  </a:lnTo>
                  <a:lnTo>
                    <a:pt x="17449" y="110947"/>
                  </a:lnTo>
                  <a:lnTo>
                    <a:pt x="52971" y="110947"/>
                  </a:lnTo>
                  <a:lnTo>
                    <a:pt x="52971" y="157086"/>
                  </a:lnTo>
                  <a:lnTo>
                    <a:pt x="0" y="157086"/>
                  </a:lnTo>
                  <a:lnTo>
                    <a:pt x="0" y="179362"/>
                  </a:lnTo>
                  <a:lnTo>
                    <a:pt x="204965" y="179362"/>
                  </a:lnTo>
                  <a:lnTo>
                    <a:pt x="204965" y="157086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5053029" y="6734985"/>
              <a:ext cx="410032" cy="225934"/>
            </a:xfrm>
            <a:prstGeom prst="rect">
              <a:avLst/>
            </a:prstGeom>
          </p:spPr>
        </p:pic>
      </p:grpSp>
      <p:grpSp>
        <p:nvGrpSpPr>
          <p:cNvPr id="178" name="object 178"/>
          <p:cNvGrpSpPr/>
          <p:nvPr/>
        </p:nvGrpSpPr>
        <p:grpSpPr>
          <a:xfrm>
            <a:off x="1742271" y="2500134"/>
            <a:ext cx="479425" cy="257810"/>
            <a:chOff x="1742271" y="2500134"/>
            <a:chExt cx="479425" cy="257810"/>
          </a:xfrm>
        </p:grpSpPr>
        <p:sp>
          <p:nvSpPr>
            <p:cNvPr id="179" name="object 179"/>
            <p:cNvSpPr/>
            <p:nvPr/>
          </p:nvSpPr>
          <p:spPr>
            <a:xfrm>
              <a:off x="1742271" y="2500134"/>
              <a:ext cx="222885" cy="255904"/>
            </a:xfrm>
            <a:custGeom>
              <a:avLst/>
              <a:gdLst/>
              <a:ahLst/>
              <a:cxnLst/>
              <a:rect l="l" t="t" r="r" b="b"/>
              <a:pathLst>
                <a:path w="222885" h="255905">
                  <a:moveTo>
                    <a:pt x="214435" y="0"/>
                  </a:moveTo>
                  <a:lnTo>
                    <a:pt x="183066" y="0"/>
                  </a:lnTo>
                  <a:lnTo>
                    <a:pt x="183066" y="131525"/>
                  </a:lnTo>
                  <a:lnTo>
                    <a:pt x="214435" y="131525"/>
                  </a:lnTo>
                  <a:lnTo>
                    <a:pt x="214435" y="0"/>
                  </a:lnTo>
                  <a:close/>
                </a:path>
                <a:path w="222885" h="255905">
                  <a:moveTo>
                    <a:pt x="96425" y="6253"/>
                  </a:moveTo>
                  <a:lnTo>
                    <a:pt x="63644" y="6253"/>
                  </a:lnTo>
                  <a:lnTo>
                    <a:pt x="63644" y="26022"/>
                  </a:lnTo>
                  <a:lnTo>
                    <a:pt x="59558" y="50991"/>
                  </a:lnTo>
                  <a:lnTo>
                    <a:pt x="47443" y="73869"/>
                  </a:lnTo>
                  <a:lnTo>
                    <a:pt x="27518" y="92871"/>
                  </a:lnTo>
                  <a:lnTo>
                    <a:pt x="0" y="106209"/>
                  </a:lnTo>
                  <a:lnTo>
                    <a:pt x="15936" y="131122"/>
                  </a:lnTo>
                  <a:lnTo>
                    <a:pt x="37324" y="121756"/>
                  </a:lnTo>
                  <a:lnTo>
                    <a:pt x="55260" y="108692"/>
                  </a:lnTo>
                  <a:lnTo>
                    <a:pt x="69622" y="92471"/>
                  </a:lnTo>
                  <a:lnTo>
                    <a:pt x="80287" y="73630"/>
                  </a:lnTo>
                  <a:lnTo>
                    <a:pt x="114349" y="73630"/>
                  </a:lnTo>
                  <a:lnTo>
                    <a:pt x="112260" y="71739"/>
                  </a:lnTo>
                  <a:lnTo>
                    <a:pt x="100352" y="50072"/>
                  </a:lnTo>
                  <a:lnTo>
                    <a:pt x="96425" y="26022"/>
                  </a:lnTo>
                  <a:lnTo>
                    <a:pt x="96425" y="6253"/>
                  </a:lnTo>
                  <a:close/>
                </a:path>
                <a:path w="222885" h="255905">
                  <a:moveTo>
                    <a:pt x="114349" y="73630"/>
                  </a:moveTo>
                  <a:lnTo>
                    <a:pt x="80287" y="73630"/>
                  </a:lnTo>
                  <a:lnTo>
                    <a:pt x="90860" y="90937"/>
                  </a:lnTo>
                  <a:lnTo>
                    <a:pt x="104960" y="105805"/>
                  </a:lnTo>
                  <a:lnTo>
                    <a:pt x="122484" y="117798"/>
                  </a:lnTo>
                  <a:lnTo>
                    <a:pt x="143326" y="126482"/>
                  </a:lnTo>
                  <a:lnTo>
                    <a:pt x="158960" y="101871"/>
                  </a:lnTo>
                  <a:lnTo>
                    <a:pt x="131885" y="89509"/>
                  </a:lnTo>
                  <a:lnTo>
                    <a:pt x="114349" y="73630"/>
                  </a:lnTo>
                  <a:close/>
                </a:path>
                <a:path w="222885" h="255905">
                  <a:moveTo>
                    <a:pt x="214838" y="143326"/>
                  </a:moveTo>
                  <a:lnTo>
                    <a:pt x="43673" y="143326"/>
                  </a:lnTo>
                  <a:lnTo>
                    <a:pt x="43673" y="168038"/>
                  </a:lnTo>
                  <a:lnTo>
                    <a:pt x="183268" y="168038"/>
                  </a:lnTo>
                  <a:lnTo>
                    <a:pt x="183268" y="186697"/>
                  </a:lnTo>
                  <a:lnTo>
                    <a:pt x="44480" y="186697"/>
                  </a:lnTo>
                  <a:lnTo>
                    <a:pt x="44480" y="255486"/>
                  </a:lnTo>
                  <a:lnTo>
                    <a:pt x="222605" y="255486"/>
                  </a:lnTo>
                  <a:lnTo>
                    <a:pt x="222605" y="230270"/>
                  </a:lnTo>
                  <a:lnTo>
                    <a:pt x="75344" y="230270"/>
                  </a:lnTo>
                  <a:lnTo>
                    <a:pt x="75344" y="210300"/>
                  </a:lnTo>
                  <a:lnTo>
                    <a:pt x="214838" y="210300"/>
                  </a:lnTo>
                  <a:lnTo>
                    <a:pt x="214838" y="14332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0" name="object 180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986272" y="2511431"/>
              <a:ext cx="234910" cy="246107"/>
            </a:xfrm>
            <a:prstGeom prst="rect">
              <a:avLst/>
            </a:prstGeom>
          </p:spPr>
        </p:pic>
      </p:grpSp>
      <p:grpSp>
        <p:nvGrpSpPr>
          <p:cNvPr id="181" name="object 181"/>
          <p:cNvGrpSpPr/>
          <p:nvPr/>
        </p:nvGrpSpPr>
        <p:grpSpPr>
          <a:xfrm>
            <a:off x="2290963" y="2498117"/>
            <a:ext cx="482600" cy="260350"/>
            <a:chOff x="2290963" y="2498117"/>
            <a:chExt cx="482600" cy="260350"/>
          </a:xfrm>
        </p:grpSpPr>
        <p:pic>
          <p:nvPicPr>
            <p:cNvPr id="182" name="object 182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2290963" y="2499933"/>
              <a:ext cx="221092" cy="252965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2531937" y="2498117"/>
              <a:ext cx="241935" cy="260350"/>
            </a:xfrm>
            <a:custGeom>
              <a:avLst/>
              <a:gdLst/>
              <a:ahLst/>
              <a:cxnLst/>
              <a:rect l="l" t="t" r="r" b="b"/>
              <a:pathLst>
                <a:path w="241935" h="260350">
                  <a:moveTo>
                    <a:pt x="154724" y="21786"/>
                  </a:moveTo>
                  <a:lnTo>
                    <a:pt x="6657" y="21786"/>
                  </a:lnTo>
                  <a:lnTo>
                    <a:pt x="6657" y="45287"/>
                  </a:lnTo>
                  <a:lnTo>
                    <a:pt x="154724" y="45287"/>
                  </a:lnTo>
                  <a:lnTo>
                    <a:pt x="154724" y="21786"/>
                  </a:lnTo>
                  <a:close/>
                </a:path>
                <a:path w="241935" h="260350">
                  <a:moveTo>
                    <a:pt x="96627" y="0"/>
                  </a:moveTo>
                  <a:lnTo>
                    <a:pt x="64956" y="0"/>
                  </a:lnTo>
                  <a:lnTo>
                    <a:pt x="64956" y="21786"/>
                  </a:lnTo>
                  <a:lnTo>
                    <a:pt x="96627" y="21786"/>
                  </a:lnTo>
                  <a:lnTo>
                    <a:pt x="96627" y="0"/>
                  </a:lnTo>
                  <a:close/>
                </a:path>
                <a:path w="241935" h="260350">
                  <a:moveTo>
                    <a:pt x="206669" y="2219"/>
                  </a:moveTo>
                  <a:lnTo>
                    <a:pt x="174897" y="2219"/>
                  </a:lnTo>
                  <a:lnTo>
                    <a:pt x="174897" y="176410"/>
                  </a:lnTo>
                  <a:lnTo>
                    <a:pt x="206669" y="176410"/>
                  </a:lnTo>
                  <a:lnTo>
                    <a:pt x="206669" y="102981"/>
                  </a:lnTo>
                  <a:lnTo>
                    <a:pt x="241466" y="102981"/>
                  </a:lnTo>
                  <a:lnTo>
                    <a:pt x="241466" y="76858"/>
                  </a:lnTo>
                  <a:lnTo>
                    <a:pt x="206669" y="76858"/>
                  </a:lnTo>
                  <a:lnTo>
                    <a:pt x="206669" y="2219"/>
                  </a:lnTo>
                  <a:close/>
                </a:path>
                <a:path w="241935" h="260350">
                  <a:moveTo>
                    <a:pt x="80489" y="53054"/>
                  </a:moveTo>
                  <a:lnTo>
                    <a:pt x="54795" y="55571"/>
                  </a:lnTo>
                  <a:lnTo>
                    <a:pt x="35163" y="62825"/>
                  </a:lnTo>
                  <a:lnTo>
                    <a:pt x="22661" y="74372"/>
                  </a:lnTo>
                  <a:lnTo>
                    <a:pt x="18357" y="89768"/>
                  </a:lnTo>
                  <a:lnTo>
                    <a:pt x="21496" y="103181"/>
                  </a:lnTo>
                  <a:lnTo>
                    <a:pt x="30763" y="113862"/>
                  </a:lnTo>
                  <a:lnTo>
                    <a:pt x="45476" y="121497"/>
                  </a:lnTo>
                  <a:lnTo>
                    <a:pt x="64956" y="125776"/>
                  </a:lnTo>
                  <a:lnTo>
                    <a:pt x="64956" y="142721"/>
                  </a:lnTo>
                  <a:lnTo>
                    <a:pt x="47757" y="143087"/>
                  </a:lnTo>
                  <a:lnTo>
                    <a:pt x="0" y="143427"/>
                  </a:lnTo>
                  <a:lnTo>
                    <a:pt x="3429" y="167836"/>
                  </a:lnTo>
                  <a:lnTo>
                    <a:pt x="40020" y="167562"/>
                  </a:lnTo>
                  <a:lnTo>
                    <a:pt x="80186" y="166248"/>
                  </a:lnTo>
                  <a:lnTo>
                    <a:pt x="122092" y="163156"/>
                  </a:lnTo>
                  <a:lnTo>
                    <a:pt x="163903" y="157548"/>
                  </a:lnTo>
                  <a:lnTo>
                    <a:pt x="162187" y="141511"/>
                  </a:lnTo>
                  <a:lnTo>
                    <a:pt x="96627" y="141511"/>
                  </a:lnTo>
                  <a:lnTo>
                    <a:pt x="96627" y="125776"/>
                  </a:lnTo>
                  <a:lnTo>
                    <a:pt x="115816" y="121398"/>
                  </a:lnTo>
                  <a:lnTo>
                    <a:pt x="130315" y="113748"/>
                  </a:lnTo>
                  <a:lnTo>
                    <a:pt x="137275" y="105704"/>
                  </a:lnTo>
                  <a:lnTo>
                    <a:pt x="80489" y="105704"/>
                  </a:lnTo>
                  <a:lnTo>
                    <a:pt x="67028" y="104661"/>
                  </a:lnTo>
                  <a:lnTo>
                    <a:pt x="57000" y="101594"/>
                  </a:lnTo>
                  <a:lnTo>
                    <a:pt x="50773" y="96598"/>
                  </a:lnTo>
                  <a:lnTo>
                    <a:pt x="48717" y="89768"/>
                  </a:lnTo>
                  <a:lnTo>
                    <a:pt x="50773" y="83196"/>
                  </a:lnTo>
                  <a:lnTo>
                    <a:pt x="57000" y="78269"/>
                  </a:lnTo>
                  <a:lnTo>
                    <a:pt x="67028" y="75158"/>
                  </a:lnTo>
                  <a:lnTo>
                    <a:pt x="80489" y="74033"/>
                  </a:lnTo>
                  <a:lnTo>
                    <a:pt x="137948" y="74033"/>
                  </a:lnTo>
                  <a:lnTo>
                    <a:pt x="125764" y="62825"/>
                  </a:lnTo>
                  <a:lnTo>
                    <a:pt x="106157" y="55571"/>
                  </a:lnTo>
                  <a:lnTo>
                    <a:pt x="80489" y="53054"/>
                  </a:lnTo>
                  <a:close/>
                </a:path>
                <a:path w="241935" h="260350">
                  <a:moveTo>
                    <a:pt x="161583" y="135863"/>
                  </a:moveTo>
                  <a:lnTo>
                    <a:pt x="145774" y="137781"/>
                  </a:lnTo>
                  <a:lnTo>
                    <a:pt x="129596" y="139330"/>
                  </a:lnTo>
                  <a:lnTo>
                    <a:pt x="113173" y="140557"/>
                  </a:lnTo>
                  <a:lnTo>
                    <a:pt x="96627" y="141511"/>
                  </a:lnTo>
                  <a:lnTo>
                    <a:pt x="162187" y="141511"/>
                  </a:lnTo>
                  <a:lnTo>
                    <a:pt x="161583" y="135863"/>
                  </a:lnTo>
                  <a:close/>
                </a:path>
                <a:path w="241935" h="260350">
                  <a:moveTo>
                    <a:pt x="137948" y="74033"/>
                  </a:moveTo>
                  <a:lnTo>
                    <a:pt x="80489" y="74033"/>
                  </a:lnTo>
                  <a:lnTo>
                    <a:pt x="93894" y="75158"/>
                  </a:lnTo>
                  <a:lnTo>
                    <a:pt x="103914" y="78269"/>
                  </a:lnTo>
                  <a:lnTo>
                    <a:pt x="110190" y="83196"/>
                  </a:lnTo>
                  <a:lnTo>
                    <a:pt x="112362" y="89768"/>
                  </a:lnTo>
                  <a:lnTo>
                    <a:pt x="110190" y="96598"/>
                  </a:lnTo>
                  <a:lnTo>
                    <a:pt x="103914" y="101594"/>
                  </a:lnTo>
                  <a:lnTo>
                    <a:pt x="93894" y="104661"/>
                  </a:lnTo>
                  <a:lnTo>
                    <a:pt x="80489" y="105704"/>
                  </a:lnTo>
                  <a:lnTo>
                    <a:pt x="137275" y="105704"/>
                  </a:lnTo>
                  <a:lnTo>
                    <a:pt x="139519" y="103110"/>
                  </a:lnTo>
                  <a:lnTo>
                    <a:pt x="142822" y="89768"/>
                  </a:lnTo>
                  <a:lnTo>
                    <a:pt x="138316" y="74372"/>
                  </a:lnTo>
                  <a:lnTo>
                    <a:pt x="137948" y="74033"/>
                  </a:lnTo>
                  <a:close/>
                </a:path>
                <a:path w="241935" h="260350">
                  <a:moveTo>
                    <a:pt x="121137" y="178830"/>
                  </a:moveTo>
                  <a:lnTo>
                    <a:pt x="84132" y="181451"/>
                  </a:lnTo>
                  <a:lnTo>
                    <a:pt x="56811" y="189282"/>
                  </a:lnTo>
                  <a:lnTo>
                    <a:pt x="39891" y="202049"/>
                  </a:lnTo>
                  <a:lnTo>
                    <a:pt x="34091" y="219478"/>
                  </a:lnTo>
                  <a:lnTo>
                    <a:pt x="39891" y="236831"/>
                  </a:lnTo>
                  <a:lnTo>
                    <a:pt x="56811" y="249447"/>
                  </a:lnTo>
                  <a:lnTo>
                    <a:pt x="84132" y="257165"/>
                  </a:lnTo>
                  <a:lnTo>
                    <a:pt x="121137" y="259824"/>
                  </a:lnTo>
                  <a:lnTo>
                    <a:pt x="157868" y="257165"/>
                  </a:lnTo>
                  <a:lnTo>
                    <a:pt x="185096" y="249447"/>
                  </a:lnTo>
                  <a:lnTo>
                    <a:pt x="202056" y="236831"/>
                  </a:lnTo>
                  <a:lnTo>
                    <a:pt x="202195" y="236423"/>
                  </a:lnTo>
                  <a:lnTo>
                    <a:pt x="121137" y="236423"/>
                  </a:lnTo>
                  <a:lnTo>
                    <a:pt x="96828" y="235364"/>
                  </a:lnTo>
                  <a:lnTo>
                    <a:pt x="79556" y="232111"/>
                  </a:lnTo>
                  <a:lnTo>
                    <a:pt x="69280" y="226778"/>
                  </a:lnTo>
                  <a:lnTo>
                    <a:pt x="65964" y="219478"/>
                  </a:lnTo>
                  <a:lnTo>
                    <a:pt x="69280" y="211845"/>
                  </a:lnTo>
                  <a:lnTo>
                    <a:pt x="79556" y="206378"/>
                  </a:lnTo>
                  <a:lnTo>
                    <a:pt x="96828" y="203124"/>
                  </a:lnTo>
                  <a:lnTo>
                    <a:pt x="121137" y="202130"/>
                  </a:lnTo>
                  <a:lnTo>
                    <a:pt x="202083" y="202130"/>
                  </a:lnTo>
                  <a:lnTo>
                    <a:pt x="185096" y="189282"/>
                  </a:lnTo>
                  <a:lnTo>
                    <a:pt x="157868" y="181451"/>
                  </a:lnTo>
                  <a:lnTo>
                    <a:pt x="121137" y="178830"/>
                  </a:lnTo>
                  <a:close/>
                </a:path>
                <a:path w="241935" h="260350">
                  <a:moveTo>
                    <a:pt x="202083" y="202130"/>
                  </a:moveTo>
                  <a:lnTo>
                    <a:pt x="121137" y="202130"/>
                  </a:lnTo>
                  <a:lnTo>
                    <a:pt x="145084" y="203124"/>
                  </a:lnTo>
                  <a:lnTo>
                    <a:pt x="162175" y="206378"/>
                  </a:lnTo>
                  <a:lnTo>
                    <a:pt x="172440" y="211845"/>
                  </a:lnTo>
                  <a:lnTo>
                    <a:pt x="175905" y="219478"/>
                  </a:lnTo>
                  <a:lnTo>
                    <a:pt x="172440" y="226778"/>
                  </a:lnTo>
                  <a:lnTo>
                    <a:pt x="162175" y="232111"/>
                  </a:lnTo>
                  <a:lnTo>
                    <a:pt x="145084" y="235364"/>
                  </a:lnTo>
                  <a:lnTo>
                    <a:pt x="121137" y="236423"/>
                  </a:lnTo>
                  <a:lnTo>
                    <a:pt x="202195" y="236423"/>
                  </a:lnTo>
                  <a:lnTo>
                    <a:pt x="207980" y="219478"/>
                  </a:lnTo>
                  <a:lnTo>
                    <a:pt x="202083" y="20213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4" name="object 184"/>
          <p:cNvGrpSpPr/>
          <p:nvPr/>
        </p:nvGrpSpPr>
        <p:grpSpPr>
          <a:xfrm>
            <a:off x="2837939" y="2500134"/>
            <a:ext cx="466725" cy="257810"/>
            <a:chOff x="2837939" y="2500134"/>
            <a:chExt cx="466725" cy="257810"/>
          </a:xfrm>
        </p:grpSpPr>
        <p:pic>
          <p:nvPicPr>
            <p:cNvPr id="185" name="object 185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837939" y="2506792"/>
              <a:ext cx="235415" cy="250746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3079519" y="2500134"/>
              <a:ext cx="225425" cy="257810"/>
            </a:xfrm>
            <a:custGeom>
              <a:avLst/>
              <a:gdLst/>
              <a:ahLst/>
              <a:cxnLst/>
              <a:rect l="l" t="t" r="r" b="b"/>
              <a:pathLst>
                <a:path w="225425" h="257810">
                  <a:moveTo>
                    <a:pt x="225026" y="0"/>
                  </a:moveTo>
                  <a:lnTo>
                    <a:pt x="195069" y="0"/>
                  </a:lnTo>
                  <a:lnTo>
                    <a:pt x="195069" y="257605"/>
                  </a:lnTo>
                  <a:lnTo>
                    <a:pt x="225026" y="257605"/>
                  </a:lnTo>
                  <a:lnTo>
                    <a:pt x="225026" y="0"/>
                  </a:lnTo>
                  <a:close/>
                </a:path>
                <a:path w="225425" h="257810">
                  <a:moveTo>
                    <a:pt x="171871" y="95013"/>
                  </a:moveTo>
                  <a:lnTo>
                    <a:pt x="141713" y="95013"/>
                  </a:lnTo>
                  <a:lnTo>
                    <a:pt x="141713" y="133543"/>
                  </a:lnTo>
                  <a:lnTo>
                    <a:pt x="101468" y="133543"/>
                  </a:lnTo>
                  <a:lnTo>
                    <a:pt x="101468" y="159262"/>
                  </a:lnTo>
                  <a:lnTo>
                    <a:pt x="141713" y="159262"/>
                  </a:lnTo>
                  <a:lnTo>
                    <a:pt x="141713" y="245602"/>
                  </a:lnTo>
                  <a:lnTo>
                    <a:pt x="171871" y="245602"/>
                  </a:lnTo>
                  <a:lnTo>
                    <a:pt x="171871" y="95013"/>
                  </a:lnTo>
                  <a:close/>
                </a:path>
                <a:path w="225425" h="257810">
                  <a:moveTo>
                    <a:pt x="114379" y="31368"/>
                  </a:moveTo>
                  <a:lnTo>
                    <a:pt x="13818" y="31368"/>
                  </a:lnTo>
                  <a:lnTo>
                    <a:pt x="13818" y="57088"/>
                  </a:lnTo>
                  <a:lnTo>
                    <a:pt x="82808" y="57088"/>
                  </a:lnTo>
                  <a:lnTo>
                    <a:pt x="75373" y="93843"/>
                  </a:lnTo>
                  <a:lnTo>
                    <a:pt x="59635" y="126533"/>
                  </a:lnTo>
                  <a:lnTo>
                    <a:pt x="34782" y="155440"/>
                  </a:lnTo>
                  <a:lnTo>
                    <a:pt x="0" y="180848"/>
                  </a:lnTo>
                  <a:lnTo>
                    <a:pt x="18760" y="203340"/>
                  </a:lnTo>
                  <a:lnTo>
                    <a:pt x="51074" y="180315"/>
                  </a:lnTo>
                  <a:lnTo>
                    <a:pt x="75975" y="154472"/>
                  </a:lnTo>
                  <a:lnTo>
                    <a:pt x="94105" y="125981"/>
                  </a:lnTo>
                  <a:lnTo>
                    <a:pt x="106108" y="95013"/>
                  </a:lnTo>
                  <a:lnTo>
                    <a:pt x="171871" y="95013"/>
                  </a:lnTo>
                  <a:lnTo>
                    <a:pt x="171871" y="69192"/>
                  </a:lnTo>
                  <a:lnTo>
                    <a:pt x="111655" y="69192"/>
                  </a:lnTo>
                  <a:lnTo>
                    <a:pt x="112847" y="59963"/>
                  </a:lnTo>
                  <a:lnTo>
                    <a:pt x="113698" y="50583"/>
                  </a:lnTo>
                  <a:lnTo>
                    <a:pt x="114208" y="41051"/>
                  </a:lnTo>
                  <a:lnTo>
                    <a:pt x="114379" y="31368"/>
                  </a:lnTo>
                  <a:close/>
                </a:path>
                <a:path w="225425" h="257810">
                  <a:moveTo>
                    <a:pt x="171871" y="6253"/>
                  </a:moveTo>
                  <a:lnTo>
                    <a:pt x="141713" y="6253"/>
                  </a:lnTo>
                  <a:lnTo>
                    <a:pt x="141713" y="69192"/>
                  </a:lnTo>
                  <a:lnTo>
                    <a:pt x="171871" y="69192"/>
                  </a:lnTo>
                  <a:lnTo>
                    <a:pt x="171871" y="625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7" name="object 187"/>
          <p:cNvSpPr/>
          <p:nvPr/>
        </p:nvSpPr>
        <p:spPr>
          <a:xfrm>
            <a:off x="3416935" y="2508249"/>
            <a:ext cx="174625" cy="105410"/>
          </a:xfrm>
          <a:custGeom>
            <a:avLst/>
            <a:gdLst/>
            <a:ahLst/>
            <a:cxnLst/>
            <a:rect l="l" t="t" r="r" b="b"/>
            <a:pathLst>
              <a:path w="174625" h="105410">
                <a:moveTo>
                  <a:pt x="174282" y="29210"/>
                </a:moveTo>
                <a:lnTo>
                  <a:pt x="31369" y="29210"/>
                </a:lnTo>
                <a:lnTo>
                  <a:pt x="31369" y="0"/>
                </a:lnTo>
                <a:lnTo>
                  <a:pt x="0" y="0"/>
                </a:lnTo>
                <a:lnTo>
                  <a:pt x="0" y="29210"/>
                </a:lnTo>
                <a:lnTo>
                  <a:pt x="0" y="53340"/>
                </a:lnTo>
                <a:lnTo>
                  <a:pt x="0" y="80010"/>
                </a:lnTo>
                <a:lnTo>
                  <a:pt x="0" y="105410"/>
                </a:lnTo>
                <a:lnTo>
                  <a:pt x="174282" y="105410"/>
                </a:lnTo>
                <a:lnTo>
                  <a:pt x="174282" y="80010"/>
                </a:lnTo>
                <a:lnTo>
                  <a:pt x="31369" y="80010"/>
                </a:lnTo>
                <a:lnTo>
                  <a:pt x="31369" y="53340"/>
                </a:lnTo>
                <a:lnTo>
                  <a:pt x="142722" y="53340"/>
                </a:lnTo>
                <a:lnTo>
                  <a:pt x="142722" y="79844"/>
                </a:lnTo>
                <a:lnTo>
                  <a:pt x="174282" y="79844"/>
                </a:lnTo>
                <a:lnTo>
                  <a:pt x="174282" y="53340"/>
                </a:lnTo>
                <a:lnTo>
                  <a:pt x="174282" y="52806"/>
                </a:lnTo>
                <a:lnTo>
                  <a:pt x="174282" y="29210"/>
                </a:lnTo>
                <a:close/>
              </a:path>
              <a:path w="174625" h="105410">
                <a:moveTo>
                  <a:pt x="174282" y="63"/>
                </a:moveTo>
                <a:lnTo>
                  <a:pt x="142722" y="63"/>
                </a:lnTo>
                <a:lnTo>
                  <a:pt x="142722" y="29108"/>
                </a:lnTo>
                <a:lnTo>
                  <a:pt x="174282" y="29108"/>
                </a:lnTo>
                <a:lnTo>
                  <a:pt x="174282" y="6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8" name="object 188"/>
          <p:cNvGrpSpPr/>
          <p:nvPr/>
        </p:nvGrpSpPr>
        <p:grpSpPr>
          <a:xfrm>
            <a:off x="3386275" y="2500134"/>
            <a:ext cx="723265" cy="257810"/>
            <a:chOff x="3386275" y="2500134"/>
            <a:chExt cx="723265" cy="257810"/>
          </a:xfrm>
        </p:grpSpPr>
        <p:sp>
          <p:nvSpPr>
            <p:cNvPr id="189" name="object 189"/>
            <p:cNvSpPr/>
            <p:nvPr/>
          </p:nvSpPr>
          <p:spPr>
            <a:xfrm>
              <a:off x="3386264" y="2500147"/>
              <a:ext cx="460375" cy="257810"/>
            </a:xfrm>
            <a:custGeom>
              <a:avLst/>
              <a:gdLst/>
              <a:ahLst/>
              <a:cxnLst/>
              <a:rect l="l" t="t" r="r" b="b"/>
              <a:pathLst>
                <a:path w="460375" h="257810">
                  <a:moveTo>
                    <a:pt x="209702" y="226542"/>
                  </a:moveTo>
                  <a:lnTo>
                    <a:pt x="60020" y="226542"/>
                  </a:lnTo>
                  <a:lnTo>
                    <a:pt x="60020" y="182092"/>
                  </a:lnTo>
                  <a:lnTo>
                    <a:pt x="28549" y="182092"/>
                  </a:lnTo>
                  <a:lnTo>
                    <a:pt x="28549" y="226542"/>
                  </a:lnTo>
                  <a:lnTo>
                    <a:pt x="28549" y="253212"/>
                  </a:lnTo>
                  <a:lnTo>
                    <a:pt x="209702" y="253212"/>
                  </a:lnTo>
                  <a:lnTo>
                    <a:pt x="209702" y="226542"/>
                  </a:lnTo>
                  <a:close/>
                </a:path>
                <a:path w="460375" h="257810">
                  <a:moveTo>
                    <a:pt x="235724" y="133540"/>
                  </a:moveTo>
                  <a:lnTo>
                    <a:pt x="0" y="133540"/>
                  </a:lnTo>
                  <a:lnTo>
                    <a:pt x="0" y="158750"/>
                  </a:lnTo>
                  <a:lnTo>
                    <a:pt x="104800" y="158750"/>
                  </a:lnTo>
                  <a:lnTo>
                    <a:pt x="104800" y="203136"/>
                  </a:lnTo>
                  <a:lnTo>
                    <a:pt x="136169" y="203136"/>
                  </a:lnTo>
                  <a:lnTo>
                    <a:pt x="136169" y="158750"/>
                  </a:lnTo>
                  <a:lnTo>
                    <a:pt x="235724" y="158750"/>
                  </a:lnTo>
                  <a:lnTo>
                    <a:pt x="235724" y="133540"/>
                  </a:lnTo>
                  <a:close/>
                </a:path>
                <a:path w="460375" h="257810">
                  <a:moveTo>
                    <a:pt x="398018" y="118402"/>
                  </a:moveTo>
                  <a:lnTo>
                    <a:pt x="371868" y="105473"/>
                  </a:lnTo>
                  <a:lnTo>
                    <a:pt x="355485" y="89560"/>
                  </a:lnTo>
                  <a:lnTo>
                    <a:pt x="352971" y="87122"/>
                  </a:lnTo>
                  <a:lnTo>
                    <a:pt x="341553" y="64973"/>
                  </a:lnTo>
                  <a:lnTo>
                    <a:pt x="337807" y="40640"/>
                  </a:lnTo>
                  <a:lnTo>
                    <a:pt x="337807" y="13208"/>
                  </a:lnTo>
                  <a:lnTo>
                    <a:pt x="305828" y="13208"/>
                  </a:lnTo>
                  <a:lnTo>
                    <a:pt x="305828" y="38823"/>
                  </a:lnTo>
                  <a:lnTo>
                    <a:pt x="301815" y="65493"/>
                  </a:lnTo>
                  <a:lnTo>
                    <a:pt x="290042" y="89484"/>
                  </a:lnTo>
                  <a:lnTo>
                    <a:pt x="270446" y="109207"/>
                  </a:lnTo>
                  <a:lnTo>
                    <a:pt x="243001" y="123050"/>
                  </a:lnTo>
                  <a:lnTo>
                    <a:pt x="260146" y="148666"/>
                  </a:lnTo>
                  <a:lnTo>
                    <a:pt x="280746" y="138633"/>
                  </a:lnTo>
                  <a:lnTo>
                    <a:pt x="297992" y="125171"/>
                  </a:lnTo>
                  <a:lnTo>
                    <a:pt x="311797" y="108673"/>
                  </a:lnTo>
                  <a:lnTo>
                    <a:pt x="322072" y="89560"/>
                  </a:lnTo>
                  <a:lnTo>
                    <a:pt x="331990" y="107061"/>
                  </a:lnTo>
                  <a:lnTo>
                    <a:pt x="345186" y="122186"/>
                  </a:lnTo>
                  <a:lnTo>
                    <a:pt x="361581" y="134518"/>
                  </a:lnTo>
                  <a:lnTo>
                    <a:pt x="381076" y="143624"/>
                  </a:lnTo>
                  <a:lnTo>
                    <a:pt x="398018" y="118402"/>
                  </a:lnTo>
                  <a:close/>
                </a:path>
                <a:path w="460375" h="257810">
                  <a:moveTo>
                    <a:pt x="460057" y="165506"/>
                  </a:moveTo>
                  <a:lnTo>
                    <a:pt x="284251" y="165506"/>
                  </a:lnTo>
                  <a:lnTo>
                    <a:pt x="284251" y="190627"/>
                  </a:lnTo>
                  <a:lnTo>
                    <a:pt x="428383" y="190627"/>
                  </a:lnTo>
                  <a:lnTo>
                    <a:pt x="428383" y="257594"/>
                  </a:lnTo>
                  <a:lnTo>
                    <a:pt x="460057" y="257594"/>
                  </a:lnTo>
                  <a:lnTo>
                    <a:pt x="460057" y="165506"/>
                  </a:lnTo>
                  <a:close/>
                </a:path>
                <a:path w="460375" h="257810">
                  <a:moveTo>
                    <a:pt x="460057" y="0"/>
                  </a:moveTo>
                  <a:lnTo>
                    <a:pt x="428383" y="0"/>
                  </a:lnTo>
                  <a:lnTo>
                    <a:pt x="428383" y="50025"/>
                  </a:lnTo>
                  <a:lnTo>
                    <a:pt x="377050" y="50025"/>
                  </a:lnTo>
                  <a:lnTo>
                    <a:pt x="377050" y="76047"/>
                  </a:lnTo>
                  <a:lnTo>
                    <a:pt x="428383" y="76047"/>
                  </a:lnTo>
                  <a:lnTo>
                    <a:pt x="428383" y="153009"/>
                  </a:lnTo>
                  <a:lnTo>
                    <a:pt x="460057" y="153009"/>
                  </a:lnTo>
                  <a:lnTo>
                    <a:pt x="460057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3874175" y="2504068"/>
              <a:ext cx="234910" cy="251553"/>
            </a:xfrm>
            <a:prstGeom prst="rect">
              <a:avLst/>
            </a:prstGeom>
          </p:spPr>
        </p:pic>
      </p:grpSp>
      <p:grpSp>
        <p:nvGrpSpPr>
          <p:cNvPr id="191" name="object 191"/>
          <p:cNvGrpSpPr/>
          <p:nvPr/>
        </p:nvGrpSpPr>
        <p:grpSpPr>
          <a:xfrm>
            <a:off x="4177690" y="2500134"/>
            <a:ext cx="466090" cy="257810"/>
            <a:chOff x="4177690" y="2500134"/>
            <a:chExt cx="466090" cy="257810"/>
          </a:xfrm>
        </p:grpSpPr>
        <p:pic>
          <p:nvPicPr>
            <p:cNvPr id="192" name="object 192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177690" y="2506792"/>
              <a:ext cx="235415" cy="250746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4421489" y="2500134"/>
              <a:ext cx="222250" cy="257810"/>
            </a:xfrm>
            <a:custGeom>
              <a:avLst/>
              <a:gdLst/>
              <a:ahLst/>
              <a:cxnLst/>
              <a:rect l="l" t="t" r="r" b="b"/>
              <a:pathLst>
                <a:path w="222250" h="257810">
                  <a:moveTo>
                    <a:pt x="222202" y="131727"/>
                  </a:moveTo>
                  <a:lnTo>
                    <a:pt x="192043" y="131727"/>
                  </a:lnTo>
                  <a:lnTo>
                    <a:pt x="192043" y="257605"/>
                  </a:lnTo>
                  <a:lnTo>
                    <a:pt x="222202" y="257605"/>
                  </a:lnTo>
                  <a:lnTo>
                    <a:pt x="222202" y="131727"/>
                  </a:lnTo>
                  <a:close/>
                </a:path>
                <a:path w="222250" h="257810">
                  <a:moveTo>
                    <a:pt x="166727" y="5446"/>
                  </a:moveTo>
                  <a:lnTo>
                    <a:pt x="136972" y="5446"/>
                  </a:lnTo>
                  <a:lnTo>
                    <a:pt x="136972" y="246005"/>
                  </a:lnTo>
                  <a:lnTo>
                    <a:pt x="166727" y="246005"/>
                  </a:lnTo>
                  <a:lnTo>
                    <a:pt x="166727" y="131727"/>
                  </a:lnTo>
                  <a:lnTo>
                    <a:pt x="222202" y="131727"/>
                  </a:lnTo>
                  <a:lnTo>
                    <a:pt x="222202" y="106108"/>
                  </a:lnTo>
                  <a:lnTo>
                    <a:pt x="166727" y="106108"/>
                  </a:lnTo>
                  <a:lnTo>
                    <a:pt x="166727" y="5446"/>
                  </a:lnTo>
                  <a:close/>
                </a:path>
                <a:path w="222250" h="257810">
                  <a:moveTo>
                    <a:pt x="222202" y="0"/>
                  </a:moveTo>
                  <a:lnTo>
                    <a:pt x="192043" y="0"/>
                  </a:lnTo>
                  <a:lnTo>
                    <a:pt x="192043" y="106108"/>
                  </a:lnTo>
                  <a:lnTo>
                    <a:pt x="222202" y="106108"/>
                  </a:lnTo>
                  <a:lnTo>
                    <a:pt x="222202" y="0"/>
                  </a:lnTo>
                  <a:close/>
                </a:path>
                <a:path w="222250" h="257810">
                  <a:moveTo>
                    <a:pt x="126281" y="40950"/>
                  </a:moveTo>
                  <a:lnTo>
                    <a:pt x="0" y="40950"/>
                  </a:lnTo>
                  <a:lnTo>
                    <a:pt x="0" y="66469"/>
                  </a:lnTo>
                  <a:lnTo>
                    <a:pt x="126281" y="66469"/>
                  </a:lnTo>
                  <a:lnTo>
                    <a:pt x="126281" y="40950"/>
                  </a:lnTo>
                  <a:close/>
                </a:path>
                <a:path w="222250" h="257810">
                  <a:moveTo>
                    <a:pt x="79177" y="7362"/>
                  </a:moveTo>
                  <a:lnTo>
                    <a:pt x="47809" y="7362"/>
                  </a:lnTo>
                  <a:lnTo>
                    <a:pt x="47809" y="40950"/>
                  </a:lnTo>
                  <a:lnTo>
                    <a:pt x="79177" y="40950"/>
                  </a:lnTo>
                  <a:lnTo>
                    <a:pt x="79177" y="7362"/>
                  </a:lnTo>
                  <a:close/>
                </a:path>
                <a:path w="222250" h="257810">
                  <a:moveTo>
                    <a:pt x="63544" y="79883"/>
                  </a:moveTo>
                  <a:lnTo>
                    <a:pt x="40949" y="84384"/>
                  </a:lnTo>
                  <a:lnTo>
                    <a:pt x="23110" y="96828"/>
                  </a:lnTo>
                  <a:lnTo>
                    <a:pt x="11418" y="115854"/>
                  </a:lnTo>
                  <a:lnTo>
                    <a:pt x="7262" y="140099"/>
                  </a:lnTo>
                  <a:lnTo>
                    <a:pt x="11418" y="164591"/>
                  </a:lnTo>
                  <a:lnTo>
                    <a:pt x="23110" y="183760"/>
                  </a:lnTo>
                  <a:lnTo>
                    <a:pt x="40949" y="196253"/>
                  </a:lnTo>
                  <a:lnTo>
                    <a:pt x="63544" y="200718"/>
                  </a:lnTo>
                  <a:lnTo>
                    <a:pt x="86153" y="196253"/>
                  </a:lnTo>
                  <a:lnTo>
                    <a:pt x="103939" y="183760"/>
                  </a:lnTo>
                  <a:lnTo>
                    <a:pt x="110067" y="173686"/>
                  </a:lnTo>
                  <a:lnTo>
                    <a:pt x="63544" y="173686"/>
                  </a:lnTo>
                  <a:lnTo>
                    <a:pt x="52037" y="171403"/>
                  </a:lnTo>
                  <a:lnTo>
                    <a:pt x="43056" y="164722"/>
                  </a:lnTo>
                  <a:lnTo>
                    <a:pt x="37232" y="154126"/>
                  </a:lnTo>
                  <a:lnTo>
                    <a:pt x="35201" y="140099"/>
                  </a:lnTo>
                  <a:lnTo>
                    <a:pt x="37232" y="126224"/>
                  </a:lnTo>
                  <a:lnTo>
                    <a:pt x="43056" y="115564"/>
                  </a:lnTo>
                  <a:lnTo>
                    <a:pt x="52037" y="108724"/>
                  </a:lnTo>
                  <a:lnTo>
                    <a:pt x="63544" y="106309"/>
                  </a:lnTo>
                  <a:lnTo>
                    <a:pt x="109750" y="106309"/>
                  </a:lnTo>
                  <a:lnTo>
                    <a:pt x="103939" y="96828"/>
                  </a:lnTo>
                  <a:lnTo>
                    <a:pt x="86153" y="84384"/>
                  </a:lnTo>
                  <a:lnTo>
                    <a:pt x="63544" y="79883"/>
                  </a:lnTo>
                  <a:close/>
                </a:path>
                <a:path w="222250" h="257810">
                  <a:moveTo>
                    <a:pt x="109750" y="106309"/>
                  </a:moveTo>
                  <a:lnTo>
                    <a:pt x="63544" y="106309"/>
                  </a:lnTo>
                  <a:lnTo>
                    <a:pt x="74894" y="108724"/>
                  </a:lnTo>
                  <a:lnTo>
                    <a:pt x="83842" y="115564"/>
                  </a:lnTo>
                  <a:lnTo>
                    <a:pt x="89727" y="126224"/>
                  </a:lnTo>
                  <a:lnTo>
                    <a:pt x="91886" y="140099"/>
                  </a:lnTo>
                  <a:lnTo>
                    <a:pt x="89727" y="154126"/>
                  </a:lnTo>
                  <a:lnTo>
                    <a:pt x="83842" y="164722"/>
                  </a:lnTo>
                  <a:lnTo>
                    <a:pt x="74894" y="171403"/>
                  </a:lnTo>
                  <a:lnTo>
                    <a:pt x="63544" y="173686"/>
                  </a:lnTo>
                  <a:lnTo>
                    <a:pt x="110067" y="173686"/>
                  </a:lnTo>
                  <a:lnTo>
                    <a:pt x="115599" y="164591"/>
                  </a:lnTo>
                  <a:lnTo>
                    <a:pt x="119825" y="140099"/>
                  </a:lnTo>
                  <a:lnTo>
                    <a:pt x="115599" y="115854"/>
                  </a:lnTo>
                  <a:lnTo>
                    <a:pt x="109750" y="10630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/>
          <p:nvPr/>
        </p:nvSpPr>
        <p:spPr>
          <a:xfrm>
            <a:off x="4725111" y="2500147"/>
            <a:ext cx="481330" cy="257810"/>
          </a:xfrm>
          <a:custGeom>
            <a:avLst/>
            <a:gdLst/>
            <a:ahLst/>
            <a:cxnLst/>
            <a:rect l="l" t="t" r="r" b="b"/>
            <a:pathLst>
              <a:path w="481329" h="257810">
                <a:moveTo>
                  <a:pt x="164807" y="177317"/>
                </a:moveTo>
                <a:lnTo>
                  <a:pt x="116128" y="134594"/>
                </a:lnTo>
                <a:lnTo>
                  <a:pt x="98539" y="73113"/>
                </a:lnTo>
                <a:lnTo>
                  <a:pt x="98539" y="51435"/>
                </a:lnTo>
                <a:lnTo>
                  <a:pt x="154825" y="51435"/>
                </a:lnTo>
                <a:lnTo>
                  <a:pt x="154825" y="25412"/>
                </a:lnTo>
                <a:lnTo>
                  <a:pt x="9486" y="25412"/>
                </a:lnTo>
                <a:lnTo>
                  <a:pt x="9486" y="51435"/>
                </a:lnTo>
                <a:lnTo>
                  <a:pt x="66268" y="51435"/>
                </a:lnTo>
                <a:lnTo>
                  <a:pt x="66268" y="73113"/>
                </a:lnTo>
                <a:lnTo>
                  <a:pt x="61556" y="106337"/>
                </a:lnTo>
                <a:lnTo>
                  <a:pt x="48336" y="137934"/>
                </a:lnTo>
                <a:lnTo>
                  <a:pt x="27520" y="164795"/>
                </a:lnTo>
                <a:lnTo>
                  <a:pt x="0" y="183769"/>
                </a:lnTo>
                <a:lnTo>
                  <a:pt x="18262" y="208775"/>
                </a:lnTo>
                <a:lnTo>
                  <a:pt x="39458" y="195300"/>
                </a:lnTo>
                <a:lnTo>
                  <a:pt x="57505" y="176949"/>
                </a:lnTo>
                <a:lnTo>
                  <a:pt x="72085" y="154635"/>
                </a:lnTo>
                <a:lnTo>
                  <a:pt x="82905" y="129298"/>
                </a:lnTo>
                <a:lnTo>
                  <a:pt x="93713" y="152679"/>
                </a:lnTo>
                <a:lnTo>
                  <a:pt x="108242" y="173151"/>
                </a:lnTo>
                <a:lnTo>
                  <a:pt x="126276" y="189953"/>
                </a:lnTo>
                <a:lnTo>
                  <a:pt x="147561" y="202323"/>
                </a:lnTo>
                <a:lnTo>
                  <a:pt x="164807" y="177317"/>
                </a:lnTo>
                <a:close/>
              </a:path>
              <a:path w="481329" h="257810">
                <a:moveTo>
                  <a:pt x="215747" y="0"/>
                </a:moveTo>
                <a:lnTo>
                  <a:pt x="183769" y="0"/>
                </a:lnTo>
                <a:lnTo>
                  <a:pt x="183769" y="257594"/>
                </a:lnTo>
                <a:lnTo>
                  <a:pt x="215747" y="257594"/>
                </a:lnTo>
                <a:lnTo>
                  <a:pt x="215747" y="0"/>
                </a:lnTo>
                <a:close/>
              </a:path>
              <a:path w="481329" h="257810">
                <a:moveTo>
                  <a:pt x="480733" y="202425"/>
                </a:moveTo>
                <a:lnTo>
                  <a:pt x="418592" y="202425"/>
                </a:lnTo>
                <a:lnTo>
                  <a:pt x="418592" y="149377"/>
                </a:lnTo>
                <a:lnTo>
                  <a:pt x="459143" y="149377"/>
                </a:lnTo>
                <a:lnTo>
                  <a:pt x="459143" y="123647"/>
                </a:lnTo>
                <a:lnTo>
                  <a:pt x="422325" y="123647"/>
                </a:lnTo>
                <a:lnTo>
                  <a:pt x="422325" y="47396"/>
                </a:lnTo>
                <a:lnTo>
                  <a:pt x="460146" y="47396"/>
                </a:lnTo>
                <a:lnTo>
                  <a:pt x="460146" y="21780"/>
                </a:lnTo>
                <a:lnTo>
                  <a:pt x="391058" y="21780"/>
                </a:lnTo>
                <a:lnTo>
                  <a:pt x="391058" y="47396"/>
                </a:lnTo>
                <a:lnTo>
                  <a:pt x="391058" y="123647"/>
                </a:lnTo>
                <a:lnTo>
                  <a:pt x="386727" y="123647"/>
                </a:lnTo>
                <a:lnTo>
                  <a:pt x="386727" y="149377"/>
                </a:lnTo>
                <a:lnTo>
                  <a:pt x="386727" y="202425"/>
                </a:lnTo>
                <a:lnTo>
                  <a:pt x="337705" y="202425"/>
                </a:lnTo>
                <a:lnTo>
                  <a:pt x="337705" y="149377"/>
                </a:lnTo>
                <a:lnTo>
                  <a:pt x="386727" y="149377"/>
                </a:lnTo>
                <a:lnTo>
                  <a:pt x="386727" y="123647"/>
                </a:lnTo>
                <a:lnTo>
                  <a:pt x="333159" y="123647"/>
                </a:lnTo>
                <a:lnTo>
                  <a:pt x="333159" y="47396"/>
                </a:lnTo>
                <a:lnTo>
                  <a:pt x="391058" y="47396"/>
                </a:lnTo>
                <a:lnTo>
                  <a:pt x="391058" y="21780"/>
                </a:lnTo>
                <a:lnTo>
                  <a:pt x="264274" y="21780"/>
                </a:lnTo>
                <a:lnTo>
                  <a:pt x="264274" y="47396"/>
                </a:lnTo>
                <a:lnTo>
                  <a:pt x="301599" y="47396"/>
                </a:lnTo>
                <a:lnTo>
                  <a:pt x="301599" y="123647"/>
                </a:lnTo>
                <a:lnTo>
                  <a:pt x="265087" y="123647"/>
                </a:lnTo>
                <a:lnTo>
                  <a:pt x="265087" y="149377"/>
                </a:lnTo>
                <a:lnTo>
                  <a:pt x="305930" y="149377"/>
                </a:lnTo>
                <a:lnTo>
                  <a:pt x="305930" y="202425"/>
                </a:lnTo>
                <a:lnTo>
                  <a:pt x="245008" y="202425"/>
                </a:lnTo>
                <a:lnTo>
                  <a:pt x="245008" y="228041"/>
                </a:lnTo>
                <a:lnTo>
                  <a:pt x="480733" y="228041"/>
                </a:lnTo>
                <a:lnTo>
                  <a:pt x="480733" y="20242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5" name="object 195"/>
          <p:cNvGrpSpPr/>
          <p:nvPr/>
        </p:nvGrpSpPr>
        <p:grpSpPr>
          <a:xfrm>
            <a:off x="5284904" y="2500134"/>
            <a:ext cx="956310" cy="257810"/>
            <a:chOff x="5284904" y="2500134"/>
            <a:chExt cx="956310" cy="257810"/>
          </a:xfrm>
        </p:grpSpPr>
        <p:sp>
          <p:nvSpPr>
            <p:cNvPr id="196" name="object 196"/>
            <p:cNvSpPr/>
            <p:nvPr/>
          </p:nvSpPr>
          <p:spPr>
            <a:xfrm>
              <a:off x="5284901" y="2500147"/>
              <a:ext cx="694055" cy="257810"/>
            </a:xfrm>
            <a:custGeom>
              <a:avLst/>
              <a:gdLst/>
              <a:ahLst/>
              <a:cxnLst/>
              <a:rect l="l" t="t" r="r" b="b"/>
              <a:pathLst>
                <a:path w="694054" h="257810">
                  <a:moveTo>
                    <a:pt x="141706" y="190322"/>
                  </a:moveTo>
                  <a:lnTo>
                    <a:pt x="139661" y="172364"/>
                  </a:lnTo>
                  <a:lnTo>
                    <a:pt x="138785" y="164604"/>
                  </a:lnTo>
                  <a:lnTo>
                    <a:pt x="112560" y="168236"/>
                  </a:lnTo>
                  <a:lnTo>
                    <a:pt x="86906" y="170561"/>
                  </a:lnTo>
                  <a:lnTo>
                    <a:pt x="60502" y="171856"/>
                  </a:lnTo>
                  <a:lnTo>
                    <a:pt x="32067" y="172364"/>
                  </a:lnTo>
                  <a:lnTo>
                    <a:pt x="32067" y="119214"/>
                  </a:lnTo>
                  <a:lnTo>
                    <a:pt x="117195" y="119214"/>
                  </a:lnTo>
                  <a:lnTo>
                    <a:pt x="117195" y="94094"/>
                  </a:lnTo>
                  <a:lnTo>
                    <a:pt x="32067" y="94094"/>
                  </a:lnTo>
                  <a:lnTo>
                    <a:pt x="32067" y="48006"/>
                  </a:lnTo>
                  <a:lnTo>
                    <a:pt x="121640" y="48006"/>
                  </a:lnTo>
                  <a:lnTo>
                    <a:pt x="121640" y="22085"/>
                  </a:lnTo>
                  <a:lnTo>
                    <a:pt x="0" y="22085"/>
                  </a:lnTo>
                  <a:lnTo>
                    <a:pt x="0" y="197993"/>
                  </a:lnTo>
                  <a:lnTo>
                    <a:pt x="21183" y="197993"/>
                  </a:lnTo>
                  <a:lnTo>
                    <a:pt x="53987" y="197586"/>
                  </a:lnTo>
                  <a:lnTo>
                    <a:pt x="83972" y="196430"/>
                  </a:lnTo>
                  <a:lnTo>
                    <a:pt x="112712" y="194132"/>
                  </a:lnTo>
                  <a:lnTo>
                    <a:pt x="141706" y="190322"/>
                  </a:lnTo>
                  <a:close/>
                </a:path>
                <a:path w="694054" h="257810">
                  <a:moveTo>
                    <a:pt x="231076" y="99644"/>
                  </a:moveTo>
                  <a:lnTo>
                    <a:pt x="191338" y="99644"/>
                  </a:lnTo>
                  <a:lnTo>
                    <a:pt x="191338" y="0"/>
                  </a:lnTo>
                  <a:lnTo>
                    <a:pt x="159562" y="0"/>
                  </a:lnTo>
                  <a:lnTo>
                    <a:pt x="159562" y="257594"/>
                  </a:lnTo>
                  <a:lnTo>
                    <a:pt x="191338" y="257594"/>
                  </a:lnTo>
                  <a:lnTo>
                    <a:pt x="191338" y="126276"/>
                  </a:lnTo>
                  <a:lnTo>
                    <a:pt x="231076" y="126276"/>
                  </a:lnTo>
                  <a:lnTo>
                    <a:pt x="231076" y="99644"/>
                  </a:lnTo>
                  <a:close/>
                </a:path>
                <a:path w="694054" h="257810">
                  <a:moveTo>
                    <a:pt x="384898" y="126072"/>
                  </a:moveTo>
                  <a:lnTo>
                    <a:pt x="382917" y="108724"/>
                  </a:lnTo>
                  <a:lnTo>
                    <a:pt x="381977" y="100558"/>
                  </a:lnTo>
                  <a:lnTo>
                    <a:pt x="359194" y="104470"/>
                  </a:lnTo>
                  <a:lnTo>
                    <a:pt x="335280" y="106908"/>
                  </a:lnTo>
                  <a:lnTo>
                    <a:pt x="307886" y="108216"/>
                  </a:lnTo>
                  <a:lnTo>
                    <a:pt x="274662" y="108724"/>
                  </a:lnTo>
                  <a:lnTo>
                    <a:pt x="274662" y="43764"/>
                  </a:lnTo>
                  <a:lnTo>
                    <a:pt x="358571" y="43764"/>
                  </a:lnTo>
                  <a:lnTo>
                    <a:pt x="358571" y="18148"/>
                  </a:lnTo>
                  <a:lnTo>
                    <a:pt x="243192" y="18148"/>
                  </a:lnTo>
                  <a:lnTo>
                    <a:pt x="243192" y="134340"/>
                  </a:lnTo>
                  <a:lnTo>
                    <a:pt x="264172" y="134340"/>
                  </a:lnTo>
                  <a:lnTo>
                    <a:pt x="302399" y="134048"/>
                  </a:lnTo>
                  <a:lnTo>
                    <a:pt x="333425" y="132854"/>
                  </a:lnTo>
                  <a:lnTo>
                    <a:pt x="360006" y="130340"/>
                  </a:lnTo>
                  <a:lnTo>
                    <a:pt x="384898" y="126072"/>
                  </a:lnTo>
                  <a:close/>
                </a:path>
                <a:path w="694054" h="257810">
                  <a:moveTo>
                    <a:pt x="438962" y="206159"/>
                  </a:moveTo>
                  <a:lnTo>
                    <a:pt x="432917" y="184734"/>
                  </a:lnTo>
                  <a:lnTo>
                    <a:pt x="428599" y="180746"/>
                  </a:lnTo>
                  <a:lnTo>
                    <a:pt x="415671" y="168770"/>
                  </a:lnTo>
                  <a:lnTo>
                    <a:pt x="408305" y="166065"/>
                  </a:lnTo>
                  <a:lnTo>
                    <a:pt x="408305" y="206159"/>
                  </a:lnTo>
                  <a:lnTo>
                    <a:pt x="404456" y="217246"/>
                  </a:lnTo>
                  <a:lnTo>
                    <a:pt x="393484" y="225399"/>
                  </a:lnTo>
                  <a:lnTo>
                    <a:pt x="376034" y="230416"/>
                  </a:lnTo>
                  <a:lnTo>
                    <a:pt x="352729" y="232079"/>
                  </a:lnTo>
                  <a:lnTo>
                    <a:pt x="329031" y="230416"/>
                  </a:lnTo>
                  <a:lnTo>
                    <a:pt x="311429" y="225399"/>
                  </a:lnTo>
                  <a:lnTo>
                    <a:pt x="300469" y="217246"/>
                  </a:lnTo>
                  <a:lnTo>
                    <a:pt x="296748" y="206159"/>
                  </a:lnTo>
                  <a:lnTo>
                    <a:pt x="300469" y="195199"/>
                  </a:lnTo>
                  <a:lnTo>
                    <a:pt x="311429" y="187210"/>
                  </a:lnTo>
                  <a:lnTo>
                    <a:pt x="329031" y="182346"/>
                  </a:lnTo>
                  <a:lnTo>
                    <a:pt x="352729" y="180746"/>
                  </a:lnTo>
                  <a:lnTo>
                    <a:pt x="376034" y="182346"/>
                  </a:lnTo>
                  <a:lnTo>
                    <a:pt x="393484" y="187210"/>
                  </a:lnTo>
                  <a:lnTo>
                    <a:pt x="404456" y="195199"/>
                  </a:lnTo>
                  <a:lnTo>
                    <a:pt x="408305" y="206159"/>
                  </a:lnTo>
                  <a:lnTo>
                    <a:pt x="408305" y="166065"/>
                  </a:lnTo>
                  <a:lnTo>
                    <a:pt x="388505" y="158775"/>
                  </a:lnTo>
                  <a:lnTo>
                    <a:pt x="352729" y="155219"/>
                  </a:lnTo>
                  <a:lnTo>
                    <a:pt x="316534" y="158775"/>
                  </a:lnTo>
                  <a:lnTo>
                    <a:pt x="289013" y="168770"/>
                  </a:lnTo>
                  <a:lnTo>
                    <a:pt x="271551" y="184734"/>
                  </a:lnTo>
                  <a:lnTo>
                    <a:pt x="265480" y="206159"/>
                  </a:lnTo>
                  <a:lnTo>
                    <a:pt x="271551" y="227876"/>
                  </a:lnTo>
                  <a:lnTo>
                    <a:pt x="289013" y="243992"/>
                  </a:lnTo>
                  <a:lnTo>
                    <a:pt x="316534" y="254000"/>
                  </a:lnTo>
                  <a:lnTo>
                    <a:pt x="352729" y="257403"/>
                  </a:lnTo>
                  <a:lnTo>
                    <a:pt x="388505" y="254000"/>
                  </a:lnTo>
                  <a:lnTo>
                    <a:pt x="415671" y="243992"/>
                  </a:lnTo>
                  <a:lnTo>
                    <a:pt x="428421" y="232079"/>
                  </a:lnTo>
                  <a:lnTo>
                    <a:pt x="432917" y="227876"/>
                  </a:lnTo>
                  <a:lnTo>
                    <a:pt x="438962" y="206159"/>
                  </a:lnTo>
                  <a:close/>
                </a:path>
                <a:path w="694054" h="257810">
                  <a:moveTo>
                    <a:pt x="472655" y="63233"/>
                  </a:moveTo>
                  <a:lnTo>
                    <a:pt x="436943" y="63233"/>
                  </a:lnTo>
                  <a:lnTo>
                    <a:pt x="436943" y="0"/>
                  </a:lnTo>
                  <a:lnTo>
                    <a:pt x="404774" y="0"/>
                  </a:lnTo>
                  <a:lnTo>
                    <a:pt x="404774" y="150685"/>
                  </a:lnTo>
                  <a:lnTo>
                    <a:pt x="436943" y="150685"/>
                  </a:lnTo>
                  <a:lnTo>
                    <a:pt x="436943" y="89154"/>
                  </a:lnTo>
                  <a:lnTo>
                    <a:pt x="472655" y="89154"/>
                  </a:lnTo>
                  <a:lnTo>
                    <a:pt x="472655" y="63233"/>
                  </a:lnTo>
                  <a:close/>
                </a:path>
                <a:path w="694054" h="257810">
                  <a:moveTo>
                    <a:pt x="632028" y="116890"/>
                  </a:moveTo>
                  <a:lnTo>
                    <a:pt x="589775" y="88455"/>
                  </a:lnTo>
                  <a:lnTo>
                    <a:pt x="571411" y="36804"/>
                  </a:lnTo>
                  <a:lnTo>
                    <a:pt x="571411" y="13906"/>
                  </a:lnTo>
                  <a:lnTo>
                    <a:pt x="539534" y="13906"/>
                  </a:lnTo>
                  <a:lnTo>
                    <a:pt x="539534" y="38227"/>
                  </a:lnTo>
                  <a:lnTo>
                    <a:pt x="535419" y="65405"/>
                  </a:lnTo>
                  <a:lnTo>
                    <a:pt x="523341" y="89877"/>
                  </a:lnTo>
                  <a:lnTo>
                    <a:pt x="503301" y="109982"/>
                  </a:lnTo>
                  <a:lnTo>
                    <a:pt x="475284" y="124053"/>
                  </a:lnTo>
                  <a:lnTo>
                    <a:pt x="492239" y="149580"/>
                  </a:lnTo>
                  <a:lnTo>
                    <a:pt x="513791" y="139382"/>
                  </a:lnTo>
                  <a:lnTo>
                    <a:pt x="531660" y="125476"/>
                  </a:lnTo>
                  <a:lnTo>
                    <a:pt x="545807" y="108343"/>
                  </a:lnTo>
                  <a:lnTo>
                    <a:pt x="556183" y="88455"/>
                  </a:lnTo>
                  <a:lnTo>
                    <a:pt x="566064" y="105702"/>
                  </a:lnTo>
                  <a:lnTo>
                    <a:pt x="579196" y="120523"/>
                  </a:lnTo>
                  <a:lnTo>
                    <a:pt x="595515" y="132613"/>
                  </a:lnTo>
                  <a:lnTo>
                    <a:pt x="614984" y="141706"/>
                  </a:lnTo>
                  <a:lnTo>
                    <a:pt x="632028" y="116890"/>
                  </a:lnTo>
                  <a:close/>
                </a:path>
                <a:path w="694054" h="257810">
                  <a:moveTo>
                    <a:pt x="692950" y="0"/>
                  </a:moveTo>
                  <a:lnTo>
                    <a:pt x="661276" y="0"/>
                  </a:lnTo>
                  <a:lnTo>
                    <a:pt x="661276" y="49822"/>
                  </a:lnTo>
                  <a:lnTo>
                    <a:pt x="609942" y="49822"/>
                  </a:lnTo>
                  <a:lnTo>
                    <a:pt x="609942" y="75844"/>
                  </a:lnTo>
                  <a:lnTo>
                    <a:pt x="661276" y="75844"/>
                  </a:lnTo>
                  <a:lnTo>
                    <a:pt x="661276" y="151485"/>
                  </a:lnTo>
                  <a:lnTo>
                    <a:pt x="692950" y="151485"/>
                  </a:lnTo>
                  <a:lnTo>
                    <a:pt x="692950" y="0"/>
                  </a:lnTo>
                  <a:close/>
                </a:path>
                <a:path w="694054" h="257810">
                  <a:moveTo>
                    <a:pt x="693661" y="208076"/>
                  </a:moveTo>
                  <a:lnTo>
                    <a:pt x="687590" y="187083"/>
                  </a:lnTo>
                  <a:lnTo>
                    <a:pt x="683196" y="183159"/>
                  </a:lnTo>
                  <a:lnTo>
                    <a:pt x="670140" y="171500"/>
                  </a:lnTo>
                  <a:lnTo>
                    <a:pt x="662190" y="168719"/>
                  </a:lnTo>
                  <a:lnTo>
                    <a:pt x="662190" y="208076"/>
                  </a:lnTo>
                  <a:lnTo>
                    <a:pt x="658380" y="218541"/>
                  </a:lnTo>
                  <a:lnTo>
                    <a:pt x="647407" y="226212"/>
                  </a:lnTo>
                  <a:lnTo>
                    <a:pt x="629704" y="230924"/>
                  </a:lnTo>
                  <a:lnTo>
                    <a:pt x="605701" y="232486"/>
                  </a:lnTo>
                  <a:lnTo>
                    <a:pt x="581748" y="230924"/>
                  </a:lnTo>
                  <a:lnTo>
                    <a:pt x="564070" y="226212"/>
                  </a:lnTo>
                  <a:lnTo>
                    <a:pt x="553173" y="218541"/>
                  </a:lnTo>
                  <a:lnTo>
                    <a:pt x="549529" y="208076"/>
                  </a:lnTo>
                  <a:lnTo>
                    <a:pt x="553173" y="197332"/>
                  </a:lnTo>
                  <a:lnTo>
                    <a:pt x="564070" y="189534"/>
                  </a:lnTo>
                  <a:lnTo>
                    <a:pt x="581748" y="184772"/>
                  </a:lnTo>
                  <a:lnTo>
                    <a:pt x="605701" y="183159"/>
                  </a:lnTo>
                  <a:lnTo>
                    <a:pt x="629704" y="184772"/>
                  </a:lnTo>
                  <a:lnTo>
                    <a:pt x="647407" y="189534"/>
                  </a:lnTo>
                  <a:lnTo>
                    <a:pt x="658380" y="197332"/>
                  </a:lnTo>
                  <a:lnTo>
                    <a:pt x="662190" y="208076"/>
                  </a:lnTo>
                  <a:lnTo>
                    <a:pt x="662190" y="168719"/>
                  </a:lnTo>
                  <a:lnTo>
                    <a:pt x="642467" y="161798"/>
                  </a:lnTo>
                  <a:lnTo>
                    <a:pt x="605701" y="158445"/>
                  </a:lnTo>
                  <a:lnTo>
                    <a:pt x="568998" y="161798"/>
                  </a:lnTo>
                  <a:lnTo>
                    <a:pt x="541362" y="171500"/>
                  </a:lnTo>
                  <a:lnTo>
                    <a:pt x="523963" y="187083"/>
                  </a:lnTo>
                  <a:lnTo>
                    <a:pt x="517956" y="208076"/>
                  </a:lnTo>
                  <a:lnTo>
                    <a:pt x="523963" y="229069"/>
                  </a:lnTo>
                  <a:lnTo>
                    <a:pt x="541362" y="244576"/>
                  </a:lnTo>
                  <a:lnTo>
                    <a:pt x="568998" y="254152"/>
                  </a:lnTo>
                  <a:lnTo>
                    <a:pt x="605701" y="257403"/>
                  </a:lnTo>
                  <a:lnTo>
                    <a:pt x="642467" y="254152"/>
                  </a:lnTo>
                  <a:lnTo>
                    <a:pt x="670140" y="244576"/>
                  </a:lnTo>
                  <a:lnTo>
                    <a:pt x="683755" y="232486"/>
                  </a:lnTo>
                  <a:lnTo>
                    <a:pt x="687590" y="229069"/>
                  </a:lnTo>
                  <a:lnTo>
                    <a:pt x="693661" y="2080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7" name="object 197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6005710" y="2504068"/>
              <a:ext cx="234911" cy="251553"/>
            </a:xfrm>
            <a:prstGeom prst="rect">
              <a:avLst/>
            </a:prstGeom>
          </p:spPr>
        </p:pic>
      </p:grpSp>
      <p:grpSp>
        <p:nvGrpSpPr>
          <p:cNvPr id="198" name="object 198"/>
          <p:cNvGrpSpPr/>
          <p:nvPr/>
        </p:nvGrpSpPr>
        <p:grpSpPr>
          <a:xfrm>
            <a:off x="6311675" y="2500336"/>
            <a:ext cx="477520" cy="257810"/>
            <a:chOff x="6311675" y="2500336"/>
            <a:chExt cx="477520" cy="257810"/>
          </a:xfrm>
        </p:grpSpPr>
        <p:sp>
          <p:nvSpPr>
            <p:cNvPr id="199" name="object 199"/>
            <p:cNvSpPr/>
            <p:nvPr/>
          </p:nvSpPr>
          <p:spPr>
            <a:xfrm>
              <a:off x="6311675" y="2500336"/>
              <a:ext cx="214629" cy="254635"/>
            </a:xfrm>
            <a:custGeom>
              <a:avLst/>
              <a:gdLst/>
              <a:ahLst/>
              <a:cxnLst/>
              <a:rect l="l" t="t" r="r" b="b"/>
              <a:pathLst>
                <a:path w="214629" h="254635">
                  <a:moveTo>
                    <a:pt x="214132" y="0"/>
                  </a:moveTo>
                  <a:lnTo>
                    <a:pt x="182462" y="0"/>
                  </a:lnTo>
                  <a:lnTo>
                    <a:pt x="182462" y="62938"/>
                  </a:lnTo>
                  <a:lnTo>
                    <a:pt x="132837" y="62938"/>
                  </a:lnTo>
                  <a:lnTo>
                    <a:pt x="132837" y="89062"/>
                  </a:lnTo>
                  <a:lnTo>
                    <a:pt x="182462" y="89062"/>
                  </a:lnTo>
                  <a:lnTo>
                    <a:pt x="182462" y="145041"/>
                  </a:lnTo>
                  <a:lnTo>
                    <a:pt x="214132" y="145041"/>
                  </a:lnTo>
                  <a:lnTo>
                    <a:pt x="214132" y="0"/>
                  </a:lnTo>
                  <a:close/>
                </a:path>
                <a:path w="214629" h="254635">
                  <a:moveTo>
                    <a:pt x="131626" y="15432"/>
                  </a:moveTo>
                  <a:lnTo>
                    <a:pt x="13818" y="15432"/>
                  </a:lnTo>
                  <a:lnTo>
                    <a:pt x="13818" y="40950"/>
                  </a:lnTo>
                  <a:lnTo>
                    <a:pt x="97635" y="40950"/>
                  </a:lnTo>
                  <a:lnTo>
                    <a:pt x="88110" y="67690"/>
                  </a:lnTo>
                  <a:lnTo>
                    <a:pt x="68335" y="91016"/>
                  </a:lnTo>
                  <a:lnTo>
                    <a:pt x="38801" y="110238"/>
                  </a:lnTo>
                  <a:lnTo>
                    <a:pt x="0" y="124666"/>
                  </a:lnTo>
                  <a:lnTo>
                    <a:pt x="12709" y="149479"/>
                  </a:lnTo>
                  <a:lnTo>
                    <a:pt x="62934" y="128988"/>
                  </a:lnTo>
                  <a:lnTo>
                    <a:pt x="100271" y="99476"/>
                  </a:lnTo>
                  <a:lnTo>
                    <a:pt x="123556" y="61454"/>
                  </a:lnTo>
                  <a:lnTo>
                    <a:pt x="131626" y="15432"/>
                  </a:lnTo>
                  <a:close/>
                </a:path>
                <a:path w="214629" h="254635">
                  <a:moveTo>
                    <a:pt x="214132" y="155531"/>
                  </a:moveTo>
                  <a:lnTo>
                    <a:pt x="44480" y="155531"/>
                  </a:lnTo>
                  <a:lnTo>
                    <a:pt x="44480" y="254074"/>
                  </a:lnTo>
                  <a:lnTo>
                    <a:pt x="214132" y="254074"/>
                  </a:lnTo>
                  <a:lnTo>
                    <a:pt x="214132" y="229060"/>
                  </a:lnTo>
                  <a:lnTo>
                    <a:pt x="75547" y="229060"/>
                  </a:lnTo>
                  <a:lnTo>
                    <a:pt x="75547" y="180545"/>
                  </a:lnTo>
                  <a:lnTo>
                    <a:pt x="214132" y="180545"/>
                  </a:lnTo>
                  <a:lnTo>
                    <a:pt x="214132" y="155531"/>
                  </a:lnTo>
                  <a:close/>
                </a:path>
                <a:path w="214629" h="254635">
                  <a:moveTo>
                    <a:pt x="214132" y="180545"/>
                  </a:moveTo>
                  <a:lnTo>
                    <a:pt x="182663" y="180545"/>
                  </a:lnTo>
                  <a:lnTo>
                    <a:pt x="182663" y="229060"/>
                  </a:lnTo>
                  <a:lnTo>
                    <a:pt x="214132" y="229060"/>
                  </a:lnTo>
                  <a:lnTo>
                    <a:pt x="214132" y="18054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0" name="object 200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6553659" y="2512440"/>
              <a:ext cx="234910" cy="245098"/>
            </a:xfrm>
            <a:prstGeom prst="rect">
              <a:avLst/>
            </a:prstGeom>
          </p:spPr>
        </p:pic>
      </p:grpSp>
      <p:pic>
        <p:nvPicPr>
          <p:cNvPr id="201" name="object 201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17534494" y="9537479"/>
            <a:ext cx="72558" cy="193994"/>
          </a:xfrm>
          <a:prstGeom prst="rect">
            <a:avLst/>
          </a:prstGeom>
        </p:spPr>
      </p:pic>
      <p:pic>
        <p:nvPicPr>
          <p:cNvPr id="202" name="object 202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7655550" y="9534827"/>
            <a:ext cx="138297" cy="1992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9343" y="758964"/>
              <a:ext cx="791210" cy="465455"/>
            </a:xfrm>
            <a:custGeom>
              <a:avLst/>
              <a:gdLst/>
              <a:ahLst/>
              <a:cxnLst/>
              <a:rect l="l" t="t" r="r" b="b"/>
              <a:pathLst>
                <a:path w="79121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91210" h="465455">
                  <a:moveTo>
                    <a:pt x="790625" y="300837"/>
                  </a:moveTo>
                  <a:lnTo>
                    <a:pt x="732929" y="300837"/>
                  </a:lnTo>
                  <a:lnTo>
                    <a:pt x="732929" y="108318"/>
                  </a:lnTo>
                  <a:lnTo>
                    <a:pt x="732929" y="6146"/>
                  </a:lnTo>
                  <a:lnTo>
                    <a:pt x="643458" y="6146"/>
                  </a:lnTo>
                  <a:lnTo>
                    <a:pt x="643458" y="108318"/>
                  </a:lnTo>
                  <a:lnTo>
                    <a:pt x="643458" y="300837"/>
                  </a:lnTo>
                  <a:lnTo>
                    <a:pt x="515531" y="300837"/>
                  </a:lnTo>
                  <a:lnTo>
                    <a:pt x="515531" y="297332"/>
                  </a:lnTo>
                  <a:lnTo>
                    <a:pt x="639216" y="108318"/>
                  </a:lnTo>
                  <a:lnTo>
                    <a:pt x="643458" y="108318"/>
                  </a:lnTo>
                  <a:lnTo>
                    <a:pt x="643458" y="6146"/>
                  </a:lnTo>
                  <a:lnTo>
                    <a:pt x="613498" y="6146"/>
                  </a:lnTo>
                  <a:lnTo>
                    <a:pt x="419582" y="302158"/>
                  </a:lnTo>
                  <a:lnTo>
                    <a:pt x="419582" y="375602"/>
                  </a:lnTo>
                  <a:lnTo>
                    <a:pt x="642124" y="375602"/>
                  </a:lnTo>
                  <a:lnTo>
                    <a:pt x="642124" y="455206"/>
                  </a:lnTo>
                  <a:lnTo>
                    <a:pt x="732929" y="455206"/>
                  </a:lnTo>
                  <a:lnTo>
                    <a:pt x="732929" y="375602"/>
                  </a:lnTo>
                  <a:lnTo>
                    <a:pt x="790625" y="375602"/>
                  </a:lnTo>
                  <a:lnTo>
                    <a:pt x="790625" y="30083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7687" y="1115928"/>
              <a:ext cx="106235" cy="1037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89633" y="740142"/>
              <a:ext cx="5089525" cy="504190"/>
            </a:xfrm>
            <a:custGeom>
              <a:avLst/>
              <a:gdLst/>
              <a:ahLst/>
              <a:cxnLst/>
              <a:rect l="l" t="t" r="r" b="b"/>
              <a:pathLst>
                <a:path w="5089525" h="504190">
                  <a:moveTo>
                    <a:pt x="308444" y="454672"/>
                  </a:moveTo>
                  <a:lnTo>
                    <a:pt x="227406" y="306476"/>
                  </a:lnTo>
                  <a:lnTo>
                    <a:pt x="220827" y="294436"/>
                  </a:lnTo>
                  <a:lnTo>
                    <a:pt x="252349" y="276161"/>
                  </a:lnTo>
                  <a:lnTo>
                    <a:pt x="275145" y="250494"/>
                  </a:lnTo>
                  <a:lnTo>
                    <a:pt x="277037" y="246087"/>
                  </a:lnTo>
                  <a:lnTo>
                    <a:pt x="288975" y="218147"/>
                  </a:lnTo>
                  <a:lnTo>
                    <a:pt x="293649" y="179781"/>
                  </a:lnTo>
                  <a:lnTo>
                    <a:pt x="287743" y="136702"/>
                  </a:lnTo>
                  <a:lnTo>
                    <a:pt x="275323" y="111302"/>
                  </a:lnTo>
                  <a:lnTo>
                    <a:pt x="270256" y="100952"/>
                  </a:lnTo>
                  <a:lnTo>
                    <a:pt x="241465" y="73799"/>
                  </a:lnTo>
                  <a:lnTo>
                    <a:pt x="219443" y="64262"/>
                  </a:lnTo>
                  <a:lnTo>
                    <a:pt x="219443" y="179781"/>
                  </a:lnTo>
                  <a:lnTo>
                    <a:pt x="214769" y="208292"/>
                  </a:lnTo>
                  <a:lnTo>
                    <a:pt x="200406" y="229069"/>
                  </a:lnTo>
                  <a:lnTo>
                    <a:pt x="175818" y="241769"/>
                  </a:lnTo>
                  <a:lnTo>
                    <a:pt x="140512" y="246087"/>
                  </a:lnTo>
                  <a:lnTo>
                    <a:pt x="72428" y="246087"/>
                  </a:lnTo>
                  <a:lnTo>
                    <a:pt x="72428" y="111302"/>
                  </a:lnTo>
                  <a:lnTo>
                    <a:pt x="140119" y="111302"/>
                  </a:lnTo>
                  <a:lnTo>
                    <a:pt x="175653" y="115951"/>
                  </a:lnTo>
                  <a:lnTo>
                    <a:pt x="200355" y="129413"/>
                  </a:lnTo>
                  <a:lnTo>
                    <a:pt x="214757" y="150926"/>
                  </a:lnTo>
                  <a:lnTo>
                    <a:pt x="219443" y="179781"/>
                  </a:lnTo>
                  <a:lnTo>
                    <a:pt x="219443" y="64262"/>
                  </a:lnTo>
                  <a:lnTo>
                    <a:pt x="201676" y="56553"/>
                  </a:lnTo>
                  <a:lnTo>
                    <a:pt x="151168" y="50520"/>
                  </a:lnTo>
                  <a:lnTo>
                    <a:pt x="0" y="50520"/>
                  </a:lnTo>
                  <a:lnTo>
                    <a:pt x="0" y="454672"/>
                  </a:lnTo>
                  <a:lnTo>
                    <a:pt x="72428" y="454672"/>
                  </a:lnTo>
                  <a:lnTo>
                    <a:pt x="72428" y="306476"/>
                  </a:lnTo>
                  <a:lnTo>
                    <a:pt x="147815" y="306476"/>
                  </a:lnTo>
                  <a:lnTo>
                    <a:pt x="227139" y="454672"/>
                  </a:lnTo>
                  <a:lnTo>
                    <a:pt x="308444" y="454672"/>
                  </a:lnTo>
                  <a:close/>
                </a:path>
                <a:path w="5089525" h="504190">
                  <a:moveTo>
                    <a:pt x="693280" y="243319"/>
                  </a:moveTo>
                  <a:lnTo>
                    <a:pt x="529285" y="243319"/>
                  </a:lnTo>
                  <a:lnTo>
                    <a:pt x="529285" y="300355"/>
                  </a:lnTo>
                  <a:lnTo>
                    <a:pt x="622820" y="300355"/>
                  </a:lnTo>
                  <a:lnTo>
                    <a:pt x="615149" y="339521"/>
                  </a:lnTo>
                  <a:lnTo>
                    <a:pt x="594829" y="369303"/>
                  </a:lnTo>
                  <a:lnTo>
                    <a:pt x="563295" y="388239"/>
                  </a:lnTo>
                  <a:lnTo>
                    <a:pt x="521982" y="394881"/>
                  </a:lnTo>
                  <a:lnTo>
                    <a:pt x="475488" y="385495"/>
                  </a:lnTo>
                  <a:lnTo>
                    <a:pt x="439394" y="357949"/>
                  </a:lnTo>
                  <a:lnTo>
                    <a:pt x="416026" y="313207"/>
                  </a:lnTo>
                  <a:lnTo>
                    <a:pt x="407720" y="252209"/>
                  </a:lnTo>
                  <a:lnTo>
                    <a:pt x="416140" y="191566"/>
                  </a:lnTo>
                  <a:lnTo>
                    <a:pt x="439572" y="147066"/>
                  </a:lnTo>
                  <a:lnTo>
                    <a:pt x="475246" y="119659"/>
                  </a:lnTo>
                  <a:lnTo>
                    <a:pt x="520407" y="110312"/>
                  </a:lnTo>
                  <a:lnTo>
                    <a:pt x="553999" y="115087"/>
                  </a:lnTo>
                  <a:lnTo>
                    <a:pt x="581380" y="128816"/>
                  </a:lnTo>
                  <a:lnTo>
                    <a:pt x="602107" y="150609"/>
                  </a:lnTo>
                  <a:lnTo>
                    <a:pt x="615721" y="179578"/>
                  </a:lnTo>
                  <a:lnTo>
                    <a:pt x="689914" y="179578"/>
                  </a:lnTo>
                  <a:lnTo>
                    <a:pt x="675982" y="135128"/>
                  </a:lnTo>
                  <a:lnTo>
                    <a:pt x="650227" y="97942"/>
                  </a:lnTo>
                  <a:lnTo>
                    <a:pt x="614387" y="69519"/>
                  </a:lnTo>
                  <a:lnTo>
                    <a:pt x="570204" y="51371"/>
                  </a:lnTo>
                  <a:lnTo>
                    <a:pt x="519417" y="44996"/>
                  </a:lnTo>
                  <a:lnTo>
                    <a:pt x="475881" y="49695"/>
                  </a:lnTo>
                  <a:lnTo>
                    <a:pt x="436537" y="63487"/>
                  </a:lnTo>
                  <a:lnTo>
                    <a:pt x="402310" y="85915"/>
                  </a:lnTo>
                  <a:lnTo>
                    <a:pt x="374103" y="116535"/>
                  </a:lnTo>
                  <a:lnTo>
                    <a:pt x="352818" y="154889"/>
                  </a:lnTo>
                  <a:lnTo>
                    <a:pt x="339382" y="200520"/>
                  </a:lnTo>
                  <a:lnTo>
                    <a:pt x="334708" y="252996"/>
                  </a:lnTo>
                  <a:lnTo>
                    <a:pt x="339204" y="304736"/>
                  </a:lnTo>
                  <a:lnTo>
                    <a:pt x="352259" y="349999"/>
                  </a:lnTo>
                  <a:lnTo>
                    <a:pt x="373164" y="388239"/>
                  </a:lnTo>
                  <a:lnTo>
                    <a:pt x="401256" y="418909"/>
                  </a:lnTo>
                  <a:lnTo>
                    <a:pt x="435851" y="441490"/>
                  </a:lnTo>
                  <a:lnTo>
                    <a:pt x="476250" y="455434"/>
                  </a:lnTo>
                  <a:lnTo>
                    <a:pt x="521792" y="460197"/>
                  </a:lnTo>
                  <a:lnTo>
                    <a:pt x="569163" y="454939"/>
                  </a:lnTo>
                  <a:lnTo>
                    <a:pt x="610628" y="439623"/>
                  </a:lnTo>
                  <a:lnTo>
                    <a:pt x="644982" y="414934"/>
                  </a:lnTo>
                  <a:lnTo>
                    <a:pt x="671004" y="381584"/>
                  </a:lnTo>
                  <a:lnTo>
                    <a:pt x="687501" y="340271"/>
                  </a:lnTo>
                  <a:lnTo>
                    <a:pt x="693280" y="291668"/>
                  </a:lnTo>
                  <a:lnTo>
                    <a:pt x="693280" y="243319"/>
                  </a:lnTo>
                  <a:close/>
                </a:path>
                <a:path w="5089525" h="504190">
                  <a:moveTo>
                    <a:pt x="1048905" y="344563"/>
                  </a:moveTo>
                  <a:lnTo>
                    <a:pt x="1041476" y="303568"/>
                  </a:lnTo>
                  <a:lnTo>
                    <a:pt x="1023327" y="275094"/>
                  </a:lnTo>
                  <a:lnTo>
                    <a:pt x="1021918" y="272872"/>
                  </a:lnTo>
                  <a:lnTo>
                    <a:pt x="994283" y="253199"/>
                  </a:lnTo>
                  <a:lnTo>
                    <a:pt x="975296" y="248462"/>
                  </a:lnTo>
                  <a:lnTo>
                    <a:pt x="975296" y="339039"/>
                  </a:lnTo>
                  <a:lnTo>
                    <a:pt x="970978" y="361175"/>
                  </a:lnTo>
                  <a:lnTo>
                    <a:pt x="957478" y="378523"/>
                  </a:lnTo>
                  <a:lnTo>
                    <a:pt x="933996" y="389839"/>
                  </a:lnTo>
                  <a:lnTo>
                    <a:pt x="899706" y="393890"/>
                  </a:lnTo>
                  <a:lnTo>
                    <a:pt x="820381" y="393890"/>
                  </a:lnTo>
                  <a:lnTo>
                    <a:pt x="820381" y="275094"/>
                  </a:lnTo>
                  <a:lnTo>
                    <a:pt x="901877" y="275094"/>
                  </a:lnTo>
                  <a:lnTo>
                    <a:pt x="932332" y="279984"/>
                  </a:lnTo>
                  <a:lnTo>
                    <a:pt x="955459" y="293446"/>
                  </a:lnTo>
                  <a:lnTo>
                    <a:pt x="970153" y="313728"/>
                  </a:lnTo>
                  <a:lnTo>
                    <a:pt x="975296" y="339039"/>
                  </a:lnTo>
                  <a:lnTo>
                    <a:pt x="975296" y="248462"/>
                  </a:lnTo>
                  <a:lnTo>
                    <a:pt x="962660" y="245300"/>
                  </a:lnTo>
                  <a:lnTo>
                    <a:pt x="962660" y="241350"/>
                  </a:lnTo>
                  <a:lnTo>
                    <a:pt x="990320" y="230911"/>
                  </a:lnTo>
                  <a:lnTo>
                    <a:pt x="1000874" y="222605"/>
                  </a:lnTo>
                  <a:lnTo>
                    <a:pt x="1012685" y="213296"/>
                  </a:lnTo>
                  <a:lnTo>
                    <a:pt x="1027658" y="188264"/>
                  </a:lnTo>
                  <a:lnTo>
                    <a:pt x="1033106" y="155511"/>
                  </a:lnTo>
                  <a:lnTo>
                    <a:pt x="1024991" y="113626"/>
                  </a:lnTo>
                  <a:lnTo>
                    <a:pt x="1022858" y="110705"/>
                  </a:lnTo>
                  <a:lnTo>
                    <a:pt x="1000582" y="80365"/>
                  </a:lnTo>
                  <a:lnTo>
                    <a:pt x="960691" y="58940"/>
                  </a:lnTo>
                  <a:lnTo>
                    <a:pt x="960691" y="164579"/>
                  </a:lnTo>
                  <a:lnTo>
                    <a:pt x="955560" y="188722"/>
                  </a:lnTo>
                  <a:lnTo>
                    <a:pt x="941400" y="206984"/>
                  </a:lnTo>
                  <a:lnTo>
                    <a:pt x="920064" y="218554"/>
                  </a:lnTo>
                  <a:lnTo>
                    <a:pt x="893394" y="222605"/>
                  </a:lnTo>
                  <a:lnTo>
                    <a:pt x="820381" y="222605"/>
                  </a:lnTo>
                  <a:lnTo>
                    <a:pt x="820381" y="110705"/>
                  </a:lnTo>
                  <a:lnTo>
                    <a:pt x="894969" y="110705"/>
                  </a:lnTo>
                  <a:lnTo>
                    <a:pt x="923480" y="114744"/>
                  </a:lnTo>
                  <a:lnTo>
                    <a:pt x="944041" y="125958"/>
                  </a:lnTo>
                  <a:lnTo>
                    <a:pt x="956500" y="143014"/>
                  </a:lnTo>
                  <a:lnTo>
                    <a:pt x="960691" y="164579"/>
                  </a:lnTo>
                  <a:lnTo>
                    <a:pt x="960691" y="58940"/>
                  </a:lnTo>
                  <a:lnTo>
                    <a:pt x="959764" y="58432"/>
                  </a:lnTo>
                  <a:lnTo>
                    <a:pt x="902474" y="50520"/>
                  </a:lnTo>
                  <a:lnTo>
                    <a:pt x="747953" y="50520"/>
                  </a:lnTo>
                  <a:lnTo>
                    <a:pt x="747953" y="454672"/>
                  </a:lnTo>
                  <a:lnTo>
                    <a:pt x="911161" y="454672"/>
                  </a:lnTo>
                  <a:lnTo>
                    <a:pt x="971727" y="446316"/>
                  </a:lnTo>
                  <a:lnTo>
                    <a:pt x="1014730" y="423227"/>
                  </a:lnTo>
                  <a:lnTo>
                    <a:pt x="1036294" y="393890"/>
                  </a:lnTo>
                  <a:lnTo>
                    <a:pt x="1040396" y="388327"/>
                  </a:lnTo>
                  <a:lnTo>
                    <a:pt x="1048905" y="344563"/>
                  </a:lnTo>
                  <a:close/>
                </a:path>
                <a:path w="5089525" h="504190">
                  <a:moveTo>
                    <a:pt x="1455178" y="229704"/>
                  </a:moveTo>
                  <a:lnTo>
                    <a:pt x="1412062" y="204952"/>
                  </a:lnTo>
                  <a:lnTo>
                    <a:pt x="1381671" y="171831"/>
                  </a:lnTo>
                  <a:lnTo>
                    <a:pt x="1363713" y="133019"/>
                  </a:lnTo>
                  <a:lnTo>
                    <a:pt x="1357896" y="91173"/>
                  </a:lnTo>
                  <a:lnTo>
                    <a:pt x="1357896" y="29794"/>
                  </a:lnTo>
                  <a:lnTo>
                    <a:pt x="1297508" y="29794"/>
                  </a:lnTo>
                  <a:lnTo>
                    <a:pt x="1297508" y="91173"/>
                  </a:lnTo>
                  <a:lnTo>
                    <a:pt x="1291361" y="134683"/>
                  </a:lnTo>
                  <a:lnTo>
                    <a:pt x="1272616" y="176898"/>
                  </a:lnTo>
                  <a:lnTo>
                    <a:pt x="1240815" y="214033"/>
                  </a:lnTo>
                  <a:lnTo>
                    <a:pt x="1195476" y="242341"/>
                  </a:lnTo>
                  <a:lnTo>
                    <a:pt x="1228826" y="290283"/>
                  </a:lnTo>
                  <a:lnTo>
                    <a:pt x="1261884" y="271818"/>
                  </a:lnTo>
                  <a:lnTo>
                    <a:pt x="1289418" y="247586"/>
                  </a:lnTo>
                  <a:lnTo>
                    <a:pt x="1311478" y="218668"/>
                  </a:lnTo>
                  <a:lnTo>
                    <a:pt x="1328089" y="186093"/>
                  </a:lnTo>
                  <a:lnTo>
                    <a:pt x="1344155" y="214884"/>
                  </a:lnTo>
                  <a:lnTo>
                    <a:pt x="1365148" y="240118"/>
                  </a:lnTo>
                  <a:lnTo>
                    <a:pt x="1391094" y="261137"/>
                  </a:lnTo>
                  <a:lnTo>
                    <a:pt x="1422031" y="277266"/>
                  </a:lnTo>
                  <a:lnTo>
                    <a:pt x="1455178" y="229704"/>
                  </a:lnTo>
                  <a:close/>
                </a:path>
                <a:path w="5089525" h="504190">
                  <a:moveTo>
                    <a:pt x="1631607" y="329565"/>
                  </a:moveTo>
                  <a:lnTo>
                    <a:pt x="1286065" y="329565"/>
                  </a:lnTo>
                  <a:lnTo>
                    <a:pt x="1286065" y="379488"/>
                  </a:lnTo>
                  <a:lnTo>
                    <a:pt x="1569834" y="379488"/>
                  </a:lnTo>
                  <a:lnTo>
                    <a:pt x="1569834" y="504012"/>
                  </a:lnTo>
                  <a:lnTo>
                    <a:pt x="1631607" y="504012"/>
                  </a:lnTo>
                  <a:lnTo>
                    <a:pt x="1631607" y="329565"/>
                  </a:lnTo>
                  <a:close/>
                </a:path>
                <a:path w="5089525" h="504190">
                  <a:moveTo>
                    <a:pt x="1631607" y="393"/>
                  </a:moveTo>
                  <a:lnTo>
                    <a:pt x="1572602" y="393"/>
                  </a:lnTo>
                  <a:lnTo>
                    <a:pt x="1572602" y="126098"/>
                  </a:lnTo>
                  <a:lnTo>
                    <a:pt x="1522082" y="126098"/>
                  </a:lnTo>
                  <a:lnTo>
                    <a:pt x="1522082" y="8877"/>
                  </a:lnTo>
                  <a:lnTo>
                    <a:pt x="1464462" y="8877"/>
                  </a:lnTo>
                  <a:lnTo>
                    <a:pt x="1464462" y="302717"/>
                  </a:lnTo>
                  <a:lnTo>
                    <a:pt x="1522082" y="302717"/>
                  </a:lnTo>
                  <a:lnTo>
                    <a:pt x="1522082" y="177012"/>
                  </a:lnTo>
                  <a:lnTo>
                    <a:pt x="1572602" y="177012"/>
                  </a:lnTo>
                  <a:lnTo>
                    <a:pt x="1572602" y="305485"/>
                  </a:lnTo>
                  <a:lnTo>
                    <a:pt x="1631607" y="305485"/>
                  </a:lnTo>
                  <a:lnTo>
                    <a:pt x="1631607" y="177012"/>
                  </a:lnTo>
                  <a:lnTo>
                    <a:pt x="1631607" y="126098"/>
                  </a:lnTo>
                  <a:lnTo>
                    <a:pt x="1631607" y="393"/>
                  </a:lnTo>
                  <a:close/>
                </a:path>
                <a:path w="5089525" h="504190">
                  <a:moveTo>
                    <a:pt x="1980120" y="228320"/>
                  </a:moveTo>
                  <a:lnTo>
                    <a:pt x="1928876" y="203695"/>
                  </a:lnTo>
                  <a:lnTo>
                    <a:pt x="1897964" y="174650"/>
                  </a:lnTo>
                  <a:lnTo>
                    <a:pt x="1869147" y="126619"/>
                  </a:lnTo>
                  <a:lnTo>
                    <a:pt x="1861527" y="80124"/>
                  </a:lnTo>
                  <a:lnTo>
                    <a:pt x="1861527" y="26644"/>
                  </a:lnTo>
                  <a:lnTo>
                    <a:pt x="1799551" y="26644"/>
                  </a:lnTo>
                  <a:lnTo>
                    <a:pt x="1799551" y="74396"/>
                  </a:lnTo>
                  <a:lnTo>
                    <a:pt x="1794484" y="116852"/>
                  </a:lnTo>
                  <a:lnTo>
                    <a:pt x="1779739" y="156451"/>
                  </a:lnTo>
                  <a:lnTo>
                    <a:pt x="1755279" y="191579"/>
                  </a:lnTo>
                  <a:lnTo>
                    <a:pt x="1721116" y="220611"/>
                  </a:lnTo>
                  <a:lnTo>
                    <a:pt x="1677212" y="241935"/>
                  </a:lnTo>
                  <a:lnTo>
                    <a:pt x="1710753" y="290880"/>
                  </a:lnTo>
                  <a:lnTo>
                    <a:pt x="1751101" y="271500"/>
                  </a:lnTo>
                  <a:lnTo>
                    <a:pt x="1784756" y="245046"/>
                  </a:lnTo>
                  <a:lnTo>
                    <a:pt x="1811604" y="212458"/>
                  </a:lnTo>
                  <a:lnTo>
                    <a:pt x="1831530" y="174650"/>
                  </a:lnTo>
                  <a:lnTo>
                    <a:pt x="1851063" y="207733"/>
                  </a:lnTo>
                  <a:lnTo>
                    <a:pt x="1876971" y="236321"/>
                  </a:lnTo>
                  <a:lnTo>
                    <a:pt x="1909013" y="259562"/>
                  </a:lnTo>
                  <a:lnTo>
                    <a:pt x="1946973" y="276669"/>
                  </a:lnTo>
                  <a:lnTo>
                    <a:pt x="1980120" y="228320"/>
                  </a:lnTo>
                  <a:close/>
                </a:path>
                <a:path w="5089525" h="504190">
                  <a:moveTo>
                    <a:pt x="2085505" y="407911"/>
                  </a:moveTo>
                  <a:lnTo>
                    <a:pt x="2077961" y="374954"/>
                  </a:lnTo>
                  <a:lnTo>
                    <a:pt x="2066734" y="361327"/>
                  </a:lnTo>
                  <a:lnTo>
                    <a:pt x="2056117" y="348449"/>
                  </a:lnTo>
                  <a:lnTo>
                    <a:pt x="2024532" y="330784"/>
                  </a:lnTo>
                  <a:lnTo>
                    <a:pt x="2024532" y="407911"/>
                  </a:lnTo>
                  <a:lnTo>
                    <a:pt x="2017407" y="428282"/>
                  </a:lnTo>
                  <a:lnTo>
                    <a:pt x="1996554" y="442937"/>
                  </a:lnTo>
                  <a:lnTo>
                    <a:pt x="1962746" y="451802"/>
                  </a:lnTo>
                  <a:lnTo>
                    <a:pt x="1916772" y="454875"/>
                  </a:lnTo>
                  <a:lnTo>
                    <a:pt x="1870544" y="451802"/>
                  </a:lnTo>
                  <a:lnTo>
                    <a:pt x="1836356" y="442937"/>
                  </a:lnTo>
                  <a:lnTo>
                    <a:pt x="1815211" y="428282"/>
                  </a:lnTo>
                  <a:lnTo>
                    <a:pt x="1808048" y="407911"/>
                  </a:lnTo>
                  <a:lnTo>
                    <a:pt x="1815211" y="388137"/>
                  </a:lnTo>
                  <a:lnTo>
                    <a:pt x="1836356" y="373519"/>
                  </a:lnTo>
                  <a:lnTo>
                    <a:pt x="1870544" y="364451"/>
                  </a:lnTo>
                  <a:lnTo>
                    <a:pt x="1916772" y="361327"/>
                  </a:lnTo>
                  <a:lnTo>
                    <a:pt x="1962746" y="364451"/>
                  </a:lnTo>
                  <a:lnTo>
                    <a:pt x="1996554" y="373519"/>
                  </a:lnTo>
                  <a:lnTo>
                    <a:pt x="2017407" y="388137"/>
                  </a:lnTo>
                  <a:lnTo>
                    <a:pt x="2024532" y="407911"/>
                  </a:lnTo>
                  <a:lnTo>
                    <a:pt x="2024532" y="330784"/>
                  </a:lnTo>
                  <a:lnTo>
                    <a:pt x="2021179" y="328904"/>
                  </a:lnTo>
                  <a:lnTo>
                    <a:pt x="1974342" y="316839"/>
                  </a:lnTo>
                  <a:lnTo>
                    <a:pt x="1916772" y="312788"/>
                  </a:lnTo>
                  <a:lnTo>
                    <a:pt x="1858543" y="316839"/>
                  </a:lnTo>
                  <a:lnTo>
                    <a:pt x="1811108" y="328904"/>
                  </a:lnTo>
                  <a:lnTo>
                    <a:pt x="1775726" y="348449"/>
                  </a:lnTo>
                  <a:lnTo>
                    <a:pt x="1753641" y="374954"/>
                  </a:lnTo>
                  <a:lnTo>
                    <a:pt x="1746084" y="407911"/>
                  </a:lnTo>
                  <a:lnTo>
                    <a:pt x="1753641" y="441299"/>
                  </a:lnTo>
                  <a:lnTo>
                    <a:pt x="1775726" y="467995"/>
                  </a:lnTo>
                  <a:lnTo>
                    <a:pt x="1811108" y="487578"/>
                  </a:lnTo>
                  <a:lnTo>
                    <a:pt x="1858543" y="499592"/>
                  </a:lnTo>
                  <a:lnTo>
                    <a:pt x="1916772" y="503618"/>
                  </a:lnTo>
                  <a:lnTo>
                    <a:pt x="1974342" y="499592"/>
                  </a:lnTo>
                  <a:lnTo>
                    <a:pt x="2021179" y="487578"/>
                  </a:lnTo>
                  <a:lnTo>
                    <a:pt x="2056117" y="467995"/>
                  </a:lnTo>
                  <a:lnTo>
                    <a:pt x="2066848" y="454875"/>
                  </a:lnTo>
                  <a:lnTo>
                    <a:pt x="2077961" y="441299"/>
                  </a:lnTo>
                  <a:lnTo>
                    <a:pt x="2085505" y="407911"/>
                  </a:lnTo>
                  <a:close/>
                </a:path>
                <a:path w="5089525" h="504190">
                  <a:moveTo>
                    <a:pt x="2151418" y="122351"/>
                  </a:moveTo>
                  <a:lnTo>
                    <a:pt x="2080971" y="122351"/>
                  </a:lnTo>
                  <a:lnTo>
                    <a:pt x="2080971" y="0"/>
                  </a:lnTo>
                  <a:lnTo>
                    <a:pt x="2018601" y="0"/>
                  </a:lnTo>
                  <a:lnTo>
                    <a:pt x="2018601" y="301536"/>
                  </a:lnTo>
                  <a:lnTo>
                    <a:pt x="2080971" y="301536"/>
                  </a:lnTo>
                  <a:lnTo>
                    <a:pt x="2080971" y="174053"/>
                  </a:lnTo>
                  <a:lnTo>
                    <a:pt x="2151418" y="174053"/>
                  </a:lnTo>
                  <a:lnTo>
                    <a:pt x="2151418" y="122351"/>
                  </a:lnTo>
                  <a:close/>
                </a:path>
                <a:path w="5089525" h="504190">
                  <a:moveTo>
                    <a:pt x="2700401" y="130644"/>
                  </a:moveTo>
                  <a:lnTo>
                    <a:pt x="2691828" y="92544"/>
                  </a:lnTo>
                  <a:lnTo>
                    <a:pt x="2672550" y="67881"/>
                  </a:lnTo>
                  <a:lnTo>
                    <a:pt x="2667406" y="61315"/>
                  </a:lnTo>
                  <a:lnTo>
                    <a:pt x="2636469" y="42367"/>
                  </a:lnTo>
                  <a:lnTo>
                    <a:pt x="2636469" y="130644"/>
                  </a:lnTo>
                  <a:lnTo>
                    <a:pt x="2628049" y="156400"/>
                  </a:lnTo>
                  <a:lnTo>
                    <a:pt x="2604351" y="175564"/>
                  </a:lnTo>
                  <a:lnTo>
                    <a:pt x="2567254" y="187502"/>
                  </a:lnTo>
                  <a:lnTo>
                    <a:pt x="2518651" y="191617"/>
                  </a:lnTo>
                  <a:lnTo>
                    <a:pt x="2470264" y="187502"/>
                  </a:lnTo>
                  <a:lnTo>
                    <a:pt x="2433282" y="175564"/>
                  </a:lnTo>
                  <a:lnTo>
                    <a:pt x="2409736" y="156400"/>
                  </a:lnTo>
                  <a:lnTo>
                    <a:pt x="2401633" y="130644"/>
                  </a:lnTo>
                  <a:lnTo>
                    <a:pt x="2409736" y="104101"/>
                  </a:lnTo>
                  <a:lnTo>
                    <a:pt x="2433282" y="84391"/>
                  </a:lnTo>
                  <a:lnTo>
                    <a:pt x="2470264" y="72110"/>
                  </a:lnTo>
                  <a:lnTo>
                    <a:pt x="2518651" y="67881"/>
                  </a:lnTo>
                  <a:lnTo>
                    <a:pt x="2567254" y="72110"/>
                  </a:lnTo>
                  <a:lnTo>
                    <a:pt x="2604351" y="84391"/>
                  </a:lnTo>
                  <a:lnTo>
                    <a:pt x="2628049" y="104101"/>
                  </a:lnTo>
                  <a:lnTo>
                    <a:pt x="2636469" y="130644"/>
                  </a:lnTo>
                  <a:lnTo>
                    <a:pt x="2636469" y="42367"/>
                  </a:lnTo>
                  <a:lnTo>
                    <a:pt x="2629090" y="37846"/>
                  </a:lnTo>
                  <a:lnTo>
                    <a:pt x="2578862" y="23088"/>
                  </a:lnTo>
                  <a:lnTo>
                    <a:pt x="2518651" y="17957"/>
                  </a:lnTo>
                  <a:lnTo>
                    <a:pt x="2458593" y="23088"/>
                  </a:lnTo>
                  <a:lnTo>
                    <a:pt x="2408517" y="37846"/>
                  </a:lnTo>
                  <a:lnTo>
                    <a:pt x="2370391" y="61315"/>
                  </a:lnTo>
                  <a:lnTo>
                    <a:pt x="2346134" y="92544"/>
                  </a:lnTo>
                  <a:lnTo>
                    <a:pt x="2337689" y="130644"/>
                  </a:lnTo>
                  <a:lnTo>
                    <a:pt x="2346134" y="168033"/>
                  </a:lnTo>
                  <a:lnTo>
                    <a:pt x="2370391" y="198615"/>
                  </a:lnTo>
                  <a:lnTo>
                    <a:pt x="2408517" y="221513"/>
                  </a:lnTo>
                  <a:lnTo>
                    <a:pt x="2458593" y="235864"/>
                  </a:lnTo>
                  <a:lnTo>
                    <a:pt x="2518651" y="240753"/>
                  </a:lnTo>
                  <a:lnTo>
                    <a:pt x="2578862" y="235864"/>
                  </a:lnTo>
                  <a:lnTo>
                    <a:pt x="2629090" y="221513"/>
                  </a:lnTo>
                  <a:lnTo>
                    <a:pt x="2667406" y="198615"/>
                  </a:lnTo>
                  <a:lnTo>
                    <a:pt x="2672994" y="191617"/>
                  </a:lnTo>
                  <a:lnTo>
                    <a:pt x="2691828" y="168033"/>
                  </a:lnTo>
                  <a:lnTo>
                    <a:pt x="2700401" y="130644"/>
                  </a:lnTo>
                  <a:close/>
                </a:path>
                <a:path w="5089525" h="504190">
                  <a:moveTo>
                    <a:pt x="2750528" y="282587"/>
                  </a:moveTo>
                  <a:lnTo>
                    <a:pt x="2289340" y="282587"/>
                  </a:lnTo>
                  <a:lnTo>
                    <a:pt x="2289340" y="332917"/>
                  </a:lnTo>
                  <a:lnTo>
                    <a:pt x="2399652" y="332917"/>
                  </a:lnTo>
                  <a:lnTo>
                    <a:pt x="2399652" y="504012"/>
                  </a:lnTo>
                  <a:lnTo>
                    <a:pt x="2463203" y="504012"/>
                  </a:lnTo>
                  <a:lnTo>
                    <a:pt x="2463203" y="332917"/>
                  </a:lnTo>
                  <a:lnTo>
                    <a:pt x="2575293" y="332917"/>
                  </a:lnTo>
                  <a:lnTo>
                    <a:pt x="2575293" y="504012"/>
                  </a:lnTo>
                  <a:lnTo>
                    <a:pt x="2638044" y="504012"/>
                  </a:lnTo>
                  <a:lnTo>
                    <a:pt x="2638044" y="332917"/>
                  </a:lnTo>
                  <a:lnTo>
                    <a:pt x="2750528" y="332917"/>
                  </a:lnTo>
                  <a:lnTo>
                    <a:pt x="2750528" y="282587"/>
                  </a:lnTo>
                  <a:close/>
                </a:path>
                <a:path w="5089525" h="504190">
                  <a:moveTo>
                    <a:pt x="3075571" y="339826"/>
                  </a:moveTo>
                  <a:lnTo>
                    <a:pt x="3032836" y="311226"/>
                  </a:lnTo>
                  <a:lnTo>
                    <a:pt x="2998571" y="272427"/>
                  </a:lnTo>
                  <a:lnTo>
                    <a:pt x="2983420" y="244500"/>
                  </a:lnTo>
                  <a:lnTo>
                    <a:pt x="2973413" y="226072"/>
                  </a:lnTo>
                  <a:lnTo>
                    <a:pt x="2957957" y="174764"/>
                  </a:lnTo>
                  <a:lnTo>
                    <a:pt x="2952826" y="121170"/>
                  </a:lnTo>
                  <a:lnTo>
                    <a:pt x="2952826" y="40462"/>
                  </a:lnTo>
                  <a:lnTo>
                    <a:pt x="2890850" y="40462"/>
                  </a:lnTo>
                  <a:lnTo>
                    <a:pt x="2890850" y="121170"/>
                  </a:lnTo>
                  <a:lnTo>
                    <a:pt x="2886887" y="167652"/>
                  </a:lnTo>
                  <a:lnTo>
                    <a:pt x="2875597" y="213017"/>
                  </a:lnTo>
                  <a:lnTo>
                    <a:pt x="2857258" y="255536"/>
                  </a:lnTo>
                  <a:lnTo>
                    <a:pt x="2832176" y="293497"/>
                  </a:lnTo>
                  <a:lnTo>
                    <a:pt x="2800654" y="325196"/>
                  </a:lnTo>
                  <a:lnTo>
                    <a:pt x="2762974" y="348894"/>
                  </a:lnTo>
                  <a:lnTo>
                    <a:pt x="2801264" y="399021"/>
                  </a:lnTo>
                  <a:lnTo>
                    <a:pt x="2841371" y="372275"/>
                  </a:lnTo>
                  <a:lnTo>
                    <a:pt x="2875089" y="336562"/>
                  </a:lnTo>
                  <a:lnTo>
                    <a:pt x="2902191" y="293458"/>
                  </a:lnTo>
                  <a:lnTo>
                    <a:pt x="2922435" y="244500"/>
                  </a:lnTo>
                  <a:lnTo>
                    <a:pt x="2941828" y="290347"/>
                  </a:lnTo>
                  <a:lnTo>
                    <a:pt x="2967647" y="330720"/>
                  </a:lnTo>
                  <a:lnTo>
                    <a:pt x="2999714" y="364248"/>
                  </a:lnTo>
                  <a:lnTo>
                    <a:pt x="3037878" y="389547"/>
                  </a:lnTo>
                  <a:lnTo>
                    <a:pt x="3075571" y="339826"/>
                  </a:lnTo>
                  <a:close/>
                </a:path>
                <a:path w="5089525" h="504190">
                  <a:moveTo>
                    <a:pt x="3245485" y="197739"/>
                  </a:moveTo>
                  <a:lnTo>
                    <a:pt x="3167723" y="197739"/>
                  </a:lnTo>
                  <a:lnTo>
                    <a:pt x="3167723" y="0"/>
                  </a:lnTo>
                  <a:lnTo>
                    <a:pt x="3105569" y="0"/>
                  </a:lnTo>
                  <a:lnTo>
                    <a:pt x="3105569" y="504012"/>
                  </a:lnTo>
                  <a:lnTo>
                    <a:pt x="3167723" y="504012"/>
                  </a:lnTo>
                  <a:lnTo>
                    <a:pt x="3167723" y="250431"/>
                  </a:lnTo>
                  <a:lnTo>
                    <a:pt x="3245485" y="250431"/>
                  </a:lnTo>
                  <a:lnTo>
                    <a:pt x="3245485" y="197739"/>
                  </a:lnTo>
                  <a:close/>
                </a:path>
                <a:path w="5089525" h="504190">
                  <a:moveTo>
                    <a:pt x="3716553" y="393966"/>
                  </a:moveTo>
                  <a:lnTo>
                    <a:pt x="3515652" y="393966"/>
                  </a:lnTo>
                  <a:lnTo>
                    <a:pt x="3515652" y="278396"/>
                  </a:lnTo>
                  <a:lnTo>
                    <a:pt x="3664839" y="278396"/>
                  </a:lnTo>
                  <a:lnTo>
                    <a:pt x="3664839" y="228866"/>
                  </a:lnTo>
                  <a:lnTo>
                    <a:pt x="3373374" y="228866"/>
                  </a:lnTo>
                  <a:lnTo>
                    <a:pt x="3373374" y="86626"/>
                  </a:lnTo>
                  <a:lnTo>
                    <a:pt x="3660902" y="86626"/>
                  </a:lnTo>
                  <a:lnTo>
                    <a:pt x="3660902" y="37096"/>
                  </a:lnTo>
                  <a:lnTo>
                    <a:pt x="3311207" y="37096"/>
                  </a:lnTo>
                  <a:lnTo>
                    <a:pt x="3311207" y="86626"/>
                  </a:lnTo>
                  <a:lnTo>
                    <a:pt x="3311207" y="228866"/>
                  </a:lnTo>
                  <a:lnTo>
                    <a:pt x="3311207" y="278396"/>
                  </a:lnTo>
                  <a:lnTo>
                    <a:pt x="3454082" y="278396"/>
                  </a:lnTo>
                  <a:lnTo>
                    <a:pt x="3454082" y="393966"/>
                  </a:lnTo>
                  <a:lnTo>
                    <a:pt x="3255365" y="393966"/>
                  </a:lnTo>
                  <a:lnTo>
                    <a:pt x="3255365" y="444766"/>
                  </a:lnTo>
                  <a:lnTo>
                    <a:pt x="3716553" y="444766"/>
                  </a:lnTo>
                  <a:lnTo>
                    <a:pt x="3716553" y="393966"/>
                  </a:lnTo>
                  <a:close/>
                </a:path>
                <a:path w="5089525" h="504190">
                  <a:moveTo>
                    <a:pt x="4080916" y="63144"/>
                  </a:moveTo>
                  <a:lnTo>
                    <a:pt x="3881793" y="63144"/>
                  </a:lnTo>
                  <a:lnTo>
                    <a:pt x="3881793" y="113474"/>
                  </a:lnTo>
                  <a:lnTo>
                    <a:pt x="4020324" y="113474"/>
                  </a:lnTo>
                  <a:lnTo>
                    <a:pt x="4012717" y="162140"/>
                  </a:lnTo>
                  <a:lnTo>
                    <a:pt x="3998290" y="207391"/>
                  </a:lnTo>
                  <a:lnTo>
                    <a:pt x="3976344" y="249262"/>
                  </a:lnTo>
                  <a:lnTo>
                    <a:pt x="3946194" y="287883"/>
                  </a:lnTo>
                  <a:lnTo>
                    <a:pt x="3907155" y="323303"/>
                  </a:lnTo>
                  <a:lnTo>
                    <a:pt x="3858514" y="355612"/>
                  </a:lnTo>
                  <a:lnTo>
                    <a:pt x="3894429" y="398830"/>
                  </a:lnTo>
                  <a:lnTo>
                    <a:pt x="3943502" y="366496"/>
                  </a:lnTo>
                  <a:lnTo>
                    <a:pt x="3983863" y="331025"/>
                  </a:lnTo>
                  <a:lnTo>
                    <a:pt x="4016197" y="292633"/>
                  </a:lnTo>
                  <a:lnTo>
                    <a:pt x="4041178" y="251485"/>
                  </a:lnTo>
                  <a:lnTo>
                    <a:pt x="4059453" y="207784"/>
                  </a:lnTo>
                  <a:lnTo>
                    <a:pt x="4071721" y="161696"/>
                  </a:lnTo>
                  <a:lnTo>
                    <a:pt x="4078655" y="113423"/>
                  </a:lnTo>
                  <a:lnTo>
                    <a:pt x="4080916" y="63144"/>
                  </a:lnTo>
                  <a:close/>
                </a:path>
                <a:path w="5089525" h="504190">
                  <a:moveTo>
                    <a:pt x="4295622" y="0"/>
                  </a:moveTo>
                  <a:lnTo>
                    <a:pt x="4235818" y="0"/>
                  </a:lnTo>
                  <a:lnTo>
                    <a:pt x="4235818" y="194970"/>
                  </a:lnTo>
                  <a:lnTo>
                    <a:pt x="4181551" y="194970"/>
                  </a:lnTo>
                  <a:lnTo>
                    <a:pt x="4181551" y="13423"/>
                  </a:lnTo>
                  <a:lnTo>
                    <a:pt x="4123740" y="13423"/>
                  </a:lnTo>
                  <a:lnTo>
                    <a:pt x="4123740" y="480720"/>
                  </a:lnTo>
                  <a:lnTo>
                    <a:pt x="4181551" y="480720"/>
                  </a:lnTo>
                  <a:lnTo>
                    <a:pt x="4181551" y="245300"/>
                  </a:lnTo>
                  <a:lnTo>
                    <a:pt x="4235818" y="245300"/>
                  </a:lnTo>
                  <a:lnTo>
                    <a:pt x="4235818" y="504012"/>
                  </a:lnTo>
                  <a:lnTo>
                    <a:pt x="4295622" y="504012"/>
                  </a:lnTo>
                  <a:lnTo>
                    <a:pt x="4295622" y="245300"/>
                  </a:lnTo>
                  <a:lnTo>
                    <a:pt x="4295622" y="194970"/>
                  </a:lnTo>
                  <a:lnTo>
                    <a:pt x="4295622" y="0"/>
                  </a:lnTo>
                  <a:close/>
                </a:path>
                <a:path w="5089525" h="504190">
                  <a:moveTo>
                    <a:pt x="4646904" y="248259"/>
                  </a:moveTo>
                  <a:lnTo>
                    <a:pt x="4595431" y="221488"/>
                  </a:lnTo>
                  <a:lnTo>
                    <a:pt x="4562056" y="187477"/>
                  </a:lnTo>
                  <a:lnTo>
                    <a:pt x="4558398" y="183756"/>
                  </a:lnTo>
                  <a:lnTo>
                    <a:pt x="4536008" y="138506"/>
                  </a:lnTo>
                  <a:lnTo>
                    <a:pt x="4528502" y="89204"/>
                  </a:lnTo>
                  <a:lnTo>
                    <a:pt x="4528502" y="30988"/>
                  </a:lnTo>
                  <a:lnTo>
                    <a:pt x="4466336" y="30988"/>
                  </a:lnTo>
                  <a:lnTo>
                    <a:pt x="4466247" y="89204"/>
                  </a:lnTo>
                  <a:lnTo>
                    <a:pt x="4461180" y="131965"/>
                  </a:lnTo>
                  <a:lnTo>
                    <a:pt x="4446244" y="172631"/>
                  </a:lnTo>
                  <a:lnTo>
                    <a:pt x="4421594" y="208610"/>
                  </a:lnTo>
                  <a:lnTo>
                    <a:pt x="4387278" y="238099"/>
                  </a:lnTo>
                  <a:lnTo>
                    <a:pt x="4343387" y="259308"/>
                  </a:lnTo>
                  <a:lnTo>
                    <a:pt x="4376547" y="308648"/>
                  </a:lnTo>
                  <a:lnTo>
                    <a:pt x="4417403" y="288188"/>
                  </a:lnTo>
                  <a:lnTo>
                    <a:pt x="4451413" y="260565"/>
                  </a:lnTo>
                  <a:lnTo>
                    <a:pt x="4478413" y="226695"/>
                  </a:lnTo>
                  <a:lnTo>
                    <a:pt x="4498302" y="187477"/>
                  </a:lnTo>
                  <a:lnTo>
                    <a:pt x="4517656" y="222567"/>
                  </a:lnTo>
                  <a:lnTo>
                    <a:pt x="4543349" y="252996"/>
                  </a:lnTo>
                  <a:lnTo>
                    <a:pt x="4575175" y="277939"/>
                  </a:lnTo>
                  <a:lnTo>
                    <a:pt x="4612957" y="296608"/>
                  </a:lnTo>
                  <a:lnTo>
                    <a:pt x="4646904" y="248259"/>
                  </a:lnTo>
                  <a:close/>
                </a:path>
                <a:path w="5089525" h="504190">
                  <a:moveTo>
                    <a:pt x="4767669" y="393"/>
                  </a:moveTo>
                  <a:lnTo>
                    <a:pt x="4705705" y="393"/>
                  </a:lnTo>
                  <a:lnTo>
                    <a:pt x="4705705" y="111493"/>
                  </a:lnTo>
                  <a:lnTo>
                    <a:pt x="4605464" y="111493"/>
                  </a:lnTo>
                  <a:lnTo>
                    <a:pt x="4605464" y="162013"/>
                  </a:lnTo>
                  <a:lnTo>
                    <a:pt x="4705705" y="162013"/>
                  </a:lnTo>
                  <a:lnTo>
                    <a:pt x="4705705" y="374548"/>
                  </a:lnTo>
                  <a:lnTo>
                    <a:pt x="4767669" y="374548"/>
                  </a:lnTo>
                  <a:lnTo>
                    <a:pt x="4767669" y="393"/>
                  </a:lnTo>
                  <a:close/>
                </a:path>
                <a:path w="5089525" h="504190">
                  <a:moveTo>
                    <a:pt x="4778730" y="444220"/>
                  </a:moveTo>
                  <a:lnTo>
                    <a:pt x="4497908" y="444220"/>
                  </a:lnTo>
                  <a:lnTo>
                    <a:pt x="4497908" y="334098"/>
                  </a:lnTo>
                  <a:lnTo>
                    <a:pt x="4435157" y="334098"/>
                  </a:lnTo>
                  <a:lnTo>
                    <a:pt x="4435157" y="494538"/>
                  </a:lnTo>
                  <a:lnTo>
                    <a:pt x="4778730" y="494538"/>
                  </a:lnTo>
                  <a:lnTo>
                    <a:pt x="4778730" y="444220"/>
                  </a:lnTo>
                  <a:close/>
                </a:path>
                <a:path w="5089525" h="504190">
                  <a:moveTo>
                    <a:pt x="5089372" y="137414"/>
                  </a:moveTo>
                  <a:lnTo>
                    <a:pt x="5058422" y="137414"/>
                  </a:lnTo>
                  <a:lnTo>
                    <a:pt x="5058422" y="360540"/>
                  </a:lnTo>
                  <a:lnTo>
                    <a:pt x="5089372" y="360540"/>
                  </a:lnTo>
                  <a:lnTo>
                    <a:pt x="5089372" y="13741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4329" y="896844"/>
              <a:ext cx="304363" cy="1847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458895" y="899300"/>
              <a:ext cx="36195" cy="179705"/>
            </a:xfrm>
            <a:custGeom>
              <a:avLst/>
              <a:gdLst/>
              <a:ahLst/>
              <a:cxnLst/>
              <a:rect l="l" t="t" r="r" b="b"/>
              <a:pathLst>
                <a:path w="36195" h="179705">
                  <a:moveTo>
                    <a:pt x="36013" y="0"/>
                  </a:moveTo>
                  <a:lnTo>
                    <a:pt x="0" y="0"/>
                  </a:lnTo>
                  <a:lnTo>
                    <a:pt x="0" y="179624"/>
                  </a:lnTo>
                  <a:lnTo>
                    <a:pt x="36013" y="179624"/>
                  </a:lnTo>
                  <a:lnTo>
                    <a:pt x="36013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5026" y="942452"/>
              <a:ext cx="129617" cy="1391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64846" y="942277"/>
              <a:ext cx="79592" cy="1366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9171" y="889214"/>
              <a:ext cx="197007" cy="19225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30078" y="942452"/>
              <a:ext cx="191245" cy="1364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244878" y="889215"/>
              <a:ext cx="99695" cy="189865"/>
            </a:xfrm>
            <a:custGeom>
              <a:avLst/>
              <a:gdLst/>
              <a:ahLst/>
              <a:cxnLst/>
              <a:rect l="l" t="t" r="r" b="b"/>
              <a:pathLst>
                <a:path w="99695" h="189865">
                  <a:moveTo>
                    <a:pt x="37553" y="54991"/>
                  </a:moveTo>
                  <a:lnTo>
                    <a:pt x="1536" y="54991"/>
                  </a:lnTo>
                  <a:lnTo>
                    <a:pt x="1536" y="189712"/>
                  </a:lnTo>
                  <a:lnTo>
                    <a:pt x="37553" y="189712"/>
                  </a:lnTo>
                  <a:lnTo>
                    <a:pt x="37553" y="54991"/>
                  </a:lnTo>
                  <a:close/>
                </a:path>
                <a:path w="99695" h="189865">
                  <a:moveTo>
                    <a:pt x="39192" y="18681"/>
                  </a:moveTo>
                  <a:lnTo>
                    <a:pt x="37642" y="11442"/>
                  </a:lnTo>
                  <a:lnTo>
                    <a:pt x="33413" y="5499"/>
                  </a:lnTo>
                  <a:lnTo>
                    <a:pt x="27190" y="1485"/>
                  </a:lnTo>
                  <a:lnTo>
                    <a:pt x="19596" y="0"/>
                  </a:lnTo>
                  <a:lnTo>
                    <a:pt x="12001" y="1485"/>
                  </a:lnTo>
                  <a:lnTo>
                    <a:pt x="5765" y="5499"/>
                  </a:lnTo>
                  <a:lnTo>
                    <a:pt x="1549" y="11442"/>
                  </a:lnTo>
                  <a:lnTo>
                    <a:pt x="0" y="18681"/>
                  </a:lnTo>
                  <a:lnTo>
                    <a:pt x="1549" y="25971"/>
                  </a:lnTo>
                  <a:lnTo>
                    <a:pt x="5765" y="31902"/>
                  </a:lnTo>
                  <a:lnTo>
                    <a:pt x="12001" y="35902"/>
                  </a:lnTo>
                  <a:lnTo>
                    <a:pt x="19596" y="37363"/>
                  </a:lnTo>
                  <a:lnTo>
                    <a:pt x="27190" y="35902"/>
                  </a:lnTo>
                  <a:lnTo>
                    <a:pt x="33413" y="31902"/>
                  </a:lnTo>
                  <a:lnTo>
                    <a:pt x="37642" y="25971"/>
                  </a:lnTo>
                  <a:lnTo>
                    <a:pt x="39192" y="18681"/>
                  </a:lnTo>
                  <a:close/>
                </a:path>
                <a:path w="99695" h="189865">
                  <a:moveTo>
                    <a:pt x="99098" y="10096"/>
                  </a:moveTo>
                  <a:lnTo>
                    <a:pt x="63080" y="10096"/>
                  </a:lnTo>
                  <a:lnTo>
                    <a:pt x="63080" y="189712"/>
                  </a:lnTo>
                  <a:lnTo>
                    <a:pt x="99098" y="189712"/>
                  </a:lnTo>
                  <a:lnTo>
                    <a:pt x="99098" y="1009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63328" y="942452"/>
              <a:ext cx="117669" cy="1390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05842" y="889214"/>
              <a:ext cx="368319" cy="24023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44491" y="899300"/>
              <a:ext cx="145518" cy="18216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16401" y="942452"/>
              <a:ext cx="272302" cy="1897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14321" y="942277"/>
              <a:ext cx="206119" cy="13919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40298" y="899300"/>
              <a:ext cx="128242" cy="18181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89515" y="942452"/>
              <a:ext cx="125835" cy="139103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733803" y="7448869"/>
            <a:ext cx="12820392" cy="111162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7753422" y="4614703"/>
            <a:ext cx="2676525" cy="437515"/>
          </a:xfrm>
          <a:custGeom>
            <a:avLst/>
            <a:gdLst/>
            <a:ahLst/>
            <a:cxnLst/>
            <a:rect l="l" t="t" r="r" b="b"/>
            <a:pathLst>
              <a:path w="2676525" h="437514">
                <a:moveTo>
                  <a:pt x="2173" y="437244"/>
                </a:moveTo>
                <a:lnTo>
                  <a:pt x="2676258" y="13723"/>
                </a:lnTo>
                <a:lnTo>
                  <a:pt x="2674085" y="0"/>
                </a:lnTo>
                <a:lnTo>
                  <a:pt x="0" y="423520"/>
                </a:lnTo>
                <a:lnTo>
                  <a:pt x="2173" y="437244"/>
                </a:lnTo>
                <a:close/>
              </a:path>
            </a:pathLst>
          </a:custGeom>
          <a:solidFill>
            <a:srgbClr val="2B2B2B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52903" y="5365663"/>
            <a:ext cx="2634615" cy="621030"/>
          </a:xfrm>
          <a:custGeom>
            <a:avLst/>
            <a:gdLst/>
            <a:ahLst/>
            <a:cxnLst/>
            <a:rect l="l" t="t" r="r" b="b"/>
            <a:pathLst>
              <a:path w="2634615" h="621029">
                <a:moveTo>
                  <a:pt x="2634114" y="607408"/>
                </a:moveTo>
                <a:lnTo>
                  <a:pt x="3125" y="0"/>
                </a:lnTo>
                <a:lnTo>
                  <a:pt x="0" y="13538"/>
                </a:lnTo>
                <a:lnTo>
                  <a:pt x="2630988" y="620947"/>
                </a:lnTo>
                <a:lnTo>
                  <a:pt x="2634114" y="607408"/>
                </a:lnTo>
                <a:close/>
              </a:path>
            </a:pathLst>
          </a:custGeom>
          <a:solidFill>
            <a:srgbClr val="2B2B2B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733803" y="4738592"/>
            <a:ext cx="4817030" cy="97266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737166" y="4126848"/>
            <a:ext cx="4817030" cy="97266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737165" y="5589368"/>
            <a:ext cx="4817030" cy="972669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2747798" y="3374797"/>
            <a:ext cx="796290" cy="250825"/>
            <a:chOff x="12747798" y="3374797"/>
            <a:chExt cx="796290" cy="250825"/>
          </a:xfrm>
        </p:grpSpPr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747798" y="3374797"/>
              <a:ext cx="469704" cy="24930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238000" y="3442506"/>
              <a:ext cx="168582" cy="18263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436867" y="3442276"/>
              <a:ext cx="106630" cy="179407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3343684" y="5128323"/>
            <a:ext cx="1083945" cy="186055"/>
            <a:chOff x="3343684" y="5128323"/>
            <a:chExt cx="1083945" cy="186055"/>
          </a:xfrm>
        </p:grpSpPr>
        <p:sp>
          <p:nvSpPr>
            <p:cNvPr id="32" name="object 32"/>
            <p:cNvSpPr/>
            <p:nvPr/>
          </p:nvSpPr>
          <p:spPr>
            <a:xfrm>
              <a:off x="3343681" y="5137149"/>
              <a:ext cx="114300" cy="173990"/>
            </a:xfrm>
            <a:custGeom>
              <a:avLst/>
              <a:gdLst/>
              <a:ahLst/>
              <a:cxnLst/>
              <a:rect l="l" t="t" r="r" b="b"/>
              <a:pathLst>
                <a:path w="114300" h="173989">
                  <a:moveTo>
                    <a:pt x="114033" y="147320"/>
                  </a:moveTo>
                  <a:lnTo>
                    <a:pt x="31305" y="147320"/>
                  </a:lnTo>
                  <a:lnTo>
                    <a:pt x="31305" y="100330"/>
                  </a:lnTo>
                  <a:lnTo>
                    <a:pt x="107467" y="100330"/>
                  </a:lnTo>
                  <a:lnTo>
                    <a:pt x="107467" y="73672"/>
                  </a:lnTo>
                  <a:lnTo>
                    <a:pt x="31305" y="73672"/>
                  </a:lnTo>
                  <a:lnTo>
                    <a:pt x="31305" y="25400"/>
                  </a:lnTo>
                  <a:lnTo>
                    <a:pt x="113436" y="25400"/>
                  </a:lnTo>
                  <a:lnTo>
                    <a:pt x="113436" y="0"/>
                  </a:lnTo>
                  <a:lnTo>
                    <a:pt x="0" y="0"/>
                  </a:lnTo>
                  <a:lnTo>
                    <a:pt x="0" y="25400"/>
                  </a:lnTo>
                  <a:lnTo>
                    <a:pt x="0" y="73672"/>
                  </a:lnTo>
                  <a:lnTo>
                    <a:pt x="0" y="100330"/>
                  </a:lnTo>
                  <a:lnTo>
                    <a:pt x="0" y="147320"/>
                  </a:lnTo>
                  <a:lnTo>
                    <a:pt x="0" y="173990"/>
                  </a:lnTo>
                  <a:lnTo>
                    <a:pt x="114033" y="173990"/>
                  </a:lnTo>
                  <a:lnTo>
                    <a:pt x="114033" y="147320"/>
                  </a:lnTo>
                  <a:close/>
                </a:path>
              </a:pathLst>
            </a:custGeom>
            <a:solidFill>
              <a:srgbClr val="0006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85960" y="5180354"/>
              <a:ext cx="114127" cy="13272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624142" y="5178648"/>
              <a:ext cx="118733" cy="13528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766235" y="5128323"/>
              <a:ext cx="93980" cy="183515"/>
            </a:xfrm>
            <a:custGeom>
              <a:avLst/>
              <a:gdLst/>
              <a:ahLst/>
              <a:cxnLst/>
              <a:rect l="l" t="t" r="r" b="b"/>
              <a:pathLst>
                <a:path w="93979" h="183514">
                  <a:moveTo>
                    <a:pt x="30708" y="8369"/>
                  </a:moveTo>
                  <a:lnTo>
                    <a:pt x="0" y="8369"/>
                  </a:lnTo>
                  <a:lnTo>
                    <a:pt x="0" y="183057"/>
                  </a:lnTo>
                  <a:lnTo>
                    <a:pt x="30708" y="183057"/>
                  </a:lnTo>
                  <a:lnTo>
                    <a:pt x="30708" y="8369"/>
                  </a:lnTo>
                  <a:close/>
                </a:path>
                <a:path w="93979" h="183514">
                  <a:moveTo>
                    <a:pt x="91020" y="52031"/>
                  </a:moveTo>
                  <a:lnTo>
                    <a:pt x="60312" y="52031"/>
                  </a:lnTo>
                  <a:lnTo>
                    <a:pt x="60312" y="183057"/>
                  </a:lnTo>
                  <a:lnTo>
                    <a:pt x="91020" y="183057"/>
                  </a:lnTo>
                  <a:lnTo>
                    <a:pt x="91020" y="52031"/>
                  </a:lnTo>
                  <a:close/>
                </a:path>
                <a:path w="93979" h="183514">
                  <a:moveTo>
                    <a:pt x="93497" y="7429"/>
                  </a:moveTo>
                  <a:lnTo>
                    <a:pt x="85394" y="0"/>
                  </a:lnTo>
                  <a:lnTo>
                    <a:pt x="65849" y="0"/>
                  </a:lnTo>
                  <a:lnTo>
                    <a:pt x="57835" y="7429"/>
                  </a:lnTo>
                  <a:lnTo>
                    <a:pt x="57835" y="25933"/>
                  </a:lnTo>
                  <a:lnTo>
                    <a:pt x="65849" y="33362"/>
                  </a:lnTo>
                  <a:lnTo>
                    <a:pt x="85394" y="33362"/>
                  </a:lnTo>
                  <a:lnTo>
                    <a:pt x="93497" y="25933"/>
                  </a:lnTo>
                  <a:lnTo>
                    <a:pt x="93497" y="7429"/>
                  </a:lnTo>
                  <a:close/>
                </a:path>
              </a:pathLst>
            </a:custGeom>
            <a:solidFill>
              <a:srgbClr val="0006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81484" y="5136682"/>
              <a:ext cx="123510" cy="17699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30499" y="5178648"/>
              <a:ext cx="252565" cy="13536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12236" y="5178648"/>
              <a:ext cx="114810" cy="132722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4515953" y="5128323"/>
            <a:ext cx="982344" cy="186055"/>
            <a:chOff x="4515953" y="5128323"/>
            <a:chExt cx="982344" cy="186055"/>
          </a:xfrm>
        </p:grpSpPr>
        <p:pic>
          <p:nvPicPr>
            <p:cNvPr id="40" name="object 4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515953" y="5136682"/>
              <a:ext cx="143726" cy="17468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683819" y="5128323"/>
              <a:ext cx="36195" cy="183515"/>
            </a:xfrm>
            <a:custGeom>
              <a:avLst/>
              <a:gdLst/>
              <a:ahLst/>
              <a:cxnLst/>
              <a:rect l="l" t="t" r="r" b="b"/>
              <a:pathLst>
                <a:path w="36195" h="183514">
                  <a:moveTo>
                    <a:pt x="27551" y="0"/>
                  </a:moveTo>
                  <a:lnTo>
                    <a:pt x="8018" y="0"/>
                  </a:lnTo>
                  <a:lnTo>
                    <a:pt x="0" y="7420"/>
                  </a:lnTo>
                  <a:lnTo>
                    <a:pt x="0" y="25930"/>
                  </a:lnTo>
                  <a:lnTo>
                    <a:pt x="8018" y="33350"/>
                  </a:lnTo>
                  <a:lnTo>
                    <a:pt x="27551" y="33350"/>
                  </a:lnTo>
                  <a:lnTo>
                    <a:pt x="35654" y="25930"/>
                  </a:lnTo>
                  <a:lnTo>
                    <a:pt x="35654" y="7420"/>
                  </a:lnTo>
                  <a:lnTo>
                    <a:pt x="27551" y="0"/>
                  </a:lnTo>
                  <a:close/>
                </a:path>
                <a:path w="36195" h="183514">
                  <a:moveTo>
                    <a:pt x="33180" y="52031"/>
                  </a:moveTo>
                  <a:lnTo>
                    <a:pt x="2473" y="52031"/>
                  </a:lnTo>
                  <a:lnTo>
                    <a:pt x="2473" y="183048"/>
                  </a:lnTo>
                  <a:lnTo>
                    <a:pt x="33180" y="183048"/>
                  </a:lnTo>
                  <a:lnTo>
                    <a:pt x="33180" y="52031"/>
                  </a:lnTo>
                  <a:close/>
                </a:path>
              </a:pathLst>
            </a:custGeom>
            <a:solidFill>
              <a:srgbClr val="0006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740541" y="5148965"/>
              <a:ext cx="331295" cy="16505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101008" y="5178648"/>
              <a:ext cx="114810" cy="13272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239531" y="5178648"/>
              <a:ext cx="258280" cy="135282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5587919" y="5114846"/>
            <a:ext cx="686435" cy="233679"/>
            <a:chOff x="5587919" y="5114846"/>
            <a:chExt cx="686435" cy="233679"/>
          </a:xfrm>
        </p:grpSpPr>
        <p:pic>
          <p:nvPicPr>
            <p:cNvPr id="46" name="object 4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587919" y="5122608"/>
              <a:ext cx="488925" cy="22586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103969" y="5114846"/>
              <a:ext cx="169826" cy="218361"/>
            </a:xfrm>
            <a:prstGeom prst="rect">
              <a:avLst/>
            </a:prstGeom>
          </p:spPr>
        </p:pic>
      </p:grpSp>
      <p:sp>
        <p:nvSpPr>
          <p:cNvPr id="48" name="object 48"/>
          <p:cNvSpPr/>
          <p:nvPr/>
        </p:nvSpPr>
        <p:spPr>
          <a:xfrm>
            <a:off x="6305689" y="5133352"/>
            <a:ext cx="199390" cy="172085"/>
          </a:xfrm>
          <a:custGeom>
            <a:avLst/>
            <a:gdLst/>
            <a:ahLst/>
            <a:cxnLst/>
            <a:rect l="l" t="t" r="r" b="b"/>
            <a:pathLst>
              <a:path w="199390" h="172085">
                <a:moveTo>
                  <a:pt x="176999" y="83807"/>
                </a:moveTo>
                <a:lnTo>
                  <a:pt x="50673" y="83807"/>
                </a:lnTo>
                <a:lnTo>
                  <a:pt x="50673" y="21590"/>
                </a:lnTo>
                <a:lnTo>
                  <a:pt x="175285" y="21590"/>
                </a:lnTo>
                <a:lnTo>
                  <a:pt x="175285" y="0"/>
                </a:lnTo>
                <a:lnTo>
                  <a:pt x="24142" y="0"/>
                </a:lnTo>
                <a:lnTo>
                  <a:pt x="24142" y="21590"/>
                </a:lnTo>
                <a:lnTo>
                  <a:pt x="24142" y="83807"/>
                </a:lnTo>
                <a:lnTo>
                  <a:pt x="24142" y="105397"/>
                </a:lnTo>
                <a:lnTo>
                  <a:pt x="176999" y="105397"/>
                </a:lnTo>
                <a:lnTo>
                  <a:pt x="176999" y="83807"/>
                </a:lnTo>
                <a:close/>
              </a:path>
              <a:path w="199390" h="172085">
                <a:moveTo>
                  <a:pt x="199339" y="149618"/>
                </a:moveTo>
                <a:lnTo>
                  <a:pt x="0" y="149618"/>
                </a:lnTo>
                <a:lnTo>
                  <a:pt x="0" y="171792"/>
                </a:lnTo>
                <a:lnTo>
                  <a:pt x="199339" y="171792"/>
                </a:lnTo>
                <a:lnTo>
                  <a:pt x="199339" y="149618"/>
                </a:lnTo>
                <a:close/>
              </a:path>
            </a:pathLst>
          </a:custGeom>
          <a:solidFill>
            <a:srgbClr val="0006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6576234" y="5114846"/>
            <a:ext cx="491490" cy="233679"/>
            <a:chOff x="6576234" y="5114846"/>
            <a:chExt cx="491490" cy="233679"/>
          </a:xfrm>
        </p:grpSpPr>
        <p:pic>
          <p:nvPicPr>
            <p:cNvPr id="50" name="object 5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576234" y="5114846"/>
              <a:ext cx="183900" cy="21784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803040" y="5114846"/>
              <a:ext cx="169826" cy="218361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004682" y="5131650"/>
              <a:ext cx="62865" cy="217170"/>
            </a:xfrm>
            <a:custGeom>
              <a:avLst/>
              <a:gdLst/>
              <a:ahLst/>
              <a:cxnLst/>
              <a:rect l="l" t="t" r="r" b="b"/>
              <a:pathLst>
                <a:path w="62865" h="217170">
                  <a:moveTo>
                    <a:pt x="28830" y="0"/>
                  </a:moveTo>
                  <a:lnTo>
                    <a:pt x="0" y="0"/>
                  </a:lnTo>
                  <a:lnTo>
                    <a:pt x="12067" y="20753"/>
                  </a:lnTo>
                  <a:lnTo>
                    <a:pt x="21814" y="47489"/>
                  </a:lnTo>
                  <a:lnTo>
                    <a:pt x="28331" y="77583"/>
                  </a:lnTo>
                  <a:lnTo>
                    <a:pt x="30706" y="108413"/>
                  </a:lnTo>
                  <a:lnTo>
                    <a:pt x="28331" y="139278"/>
                  </a:lnTo>
                  <a:lnTo>
                    <a:pt x="21814" y="169368"/>
                  </a:lnTo>
                  <a:lnTo>
                    <a:pt x="12067" y="196083"/>
                  </a:lnTo>
                  <a:lnTo>
                    <a:pt x="0" y="216825"/>
                  </a:lnTo>
                  <a:lnTo>
                    <a:pt x="28830" y="216825"/>
                  </a:lnTo>
                  <a:lnTo>
                    <a:pt x="43572" y="193073"/>
                  </a:lnTo>
                  <a:lnTo>
                    <a:pt x="54131" y="167225"/>
                  </a:lnTo>
                  <a:lnTo>
                    <a:pt x="60485" y="139074"/>
                  </a:lnTo>
                  <a:lnTo>
                    <a:pt x="62608" y="108413"/>
                  </a:lnTo>
                  <a:lnTo>
                    <a:pt x="60485" y="77787"/>
                  </a:lnTo>
                  <a:lnTo>
                    <a:pt x="54131" y="49632"/>
                  </a:lnTo>
                  <a:lnTo>
                    <a:pt x="43572" y="23764"/>
                  </a:lnTo>
                  <a:lnTo>
                    <a:pt x="28830" y="0"/>
                  </a:lnTo>
                  <a:close/>
                </a:path>
              </a:pathLst>
            </a:custGeom>
            <a:solidFill>
              <a:srgbClr val="0006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12735700" y="4522323"/>
            <a:ext cx="821055" cy="177800"/>
            <a:chOff x="12735700" y="4522323"/>
            <a:chExt cx="821055" cy="177800"/>
          </a:xfrm>
        </p:grpSpPr>
        <p:pic>
          <p:nvPicPr>
            <p:cNvPr id="54" name="object 5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735700" y="4522323"/>
              <a:ext cx="143726" cy="17468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900409" y="4564289"/>
              <a:ext cx="121804" cy="13528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3046268" y="4522323"/>
              <a:ext cx="31115" cy="175260"/>
            </a:xfrm>
            <a:custGeom>
              <a:avLst/>
              <a:gdLst/>
              <a:ahLst/>
              <a:cxnLst/>
              <a:rect l="l" t="t" r="r" b="b"/>
              <a:pathLst>
                <a:path w="31115" h="175260">
                  <a:moveTo>
                    <a:pt x="30707" y="0"/>
                  </a:moveTo>
                  <a:lnTo>
                    <a:pt x="0" y="0"/>
                  </a:lnTo>
                  <a:lnTo>
                    <a:pt x="0" y="174688"/>
                  </a:lnTo>
                  <a:lnTo>
                    <a:pt x="30707" y="174688"/>
                  </a:lnTo>
                  <a:lnTo>
                    <a:pt x="307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096678" y="4534605"/>
              <a:ext cx="205566" cy="16505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3332092" y="4522469"/>
              <a:ext cx="224790" cy="174625"/>
            </a:xfrm>
            <a:custGeom>
              <a:avLst/>
              <a:gdLst/>
              <a:ahLst/>
              <a:cxnLst/>
              <a:rect l="l" t="t" r="r" b="b"/>
              <a:pathLst>
                <a:path w="224790" h="174625">
                  <a:moveTo>
                    <a:pt x="78562" y="89077"/>
                  </a:moveTo>
                  <a:lnTo>
                    <a:pt x="0" y="89077"/>
                  </a:lnTo>
                  <a:lnTo>
                    <a:pt x="0" y="114414"/>
                  </a:lnTo>
                  <a:lnTo>
                    <a:pt x="78562" y="114414"/>
                  </a:lnTo>
                  <a:lnTo>
                    <a:pt x="78562" y="89077"/>
                  </a:lnTo>
                  <a:close/>
                </a:path>
                <a:path w="224790" h="174625">
                  <a:moveTo>
                    <a:pt x="224421" y="148590"/>
                  </a:moveTo>
                  <a:lnTo>
                    <a:pt x="141681" y="148590"/>
                  </a:lnTo>
                  <a:lnTo>
                    <a:pt x="141681" y="100330"/>
                  </a:lnTo>
                  <a:lnTo>
                    <a:pt x="217855" y="100330"/>
                  </a:lnTo>
                  <a:lnTo>
                    <a:pt x="217855" y="73660"/>
                  </a:lnTo>
                  <a:lnTo>
                    <a:pt x="141681" y="73660"/>
                  </a:lnTo>
                  <a:lnTo>
                    <a:pt x="141681" y="26670"/>
                  </a:lnTo>
                  <a:lnTo>
                    <a:pt x="223824" y="26670"/>
                  </a:lnTo>
                  <a:lnTo>
                    <a:pt x="223824" y="0"/>
                  </a:lnTo>
                  <a:lnTo>
                    <a:pt x="110375" y="0"/>
                  </a:lnTo>
                  <a:lnTo>
                    <a:pt x="110375" y="26670"/>
                  </a:lnTo>
                  <a:lnTo>
                    <a:pt x="110375" y="73660"/>
                  </a:lnTo>
                  <a:lnTo>
                    <a:pt x="110375" y="100330"/>
                  </a:lnTo>
                  <a:lnTo>
                    <a:pt x="110375" y="148590"/>
                  </a:lnTo>
                  <a:lnTo>
                    <a:pt x="110375" y="174002"/>
                  </a:lnTo>
                  <a:lnTo>
                    <a:pt x="224421" y="174002"/>
                  </a:lnTo>
                  <a:lnTo>
                    <a:pt x="224421" y="1485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11436660" y="5979099"/>
            <a:ext cx="486409" cy="186055"/>
            <a:chOff x="11436660" y="5979099"/>
            <a:chExt cx="486409" cy="186055"/>
          </a:xfrm>
        </p:grpSpPr>
        <p:pic>
          <p:nvPicPr>
            <p:cNvPr id="60" name="object 6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436660" y="5985070"/>
              <a:ext cx="153790" cy="17946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610410" y="6029424"/>
              <a:ext cx="255465" cy="135281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1887029" y="5979099"/>
              <a:ext cx="36195" cy="183515"/>
            </a:xfrm>
            <a:custGeom>
              <a:avLst/>
              <a:gdLst/>
              <a:ahLst/>
              <a:cxnLst/>
              <a:rect l="l" t="t" r="r" b="b"/>
              <a:pathLst>
                <a:path w="36195" h="183514">
                  <a:moveTo>
                    <a:pt x="27551" y="0"/>
                  </a:moveTo>
                  <a:lnTo>
                    <a:pt x="8018" y="0"/>
                  </a:lnTo>
                  <a:lnTo>
                    <a:pt x="0" y="7421"/>
                  </a:lnTo>
                  <a:lnTo>
                    <a:pt x="0" y="25930"/>
                  </a:lnTo>
                  <a:lnTo>
                    <a:pt x="8018" y="33351"/>
                  </a:lnTo>
                  <a:lnTo>
                    <a:pt x="27551" y="33351"/>
                  </a:lnTo>
                  <a:lnTo>
                    <a:pt x="35654" y="25930"/>
                  </a:lnTo>
                  <a:lnTo>
                    <a:pt x="35654" y="7421"/>
                  </a:lnTo>
                  <a:lnTo>
                    <a:pt x="27551" y="0"/>
                  </a:lnTo>
                  <a:close/>
                </a:path>
                <a:path w="36195" h="183514">
                  <a:moveTo>
                    <a:pt x="33181" y="52031"/>
                  </a:moveTo>
                  <a:lnTo>
                    <a:pt x="2474" y="52031"/>
                  </a:lnTo>
                  <a:lnTo>
                    <a:pt x="2474" y="183048"/>
                  </a:lnTo>
                  <a:lnTo>
                    <a:pt x="33181" y="183048"/>
                  </a:lnTo>
                  <a:lnTo>
                    <a:pt x="33181" y="52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11949808" y="6029424"/>
            <a:ext cx="260350" cy="135890"/>
            <a:chOff x="11949808" y="6029424"/>
            <a:chExt cx="260350" cy="135890"/>
          </a:xfrm>
        </p:grpSpPr>
        <p:pic>
          <p:nvPicPr>
            <p:cNvPr id="64" name="object 6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088330" y="6029424"/>
              <a:ext cx="121805" cy="13528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949808" y="6029425"/>
              <a:ext cx="114809" cy="132722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12287461" y="5965622"/>
            <a:ext cx="1767205" cy="245745"/>
            <a:chOff x="12287461" y="5965622"/>
            <a:chExt cx="1767205" cy="245745"/>
          </a:xfrm>
        </p:grpSpPr>
        <p:pic>
          <p:nvPicPr>
            <p:cNvPr id="67" name="object 6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287461" y="5985070"/>
              <a:ext cx="133916" cy="179721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2443726" y="5979099"/>
              <a:ext cx="36195" cy="183515"/>
            </a:xfrm>
            <a:custGeom>
              <a:avLst/>
              <a:gdLst/>
              <a:ahLst/>
              <a:cxnLst/>
              <a:rect l="l" t="t" r="r" b="b"/>
              <a:pathLst>
                <a:path w="36195" h="183514">
                  <a:moveTo>
                    <a:pt x="27550" y="0"/>
                  </a:moveTo>
                  <a:lnTo>
                    <a:pt x="8016" y="0"/>
                  </a:lnTo>
                  <a:lnTo>
                    <a:pt x="0" y="7421"/>
                  </a:lnTo>
                  <a:lnTo>
                    <a:pt x="0" y="25930"/>
                  </a:lnTo>
                  <a:lnTo>
                    <a:pt x="8016" y="33351"/>
                  </a:lnTo>
                  <a:lnTo>
                    <a:pt x="27550" y="33351"/>
                  </a:lnTo>
                  <a:lnTo>
                    <a:pt x="35653" y="25930"/>
                  </a:lnTo>
                  <a:lnTo>
                    <a:pt x="35653" y="7421"/>
                  </a:lnTo>
                  <a:lnTo>
                    <a:pt x="27550" y="0"/>
                  </a:lnTo>
                  <a:close/>
                </a:path>
                <a:path w="36195" h="183514">
                  <a:moveTo>
                    <a:pt x="33180" y="52031"/>
                  </a:moveTo>
                  <a:lnTo>
                    <a:pt x="2473" y="52031"/>
                  </a:lnTo>
                  <a:lnTo>
                    <a:pt x="2473" y="183048"/>
                  </a:lnTo>
                  <a:lnTo>
                    <a:pt x="33180" y="183048"/>
                  </a:lnTo>
                  <a:lnTo>
                    <a:pt x="33180" y="520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506505" y="6029425"/>
              <a:ext cx="184071" cy="132722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12717437" y="5979109"/>
              <a:ext cx="93980" cy="183515"/>
            </a:xfrm>
            <a:custGeom>
              <a:avLst/>
              <a:gdLst/>
              <a:ahLst/>
              <a:cxnLst/>
              <a:rect l="l" t="t" r="r" b="b"/>
              <a:pathLst>
                <a:path w="93979" h="183514">
                  <a:moveTo>
                    <a:pt x="33185" y="52031"/>
                  </a:moveTo>
                  <a:lnTo>
                    <a:pt x="2476" y="52031"/>
                  </a:lnTo>
                  <a:lnTo>
                    <a:pt x="2476" y="183045"/>
                  </a:lnTo>
                  <a:lnTo>
                    <a:pt x="33185" y="183045"/>
                  </a:lnTo>
                  <a:lnTo>
                    <a:pt x="33185" y="52031"/>
                  </a:lnTo>
                  <a:close/>
                </a:path>
                <a:path w="93979" h="183514">
                  <a:moveTo>
                    <a:pt x="35661" y="7416"/>
                  </a:moveTo>
                  <a:lnTo>
                    <a:pt x="27559" y="0"/>
                  </a:lnTo>
                  <a:lnTo>
                    <a:pt x="8013" y="0"/>
                  </a:lnTo>
                  <a:lnTo>
                    <a:pt x="0" y="7416"/>
                  </a:lnTo>
                  <a:lnTo>
                    <a:pt x="0" y="25920"/>
                  </a:lnTo>
                  <a:lnTo>
                    <a:pt x="8013" y="33350"/>
                  </a:lnTo>
                  <a:lnTo>
                    <a:pt x="27559" y="33350"/>
                  </a:lnTo>
                  <a:lnTo>
                    <a:pt x="35661" y="25920"/>
                  </a:lnTo>
                  <a:lnTo>
                    <a:pt x="35661" y="7416"/>
                  </a:lnTo>
                  <a:close/>
                </a:path>
                <a:path w="93979" h="183514">
                  <a:moveTo>
                    <a:pt x="93484" y="8356"/>
                  </a:moveTo>
                  <a:lnTo>
                    <a:pt x="62776" y="8356"/>
                  </a:lnTo>
                  <a:lnTo>
                    <a:pt x="62776" y="183045"/>
                  </a:lnTo>
                  <a:lnTo>
                    <a:pt x="93484" y="183045"/>
                  </a:lnTo>
                  <a:lnTo>
                    <a:pt x="93484" y="83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834422" y="6029424"/>
              <a:ext cx="112813" cy="13536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976407" y="5979099"/>
              <a:ext cx="359187" cy="232179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3362546" y="5965634"/>
              <a:ext cx="692150" cy="233679"/>
            </a:xfrm>
            <a:custGeom>
              <a:avLst/>
              <a:gdLst/>
              <a:ahLst/>
              <a:cxnLst/>
              <a:rect l="l" t="t" r="r" b="b"/>
              <a:pathLst>
                <a:path w="692150" h="233679">
                  <a:moveTo>
                    <a:pt x="62598" y="16802"/>
                  </a:moveTo>
                  <a:lnTo>
                    <a:pt x="33769" y="16802"/>
                  </a:lnTo>
                  <a:lnTo>
                    <a:pt x="19037" y="40563"/>
                  </a:lnTo>
                  <a:lnTo>
                    <a:pt x="8470" y="66433"/>
                  </a:lnTo>
                  <a:lnTo>
                    <a:pt x="2120" y="94589"/>
                  </a:lnTo>
                  <a:lnTo>
                    <a:pt x="0" y="125209"/>
                  </a:lnTo>
                  <a:lnTo>
                    <a:pt x="2120" y="155867"/>
                  </a:lnTo>
                  <a:lnTo>
                    <a:pt x="8470" y="184023"/>
                  </a:lnTo>
                  <a:lnTo>
                    <a:pt x="19037" y="209867"/>
                  </a:lnTo>
                  <a:lnTo>
                    <a:pt x="33769" y="233629"/>
                  </a:lnTo>
                  <a:lnTo>
                    <a:pt x="62598" y="233629"/>
                  </a:lnTo>
                  <a:lnTo>
                    <a:pt x="50533" y="212877"/>
                  </a:lnTo>
                  <a:lnTo>
                    <a:pt x="40792" y="186169"/>
                  </a:lnTo>
                  <a:lnTo>
                    <a:pt x="34277" y="156083"/>
                  </a:lnTo>
                  <a:lnTo>
                    <a:pt x="31902" y="125209"/>
                  </a:lnTo>
                  <a:lnTo>
                    <a:pt x="34277" y="94386"/>
                  </a:lnTo>
                  <a:lnTo>
                    <a:pt x="40792" y="64287"/>
                  </a:lnTo>
                  <a:lnTo>
                    <a:pt x="50533" y="37553"/>
                  </a:lnTo>
                  <a:lnTo>
                    <a:pt x="62598" y="16802"/>
                  </a:lnTo>
                  <a:close/>
                </a:path>
                <a:path w="692150" h="233679">
                  <a:moveTo>
                    <a:pt x="254355" y="19265"/>
                  </a:moveTo>
                  <a:lnTo>
                    <a:pt x="100139" y="19265"/>
                  </a:lnTo>
                  <a:lnTo>
                    <a:pt x="100139" y="40932"/>
                  </a:lnTo>
                  <a:lnTo>
                    <a:pt x="227990" y="40932"/>
                  </a:lnTo>
                  <a:lnTo>
                    <a:pt x="227888" y="55638"/>
                  </a:lnTo>
                  <a:lnTo>
                    <a:pt x="227711" y="63525"/>
                  </a:lnTo>
                  <a:lnTo>
                    <a:pt x="227393" y="71818"/>
                  </a:lnTo>
                  <a:lnTo>
                    <a:pt x="93306" y="76682"/>
                  </a:lnTo>
                  <a:lnTo>
                    <a:pt x="97231" y="99618"/>
                  </a:lnTo>
                  <a:lnTo>
                    <a:pt x="225869" y="92290"/>
                  </a:lnTo>
                  <a:lnTo>
                    <a:pt x="224663" y="103085"/>
                  </a:lnTo>
                  <a:lnTo>
                    <a:pt x="223075" y="114528"/>
                  </a:lnTo>
                  <a:lnTo>
                    <a:pt x="221030" y="126644"/>
                  </a:lnTo>
                  <a:lnTo>
                    <a:pt x="218440" y="139458"/>
                  </a:lnTo>
                  <a:lnTo>
                    <a:pt x="244716" y="142100"/>
                  </a:lnTo>
                  <a:lnTo>
                    <a:pt x="250329" y="110248"/>
                  </a:lnTo>
                  <a:lnTo>
                    <a:pt x="252196" y="92290"/>
                  </a:lnTo>
                  <a:lnTo>
                    <a:pt x="253149" y="83185"/>
                  </a:lnTo>
                  <a:lnTo>
                    <a:pt x="254152" y="59829"/>
                  </a:lnTo>
                  <a:lnTo>
                    <a:pt x="254266" y="48120"/>
                  </a:lnTo>
                  <a:lnTo>
                    <a:pt x="254355" y="19265"/>
                  </a:lnTo>
                  <a:close/>
                </a:path>
                <a:path w="692150" h="233679">
                  <a:moveTo>
                    <a:pt x="275678" y="169049"/>
                  </a:moveTo>
                  <a:lnTo>
                    <a:pt x="176987" y="169049"/>
                  </a:lnTo>
                  <a:lnTo>
                    <a:pt x="176987" y="115316"/>
                  </a:lnTo>
                  <a:lnTo>
                    <a:pt x="150380" y="115316"/>
                  </a:lnTo>
                  <a:lnTo>
                    <a:pt x="150380" y="169049"/>
                  </a:lnTo>
                  <a:lnTo>
                    <a:pt x="77025" y="169049"/>
                  </a:lnTo>
                  <a:lnTo>
                    <a:pt x="77025" y="191147"/>
                  </a:lnTo>
                  <a:lnTo>
                    <a:pt x="275678" y="191147"/>
                  </a:lnTo>
                  <a:lnTo>
                    <a:pt x="275678" y="169049"/>
                  </a:lnTo>
                  <a:close/>
                </a:path>
                <a:path w="692150" h="233679">
                  <a:moveTo>
                    <a:pt x="421538" y="146875"/>
                  </a:moveTo>
                  <a:lnTo>
                    <a:pt x="399008" y="130695"/>
                  </a:lnTo>
                  <a:lnTo>
                    <a:pt x="382308" y="108064"/>
                  </a:lnTo>
                  <a:lnTo>
                    <a:pt x="381393" y="105676"/>
                  </a:lnTo>
                  <a:lnTo>
                    <a:pt x="371957" y="81216"/>
                  </a:lnTo>
                  <a:lnTo>
                    <a:pt x="368477" y="52362"/>
                  </a:lnTo>
                  <a:lnTo>
                    <a:pt x="368477" y="17475"/>
                  </a:lnTo>
                  <a:lnTo>
                    <a:pt x="341693" y="17475"/>
                  </a:lnTo>
                  <a:lnTo>
                    <a:pt x="341693" y="52362"/>
                  </a:lnTo>
                  <a:lnTo>
                    <a:pt x="337934" y="82372"/>
                  </a:lnTo>
                  <a:lnTo>
                    <a:pt x="327177" y="110439"/>
                  </a:lnTo>
                  <a:lnTo>
                    <a:pt x="309867" y="134086"/>
                  </a:lnTo>
                  <a:lnTo>
                    <a:pt x="286423" y="150799"/>
                  </a:lnTo>
                  <a:lnTo>
                    <a:pt x="302971" y="172466"/>
                  </a:lnTo>
                  <a:lnTo>
                    <a:pt x="320306" y="160896"/>
                  </a:lnTo>
                  <a:lnTo>
                    <a:pt x="334886" y="145465"/>
                  </a:lnTo>
                  <a:lnTo>
                    <a:pt x="346595" y="126834"/>
                  </a:lnTo>
                  <a:lnTo>
                    <a:pt x="355346" y="105676"/>
                  </a:lnTo>
                  <a:lnTo>
                    <a:pt x="363728" y="125488"/>
                  </a:lnTo>
                  <a:lnTo>
                    <a:pt x="374891" y="142938"/>
                  </a:lnTo>
                  <a:lnTo>
                    <a:pt x="388747" y="157441"/>
                  </a:lnTo>
                  <a:lnTo>
                    <a:pt x="405244" y="168376"/>
                  </a:lnTo>
                  <a:lnTo>
                    <a:pt x="421538" y="146875"/>
                  </a:lnTo>
                  <a:close/>
                </a:path>
                <a:path w="692150" h="233679">
                  <a:moveTo>
                    <a:pt x="494982" y="85458"/>
                  </a:moveTo>
                  <a:lnTo>
                    <a:pt x="461365" y="85458"/>
                  </a:lnTo>
                  <a:lnTo>
                    <a:pt x="461365" y="0"/>
                  </a:lnTo>
                  <a:lnTo>
                    <a:pt x="434505" y="0"/>
                  </a:lnTo>
                  <a:lnTo>
                    <a:pt x="434505" y="217843"/>
                  </a:lnTo>
                  <a:lnTo>
                    <a:pt x="461365" y="217843"/>
                  </a:lnTo>
                  <a:lnTo>
                    <a:pt x="461365" y="108242"/>
                  </a:lnTo>
                  <a:lnTo>
                    <a:pt x="494982" y="108242"/>
                  </a:lnTo>
                  <a:lnTo>
                    <a:pt x="494982" y="85458"/>
                  </a:lnTo>
                  <a:close/>
                </a:path>
                <a:path w="692150" h="233679">
                  <a:moveTo>
                    <a:pt x="625563" y="68910"/>
                  </a:moveTo>
                  <a:lnTo>
                    <a:pt x="621068" y="47028"/>
                  </a:lnTo>
                  <a:lnTo>
                    <a:pt x="614464" y="37871"/>
                  </a:lnTo>
                  <a:lnTo>
                    <a:pt x="608672" y="29806"/>
                  </a:lnTo>
                  <a:lnTo>
                    <a:pt x="599211" y="24091"/>
                  </a:lnTo>
                  <a:lnTo>
                    <a:pt x="599211" y="68910"/>
                  </a:lnTo>
                  <a:lnTo>
                    <a:pt x="596709" y="81978"/>
                  </a:lnTo>
                  <a:lnTo>
                    <a:pt x="589864" y="91833"/>
                  </a:lnTo>
                  <a:lnTo>
                    <a:pt x="579602" y="98044"/>
                  </a:lnTo>
                  <a:lnTo>
                    <a:pt x="566877" y="100215"/>
                  </a:lnTo>
                  <a:lnTo>
                    <a:pt x="553897" y="98044"/>
                  </a:lnTo>
                  <a:lnTo>
                    <a:pt x="543547" y="91833"/>
                  </a:lnTo>
                  <a:lnTo>
                    <a:pt x="536727" y="81978"/>
                  </a:lnTo>
                  <a:lnTo>
                    <a:pt x="534301" y="68910"/>
                  </a:lnTo>
                  <a:lnTo>
                    <a:pt x="536727" y="56108"/>
                  </a:lnTo>
                  <a:lnTo>
                    <a:pt x="543547" y="46316"/>
                  </a:lnTo>
                  <a:lnTo>
                    <a:pt x="553897" y="40068"/>
                  </a:lnTo>
                  <a:lnTo>
                    <a:pt x="566877" y="37871"/>
                  </a:lnTo>
                  <a:lnTo>
                    <a:pt x="579602" y="40068"/>
                  </a:lnTo>
                  <a:lnTo>
                    <a:pt x="589864" y="46316"/>
                  </a:lnTo>
                  <a:lnTo>
                    <a:pt x="596709" y="56108"/>
                  </a:lnTo>
                  <a:lnTo>
                    <a:pt x="599211" y="68910"/>
                  </a:lnTo>
                  <a:lnTo>
                    <a:pt x="599211" y="24091"/>
                  </a:lnTo>
                  <a:lnTo>
                    <a:pt x="590054" y="18542"/>
                  </a:lnTo>
                  <a:lnTo>
                    <a:pt x="566877" y="14490"/>
                  </a:lnTo>
                  <a:lnTo>
                    <a:pt x="543687" y="18542"/>
                  </a:lnTo>
                  <a:lnTo>
                    <a:pt x="525018" y="29806"/>
                  </a:lnTo>
                  <a:lnTo>
                    <a:pt x="512597" y="47028"/>
                  </a:lnTo>
                  <a:lnTo>
                    <a:pt x="508114" y="68910"/>
                  </a:lnTo>
                  <a:lnTo>
                    <a:pt x="512597" y="91071"/>
                  </a:lnTo>
                  <a:lnTo>
                    <a:pt x="525018" y="108369"/>
                  </a:lnTo>
                  <a:lnTo>
                    <a:pt x="543687" y="119621"/>
                  </a:lnTo>
                  <a:lnTo>
                    <a:pt x="566877" y="123596"/>
                  </a:lnTo>
                  <a:lnTo>
                    <a:pt x="590054" y="119621"/>
                  </a:lnTo>
                  <a:lnTo>
                    <a:pt x="608672" y="108369"/>
                  </a:lnTo>
                  <a:lnTo>
                    <a:pt x="614514" y="100215"/>
                  </a:lnTo>
                  <a:lnTo>
                    <a:pt x="621068" y="91071"/>
                  </a:lnTo>
                  <a:lnTo>
                    <a:pt x="625563" y="68910"/>
                  </a:lnTo>
                  <a:close/>
                </a:path>
                <a:path w="692150" h="233679">
                  <a:moveTo>
                    <a:pt x="685698" y="165"/>
                  </a:moveTo>
                  <a:lnTo>
                    <a:pt x="658837" y="165"/>
                  </a:lnTo>
                  <a:lnTo>
                    <a:pt x="658837" y="157708"/>
                  </a:lnTo>
                  <a:lnTo>
                    <a:pt x="685698" y="157708"/>
                  </a:lnTo>
                  <a:lnTo>
                    <a:pt x="685698" y="165"/>
                  </a:lnTo>
                  <a:close/>
                </a:path>
                <a:path w="692150" h="233679">
                  <a:moveTo>
                    <a:pt x="691845" y="191998"/>
                  </a:moveTo>
                  <a:lnTo>
                    <a:pt x="568502" y="191998"/>
                  </a:lnTo>
                  <a:lnTo>
                    <a:pt x="568502" y="141668"/>
                  </a:lnTo>
                  <a:lnTo>
                    <a:pt x="541464" y="141668"/>
                  </a:lnTo>
                  <a:lnTo>
                    <a:pt x="541464" y="213753"/>
                  </a:lnTo>
                  <a:lnTo>
                    <a:pt x="691845" y="213753"/>
                  </a:lnTo>
                  <a:lnTo>
                    <a:pt x="691845" y="191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/>
          <p:nvPr/>
        </p:nvSpPr>
        <p:spPr>
          <a:xfrm>
            <a:off x="14138123" y="5965634"/>
            <a:ext cx="703580" cy="233679"/>
          </a:xfrm>
          <a:custGeom>
            <a:avLst/>
            <a:gdLst/>
            <a:ahLst/>
            <a:cxnLst/>
            <a:rect l="l" t="t" r="r" b="b"/>
            <a:pathLst>
              <a:path w="703580" h="233679">
                <a:moveTo>
                  <a:pt x="177673" y="56464"/>
                </a:moveTo>
                <a:lnTo>
                  <a:pt x="171945" y="36334"/>
                </a:lnTo>
                <a:lnTo>
                  <a:pt x="164604" y="29337"/>
                </a:lnTo>
                <a:lnTo>
                  <a:pt x="155829" y="20980"/>
                </a:lnTo>
                <a:lnTo>
                  <a:pt x="150037" y="18707"/>
                </a:lnTo>
                <a:lnTo>
                  <a:pt x="150037" y="56464"/>
                </a:lnTo>
                <a:lnTo>
                  <a:pt x="146405" y="67602"/>
                </a:lnTo>
                <a:lnTo>
                  <a:pt x="136156" y="75882"/>
                </a:lnTo>
                <a:lnTo>
                  <a:pt x="120129" y="81038"/>
                </a:lnTo>
                <a:lnTo>
                  <a:pt x="99123" y="82816"/>
                </a:lnTo>
                <a:lnTo>
                  <a:pt x="78206" y="81038"/>
                </a:lnTo>
                <a:lnTo>
                  <a:pt x="62217" y="75882"/>
                </a:lnTo>
                <a:lnTo>
                  <a:pt x="52044" y="67602"/>
                </a:lnTo>
                <a:lnTo>
                  <a:pt x="48539" y="56464"/>
                </a:lnTo>
                <a:lnTo>
                  <a:pt x="52044" y="44996"/>
                </a:lnTo>
                <a:lnTo>
                  <a:pt x="62217" y="36474"/>
                </a:lnTo>
                <a:lnTo>
                  <a:pt x="78206" y="31165"/>
                </a:lnTo>
                <a:lnTo>
                  <a:pt x="99123" y="29337"/>
                </a:lnTo>
                <a:lnTo>
                  <a:pt x="120129" y="31165"/>
                </a:lnTo>
                <a:lnTo>
                  <a:pt x="136156" y="36474"/>
                </a:lnTo>
                <a:lnTo>
                  <a:pt x="146405" y="44996"/>
                </a:lnTo>
                <a:lnTo>
                  <a:pt x="150037" y="56464"/>
                </a:lnTo>
                <a:lnTo>
                  <a:pt x="150037" y="18707"/>
                </a:lnTo>
                <a:lnTo>
                  <a:pt x="131013" y="11188"/>
                </a:lnTo>
                <a:lnTo>
                  <a:pt x="99123" y="7759"/>
                </a:lnTo>
                <a:lnTo>
                  <a:pt x="67310" y="11188"/>
                </a:lnTo>
                <a:lnTo>
                  <a:pt x="42583" y="20980"/>
                </a:lnTo>
                <a:lnTo>
                  <a:pt x="26568" y="36334"/>
                </a:lnTo>
                <a:lnTo>
                  <a:pt x="20904" y="56464"/>
                </a:lnTo>
                <a:lnTo>
                  <a:pt x="26568" y="76212"/>
                </a:lnTo>
                <a:lnTo>
                  <a:pt x="42583" y="91236"/>
                </a:lnTo>
                <a:lnTo>
                  <a:pt x="67310" y="100761"/>
                </a:lnTo>
                <a:lnTo>
                  <a:pt x="99123" y="104051"/>
                </a:lnTo>
                <a:lnTo>
                  <a:pt x="131013" y="100761"/>
                </a:lnTo>
                <a:lnTo>
                  <a:pt x="155829" y="91236"/>
                </a:lnTo>
                <a:lnTo>
                  <a:pt x="164858" y="82816"/>
                </a:lnTo>
                <a:lnTo>
                  <a:pt x="171945" y="76212"/>
                </a:lnTo>
                <a:lnTo>
                  <a:pt x="177673" y="56464"/>
                </a:lnTo>
                <a:close/>
              </a:path>
              <a:path w="703580" h="233679">
                <a:moveTo>
                  <a:pt x="199339" y="122135"/>
                </a:moveTo>
                <a:lnTo>
                  <a:pt x="0" y="122135"/>
                </a:lnTo>
                <a:lnTo>
                  <a:pt x="0" y="143891"/>
                </a:lnTo>
                <a:lnTo>
                  <a:pt x="47688" y="143891"/>
                </a:lnTo>
                <a:lnTo>
                  <a:pt x="47688" y="217843"/>
                </a:lnTo>
                <a:lnTo>
                  <a:pt x="75158" y="217843"/>
                </a:lnTo>
                <a:lnTo>
                  <a:pt x="75158" y="143891"/>
                </a:lnTo>
                <a:lnTo>
                  <a:pt x="123596" y="143891"/>
                </a:lnTo>
                <a:lnTo>
                  <a:pt x="123596" y="217843"/>
                </a:lnTo>
                <a:lnTo>
                  <a:pt x="150723" y="217843"/>
                </a:lnTo>
                <a:lnTo>
                  <a:pt x="150723" y="143891"/>
                </a:lnTo>
                <a:lnTo>
                  <a:pt x="199339" y="143891"/>
                </a:lnTo>
                <a:lnTo>
                  <a:pt x="199339" y="122135"/>
                </a:lnTo>
                <a:close/>
              </a:path>
              <a:path w="703580" h="233679">
                <a:moveTo>
                  <a:pt x="344779" y="146875"/>
                </a:moveTo>
                <a:lnTo>
                  <a:pt x="322249" y="130695"/>
                </a:lnTo>
                <a:lnTo>
                  <a:pt x="305549" y="108064"/>
                </a:lnTo>
                <a:lnTo>
                  <a:pt x="304634" y="105676"/>
                </a:lnTo>
                <a:lnTo>
                  <a:pt x="295198" y="81216"/>
                </a:lnTo>
                <a:lnTo>
                  <a:pt x="291719" y="52362"/>
                </a:lnTo>
                <a:lnTo>
                  <a:pt x="291719" y="17475"/>
                </a:lnTo>
                <a:lnTo>
                  <a:pt x="264934" y="17475"/>
                </a:lnTo>
                <a:lnTo>
                  <a:pt x="264934" y="52362"/>
                </a:lnTo>
                <a:lnTo>
                  <a:pt x="261175" y="82372"/>
                </a:lnTo>
                <a:lnTo>
                  <a:pt x="250418" y="110439"/>
                </a:lnTo>
                <a:lnTo>
                  <a:pt x="233108" y="134086"/>
                </a:lnTo>
                <a:lnTo>
                  <a:pt x="209664" y="150799"/>
                </a:lnTo>
                <a:lnTo>
                  <a:pt x="226212" y="172466"/>
                </a:lnTo>
                <a:lnTo>
                  <a:pt x="243547" y="160896"/>
                </a:lnTo>
                <a:lnTo>
                  <a:pt x="258127" y="145465"/>
                </a:lnTo>
                <a:lnTo>
                  <a:pt x="269836" y="126834"/>
                </a:lnTo>
                <a:lnTo>
                  <a:pt x="278587" y="105676"/>
                </a:lnTo>
                <a:lnTo>
                  <a:pt x="286969" y="125488"/>
                </a:lnTo>
                <a:lnTo>
                  <a:pt x="298132" y="142938"/>
                </a:lnTo>
                <a:lnTo>
                  <a:pt x="311988" y="157441"/>
                </a:lnTo>
                <a:lnTo>
                  <a:pt x="328485" y="168376"/>
                </a:lnTo>
                <a:lnTo>
                  <a:pt x="344779" y="146875"/>
                </a:lnTo>
                <a:close/>
              </a:path>
              <a:path w="703580" h="233679">
                <a:moveTo>
                  <a:pt x="418223" y="85458"/>
                </a:moveTo>
                <a:lnTo>
                  <a:pt x="384606" y="85458"/>
                </a:lnTo>
                <a:lnTo>
                  <a:pt x="384606" y="0"/>
                </a:lnTo>
                <a:lnTo>
                  <a:pt x="357746" y="0"/>
                </a:lnTo>
                <a:lnTo>
                  <a:pt x="357746" y="217843"/>
                </a:lnTo>
                <a:lnTo>
                  <a:pt x="384606" y="217843"/>
                </a:lnTo>
                <a:lnTo>
                  <a:pt x="384606" y="108242"/>
                </a:lnTo>
                <a:lnTo>
                  <a:pt x="418223" y="108242"/>
                </a:lnTo>
                <a:lnTo>
                  <a:pt x="418223" y="85458"/>
                </a:lnTo>
                <a:close/>
              </a:path>
              <a:path w="703580" h="233679">
                <a:moveTo>
                  <a:pt x="626770" y="169735"/>
                </a:moveTo>
                <a:lnTo>
                  <a:pt x="539940" y="169735"/>
                </a:lnTo>
                <a:lnTo>
                  <a:pt x="539940" y="120205"/>
                </a:lnTo>
                <a:lnTo>
                  <a:pt x="604418" y="120205"/>
                </a:lnTo>
                <a:lnTo>
                  <a:pt x="604418" y="98615"/>
                </a:lnTo>
                <a:lnTo>
                  <a:pt x="478434" y="98615"/>
                </a:lnTo>
                <a:lnTo>
                  <a:pt x="478434" y="37655"/>
                </a:lnTo>
                <a:lnTo>
                  <a:pt x="602716" y="37655"/>
                </a:lnTo>
                <a:lnTo>
                  <a:pt x="602716" y="16065"/>
                </a:lnTo>
                <a:lnTo>
                  <a:pt x="451573" y="16065"/>
                </a:lnTo>
                <a:lnTo>
                  <a:pt x="451573" y="37655"/>
                </a:lnTo>
                <a:lnTo>
                  <a:pt x="451573" y="98615"/>
                </a:lnTo>
                <a:lnTo>
                  <a:pt x="451573" y="120205"/>
                </a:lnTo>
                <a:lnTo>
                  <a:pt x="513321" y="120205"/>
                </a:lnTo>
                <a:lnTo>
                  <a:pt x="513321" y="169735"/>
                </a:lnTo>
                <a:lnTo>
                  <a:pt x="427431" y="169735"/>
                </a:lnTo>
                <a:lnTo>
                  <a:pt x="427431" y="192595"/>
                </a:lnTo>
                <a:lnTo>
                  <a:pt x="626770" y="192595"/>
                </a:lnTo>
                <a:lnTo>
                  <a:pt x="626770" y="169735"/>
                </a:lnTo>
                <a:close/>
              </a:path>
              <a:path w="703580" h="233679">
                <a:moveTo>
                  <a:pt x="703541" y="125209"/>
                </a:moveTo>
                <a:lnTo>
                  <a:pt x="701408" y="94589"/>
                </a:lnTo>
                <a:lnTo>
                  <a:pt x="695058" y="66433"/>
                </a:lnTo>
                <a:lnTo>
                  <a:pt x="684504" y="40563"/>
                </a:lnTo>
                <a:lnTo>
                  <a:pt x="669759" y="16802"/>
                </a:lnTo>
                <a:lnTo>
                  <a:pt x="640930" y="16802"/>
                </a:lnTo>
                <a:lnTo>
                  <a:pt x="652995" y="37553"/>
                </a:lnTo>
                <a:lnTo>
                  <a:pt x="662749" y="64287"/>
                </a:lnTo>
                <a:lnTo>
                  <a:pt x="669264" y="94386"/>
                </a:lnTo>
                <a:lnTo>
                  <a:pt x="671639" y="125209"/>
                </a:lnTo>
                <a:lnTo>
                  <a:pt x="669264" y="156083"/>
                </a:lnTo>
                <a:lnTo>
                  <a:pt x="662749" y="186169"/>
                </a:lnTo>
                <a:lnTo>
                  <a:pt x="652995" y="212877"/>
                </a:lnTo>
                <a:lnTo>
                  <a:pt x="640930" y="233629"/>
                </a:lnTo>
                <a:lnTo>
                  <a:pt x="669759" y="233629"/>
                </a:lnTo>
                <a:lnTo>
                  <a:pt x="684504" y="209867"/>
                </a:lnTo>
                <a:lnTo>
                  <a:pt x="695058" y="184023"/>
                </a:lnTo>
                <a:lnTo>
                  <a:pt x="701408" y="155867"/>
                </a:lnTo>
                <a:lnTo>
                  <a:pt x="703541" y="125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75"/>
          <p:cNvGrpSpPr/>
          <p:nvPr/>
        </p:nvGrpSpPr>
        <p:grpSpPr>
          <a:xfrm>
            <a:off x="4919995" y="7888047"/>
            <a:ext cx="787400" cy="232410"/>
            <a:chOff x="4919995" y="7888047"/>
            <a:chExt cx="787400" cy="232410"/>
          </a:xfrm>
        </p:grpSpPr>
        <p:pic>
          <p:nvPicPr>
            <p:cNvPr id="76" name="object 7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919995" y="7888047"/>
              <a:ext cx="420838" cy="230837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361305" y="7950741"/>
              <a:ext cx="152256" cy="16910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543629" y="7950528"/>
              <a:ext cx="93294" cy="16611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5660061" y="7955433"/>
              <a:ext cx="46990" cy="163830"/>
            </a:xfrm>
            <a:custGeom>
              <a:avLst/>
              <a:gdLst/>
              <a:ahLst/>
              <a:cxnLst/>
              <a:rect l="l" t="t" r="r" b="b"/>
              <a:pathLst>
                <a:path w="46989" h="163829">
                  <a:moveTo>
                    <a:pt x="23457" y="0"/>
                  </a:moveTo>
                  <a:lnTo>
                    <a:pt x="14380" y="1815"/>
                  </a:lnTo>
                  <a:lnTo>
                    <a:pt x="6903" y="6770"/>
                  </a:lnTo>
                  <a:lnTo>
                    <a:pt x="1866" y="14124"/>
                  </a:lnTo>
                  <a:lnTo>
                    <a:pt x="106" y="23136"/>
                  </a:lnTo>
                  <a:lnTo>
                    <a:pt x="1866" y="32228"/>
                  </a:lnTo>
                  <a:lnTo>
                    <a:pt x="6903" y="39650"/>
                  </a:lnTo>
                  <a:lnTo>
                    <a:pt x="14380" y="44652"/>
                  </a:lnTo>
                  <a:lnTo>
                    <a:pt x="23457" y="46487"/>
                  </a:lnTo>
                  <a:lnTo>
                    <a:pt x="32413" y="44652"/>
                  </a:lnTo>
                  <a:lnTo>
                    <a:pt x="39850" y="39650"/>
                  </a:lnTo>
                  <a:lnTo>
                    <a:pt x="44927" y="32228"/>
                  </a:lnTo>
                  <a:lnTo>
                    <a:pt x="46806" y="23136"/>
                  </a:lnTo>
                  <a:lnTo>
                    <a:pt x="44927" y="14124"/>
                  </a:lnTo>
                  <a:lnTo>
                    <a:pt x="39850" y="6770"/>
                  </a:lnTo>
                  <a:lnTo>
                    <a:pt x="32413" y="1815"/>
                  </a:lnTo>
                  <a:lnTo>
                    <a:pt x="23457" y="0"/>
                  </a:lnTo>
                  <a:close/>
                </a:path>
                <a:path w="46989" h="163829">
                  <a:moveTo>
                    <a:pt x="23350" y="117071"/>
                  </a:moveTo>
                  <a:lnTo>
                    <a:pt x="14229" y="118887"/>
                  </a:lnTo>
                  <a:lnTo>
                    <a:pt x="6757" y="123841"/>
                  </a:lnTo>
                  <a:lnTo>
                    <a:pt x="1744" y="131195"/>
                  </a:lnTo>
                  <a:lnTo>
                    <a:pt x="0" y="140208"/>
                  </a:lnTo>
                  <a:lnTo>
                    <a:pt x="1744" y="149299"/>
                  </a:lnTo>
                  <a:lnTo>
                    <a:pt x="6757" y="156721"/>
                  </a:lnTo>
                  <a:lnTo>
                    <a:pt x="14229" y="161724"/>
                  </a:lnTo>
                  <a:lnTo>
                    <a:pt x="23350" y="163558"/>
                  </a:lnTo>
                  <a:lnTo>
                    <a:pt x="32291" y="161724"/>
                  </a:lnTo>
                  <a:lnTo>
                    <a:pt x="39703" y="156721"/>
                  </a:lnTo>
                  <a:lnTo>
                    <a:pt x="44776" y="149299"/>
                  </a:lnTo>
                  <a:lnTo>
                    <a:pt x="46700" y="140208"/>
                  </a:lnTo>
                  <a:lnTo>
                    <a:pt x="44776" y="131195"/>
                  </a:lnTo>
                  <a:lnTo>
                    <a:pt x="39703" y="123841"/>
                  </a:lnTo>
                  <a:lnTo>
                    <a:pt x="32291" y="118887"/>
                  </a:lnTo>
                  <a:lnTo>
                    <a:pt x="23350" y="1170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/>
          <p:nvPr/>
        </p:nvSpPr>
        <p:spPr>
          <a:xfrm>
            <a:off x="5812612" y="7870990"/>
            <a:ext cx="756285" cy="273050"/>
          </a:xfrm>
          <a:custGeom>
            <a:avLst/>
            <a:gdLst/>
            <a:ahLst/>
            <a:cxnLst/>
            <a:rect l="l" t="t" r="r" b="b"/>
            <a:pathLst>
              <a:path w="756284" h="273050">
                <a:moveTo>
                  <a:pt x="146824" y="86156"/>
                </a:moveTo>
                <a:lnTo>
                  <a:pt x="141185" y="58788"/>
                </a:lnTo>
                <a:lnTo>
                  <a:pt x="132943" y="47345"/>
                </a:lnTo>
                <a:lnTo>
                  <a:pt x="125691" y="37274"/>
                </a:lnTo>
                <a:lnTo>
                  <a:pt x="113868" y="30111"/>
                </a:lnTo>
                <a:lnTo>
                  <a:pt x="113868" y="86156"/>
                </a:lnTo>
                <a:lnTo>
                  <a:pt x="110756" y="102476"/>
                </a:lnTo>
                <a:lnTo>
                  <a:pt x="102184" y="114795"/>
                </a:lnTo>
                <a:lnTo>
                  <a:pt x="89357" y="122580"/>
                </a:lnTo>
                <a:lnTo>
                  <a:pt x="73469" y="125285"/>
                </a:lnTo>
                <a:lnTo>
                  <a:pt x="57238" y="122580"/>
                </a:lnTo>
                <a:lnTo>
                  <a:pt x="44297" y="114795"/>
                </a:lnTo>
                <a:lnTo>
                  <a:pt x="35775" y="102476"/>
                </a:lnTo>
                <a:lnTo>
                  <a:pt x="32740" y="86156"/>
                </a:lnTo>
                <a:lnTo>
                  <a:pt x="35775" y="70154"/>
                </a:lnTo>
                <a:lnTo>
                  <a:pt x="44297" y="57912"/>
                </a:lnTo>
                <a:lnTo>
                  <a:pt x="57238" y="50101"/>
                </a:lnTo>
                <a:lnTo>
                  <a:pt x="73469" y="47345"/>
                </a:lnTo>
                <a:lnTo>
                  <a:pt x="89357" y="50101"/>
                </a:lnTo>
                <a:lnTo>
                  <a:pt x="102184" y="57912"/>
                </a:lnTo>
                <a:lnTo>
                  <a:pt x="110756" y="70154"/>
                </a:lnTo>
                <a:lnTo>
                  <a:pt x="113868" y="86156"/>
                </a:lnTo>
                <a:lnTo>
                  <a:pt x="113868" y="30111"/>
                </a:lnTo>
                <a:lnTo>
                  <a:pt x="102425" y="23177"/>
                </a:lnTo>
                <a:lnTo>
                  <a:pt x="73469" y="18135"/>
                </a:lnTo>
                <a:lnTo>
                  <a:pt x="44475" y="23177"/>
                </a:lnTo>
                <a:lnTo>
                  <a:pt x="21145" y="37274"/>
                </a:lnTo>
                <a:lnTo>
                  <a:pt x="5600" y="58788"/>
                </a:lnTo>
                <a:lnTo>
                  <a:pt x="0" y="86156"/>
                </a:lnTo>
                <a:lnTo>
                  <a:pt x="5600" y="113855"/>
                </a:lnTo>
                <a:lnTo>
                  <a:pt x="21145" y="135483"/>
                </a:lnTo>
                <a:lnTo>
                  <a:pt x="44475" y="149529"/>
                </a:lnTo>
                <a:lnTo>
                  <a:pt x="73469" y="154495"/>
                </a:lnTo>
                <a:lnTo>
                  <a:pt x="102425" y="149529"/>
                </a:lnTo>
                <a:lnTo>
                  <a:pt x="125691" y="135483"/>
                </a:lnTo>
                <a:lnTo>
                  <a:pt x="132994" y="125285"/>
                </a:lnTo>
                <a:lnTo>
                  <a:pt x="141185" y="113855"/>
                </a:lnTo>
                <a:lnTo>
                  <a:pt x="146824" y="86156"/>
                </a:lnTo>
                <a:close/>
              </a:path>
              <a:path w="756284" h="273050">
                <a:moveTo>
                  <a:pt x="221983" y="215"/>
                </a:moveTo>
                <a:lnTo>
                  <a:pt x="188404" y="215"/>
                </a:lnTo>
                <a:lnTo>
                  <a:pt x="188404" y="197154"/>
                </a:lnTo>
                <a:lnTo>
                  <a:pt x="221983" y="197154"/>
                </a:lnTo>
                <a:lnTo>
                  <a:pt x="221983" y="215"/>
                </a:lnTo>
                <a:close/>
              </a:path>
              <a:path w="756284" h="273050">
                <a:moveTo>
                  <a:pt x="229666" y="240017"/>
                </a:moveTo>
                <a:lnTo>
                  <a:pt x="75488" y="240017"/>
                </a:lnTo>
                <a:lnTo>
                  <a:pt x="75488" y="177101"/>
                </a:lnTo>
                <a:lnTo>
                  <a:pt x="41694" y="177101"/>
                </a:lnTo>
                <a:lnTo>
                  <a:pt x="41694" y="267195"/>
                </a:lnTo>
                <a:lnTo>
                  <a:pt x="229666" y="267195"/>
                </a:lnTo>
                <a:lnTo>
                  <a:pt x="229666" y="240017"/>
                </a:lnTo>
                <a:close/>
              </a:path>
              <a:path w="756284" h="273050">
                <a:moveTo>
                  <a:pt x="403034" y="20586"/>
                </a:moveTo>
                <a:lnTo>
                  <a:pt x="272630" y="20586"/>
                </a:lnTo>
                <a:lnTo>
                  <a:pt x="272630" y="48094"/>
                </a:lnTo>
                <a:lnTo>
                  <a:pt x="366255" y="48094"/>
                </a:lnTo>
                <a:lnTo>
                  <a:pt x="356158" y="77711"/>
                </a:lnTo>
                <a:lnTo>
                  <a:pt x="334899" y="103695"/>
                </a:lnTo>
                <a:lnTo>
                  <a:pt x="303009" y="125285"/>
                </a:lnTo>
                <a:lnTo>
                  <a:pt x="261010" y="141706"/>
                </a:lnTo>
                <a:lnTo>
                  <a:pt x="275082" y="168363"/>
                </a:lnTo>
                <a:lnTo>
                  <a:pt x="329069" y="145478"/>
                </a:lnTo>
                <a:lnTo>
                  <a:pt x="369252" y="112788"/>
                </a:lnTo>
                <a:lnTo>
                  <a:pt x="394335" y="70929"/>
                </a:lnTo>
                <a:lnTo>
                  <a:pt x="403034" y="20586"/>
                </a:lnTo>
                <a:close/>
              </a:path>
              <a:path w="756284" h="273050">
                <a:moveTo>
                  <a:pt x="487375" y="240017"/>
                </a:moveTo>
                <a:lnTo>
                  <a:pt x="335864" y="240017"/>
                </a:lnTo>
                <a:lnTo>
                  <a:pt x="335864" y="176466"/>
                </a:lnTo>
                <a:lnTo>
                  <a:pt x="302056" y="176466"/>
                </a:lnTo>
                <a:lnTo>
                  <a:pt x="302056" y="267195"/>
                </a:lnTo>
                <a:lnTo>
                  <a:pt x="487375" y="267195"/>
                </a:lnTo>
                <a:lnTo>
                  <a:pt x="487375" y="240017"/>
                </a:lnTo>
                <a:close/>
              </a:path>
              <a:path w="756284" h="273050">
                <a:moveTo>
                  <a:pt x="515200" y="78371"/>
                </a:moveTo>
                <a:lnTo>
                  <a:pt x="477139" y="78371"/>
                </a:lnTo>
                <a:lnTo>
                  <a:pt x="477139" y="0"/>
                </a:lnTo>
                <a:lnTo>
                  <a:pt x="443128" y="0"/>
                </a:lnTo>
                <a:lnTo>
                  <a:pt x="443128" y="196507"/>
                </a:lnTo>
                <a:lnTo>
                  <a:pt x="477139" y="196507"/>
                </a:lnTo>
                <a:lnTo>
                  <a:pt x="477139" y="106197"/>
                </a:lnTo>
                <a:lnTo>
                  <a:pt x="515200" y="106197"/>
                </a:lnTo>
                <a:lnTo>
                  <a:pt x="515200" y="78371"/>
                </a:lnTo>
                <a:close/>
              </a:path>
              <a:path w="756284" h="273050">
                <a:moveTo>
                  <a:pt x="692302" y="84658"/>
                </a:moveTo>
                <a:lnTo>
                  <a:pt x="686638" y="58039"/>
                </a:lnTo>
                <a:lnTo>
                  <a:pt x="679018" y="47879"/>
                </a:lnTo>
                <a:lnTo>
                  <a:pt x="671029" y="37198"/>
                </a:lnTo>
                <a:lnTo>
                  <a:pt x="659561" y="30632"/>
                </a:lnTo>
                <a:lnTo>
                  <a:pt x="659561" y="84658"/>
                </a:lnTo>
                <a:lnTo>
                  <a:pt x="656374" y="100037"/>
                </a:lnTo>
                <a:lnTo>
                  <a:pt x="647547" y="111607"/>
                </a:lnTo>
                <a:lnTo>
                  <a:pt x="634199" y="118910"/>
                </a:lnTo>
                <a:lnTo>
                  <a:pt x="617448" y="121450"/>
                </a:lnTo>
                <a:lnTo>
                  <a:pt x="600849" y="118910"/>
                </a:lnTo>
                <a:lnTo>
                  <a:pt x="587629" y="111607"/>
                </a:lnTo>
                <a:lnTo>
                  <a:pt x="578916" y="100037"/>
                </a:lnTo>
                <a:lnTo>
                  <a:pt x="575868" y="84658"/>
                </a:lnTo>
                <a:lnTo>
                  <a:pt x="578916" y="69380"/>
                </a:lnTo>
                <a:lnTo>
                  <a:pt x="587629" y="57797"/>
                </a:lnTo>
                <a:lnTo>
                  <a:pt x="600849" y="50444"/>
                </a:lnTo>
                <a:lnTo>
                  <a:pt x="617448" y="47879"/>
                </a:lnTo>
                <a:lnTo>
                  <a:pt x="634238" y="50444"/>
                </a:lnTo>
                <a:lnTo>
                  <a:pt x="647585" y="57797"/>
                </a:lnTo>
                <a:lnTo>
                  <a:pt x="656386" y="69380"/>
                </a:lnTo>
                <a:lnTo>
                  <a:pt x="659561" y="84658"/>
                </a:lnTo>
                <a:lnTo>
                  <a:pt x="659561" y="30632"/>
                </a:lnTo>
                <a:lnTo>
                  <a:pt x="647344" y="23622"/>
                </a:lnTo>
                <a:lnTo>
                  <a:pt x="617448" y="18770"/>
                </a:lnTo>
                <a:lnTo>
                  <a:pt x="587654" y="23622"/>
                </a:lnTo>
                <a:lnTo>
                  <a:pt x="563918" y="37198"/>
                </a:lnTo>
                <a:lnTo>
                  <a:pt x="548220" y="58039"/>
                </a:lnTo>
                <a:lnTo>
                  <a:pt x="542607" y="84658"/>
                </a:lnTo>
                <a:lnTo>
                  <a:pt x="548220" y="111328"/>
                </a:lnTo>
                <a:lnTo>
                  <a:pt x="563918" y="132168"/>
                </a:lnTo>
                <a:lnTo>
                  <a:pt x="587654" y="145719"/>
                </a:lnTo>
                <a:lnTo>
                  <a:pt x="617448" y="150558"/>
                </a:lnTo>
                <a:lnTo>
                  <a:pt x="647344" y="145719"/>
                </a:lnTo>
                <a:lnTo>
                  <a:pt x="671029" y="132168"/>
                </a:lnTo>
                <a:lnTo>
                  <a:pt x="679056" y="121450"/>
                </a:lnTo>
                <a:lnTo>
                  <a:pt x="686638" y="111328"/>
                </a:lnTo>
                <a:lnTo>
                  <a:pt x="692302" y="84658"/>
                </a:lnTo>
                <a:close/>
              </a:path>
              <a:path w="756284" h="273050">
                <a:moveTo>
                  <a:pt x="708939" y="203657"/>
                </a:moveTo>
                <a:lnTo>
                  <a:pt x="706374" y="179349"/>
                </a:lnTo>
                <a:lnTo>
                  <a:pt x="660908" y="184289"/>
                </a:lnTo>
                <a:lnTo>
                  <a:pt x="614680" y="186969"/>
                </a:lnTo>
                <a:lnTo>
                  <a:pt x="570293" y="188036"/>
                </a:lnTo>
                <a:lnTo>
                  <a:pt x="530339" y="188188"/>
                </a:lnTo>
                <a:lnTo>
                  <a:pt x="534390" y="215811"/>
                </a:lnTo>
                <a:lnTo>
                  <a:pt x="573417" y="215557"/>
                </a:lnTo>
                <a:lnTo>
                  <a:pt x="616864" y="214134"/>
                </a:lnTo>
                <a:lnTo>
                  <a:pt x="662711" y="210502"/>
                </a:lnTo>
                <a:lnTo>
                  <a:pt x="708939" y="203657"/>
                </a:lnTo>
                <a:close/>
              </a:path>
              <a:path w="756284" h="273050">
                <a:moveTo>
                  <a:pt x="756056" y="0"/>
                </a:moveTo>
                <a:lnTo>
                  <a:pt x="722579" y="0"/>
                </a:lnTo>
                <a:lnTo>
                  <a:pt x="722579" y="272961"/>
                </a:lnTo>
                <a:lnTo>
                  <a:pt x="756056" y="272961"/>
                </a:lnTo>
                <a:lnTo>
                  <a:pt x="7560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679069" y="7870990"/>
            <a:ext cx="765175" cy="273050"/>
          </a:xfrm>
          <a:custGeom>
            <a:avLst/>
            <a:gdLst/>
            <a:ahLst/>
            <a:cxnLst/>
            <a:rect l="l" t="t" r="r" b="b"/>
            <a:pathLst>
              <a:path w="765175" h="273050">
                <a:moveTo>
                  <a:pt x="176250" y="184467"/>
                </a:moveTo>
                <a:lnTo>
                  <a:pt x="146558" y="164884"/>
                </a:lnTo>
                <a:lnTo>
                  <a:pt x="124396" y="136563"/>
                </a:lnTo>
                <a:lnTo>
                  <a:pt x="122682" y="132321"/>
                </a:lnTo>
                <a:lnTo>
                  <a:pt x="110566" y="102450"/>
                </a:lnTo>
                <a:lnTo>
                  <a:pt x="105879" y="65468"/>
                </a:lnTo>
                <a:lnTo>
                  <a:pt x="105879" y="21856"/>
                </a:lnTo>
                <a:lnTo>
                  <a:pt x="71970" y="21856"/>
                </a:lnTo>
                <a:lnTo>
                  <a:pt x="71970" y="65468"/>
                </a:lnTo>
                <a:lnTo>
                  <a:pt x="66992" y="104254"/>
                </a:lnTo>
                <a:lnTo>
                  <a:pt x="52870" y="139890"/>
                </a:lnTo>
                <a:lnTo>
                  <a:pt x="30289" y="169379"/>
                </a:lnTo>
                <a:lnTo>
                  <a:pt x="0" y="189687"/>
                </a:lnTo>
                <a:lnTo>
                  <a:pt x="20472" y="217627"/>
                </a:lnTo>
                <a:lnTo>
                  <a:pt x="43446" y="203174"/>
                </a:lnTo>
                <a:lnTo>
                  <a:pt x="62674" y="183565"/>
                </a:lnTo>
                <a:lnTo>
                  <a:pt x="78028" y="159664"/>
                </a:lnTo>
                <a:lnTo>
                  <a:pt x="89357" y="132321"/>
                </a:lnTo>
                <a:lnTo>
                  <a:pt x="100774" y="157657"/>
                </a:lnTo>
                <a:lnTo>
                  <a:pt x="115874" y="179743"/>
                </a:lnTo>
                <a:lnTo>
                  <a:pt x="134454" y="197878"/>
                </a:lnTo>
                <a:lnTo>
                  <a:pt x="156311" y="211328"/>
                </a:lnTo>
                <a:lnTo>
                  <a:pt x="176250" y="184467"/>
                </a:lnTo>
                <a:close/>
              </a:path>
              <a:path w="765175" h="273050">
                <a:moveTo>
                  <a:pt x="229666" y="0"/>
                </a:moveTo>
                <a:lnTo>
                  <a:pt x="195872" y="0"/>
                </a:lnTo>
                <a:lnTo>
                  <a:pt x="195872" y="272961"/>
                </a:lnTo>
                <a:lnTo>
                  <a:pt x="229666" y="272961"/>
                </a:lnTo>
                <a:lnTo>
                  <a:pt x="229666" y="0"/>
                </a:lnTo>
                <a:close/>
              </a:path>
              <a:path w="765175" h="273050">
                <a:moveTo>
                  <a:pt x="408901" y="16002"/>
                </a:moveTo>
                <a:lnTo>
                  <a:pt x="280746" y="16002"/>
                </a:lnTo>
                <a:lnTo>
                  <a:pt x="280746" y="42862"/>
                </a:lnTo>
                <a:lnTo>
                  <a:pt x="372757" y="42862"/>
                </a:lnTo>
                <a:lnTo>
                  <a:pt x="362877" y="71208"/>
                </a:lnTo>
                <a:lnTo>
                  <a:pt x="341769" y="96037"/>
                </a:lnTo>
                <a:lnTo>
                  <a:pt x="309765" y="116471"/>
                </a:lnTo>
                <a:lnTo>
                  <a:pt x="267195" y="131686"/>
                </a:lnTo>
                <a:lnTo>
                  <a:pt x="281063" y="157378"/>
                </a:lnTo>
                <a:lnTo>
                  <a:pt x="335280" y="136563"/>
                </a:lnTo>
                <a:lnTo>
                  <a:pt x="375373" y="105676"/>
                </a:lnTo>
                <a:lnTo>
                  <a:pt x="400265" y="65303"/>
                </a:lnTo>
                <a:lnTo>
                  <a:pt x="408901" y="16002"/>
                </a:lnTo>
                <a:close/>
              </a:path>
              <a:path w="765175" h="273050">
                <a:moveTo>
                  <a:pt x="484924" y="170180"/>
                </a:moveTo>
                <a:lnTo>
                  <a:pt x="303237" y="170180"/>
                </a:lnTo>
                <a:lnTo>
                  <a:pt x="303237" y="197154"/>
                </a:lnTo>
                <a:lnTo>
                  <a:pt x="451231" y="197154"/>
                </a:lnTo>
                <a:lnTo>
                  <a:pt x="451231" y="272313"/>
                </a:lnTo>
                <a:lnTo>
                  <a:pt x="484924" y="272313"/>
                </a:lnTo>
                <a:lnTo>
                  <a:pt x="484924" y="170180"/>
                </a:lnTo>
                <a:close/>
              </a:path>
              <a:path w="765175" h="273050">
                <a:moveTo>
                  <a:pt x="522986" y="65468"/>
                </a:moveTo>
                <a:lnTo>
                  <a:pt x="484924" y="65468"/>
                </a:lnTo>
                <a:lnTo>
                  <a:pt x="484924" y="0"/>
                </a:lnTo>
                <a:lnTo>
                  <a:pt x="451231" y="0"/>
                </a:lnTo>
                <a:lnTo>
                  <a:pt x="451231" y="158762"/>
                </a:lnTo>
                <a:lnTo>
                  <a:pt x="484924" y="158762"/>
                </a:lnTo>
                <a:lnTo>
                  <a:pt x="484924" y="93510"/>
                </a:lnTo>
                <a:lnTo>
                  <a:pt x="522986" y="93510"/>
                </a:lnTo>
                <a:lnTo>
                  <a:pt x="522986" y="65468"/>
                </a:lnTo>
                <a:close/>
              </a:path>
              <a:path w="765175" h="273050">
                <a:moveTo>
                  <a:pt x="701052" y="127520"/>
                </a:moveTo>
                <a:lnTo>
                  <a:pt x="656183" y="97142"/>
                </a:lnTo>
                <a:lnTo>
                  <a:pt x="637019" y="47028"/>
                </a:lnTo>
                <a:lnTo>
                  <a:pt x="636968" y="43294"/>
                </a:lnTo>
                <a:lnTo>
                  <a:pt x="693369" y="43294"/>
                </a:lnTo>
                <a:lnTo>
                  <a:pt x="693369" y="16421"/>
                </a:lnTo>
                <a:lnTo>
                  <a:pt x="546023" y="16421"/>
                </a:lnTo>
                <a:lnTo>
                  <a:pt x="546023" y="43294"/>
                </a:lnTo>
                <a:lnTo>
                  <a:pt x="602843" y="43294"/>
                </a:lnTo>
                <a:lnTo>
                  <a:pt x="602843" y="47028"/>
                </a:lnTo>
                <a:lnTo>
                  <a:pt x="598538" y="73367"/>
                </a:lnTo>
                <a:lnTo>
                  <a:pt x="585800" y="97866"/>
                </a:lnTo>
                <a:lnTo>
                  <a:pt x="564934" y="118440"/>
                </a:lnTo>
                <a:lnTo>
                  <a:pt x="536206" y="132969"/>
                </a:lnTo>
                <a:lnTo>
                  <a:pt x="553478" y="159410"/>
                </a:lnTo>
                <a:lnTo>
                  <a:pt x="575881" y="149085"/>
                </a:lnTo>
                <a:lnTo>
                  <a:pt x="594563" y="134874"/>
                </a:lnTo>
                <a:lnTo>
                  <a:pt x="609434" y="117348"/>
                </a:lnTo>
                <a:lnTo>
                  <a:pt x="620445" y="97142"/>
                </a:lnTo>
                <a:lnTo>
                  <a:pt x="631139" y="115379"/>
                </a:lnTo>
                <a:lnTo>
                  <a:pt x="645414" y="131216"/>
                </a:lnTo>
                <a:lnTo>
                  <a:pt x="663168" y="144106"/>
                </a:lnTo>
                <a:lnTo>
                  <a:pt x="684314" y="153543"/>
                </a:lnTo>
                <a:lnTo>
                  <a:pt x="701052" y="127520"/>
                </a:lnTo>
                <a:close/>
              </a:path>
              <a:path w="765175" h="273050">
                <a:moveTo>
                  <a:pt x="765124" y="175399"/>
                </a:moveTo>
                <a:lnTo>
                  <a:pt x="579285" y="175399"/>
                </a:lnTo>
                <a:lnTo>
                  <a:pt x="579285" y="202374"/>
                </a:lnTo>
                <a:lnTo>
                  <a:pt x="731647" y="202374"/>
                </a:lnTo>
                <a:lnTo>
                  <a:pt x="731647" y="272313"/>
                </a:lnTo>
                <a:lnTo>
                  <a:pt x="765124" y="272313"/>
                </a:lnTo>
                <a:lnTo>
                  <a:pt x="765124" y="175399"/>
                </a:lnTo>
                <a:close/>
              </a:path>
              <a:path w="765175" h="273050">
                <a:moveTo>
                  <a:pt x="765124" y="0"/>
                </a:moveTo>
                <a:lnTo>
                  <a:pt x="731647" y="0"/>
                </a:lnTo>
                <a:lnTo>
                  <a:pt x="731647" y="67386"/>
                </a:lnTo>
                <a:lnTo>
                  <a:pt x="685368" y="67386"/>
                </a:lnTo>
                <a:lnTo>
                  <a:pt x="685368" y="94894"/>
                </a:lnTo>
                <a:lnTo>
                  <a:pt x="731647" y="94894"/>
                </a:lnTo>
                <a:lnTo>
                  <a:pt x="731647" y="162496"/>
                </a:lnTo>
                <a:lnTo>
                  <a:pt x="765124" y="162496"/>
                </a:lnTo>
                <a:lnTo>
                  <a:pt x="7651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60957" y="7870990"/>
            <a:ext cx="489584" cy="272415"/>
          </a:xfrm>
          <a:custGeom>
            <a:avLst/>
            <a:gdLst/>
            <a:ahLst/>
            <a:cxnLst/>
            <a:rect l="l" t="t" r="r" b="b"/>
            <a:pathLst>
              <a:path w="489584" h="272415">
                <a:moveTo>
                  <a:pt x="146824" y="86156"/>
                </a:moveTo>
                <a:lnTo>
                  <a:pt x="141185" y="58788"/>
                </a:lnTo>
                <a:lnTo>
                  <a:pt x="132943" y="47345"/>
                </a:lnTo>
                <a:lnTo>
                  <a:pt x="125691" y="37274"/>
                </a:lnTo>
                <a:lnTo>
                  <a:pt x="113868" y="30111"/>
                </a:lnTo>
                <a:lnTo>
                  <a:pt x="113868" y="86156"/>
                </a:lnTo>
                <a:lnTo>
                  <a:pt x="110756" y="102476"/>
                </a:lnTo>
                <a:lnTo>
                  <a:pt x="102184" y="114795"/>
                </a:lnTo>
                <a:lnTo>
                  <a:pt x="89357" y="122580"/>
                </a:lnTo>
                <a:lnTo>
                  <a:pt x="73469" y="125285"/>
                </a:lnTo>
                <a:lnTo>
                  <a:pt x="57238" y="122580"/>
                </a:lnTo>
                <a:lnTo>
                  <a:pt x="44297" y="114795"/>
                </a:lnTo>
                <a:lnTo>
                  <a:pt x="35775" y="102476"/>
                </a:lnTo>
                <a:lnTo>
                  <a:pt x="32740" y="86156"/>
                </a:lnTo>
                <a:lnTo>
                  <a:pt x="35775" y="70154"/>
                </a:lnTo>
                <a:lnTo>
                  <a:pt x="44297" y="57912"/>
                </a:lnTo>
                <a:lnTo>
                  <a:pt x="57238" y="50101"/>
                </a:lnTo>
                <a:lnTo>
                  <a:pt x="73469" y="47345"/>
                </a:lnTo>
                <a:lnTo>
                  <a:pt x="89357" y="50101"/>
                </a:lnTo>
                <a:lnTo>
                  <a:pt x="102184" y="57912"/>
                </a:lnTo>
                <a:lnTo>
                  <a:pt x="110756" y="70154"/>
                </a:lnTo>
                <a:lnTo>
                  <a:pt x="113868" y="86156"/>
                </a:lnTo>
                <a:lnTo>
                  <a:pt x="113868" y="30111"/>
                </a:lnTo>
                <a:lnTo>
                  <a:pt x="102425" y="23177"/>
                </a:lnTo>
                <a:lnTo>
                  <a:pt x="73469" y="18135"/>
                </a:lnTo>
                <a:lnTo>
                  <a:pt x="44475" y="23177"/>
                </a:lnTo>
                <a:lnTo>
                  <a:pt x="21145" y="37274"/>
                </a:lnTo>
                <a:lnTo>
                  <a:pt x="5600" y="58788"/>
                </a:lnTo>
                <a:lnTo>
                  <a:pt x="0" y="86156"/>
                </a:lnTo>
                <a:lnTo>
                  <a:pt x="5600" y="113855"/>
                </a:lnTo>
                <a:lnTo>
                  <a:pt x="21145" y="135483"/>
                </a:lnTo>
                <a:lnTo>
                  <a:pt x="44475" y="149529"/>
                </a:lnTo>
                <a:lnTo>
                  <a:pt x="73469" y="154495"/>
                </a:lnTo>
                <a:lnTo>
                  <a:pt x="102425" y="149529"/>
                </a:lnTo>
                <a:lnTo>
                  <a:pt x="125691" y="135483"/>
                </a:lnTo>
                <a:lnTo>
                  <a:pt x="132994" y="125285"/>
                </a:lnTo>
                <a:lnTo>
                  <a:pt x="141185" y="113855"/>
                </a:lnTo>
                <a:lnTo>
                  <a:pt x="146824" y="86156"/>
                </a:lnTo>
                <a:close/>
              </a:path>
              <a:path w="489584" h="272415">
                <a:moveTo>
                  <a:pt x="221983" y="215"/>
                </a:moveTo>
                <a:lnTo>
                  <a:pt x="188404" y="215"/>
                </a:lnTo>
                <a:lnTo>
                  <a:pt x="188404" y="197154"/>
                </a:lnTo>
                <a:lnTo>
                  <a:pt x="221983" y="197154"/>
                </a:lnTo>
                <a:lnTo>
                  <a:pt x="221983" y="215"/>
                </a:lnTo>
                <a:close/>
              </a:path>
              <a:path w="489584" h="272415">
                <a:moveTo>
                  <a:pt x="229666" y="240017"/>
                </a:moveTo>
                <a:lnTo>
                  <a:pt x="75488" y="240017"/>
                </a:lnTo>
                <a:lnTo>
                  <a:pt x="75488" y="177101"/>
                </a:lnTo>
                <a:lnTo>
                  <a:pt x="41694" y="177101"/>
                </a:lnTo>
                <a:lnTo>
                  <a:pt x="41694" y="267195"/>
                </a:lnTo>
                <a:lnTo>
                  <a:pt x="229666" y="267195"/>
                </a:lnTo>
                <a:lnTo>
                  <a:pt x="229666" y="240017"/>
                </a:lnTo>
                <a:close/>
              </a:path>
              <a:path w="489584" h="272415">
                <a:moveTo>
                  <a:pt x="429475" y="122199"/>
                </a:moveTo>
                <a:lnTo>
                  <a:pt x="382143" y="90639"/>
                </a:lnTo>
                <a:lnTo>
                  <a:pt x="363791" y="38811"/>
                </a:lnTo>
                <a:lnTo>
                  <a:pt x="363791" y="12687"/>
                </a:lnTo>
                <a:lnTo>
                  <a:pt x="329145" y="12687"/>
                </a:lnTo>
                <a:lnTo>
                  <a:pt x="329145" y="38811"/>
                </a:lnTo>
                <a:lnTo>
                  <a:pt x="324891" y="66065"/>
                </a:lnTo>
                <a:lnTo>
                  <a:pt x="312229" y="91071"/>
                </a:lnTo>
                <a:lnTo>
                  <a:pt x="291312" y="111937"/>
                </a:lnTo>
                <a:lnTo>
                  <a:pt x="262293" y="126784"/>
                </a:lnTo>
                <a:lnTo>
                  <a:pt x="279247" y="153009"/>
                </a:lnTo>
                <a:lnTo>
                  <a:pt x="301637" y="142659"/>
                </a:lnTo>
                <a:lnTo>
                  <a:pt x="320421" y="128460"/>
                </a:lnTo>
                <a:lnTo>
                  <a:pt x="335457" y="110934"/>
                </a:lnTo>
                <a:lnTo>
                  <a:pt x="346633" y="90639"/>
                </a:lnTo>
                <a:lnTo>
                  <a:pt x="357720" y="109499"/>
                </a:lnTo>
                <a:lnTo>
                  <a:pt x="372529" y="125704"/>
                </a:lnTo>
                <a:lnTo>
                  <a:pt x="390906" y="138836"/>
                </a:lnTo>
                <a:lnTo>
                  <a:pt x="412737" y="148526"/>
                </a:lnTo>
                <a:lnTo>
                  <a:pt x="429475" y="122199"/>
                </a:lnTo>
                <a:close/>
              </a:path>
              <a:path w="489584" h="272415">
                <a:moveTo>
                  <a:pt x="488975" y="175399"/>
                </a:moveTo>
                <a:lnTo>
                  <a:pt x="303123" y="175399"/>
                </a:lnTo>
                <a:lnTo>
                  <a:pt x="303123" y="202374"/>
                </a:lnTo>
                <a:lnTo>
                  <a:pt x="455383" y="202374"/>
                </a:lnTo>
                <a:lnTo>
                  <a:pt x="455383" y="272313"/>
                </a:lnTo>
                <a:lnTo>
                  <a:pt x="488975" y="272313"/>
                </a:lnTo>
                <a:lnTo>
                  <a:pt x="488975" y="175399"/>
                </a:lnTo>
                <a:close/>
              </a:path>
              <a:path w="489584" h="272415">
                <a:moveTo>
                  <a:pt x="488975" y="0"/>
                </a:moveTo>
                <a:lnTo>
                  <a:pt x="455383" y="0"/>
                </a:lnTo>
                <a:lnTo>
                  <a:pt x="455383" y="163029"/>
                </a:lnTo>
                <a:lnTo>
                  <a:pt x="488975" y="163029"/>
                </a:lnTo>
                <a:lnTo>
                  <a:pt x="4889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172526" y="7870990"/>
            <a:ext cx="760095" cy="273050"/>
          </a:xfrm>
          <a:custGeom>
            <a:avLst/>
            <a:gdLst/>
            <a:ahLst/>
            <a:cxnLst/>
            <a:rect l="l" t="t" r="r" b="b"/>
            <a:pathLst>
              <a:path w="760095" h="273050">
                <a:moveTo>
                  <a:pt x="130187" y="17068"/>
                </a:moveTo>
                <a:lnTo>
                  <a:pt x="96710" y="17068"/>
                </a:lnTo>
                <a:lnTo>
                  <a:pt x="96710" y="53949"/>
                </a:lnTo>
                <a:lnTo>
                  <a:pt x="96710" y="80073"/>
                </a:lnTo>
                <a:lnTo>
                  <a:pt x="96710" y="117716"/>
                </a:lnTo>
                <a:lnTo>
                  <a:pt x="33159" y="117716"/>
                </a:lnTo>
                <a:lnTo>
                  <a:pt x="33159" y="80073"/>
                </a:lnTo>
                <a:lnTo>
                  <a:pt x="96710" y="80073"/>
                </a:lnTo>
                <a:lnTo>
                  <a:pt x="96710" y="53949"/>
                </a:lnTo>
                <a:lnTo>
                  <a:pt x="33159" y="53949"/>
                </a:lnTo>
                <a:lnTo>
                  <a:pt x="33159" y="17068"/>
                </a:lnTo>
                <a:lnTo>
                  <a:pt x="0" y="17068"/>
                </a:lnTo>
                <a:lnTo>
                  <a:pt x="0" y="144259"/>
                </a:lnTo>
                <a:lnTo>
                  <a:pt x="130187" y="144259"/>
                </a:lnTo>
                <a:lnTo>
                  <a:pt x="130187" y="117716"/>
                </a:lnTo>
                <a:lnTo>
                  <a:pt x="130187" y="80073"/>
                </a:lnTo>
                <a:lnTo>
                  <a:pt x="130187" y="53949"/>
                </a:lnTo>
                <a:lnTo>
                  <a:pt x="130187" y="17068"/>
                </a:lnTo>
                <a:close/>
              </a:path>
              <a:path w="760095" h="273050">
                <a:moveTo>
                  <a:pt x="208229" y="220078"/>
                </a:moveTo>
                <a:lnTo>
                  <a:pt x="201930" y="198107"/>
                </a:lnTo>
                <a:lnTo>
                  <a:pt x="197789" y="194373"/>
                </a:lnTo>
                <a:lnTo>
                  <a:pt x="183845" y="181813"/>
                </a:lnTo>
                <a:lnTo>
                  <a:pt x="175285" y="178803"/>
                </a:lnTo>
                <a:lnTo>
                  <a:pt x="175285" y="220078"/>
                </a:lnTo>
                <a:lnTo>
                  <a:pt x="171437" y="231241"/>
                </a:lnTo>
                <a:lnTo>
                  <a:pt x="160172" y="239395"/>
                </a:lnTo>
                <a:lnTo>
                  <a:pt x="141909" y="244398"/>
                </a:lnTo>
                <a:lnTo>
                  <a:pt x="117068" y="246087"/>
                </a:lnTo>
                <a:lnTo>
                  <a:pt x="92087" y="244398"/>
                </a:lnTo>
                <a:lnTo>
                  <a:pt x="73621" y="239395"/>
                </a:lnTo>
                <a:lnTo>
                  <a:pt x="62191" y="231241"/>
                </a:lnTo>
                <a:lnTo>
                  <a:pt x="58318" y="220078"/>
                </a:lnTo>
                <a:lnTo>
                  <a:pt x="62191" y="208965"/>
                </a:lnTo>
                <a:lnTo>
                  <a:pt x="73621" y="200952"/>
                </a:lnTo>
                <a:lnTo>
                  <a:pt x="92087" y="196062"/>
                </a:lnTo>
                <a:lnTo>
                  <a:pt x="117068" y="194373"/>
                </a:lnTo>
                <a:lnTo>
                  <a:pt x="141909" y="196062"/>
                </a:lnTo>
                <a:lnTo>
                  <a:pt x="160172" y="200952"/>
                </a:lnTo>
                <a:lnTo>
                  <a:pt x="171437" y="208965"/>
                </a:lnTo>
                <a:lnTo>
                  <a:pt x="175285" y="220078"/>
                </a:lnTo>
                <a:lnTo>
                  <a:pt x="175285" y="178803"/>
                </a:lnTo>
                <a:lnTo>
                  <a:pt x="155155" y="171691"/>
                </a:lnTo>
                <a:lnTo>
                  <a:pt x="117068" y="168249"/>
                </a:lnTo>
                <a:lnTo>
                  <a:pt x="78574" y="171691"/>
                </a:lnTo>
                <a:lnTo>
                  <a:pt x="49530" y="181813"/>
                </a:lnTo>
                <a:lnTo>
                  <a:pt x="31191" y="198107"/>
                </a:lnTo>
                <a:lnTo>
                  <a:pt x="24841" y="220078"/>
                </a:lnTo>
                <a:lnTo>
                  <a:pt x="31191" y="242239"/>
                </a:lnTo>
                <a:lnTo>
                  <a:pt x="49530" y="258699"/>
                </a:lnTo>
                <a:lnTo>
                  <a:pt x="78574" y="268947"/>
                </a:lnTo>
                <a:lnTo>
                  <a:pt x="117068" y="272529"/>
                </a:lnTo>
                <a:lnTo>
                  <a:pt x="155155" y="268947"/>
                </a:lnTo>
                <a:lnTo>
                  <a:pt x="183845" y="258699"/>
                </a:lnTo>
                <a:lnTo>
                  <a:pt x="197700" y="246087"/>
                </a:lnTo>
                <a:lnTo>
                  <a:pt x="201930" y="242239"/>
                </a:lnTo>
                <a:lnTo>
                  <a:pt x="208229" y="220078"/>
                </a:lnTo>
                <a:close/>
              </a:path>
              <a:path w="760095" h="273050">
                <a:moveTo>
                  <a:pt x="243840" y="65049"/>
                </a:moveTo>
                <a:lnTo>
                  <a:pt x="205778" y="65049"/>
                </a:lnTo>
                <a:lnTo>
                  <a:pt x="205778" y="0"/>
                </a:lnTo>
                <a:lnTo>
                  <a:pt x="172085" y="0"/>
                </a:lnTo>
                <a:lnTo>
                  <a:pt x="172085" y="161645"/>
                </a:lnTo>
                <a:lnTo>
                  <a:pt x="205778" y="161645"/>
                </a:lnTo>
                <a:lnTo>
                  <a:pt x="205778" y="93192"/>
                </a:lnTo>
                <a:lnTo>
                  <a:pt x="243840" y="93192"/>
                </a:lnTo>
                <a:lnTo>
                  <a:pt x="243840" y="65049"/>
                </a:lnTo>
                <a:close/>
              </a:path>
              <a:path w="760095" h="273050">
                <a:moveTo>
                  <a:pt x="425107" y="122199"/>
                </a:moveTo>
                <a:lnTo>
                  <a:pt x="377774" y="90639"/>
                </a:lnTo>
                <a:lnTo>
                  <a:pt x="359422" y="38811"/>
                </a:lnTo>
                <a:lnTo>
                  <a:pt x="359422" y="12687"/>
                </a:lnTo>
                <a:lnTo>
                  <a:pt x="324764" y="12687"/>
                </a:lnTo>
                <a:lnTo>
                  <a:pt x="324764" y="38811"/>
                </a:lnTo>
                <a:lnTo>
                  <a:pt x="320522" y="66065"/>
                </a:lnTo>
                <a:lnTo>
                  <a:pt x="307860" y="91071"/>
                </a:lnTo>
                <a:lnTo>
                  <a:pt x="286943" y="111937"/>
                </a:lnTo>
                <a:lnTo>
                  <a:pt x="257924" y="126784"/>
                </a:lnTo>
                <a:lnTo>
                  <a:pt x="274866" y="153009"/>
                </a:lnTo>
                <a:lnTo>
                  <a:pt x="297256" y="142659"/>
                </a:lnTo>
                <a:lnTo>
                  <a:pt x="316039" y="128460"/>
                </a:lnTo>
                <a:lnTo>
                  <a:pt x="331089" y="110934"/>
                </a:lnTo>
                <a:lnTo>
                  <a:pt x="342252" y="90639"/>
                </a:lnTo>
                <a:lnTo>
                  <a:pt x="353352" y="109499"/>
                </a:lnTo>
                <a:lnTo>
                  <a:pt x="368147" y="125704"/>
                </a:lnTo>
                <a:lnTo>
                  <a:pt x="386537" y="138836"/>
                </a:lnTo>
                <a:lnTo>
                  <a:pt x="408368" y="148526"/>
                </a:lnTo>
                <a:lnTo>
                  <a:pt x="425107" y="122199"/>
                </a:lnTo>
                <a:close/>
              </a:path>
              <a:path w="760095" h="273050">
                <a:moveTo>
                  <a:pt x="484593" y="175399"/>
                </a:moveTo>
                <a:lnTo>
                  <a:pt x="298754" y="175399"/>
                </a:lnTo>
                <a:lnTo>
                  <a:pt x="298754" y="202374"/>
                </a:lnTo>
                <a:lnTo>
                  <a:pt x="451015" y="202374"/>
                </a:lnTo>
                <a:lnTo>
                  <a:pt x="451015" y="272313"/>
                </a:lnTo>
                <a:lnTo>
                  <a:pt x="484593" y="272313"/>
                </a:lnTo>
                <a:lnTo>
                  <a:pt x="484593" y="175399"/>
                </a:lnTo>
                <a:close/>
              </a:path>
              <a:path w="760095" h="273050">
                <a:moveTo>
                  <a:pt x="484593" y="0"/>
                </a:moveTo>
                <a:lnTo>
                  <a:pt x="451015" y="0"/>
                </a:lnTo>
                <a:lnTo>
                  <a:pt x="451015" y="163029"/>
                </a:lnTo>
                <a:lnTo>
                  <a:pt x="484593" y="163029"/>
                </a:lnTo>
                <a:lnTo>
                  <a:pt x="484593" y="0"/>
                </a:lnTo>
                <a:close/>
              </a:path>
              <a:path w="760095" h="273050">
                <a:moveTo>
                  <a:pt x="703808" y="4699"/>
                </a:moveTo>
                <a:lnTo>
                  <a:pt x="671931" y="4699"/>
                </a:lnTo>
                <a:lnTo>
                  <a:pt x="671931" y="102577"/>
                </a:lnTo>
                <a:lnTo>
                  <a:pt x="645591" y="102577"/>
                </a:lnTo>
                <a:lnTo>
                  <a:pt x="639343" y="68262"/>
                </a:lnTo>
                <a:lnTo>
                  <a:pt x="631596" y="52247"/>
                </a:lnTo>
                <a:lnTo>
                  <a:pt x="626872" y="42481"/>
                </a:lnTo>
                <a:lnTo>
                  <a:pt x="615099" y="31851"/>
                </a:lnTo>
                <a:lnTo>
                  <a:pt x="615099" y="117716"/>
                </a:lnTo>
                <a:lnTo>
                  <a:pt x="613130" y="145973"/>
                </a:lnTo>
                <a:lnTo>
                  <a:pt x="607428" y="166535"/>
                </a:lnTo>
                <a:lnTo>
                  <a:pt x="598373" y="179082"/>
                </a:lnTo>
                <a:lnTo>
                  <a:pt x="586320" y="183286"/>
                </a:lnTo>
                <a:lnTo>
                  <a:pt x="574560" y="179082"/>
                </a:lnTo>
                <a:lnTo>
                  <a:pt x="565759" y="166535"/>
                </a:lnTo>
                <a:lnTo>
                  <a:pt x="560285" y="145973"/>
                </a:lnTo>
                <a:lnTo>
                  <a:pt x="558482" y="117716"/>
                </a:lnTo>
                <a:lnTo>
                  <a:pt x="560285" y="89573"/>
                </a:lnTo>
                <a:lnTo>
                  <a:pt x="565759" y="69024"/>
                </a:lnTo>
                <a:lnTo>
                  <a:pt x="574560" y="56464"/>
                </a:lnTo>
                <a:lnTo>
                  <a:pt x="586320" y="52247"/>
                </a:lnTo>
                <a:lnTo>
                  <a:pt x="598373" y="56464"/>
                </a:lnTo>
                <a:lnTo>
                  <a:pt x="607428" y="69024"/>
                </a:lnTo>
                <a:lnTo>
                  <a:pt x="613130" y="89573"/>
                </a:lnTo>
                <a:lnTo>
                  <a:pt x="615099" y="117716"/>
                </a:lnTo>
                <a:lnTo>
                  <a:pt x="615099" y="31851"/>
                </a:lnTo>
                <a:lnTo>
                  <a:pt x="608939" y="26276"/>
                </a:lnTo>
                <a:lnTo>
                  <a:pt x="586320" y="20688"/>
                </a:lnTo>
                <a:lnTo>
                  <a:pt x="562038" y="27381"/>
                </a:lnTo>
                <a:lnTo>
                  <a:pt x="543458" y="46697"/>
                </a:lnTo>
                <a:lnTo>
                  <a:pt x="531583" y="77266"/>
                </a:lnTo>
                <a:lnTo>
                  <a:pt x="527456" y="117716"/>
                </a:lnTo>
                <a:lnTo>
                  <a:pt x="531583" y="158394"/>
                </a:lnTo>
                <a:lnTo>
                  <a:pt x="543458" y="189141"/>
                </a:lnTo>
                <a:lnTo>
                  <a:pt x="562038" y="208597"/>
                </a:lnTo>
                <a:lnTo>
                  <a:pt x="586320" y="215379"/>
                </a:lnTo>
                <a:lnTo>
                  <a:pt x="609346" y="209473"/>
                </a:lnTo>
                <a:lnTo>
                  <a:pt x="627494" y="192455"/>
                </a:lnTo>
                <a:lnTo>
                  <a:pt x="631723" y="183286"/>
                </a:lnTo>
                <a:lnTo>
                  <a:pt x="639927" y="165455"/>
                </a:lnTo>
                <a:lnTo>
                  <a:pt x="645807" y="129552"/>
                </a:lnTo>
                <a:lnTo>
                  <a:pt x="671931" y="129552"/>
                </a:lnTo>
                <a:lnTo>
                  <a:pt x="671931" y="259308"/>
                </a:lnTo>
                <a:lnTo>
                  <a:pt x="703808" y="259308"/>
                </a:lnTo>
                <a:lnTo>
                  <a:pt x="703808" y="129552"/>
                </a:lnTo>
                <a:lnTo>
                  <a:pt x="703808" y="102577"/>
                </a:lnTo>
                <a:lnTo>
                  <a:pt x="703808" y="4699"/>
                </a:lnTo>
                <a:close/>
              </a:path>
              <a:path w="760095" h="273050">
                <a:moveTo>
                  <a:pt x="759790" y="0"/>
                </a:moveTo>
                <a:lnTo>
                  <a:pt x="727595" y="0"/>
                </a:lnTo>
                <a:lnTo>
                  <a:pt x="727595" y="272313"/>
                </a:lnTo>
                <a:lnTo>
                  <a:pt x="759790" y="272313"/>
                </a:lnTo>
                <a:lnTo>
                  <a:pt x="7597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045918" y="7870990"/>
            <a:ext cx="493395" cy="272415"/>
          </a:xfrm>
          <a:custGeom>
            <a:avLst/>
            <a:gdLst/>
            <a:ahLst/>
            <a:cxnLst/>
            <a:rect l="l" t="t" r="r" b="b"/>
            <a:pathLst>
              <a:path w="493395" h="272415">
                <a:moveTo>
                  <a:pt x="118033" y="200990"/>
                </a:moveTo>
                <a:lnTo>
                  <a:pt x="116052" y="180517"/>
                </a:lnTo>
                <a:lnTo>
                  <a:pt x="115366" y="173482"/>
                </a:lnTo>
                <a:lnTo>
                  <a:pt x="95072" y="176796"/>
                </a:lnTo>
                <a:lnTo>
                  <a:pt x="75234" y="178917"/>
                </a:lnTo>
                <a:lnTo>
                  <a:pt x="55016" y="180073"/>
                </a:lnTo>
                <a:lnTo>
                  <a:pt x="33591" y="180517"/>
                </a:lnTo>
                <a:lnTo>
                  <a:pt x="33591" y="59182"/>
                </a:lnTo>
                <a:lnTo>
                  <a:pt x="101828" y="59182"/>
                </a:lnTo>
                <a:lnTo>
                  <a:pt x="101828" y="32207"/>
                </a:lnTo>
                <a:lnTo>
                  <a:pt x="0" y="32207"/>
                </a:lnTo>
                <a:lnTo>
                  <a:pt x="0" y="208775"/>
                </a:lnTo>
                <a:lnTo>
                  <a:pt x="18554" y="208775"/>
                </a:lnTo>
                <a:lnTo>
                  <a:pt x="45415" y="208394"/>
                </a:lnTo>
                <a:lnTo>
                  <a:pt x="70091" y="207276"/>
                </a:lnTo>
                <a:lnTo>
                  <a:pt x="93865" y="204965"/>
                </a:lnTo>
                <a:lnTo>
                  <a:pt x="118033" y="200990"/>
                </a:lnTo>
                <a:close/>
              </a:path>
              <a:path w="493395" h="272415">
                <a:moveTo>
                  <a:pt x="226034" y="0"/>
                </a:moveTo>
                <a:lnTo>
                  <a:pt x="194259" y="0"/>
                </a:lnTo>
                <a:lnTo>
                  <a:pt x="194259" y="106514"/>
                </a:lnTo>
                <a:lnTo>
                  <a:pt x="163563" y="106514"/>
                </a:lnTo>
                <a:lnTo>
                  <a:pt x="163563" y="5118"/>
                </a:lnTo>
                <a:lnTo>
                  <a:pt x="132740" y="5118"/>
                </a:lnTo>
                <a:lnTo>
                  <a:pt x="132740" y="258775"/>
                </a:lnTo>
                <a:lnTo>
                  <a:pt x="163563" y="258775"/>
                </a:lnTo>
                <a:lnTo>
                  <a:pt x="163563" y="133604"/>
                </a:lnTo>
                <a:lnTo>
                  <a:pt x="194259" y="133604"/>
                </a:lnTo>
                <a:lnTo>
                  <a:pt x="194259" y="272313"/>
                </a:lnTo>
                <a:lnTo>
                  <a:pt x="226034" y="272313"/>
                </a:lnTo>
                <a:lnTo>
                  <a:pt x="226034" y="133604"/>
                </a:lnTo>
                <a:lnTo>
                  <a:pt x="226034" y="106514"/>
                </a:lnTo>
                <a:lnTo>
                  <a:pt x="226034" y="0"/>
                </a:lnTo>
                <a:close/>
              </a:path>
              <a:path w="493395" h="272415">
                <a:moveTo>
                  <a:pt x="384695" y="148107"/>
                </a:moveTo>
                <a:lnTo>
                  <a:pt x="380225" y="122478"/>
                </a:lnTo>
                <a:lnTo>
                  <a:pt x="374040" y="112382"/>
                </a:lnTo>
                <a:lnTo>
                  <a:pt x="367893" y="102362"/>
                </a:lnTo>
                <a:lnTo>
                  <a:pt x="355155" y="93446"/>
                </a:lnTo>
                <a:lnTo>
                  <a:pt x="355155" y="148107"/>
                </a:lnTo>
                <a:lnTo>
                  <a:pt x="352869" y="162928"/>
                </a:lnTo>
                <a:lnTo>
                  <a:pt x="346659" y="174129"/>
                </a:lnTo>
                <a:lnTo>
                  <a:pt x="337197" y="181190"/>
                </a:lnTo>
                <a:lnTo>
                  <a:pt x="325196" y="183603"/>
                </a:lnTo>
                <a:lnTo>
                  <a:pt x="313029" y="181190"/>
                </a:lnTo>
                <a:lnTo>
                  <a:pt x="303542" y="174129"/>
                </a:lnTo>
                <a:lnTo>
                  <a:pt x="297383" y="162928"/>
                </a:lnTo>
                <a:lnTo>
                  <a:pt x="295236" y="148107"/>
                </a:lnTo>
                <a:lnTo>
                  <a:pt x="297383" y="133438"/>
                </a:lnTo>
                <a:lnTo>
                  <a:pt x="303542" y="122161"/>
                </a:lnTo>
                <a:lnTo>
                  <a:pt x="313029" y="114935"/>
                </a:lnTo>
                <a:lnTo>
                  <a:pt x="325196" y="112382"/>
                </a:lnTo>
                <a:lnTo>
                  <a:pt x="337197" y="114935"/>
                </a:lnTo>
                <a:lnTo>
                  <a:pt x="346659" y="122161"/>
                </a:lnTo>
                <a:lnTo>
                  <a:pt x="352869" y="133438"/>
                </a:lnTo>
                <a:lnTo>
                  <a:pt x="355155" y="148107"/>
                </a:lnTo>
                <a:lnTo>
                  <a:pt x="355155" y="93446"/>
                </a:lnTo>
                <a:lnTo>
                  <a:pt x="349097" y="89204"/>
                </a:lnTo>
                <a:lnTo>
                  <a:pt x="325196" y="84455"/>
                </a:lnTo>
                <a:lnTo>
                  <a:pt x="301307" y="89204"/>
                </a:lnTo>
                <a:lnTo>
                  <a:pt x="282460" y="102362"/>
                </a:lnTo>
                <a:lnTo>
                  <a:pt x="270090" y="122478"/>
                </a:lnTo>
                <a:lnTo>
                  <a:pt x="265696" y="148107"/>
                </a:lnTo>
                <a:lnTo>
                  <a:pt x="270090" y="173990"/>
                </a:lnTo>
                <a:lnTo>
                  <a:pt x="282460" y="194259"/>
                </a:lnTo>
                <a:lnTo>
                  <a:pt x="301307" y="207467"/>
                </a:lnTo>
                <a:lnTo>
                  <a:pt x="325196" y="212178"/>
                </a:lnTo>
                <a:lnTo>
                  <a:pt x="349097" y="207467"/>
                </a:lnTo>
                <a:lnTo>
                  <a:pt x="367893" y="194259"/>
                </a:lnTo>
                <a:lnTo>
                  <a:pt x="374370" y="183603"/>
                </a:lnTo>
                <a:lnTo>
                  <a:pt x="380225" y="173990"/>
                </a:lnTo>
                <a:lnTo>
                  <a:pt x="384695" y="148107"/>
                </a:lnTo>
                <a:close/>
              </a:path>
              <a:path w="493395" h="272415">
                <a:moveTo>
                  <a:pt x="391515" y="43294"/>
                </a:moveTo>
                <a:lnTo>
                  <a:pt x="341718" y="43294"/>
                </a:lnTo>
                <a:lnTo>
                  <a:pt x="341718" y="7785"/>
                </a:lnTo>
                <a:lnTo>
                  <a:pt x="308559" y="7785"/>
                </a:lnTo>
                <a:lnTo>
                  <a:pt x="308559" y="43294"/>
                </a:lnTo>
                <a:lnTo>
                  <a:pt x="258025" y="43294"/>
                </a:lnTo>
                <a:lnTo>
                  <a:pt x="258025" y="70269"/>
                </a:lnTo>
                <a:lnTo>
                  <a:pt x="391515" y="70269"/>
                </a:lnTo>
                <a:lnTo>
                  <a:pt x="391515" y="43294"/>
                </a:lnTo>
                <a:close/>
              </a:path>
              <a:path w="493395" h="272415">
                <a:moveTo>
                  <a:pt x="492912" y="0"/>
                </a:moveTo>
                <a:lnTo>
                  <a:pt x="461035" y="0"/>
                </a:lnTo>
                <a:lnTo>
                  <a:pt x="461035" y="112166"/>
                </a:lnTo>
                <a:lnTo>
                  <a:pt x="434276" y="112166"/>
                </a:lnTo>
                <a:lnTo>
                  <a:pt x="434276" y="5765"/>
                </a:lnTo>
                <a:lnTo>
                  <a:pt x="402818" y="5765"/>
                </a:lnTo>
                <a:lnTo>
                  <a:pt x="402818" y="260057"/>
                </a:lnTo>
                <a:lnTo>
                  <a:pt x="434276" y="260057"/>
                </a:lnTo>
                <a:lnTo>
                  <a:pt x="434276" y="139255"/>
                </a:lnTo>
                <a:lnTo>
                  <a:pt x="461035" y="139255"/>
                </a:lnTo>
                <a:lnTo>
                  <a:pt x="461035" y="272313"/>
                </a:lnTo>
                <a:lnTo>
                  <a:pt x="492912" y="272313"/>
                </a:lnTo>
                <a:lnTo>
                  <a:pt x="492912" y="139255"/>
                </a:lnTo>
                <a:lnTo>
                  <a:pt x="492912" y="112166"/>
                </a:lnTo>
                <a:lnTo>
                  <a:pt x="492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5" name="object 85"/>
          <p:cNvGrpSpPr/>
          <p:nvPr/>
        </p:nvGrpSpPr>
        <p:grpSpPr>
          <a:xfrm>
            <a:off x="9644695" y="7870988"/>
            <a:ext cx="1121410" cy="308610"/>
            <a:chOff x="9644695" y="7870988"/>
            <a:chExt cx="1121410" cy="308610"/>
          </a:xfrm>
        </p:grpSpPr>
        <p:sp>
          <p:nvSpPr>
            <p:cNvPr id="86" name="object 86"/>
            <p:cNvSpPr/>
            <p:nvPr/>
          </p:nvSpPr>
          <p:spPr>
            <a:xfrm>
              <a:off x="9644684" y="7870990"/>
              <a:ext cx="789940" cy="272415"/>
            </a:xfrm>
            <a:custGeom>
              <a:avLst/>
              <a:gdLst/>
              <a:ahLst/>
              <a:cxnLst/>
              <a:rect l="l" t="t" r="r" b="b"/>
              <a:pathLst>
                <a:path w="789940" h="272415">
                  <a:moveTo>
                    <a:pt x="220395" y="47879"/>
                  </a:moveTo>
                  <a:lnTo>
                    <a:pt x="187337" y="47879"/>
                  </a:lnTo>
                  <a:lnTo>
                    <a:pt x="187337" y="126136"/>
                  </a:lnTo>
                  <a:lnTo>
                    <a:pt x="220395" y="126136"/>
                  </a:lnTo>
                  <a:lnTo>
                    <a:pt x="220395" y="47879"/>
                  </a:lnTo>
                  <a:close/>
                </a:path>
                <a:path w="789940" h="272415">
                  <a:moveTo>
                    <a:pt x="249186" y="211861"/>
                  </a:moveTo>
                  <a:lnTo>
                    <a:pt x="140639" y="211861"/>
                  </a:lnTo>
                  <a:lnTo>
                    <a:pt x="140639" y="152869"/>
                  </a:lnTo>
                  <a:lnTo>
                    <a:pt x="220395" y="152869"/>
                  </a:lnTo>
                  <a:lnTo>
                    <a:pt x="220395" y="126199"/>
                  </a:lnTo>
                  <a:lnTo>
                    <a:pt x="60350" y="126199"/>
                  </a:lnTo>
                  <a:lnTo>
                    <a:pt x="60350" y="47459"/>
                  </a:lnTo>
                  <a:lnTo>
                    <a:pt x="220395" y="47459"/>
                  </a:lnTo>
                  <a:lnTo>
                    <a:pt x="220395" y="20789"/>
                  </a:lnTo>
                  <a:lnTo>
                    <a:pt x="27406" y="20789"/>
                  </a:lnTo>
                  <a:lnTo>
                    <a:pt x="27406" y="47459"/>
                  </a:lnTo>
                  <a:lnTo>
                    <a:pt x="27406" y="126199"/>
                  </a:lnTo>
                  <a:lnTo>
                    <a:pt x="27406" y="152869"/>
                  </a:lnTo>
                  <a:lnTo>
                    <a:pt x="107378" y="152869"/>
                  </a:lnTo>
                  <a:lnTo>
                    <a:pt x="107378" y="211861"/>
                  </a:lnTo>
                  <a:lnTo>
                    <a:pt x="0" y="211861"/>
                  </a:lnTo>
                  <a:lnTo>
                    <a:pt x="0" y="239369"/>
                  </a:lnTo>
                  <a:lnTo>
                    <a:pt x="249186" y="239369"/>
                  </a:lnTo>
                  <a:lnTo>
                    <a:pt x="249186" y="211861"/>
                  </a:lnTo>
                  <a:close/>
                </a:path>
                <a:path w="789940" h="272415">
                  <a:moveTo>
                    <a:pt x="430657" y="183603"/>
                  </a:moveTo>
                  <a:lnTo>
                    <a:pt x="381622" y="135089"/>
                  </a:lnTo>
                  <a:lnTo>
                    <a:pt x="364337" y="65468"/>
                  </a:lnTo>
                  <a:lnTo>
                    <a:pt x="364337" y="21856"/>
                  </a:lnTo>
                  <a:lnTo>
                    <a:pt x="330847" y="21856"/>
                  </a:lnTo>
                  <a:lnTo>
                    <a:pt x="330847" y="65468"/>
                  </a:lnTo>
                  <a:lnTo>
                    <a:pt x="326148" y="102971"/>
                  </a:lnTo>
                  <a:lnTo>
                    <a:pt x="312699" y="138061"/>
                  </a:lnTo>
                  <a:lnTo>
                    <a:pt x="291058" y="167627"/>
                  </a:lnTo>
                  <a:lnTo>
                    <a:pt x="261759" y="188518"/>
                  </a:lnTo>
                  <a:lnTo>
                    <a:pt x="282448" y="215595"/>
                  </a:lnTo>
                  <a:lnTo>
                    <a:pt x="304114" y="201142"/>
                  </a:lnTo>
                  <a:lnTo>
                    <a:pt x="322338" y="181851"/>
                  </a:lnTo>
                  <a:lnTo>
                    <a:pt x="336981" y="158559"/>
                  </a:lnTo>
                  <a:lnTo>
                    <a:pt x="347916" y="132105"/>
                  </a:lnTo>
                  <a:lnTo>
                    <a:pt x="358394" y="156870"/>
                  </a:lnTo>
                  <a:lnTo>
                    <a:pt x="372338" y="178689"/>
                  </a:lnTo>
                  <a:lnTo>
                    <a:pt x="389674" y="196811"/>
                  </a:lnTo>
                  <a:lnTo>
                    <a:pt x="410286" y="210477"/>
                  </a:lnTo>
                  <a:lnTo>
                    <a:pt x="430657" y="183603"/>
                  </a:lnTo>
                  <a:close/>
                </a:path>
                <a:path w="789940" h="272415">
                  <a:moveTo>
                    <a:pt x="522452" y="106845"/>
                  </a:moveTo>
                  <a:lnTo>
                    <a:pt x="480441" y="106845"/>
                  </a:lnTo>
                  <a:lnTo>
                    <a:pt x="480441" y="0"/>
                  </a:lnTo>
                  <a:lnTo>
                    <a:pt x="446862" y="0"/>
                  </a:lnTo>
                  <a:lnTo>
                    <a:pt x="446862" y="272313"/>
                  </a:lnTo>
                  <a:lnTo>
                    <a:pt x="480441" y="272313"/>
                  </a:lnTo>
                  <a:lnTo>
                    <a:pt x="480441" y="135305"/>
                  </a:lnTo>
                  <a:lnTo>
                    <a:pt x="522452" y="135305"/>
                  </a:lnTo>
                  <a:lnTo>
                    <a:pt x="522452" y="106845"/>
                  </a:lnTo>
                  <a:close/>
                </a:path>
                <a:path w="789940" h="272415">
                  <a:moveTo>
                    <a:pt x="682383" y="150558"/>
                  </a:moveTo>
                  <a:lnTo>
                    <a:pt x="677100" y="124650"/>
                  </a:lnTo>
                  <a:lnTo>
                    <a:pt x="669480" y="113880"/>
                  </a:lnTo>
                  <a:lnTo>
                    <a:pt x="662736" y="104343"/>
                  </a:lnTo>
                  <a:lnTo>
                    <a:pt x="650290" y="96748"/>
                  </a:lnTo>
                  <a:lnTo>
                    <a:pt x="650290" y="150558"/>
                  </a:lnTo>
                  <a:lnTo>
                    <a:pt x="647458" y="165709"/>
                  </a:lnTo>
                  <a:lnTo>
                    <a:pt x="639864" y="177215"/>
                  </a:lnTo>
                  <a:lnTo>
                    <a:pt x="628357" y="184467"/>
                  </a:lnTo>
                  <a:lnTo>
                    <a:pt x="613829" y="186918"/>
                  </a:lnTo>
                  <a:lnTo>
                    <a:pt x="599071" y="184467"/>
                  </a:lnTo>
                  <a:lnTo>
                    <a:pt x="587413" y="177215"/>
                  </a:lnTo>
                  <a:lnTo>
                    <a:pt x="579793" y="165709"/>
                  </a:lnTo>
                  <a:lnTo>
                    <a:pt x="577151" y="150558"/>
                  </a:lnTo>
                  <a:lnTo>
                    <a:pt x="579793" y="135509"/>
                  </a:lnTo>
                  <a:lnTo>
                    <a:pt x="587413" y="123939"/>
                  </a:lnTo>
                  <a:lnTo>
                    <a:pt x="599071" y="116509"/>
                  </a:lnTo>
                  <a:lnTo>
                    <a:pt x="613829" y="113880"/>
                  </a:lnTo>
                  <a:lnTo>
                    <a:pt x="628357" y="116509"/>
                  </a:lnTo>
                  <a:lnTo>
                    <a:pt x="639864" y="123939"/>
                  </a:lnTo>
                  <a:lnTo>
                    <a:pt x="647458" y="135509"/>
                  </a:lnTo>
                  <a:lnTo>
                    <a:pt x="650290" y="150558"/>
                  </a:lnTo>
                  <a:lnTo>
                    <a:pt x="650290" y="96748"/>
                  </a:lnTo>
                  <a:lnTo>
                    <a:pt x="641057" y="91109"/>
                  </a:lnTo>
                  <a:lnTo>
                    <a:pt x="613829" y="86372"/>
                  </a:lnTo>
                  <a:lnTo>
                    <a:pt x="586270" y="91109"/>
                  </a:lnTo>
                  <a:lnTo>
                    <a:pt x="564451" y="104343"/>
                  </a:lnTo>
                  <a:lnTo>
                    <a:pt x="550125" y="124650"/>
                  </a:lnTo>
                  <a:lnTo>
                    <a:pt x="545058" y="150558"/>
                  </a:lnTo>
                  <a:lnTo>
                    <a:pt x="550125" y="176441"/>
                  </a:lnTo>
                  <a:lnTo>
                    <a:pt x="564451" y="196710"/>
                  </a:lnTo>
                  <a:lnTo>
                    <a:pt x="586270" y="209918"/>
                  </a:lnTo>
                  <a:lnTo>
                    <a:pt x="613829" y="214630"/>
                  </a:lnTo>
                  <a:lnTo>
                    <a:pt x="641057" y="209918"/>
                  </a:lnTo>
                  <a:lnTo>
                    <a:pt x="662736" y="196710"/>
                  </a:lnTo>
                  <a:lnTo>
                    <a:pt x="669683" y="186918"/>
                  </a:lnTo>
                  <a:lnTo>
                    <a:pt x="677100" y="176441"/>
                  </a:lnTo>
                  <a:lnTo>
                    <a:pt x="682383" y="150558"/>
                  </a:lnTo>
                  <a:close/>
                </a:path>
                <a:path w="789940" h="272415">
                  <a:moveTo>
                    <a:pt x="693267" y="41694"/>
                  </a:moveTo>
                  <a:lnTo>
                    <a:pt x="630351" y="41694"/>
                  </a:lnTo>
                  <a:lnTo>
                    <a:pt x="630351" y="3848"/>
                  </a:lnTo>
                  <a:lnTo>
                    <a:pt x="596874" y="3848"/>
                  </a:lnTo>
                  <a:lnTo>
                    <a:pt x="596874" y="41694"/>
                  </a:lnTo>
                  <a:lnTo>
                    <a:pt x="532472" y="41694"/>
                  </a:lnTo>
                  <a:lnTo>
                    <a:pt x="532472" y="68770"/>
                  </a:lnTo>
                  <a:lnTo>
                    <a:pt x="693267" y="68770"/>
                  </a:lnTo>
                  <a:lnTo>
                    <a:pt x="693267" y="41694"/>
                  </a:lnTo>
                  <a:close/>
                </a:path>
                <a:path w="789940" h="272415">
                  <a:moveTo>
                    <a:pt x="789432" y="108546"/>
                  </a:moveTo>
                  <a:lnTo>
                    <a:pt x="747420" y="108546"/>
                  </a:lnTo>
                  <a:lnTo>
                    <a:pt x="747420" y="0"/>
                  </a:lnTo>
                  <a:lnTo>
                    <a:pt x="714260" y="0"/>
                  </a:lnTo>
                  <a:lnTo>
                    <a:pt x="714260" y="272313"/>
                  </a:lnTo>
                  <a:lnTo>
                    <a:pt x="747420" y="272313"/>
                  </a:lnTo>
                  <a:lnTo>
                    <a:pt x="747420" y="136156"/>
                  </a:lnTo>
                  <a:lnTo>
                    <a:pt x="789432" y="136156"/>
                  </a:lnTo>
                  <a:lnTo>
                    <a:pt x="789432" y="108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445641" y="7895831"/>
              <a:ext cx="320080" cy="283615"/>
            </a:xfrm>
            <a:prstGeom prst="rect">
              <a:avLst/>
            </a:prstGeom>
          </p:spPr>
        </p:pic>
      </p:grpSp>
      <p:sp>
        <p:nvSpPr>
          <p:cNvPr id="88" name="object 88"/>
          <p:cNvSpPr/>
          <p:nvPr/>
        </p:nvSpPr>
        <p:spPr>
          <a:xfrm>
            <a:off x="11064519" y="7870988"/>
            <a:ext cx="34290" cy="273050"/>
          </a:xfrm>
          <a:custGeom>
            <a:avLst/>
            <a:gdLst/>
            <a:ahLst/>
            <a:cxnLst/>
            <a:rect l="l" t="t" r="r" b="b"/>
            <a:pathLst>
              <a:path w="34290" h="273050">
                <a:moveTo>
                  <a:pt x="33799" y="0"/>
                </a:moveTo>
                <a:lnTo>
                  <a:pt x="0" y="0"/>
                </a:lnTo>
                <a:lnTo>
                  <a:pt x="0" y="272953"/>
                </a:lnTo>
                <a:lnTo>
                  <a:pt x="33799" y="272953"/>
                </a:lnTo>
                <a:lnTo>
                  <a:pt x="337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0885818" y="7893050"/>
            <a:ext cx="133350" cy="186690"/>
          </a:xfrm>
          <a:custGeom>
            <a:avLst/>
            <a:gdLst/>
            <a:ahLst/>
            <a:cxnLst/>
            <a:rect l="l" t="t" r="r" b="b"/>
            <a:pathLst>
              <a:path w="133350" h="186690">
                <a:moveTo>
                  <a:pt x="132740" y="68580"/>
                </a:moveTo>
                <a:lnTo>
                  <a:pt x="33578" y="68580"/>
                </a:lnTo>
                <a:lnTo>
                  <a:pt x="33578" y="0"/>
                </a:lnTo>
                <a:lnTo>
                  <a:pt x="0" y="0"/>
                </a:lnTo>
                <a:lnTo>
                  <a:pt x="0" y="68580"/>
                </a:lnTo>
                <a:lnTo>
                  <a:pt x="0" y="93980"/>
                </a:lnTo>
                <a:lnTo>
                  <a:pt x="0" y="158750"/>
                </a:lnTo>
                <a:lnTo>
                  <a:pt x="0" y="186690"/>
                </a:lnTo>
                <a:lnTo>
                  <a:pt x="132740" y="186690"/>
                </a:lnTo>
                <a:lnTo>
                  <a:pt x="132740" y="158991"/>
                </a:lnTo>
                <a:lnTo>
                  <a:pt x="132740" y="158750"/>
                </a:lnTo>
                <a:lnTo>
                  <a:pt x="132740" y="94488"/>
                </a:lnTo>
                <a:lnTo>
                  <a:pt x="99580" y="94488"/>
                </a:lnTo>
                <a:lnTo>
                  <a:pt x="99580" y="158750"/>
                </a:lnTo>
                <a:lnTo>
                  <a:pt x="33578" y="158750"/>
                </a:lnTo>
                <a:lnTo>
                  <a:pt x="33578" y="93980"/>
                </a:lnTo>
                <a:lnTo>
                  <a:pt x="132740" y="93980"/>
                </a:lnTo>
                <a:lnTo>
                  <a:pt x="132740" y="68580"/>
                </a:lnTo>
                <a:close/>
              </a:path>
              <a:path w="133350" h="186690">
                <a:moveTo>
                  <a:pt x="132740" y="127"/>
                </a:moveTo>
                <a:lnTo>
                  <a:pt x="99580" y="127"/>
                </a:lnTo>
                <a:lnTo>
                  <a:pt x="99580" y="68249"/>
                </a:lnTo>
                <a:lnTo>
                  <a:pt x="132740" y="68249"/>
                </a:lnTo>
                <a:lnTo>
                  <a:pt x="132740" y="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1138510" y="7870990"/>
            <a:ext cx="520700" cy="271145"/>
          </a:xfrm>
          <a:custGeom>
            <a:avLst/>
            <a:gdLst/>
            <a:ahLst/>
            <a:cxnLst/>
            <a:rect l="l" t="t" r="r" b="b"/>
            <a:pathLst>
              <a:path w="520700" h="271145">
                <a:moveTo>
                  <a:pt x="230733" y="245237"/>
                </a:moveTo>
                <a:lnTo>
                  <a:pt x="192798" y="236245"/>
                </a:lnTo>
                <a:lnTo>
                  <a:pt x="146926" y="201714"/>
                </a:lnTo>
                <a:lnTo>
                  <a:pt x="140843" y="179349"/>
                </a:lnTo>
                <a:lnTo>
                  <a:pt x="140843" y="172415"/>
                </a:lnTo>
                <a:lnTo>
                  <a:pt x="106946" y="172415"/>
                </a:lnTo>
                <a:lnTo>
                  <a:pt x="106946" y="179349"/>
                </a:lnTo>
                <a:lnTo>
                  <a:pt x="100787" y="201714"/>
                </a:lnTo>
                <a:lnTo>
                  <a:pt x="83159" y="221208"/>
                </a:lnTo>
                <a:lnTo>
                  <a:pt x="55067" y="236245"/>
                </a:lnTo>
                <a:lnTo>
                  <a:pt x="17487" y="245237"/>
                </a:lnTo>
                <a:lnTo>
                  <a:pt x="29641" y="271043"/>
                </a:lnTo>
                <a:lnTo>
                  <a:pt x="60502" y="264223"/>
                </a:lnTo>
                <a:lnTo>
                  <a:pt x="86931" y="253276"/>
                </a:lnTo>
                <a:lnTo>
                  <a:pt x="108318" y="238544"/>
                </a:lnTo>
                <a:lnTo>
                  <a:pt x="124002" y="220395"/>
                </a:lnTo>
                <a:lnTo>
                  <a:pt x="139611" y="238544"/>
                </a:lnTo>
                <a:lnTo>
                  <a:pt x="160934" y="253276"/>
                </a:lnTo>
                <a:lnTo>
                  <a:pt x="187350" y="264223"/>
                </a:lnTo>
                <a:lnTo>
                  <a:pt x="218249" y="271043"/>
                </a:lnTo>
                <a:lnTo>
                  <a:pt x="230733" y="245237"/>
                </a:lnTo>
                <a:close/>
              </a:path>
              <a:path w="520700" h="271145">
                <a:moveTo>
                  <a:pt x="235318" y="84988"/>
                </a:moveTo>
                <a:lnTo>
                  <a:pt x="196748" y="75412"/>
                </a:lnTo>
                <a:lnTo>
                  <a:pt x="163893" y="55346"/>
                </a:lnTo>
                <a:lnTo>
                  <a:pt x="141490" y="14935"/>
                </a:lnTo>
                <a:lnTo>
                  <a:pt x="141490" y="4483"/>
                </a:lnTo>
                <a:lnTo>
                  <a:pt x="106946" y="4483"/>
                </a:lnTo>
                <a:lnTo>
                  <a:pt x="106946" y="14935"/>
                </a:lnTo>
                <a:lnTo>
                  <a:pt x="100139" y="38252"/>
                </a:lnTo>
                <a:lnTo>
                  <a:pt x="81076" y="59194"/>
                </a:lnTo>
                <a:lnTo>
                  <a:pt x="51511" y="75526"/>
                </a:lnTo>
                <a:lnTo>
                  <a:pt x="13220" y="84988"/>
                </a:lnTo>
                <a:lnTo>
                  <a:pt x="25806" y="111848"/>
                </a:lnTo>
                <a:lnTo>
                  <a:pt x="57696" y="104076"/>
                </a:lnTo>
                <a:lnTo>
                  <a:pt x="85318" y="91668"/>
                </a:lnTo>
                <a:lnTo>
                  <a:pt x="107784" y="75234"/>
                </a:lnTo>
                <a:lnTo>
                  <a:pt x="124218" y="55346"/>
                </a:lnTo>
                <a:lnTo>
                  <a:pt x="140589" y="75145"/>
                </a:lnTo>
                <a:lnTo>
                  <a:pt x="162941" y="91592"/>
                </a:lnTo>
                <a:lnTo>
                  <a:pt x="190461" y="104038"/>
                </a:lnTo>
                <a:lnTo>
                  <a:pt x="222300" y="111848"/>
                </a:lnTo>
                <a:lnTo>
                  <a:pt x="235318" y="84988"/>
                </a:lnTo>
                <a:close/>
              </a:path>
              <a:path w="520700" h="271145">
                <a:moveTo>
                  <a:pt x="248323" y="129019"/>
                </a:moveTo>
                <a:lnTo>
                  <a:pt x="0" y="129019"/>
                </a:lnTo>
                <a:lnTo>
                  <a:pt x="0" y="156095"/>
                </a:lnTo>
                <a:lnTo>
                  <a:pt x="248323" y="156095"/>
                </a:lnTo>
                <a:lnTo>
                  <a:pt x="248323" y="129019"/>
                </a:lnTo>
                <a:close/>
              </a:path>
              <a:path w="520700" h="271145">
                <a:moveTo>
                  <a:pt x="414655" y="120599"/>
                </a:moveTo>
                <a:lnTo>
                  <a:pt x="409727" y="99225"/>
                </a:lnTo>
                <a:lnTo>
                  <a:pt x="405612" y="94259"/>
                </a:lnTo>
                <a:lnTo>
                  <a:pt x="396074" y="82765"/>
                </a:lnTo>
                <a:lnTo>
                  <a:pt x="382879" y="76123"/>
                </a:lnTo>
                <a:lnTo>
                  <a:pt x="382879" y="120599"/>
                </a:lnTo>
                <a:lnTo>
                  <a:pt x="380263" y="131508"/>
                </a:lnTo>
                <a:lnTo>
                  <a:pt x="373189" y="139598"/>
                </a:lnTo>
                <a:lnTo>
                  <a:pt x="362292" y="144614"/>
                </a:lnTo>
                <a:lnTo>
                  <a:pt x="348221" y="146291"/>
                </a:lnTo>
                <a:lnTo>
                  <a:pt x="334048" y="144614"/>
                </a:lnTo>
                <a:lnTo>
                  <a:pt x="323126" y="139598"/>
                </a:lnTo>
                <a:lnTo>
                  <a:pt x="316153" y="131508"/>
                </a:lnTo>
                <a:lnTo>
                  <a:pt x="313791" y="120599"/>
                </a:lnTo>
                <a:lnTo>
                  <a:pt x="316153" y="109461"/>
                </a:lnTo>
                <a:lnTo>
                  <a:pt x="323126" y="101193"/>
                </a:lnTo>
                <a:lnTo>
                  <a:pt x="334048" y="96037"/>
                </a:lnTo>
                <a:lnTo>
                  <a:pt x="348221" y="94259"/>
                </a:lnTo>
                <a:lnTo>
                  <a:pt x="362292" y="96037"/>
                </a:lnTo>
                <a:lnTo>
                  <a:pt x="373189" y="101193"/>
                </a:lnTo>
                <a:lnTo>
                  <a:pt x="380263" y="109461"/>
                </a:lnTo>
                <a:lnTo>
                  <a:pt x="382879" y="120599"/>
                </a:lnTo>
                <a:lnTo>
                  <a:pt x="382879" y="76123"/>
                </a:lnTo>
                <a:lnTo>
                  <a:pt x="375094" y="72199"/>
                </a:lnTo>
                <a:lnTo>
                  <a:pt x="348221" y="68453"/>
                </a:lnTo>
                <a:lnTo>
                  <a:pt x="320967" y="72199"/>
                </a:lnTo>
                <a:lnTo>
                  <a:pt x="299796" y="82765"/>
                </a:lnTo>
                <a:lnTo>
                  <a:pt x="286092" y="99225"/>
                </a:lnTo>
                <a:lnTo>
                  <a:pt x="281266" y="120599"/>
                </a:lnTo>
                <a:lnTo>
                  <a:pt x="286092" y="141732"/>
                </a:lnTo>
                <a:lnTo>
                  <a:pt x="299796" y="157962"/>
                </a:lnTo>
                <a:lnTo>
                  <a:pt x="320967" y="168363"/>
                </a:lnTo>
                <a:lnTo>
                  <a:pt x="348221" y="171983"/>
                </a:lnTo>
                <a:lnTo>
                  <a:pt x="375094" y="168363"/>
                </a:lnTo>
                <a:lnTo>
                  <a:pt x="396074" y="157962"/>
                </a:lnTo>
                <a:lnTo>
                  <a:pt x="405892" y="146291"/>
                </a:lnTo>
                <a:lnTo>
                  <a:pt x="409727" y="141732"/>
                </a:lnTo>
                <a:lnTo>
                  <a:pt x="414655" y="120599"/>
                </a:lnTo>
                <a:close/>
              </a:path>
              <a:path w="520700" h="271145">
                <a:moveTo>
                  <a:pt x="428942" y="30391"/>
                </a:moveTo>
                <a:lnTo>
                  <a:pt x="364858" y="30391"/>
                </a:lnTo>
                <a:lnTo>
                  <a:pt x="364858" y="0"/>
                </a:lnTo>
                <a:lnTo>
                  <a:pt x="331482" y="0"/>
                </a:lnTo>
                <a:lnTo>
                  <a:pt x="331482" y="30391"/>
                </a:lnTo>
                <a:lnTo>
                  <a:pt x="267195" y="30391"/>
                </a:lnTo>
                <a:lnTo>
                  <a:pt x="267195" y="57048"/>
                </a:lnTo>
                <a:lnTo>
                  <a:pt x="428942" y="57048"/>
                </a:lnTo>
                <a:lnTo>
                  <a:pt x="428942" y="30391"/>
                </a:lnTo>
                <a:close/>
              </a:path>
              <a:path w="520700" h="271145">
                <a:moveTo>
                  <a:pt x="492696" y="240017"/>
                </a:moveTo>
                <a:lnTo>
                  <a:pt x="340766" y="240017"/>
                </a:lnTo>
                <a:lnTo>
                  <a:pt x="340766" y="187871"/>
                </a:lnTo>
                <a:lnTo>
                  <a:pt x="307390" y="187871"/>
                </a:lnTo>
                <a:lnTo>
                  <a:pt x="307390" y="267195"/>
                </a:lnTo>
                <a:lnTo>
                  <a:pt x="492696" y="267195"/>
                </a:lnTo>
                <a:lnTo>
                  <a:pt x="492696" y="240017"/>
                </a:lnTo>
                <a:close/>
              </a:path>
              <a:path w="520700" h="271145">
                <a:moveTo>
                  <a:pt x="520103" y="85839"/>
                </a:moveTo>
                <a:lnTo>
                  <a:pt x="482041" y="85839"/>
                </a:lnTo>
                <a:lnTo>
                  <a:pt x="482041" y="215"/>
                </a:lnTo>
                <a:lnTo>
                  <a:pt x="448348" y="215"/>
                </a:lnTo>
                <a:lnTo>
                  <a:pt x="448348" y="203860"/>
                </a:lnTo>
                <a:lnTo>
                  <a:pt x="482041" y="203860"/>
                </a:lnTo>
                <a:lnTo>
                  <a:pt x="482041" y="113449"/>
                </a:lnTo>
                <a:lnTo>
                  <a:pt x="520103" y="113449"/>
                </a:lnTo>
                <a:lnTo>
                  <a:pt x="520103" y="858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1743218" y="7871201"/>
            <a:ext cx="236220" cy="272415"/>
          </a:xfrm>
          <a:custGeom>
            <a:avLst/>
            <a:gdLst/>
            <a:ahLst/>
            <a:cxnLst/>
            <a:rect l="l" t="t" r="r" b="b"/>
            <a:pathLst>
              <a:path w="236220" h="272415">
                <a:moveTo>
                  <a:pt x="235635" y="95426"/>
                </a:moveTo>
                <a:lnTo>
                  <a:pt x="203754" y="95426"/>
                </a:lnTo>
                <a:lnTo>
                  <a:pt x="203754" y="164838"/>
                </a:lnTo>
                <a:lnTo>
                  <a:pt x="235635" y="164838"/>
                </a:lnTo>
                <a:lnTo>
                  <a:pt x="235635" y="95426"/>
                </a:lnTo>
                <a:close/>
              </a:path>
              <a:path w="236220" h="272415">
                <a:moveTo>
                  <a:pt x="176460" y="4584"/>
                </a:moveTo>
                <a:lnTo>
                  <a:pt x="145325" y="4584"/>
                </a:lnTo>
                <a:lnTo>
                  <a:pt x="145325" y="163345"/>
                </a:lnTo>
                <a:lnTo>
                  <a:pt x="176460" y="163345"/>
                </a:lnTo>
                <a:lnTo>
                  <a:pt x="176460" y="95426"/>
                </a:lnTo>
                <a:lnTo>
                  <a:pt x="235635" y="95426"/>
                </a:lnTo>
                <a:lnTo>
                  <a:pt x="235635" y="67918"/>
                </a:lnTo>
                <a:lnTo>
                  <a:pt x="176460" y="67918"/>
                </a:lnTo>
                <a:lnTo>
                  <a:pt x="176460" y="4584"/>
                </a:lnTo>
                <a:close/>
              </a:path>
              <a:path w="236220" h="272415">
                <a:moveTo>
                  <a:pt x="235635" y="0"/>
                </a:moveTo>
                <a:lnTo>
                  <a:pt x="203754" y="0"/>
                </a:lnTo>
                <a:lnTo>
                  <a:pt x="203754" y="67918"/>
                </a:lnTo>
                <a:lnTo>
                  <a:pt x="235635" y="67918"/>
                </a:lnTo>
                <a:lnTo>
                  <a:pt x="235635" y="0"/>
                </a:lnTo>
                <a:close/>
              </a:path>
              <a:path w="236220" h="272415">
                <a:moveTo>
                  <a:pt x="87750" y="15886"/>
                </a:moveTo>
                <a:lnTo>
                  <a:pt x="55123" y="15886"/>
                </a:lnTo>
                <a:lnTo>
                  <a:pt x="55123" y="49046"/>
                </a:lnTo>
                <a:lnTo>
                  <a:pt x="51803" y="72558"/>
                </a:lnTo>
                <a:lnTo>
                  <a:pt x="41676" y="95360"/>
                </a:lnTo>
                <a:lnTo>
                  <a:pt x="24491" y="115423"/>
                </a:lnTo>
                <a:lnTo>
                  <a:pt x="0" y="130718"/>
                </a:lnTo>
                <a:lnTo>
                  <a:pt x="18019" y="156628"/>
                </a:lnTo>
                <a:lnTo>
                  <a:pt x="35875" y="146647"/>
                </a:lnTo>
                <a:lnTo>
                  <a:pt x="50752" y="133557"/>
                </a:lnTo>
                <a:lnTo>
                  <a:pt x="62670" y="117929"/>
                </a:lnTo>
                <a:lnTo>
                  <a:pt x="71650" y="100331"/>
                </a:lnTo>
                <a:lnTo>
                  <a:pt x="107667" y="100331"/>
                </a:lnTo>
                <a:lnTo>
                  <a:pt x="100598" y="92628"/>
                </a:lnTo>
                <a:lnTo>
                  <a:pt x="90895" y="71656"/>
                </a:lnTo>
                <a:lnTo>
                  <a:pt x="87750" y="49046"/>
                </a:lnTo>
                <a:lnTo>
                  <a:pt x="87750" y="15886"/>
                </a:lnTo>
                <a:close/>
              </a:path>
              <a:path w="236220" h="272415">
                <a:moveTo>
                  <a:pt x="107667" y="100331"/>
                </a:moveTo>
                <a:lnTo>
                  <a:pt x="71650" y="100331"/>
                </a:lnTo>
                <a:lnTo>
                  <a:pt x="80330" y="115885"/>
                </a:lnTo>
                <a:lnTo>
                  <a:pt x="91668" y="129519"/>
                </a:lnTo>
                <a:lnTo>
                  <a:pt x="105686" y="140874"/>
                </a:lnTo>
                <a:lnTo>
                  <a:pt x="122403" y="149590"/>
                </a:lnTo>
                <a:lnTo>
                  <a:pt x="140314" y="123895"/>
                </a:lnTo>
                <a:lnTo>
                  <a:pt x="117018" y="110520"/>
                </a:lnTo>
                <a:lnTo>
                  <a:pt x="107667" y="100331"/>
                </a:lnTo>
                <a:close/>
              </a:path>
              <a:path w="236220" h="272415">
                <a:moveTo>
                  <a:pt x="235635" y="177845"/>
                </a:moveTo>
                <a:lnTo>
                  <a:pt x="48940" y="177845"/>
                </a:lnTo>
                <a:lnTo>
                  <a:pt x="48940" y="204821"/>
                </a:lnTo>
                <a:lnTo>
                  <a:pt x="202262" y="204821"/>
                </a:lnTo>
                <a:lnTo>
                  <a:pt x="202262" y="272100"/>
                </a:lnTo>
                <a:lnTo>
                  <a:pt x="235635" y="272100"/>
                </a:lnTo>
                <a:lnTo>
                  <a:pt x="235635" y="1778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2012752" y="7877809"/>
            <a:ext cx="248920" cy="128905"/>
          </a:xfrm>
          <a:custGeom>
            <a:avLst/>
            <a:gdLst/>
            <a:ahLst/>
            <a:cxnLst/>
            <a:rect l="l" t="t" r="r" b="b"/>
            <a:pathLst>
              <a:path w="248920" h="128904">
                <a:moveTo>
                  <a:pt x="219113" y="58420"/>
                </a:moveTo>
                <a:lnTo>
                  <a:pt x="65151" y="58420"/>
                </a:lnTo>
                <a:lnTo>
                  <a:pt x="65151" y="26670"/>
                </a:lnTo>
                <a:lnTo>
                  <a:pt x="216763" y="26670"/>
                </a:lnTo>
                <a:lnTo>
                  <a:pt x="216763" y="0"/>
                </a:lnTo>
                <a:lnTo>
                  <a:pt x="31673" y="0"/>
                </a:lnTo>
                <a:lnTo>
                  <a:pt x="31673" y="26670"/>
                </a:lnTo>
                <a:lnTo>
                  <a:pt x="31673" y="58420"/>
                </a:lnTo>
                <a:lnTo>
                  <a:pt x="31673" y="85090"/>
                </a:lnTo>
                <a:lnTo>
                  <a:pt x="219113" y="85090"/>
                </a:lnTo>
                <a:lnTo>
                  <a:pt x="219113" y="58420"/>
                </a:lnTo>
                <a:close/>
              </a:path>
              <a:path w="248920" h="128904">
                <a:moveTo>
                  <a:pt x="248754" y="102158"/>
                </a:moveTo>
                <a:lnTo>
                  <a:pt x="0" y="102158"/>
                </a:lnTo>
                <a:lnTo>
                  <a:pt x="0" y="128701"/>
                </a:lnTo>
                <a:lnTo>
                  <a:pt x="248754" y="128701"/>
                </a:lnTo>
                <a:lnTo>
                  <a:pt x="248754" y="102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2041962" y="7890509"/>
            <a:ext cx="487045" cy="250190"/>
          </a:xfrm>
          <a:custGeom>
            <a:avLst/>
            <a:gdLst/>
            <a:ahLst/>
            <a:cxnLst/>
            <a:rect l="l" t="t" r="r" b="b"/>
            <a:pathLst>
              <a:path w="487045" h="250190">
                <a:moveTo>
                  <a:pt x="195656" y="223520"/>
                </a:moveTo>
                <a:lnTo>
                  <a:pt x="33159" y="223520"/>
                </a:lnTo>
                <a:lnTo>
                  <a:pt x="33159" y="203200"/>
                </a:lnTo>
                <a:lnTo>
                  <a:pt x="188188" y="203200"/>
                </a:lnTo>
                <a:lnTo>
                  <a:pt x="188188" y="179070"/>
                </a:lnTo>
                <a:lnTo>
                  <a:pt x="188188" y="160020"/>
                </a:lnTo>
                <a:lnTo>
                  <a:pt x="188188" y="134620"/>
                </a:lnTo>
                <a:lnTo>
                  <a:pt x="0" y="134620"/>
                </a:lnTo>
                <a:lnTo>
                  <a:pt x="0" y="160020"/>
                </a:lnTo>
                <a:lnTo>
                  <a:pt x="155143" y="160020"/>
                </a:lnTo>
                <a:lnTo>
                  <a:pt x="155143" y="179070"/>
                </a:lnTo>
                <a:lnTo>
                  <a:pt x="330" y="179070"/>
                </a:lnTo>
                <a:lnTo>
                  <a:pt x="330" y="203200"/>
                </a:lnTo>
                <a:lnTo>
                  <a:pt x="330" y="223520"/>
                </a:lnTo>
                <a:lnTo>
                  <a:pt x="330" y="250190"/>
                </a:lnTo>
                <a:lnTo>
                  <a:pt x="195656" y="250190"/>
                </a:lnTo>
                <a:lnTo>
                  <a:pt x="195656" y="223520"/>
                </a:lnTo>
                <a:close/>
              </a:path>
              <a:path w="487045" h="250190">
                <a:moveTo>
                  <a:pt x="486943" y="193040"/>
                </a:moveTo>
                <a:lnTo>
                  <a:pt x="378409" y="193040"/>
                </a:lnTo>
                <a:lnTo>
                  <a:pt x="378409" y="130810"/>
                </a:lnTo>
                <a:lnTo>
                  <a:pt x="459016" y="130810"/>
                </a:lnTo>
                <a:lnTo>
                  <a:pt x="459016" y="104140"/>
                </a:lnTo>
                <a:lnTo>
                  <a:pt x="301536" y="104140"/>
                </a:lnTo>
                <a:lnTo>
                  <a:pt x="301536" y="27940"/>
                </a:lnTo>
                <a:lnTo>
                  <a:pt x="456882" y="27940"/>
                </a:lnTo>
                <a:lnTo>
                  <a:pt x="456882" y="0"/>
                </a:lnTo>
                <a:lnTo>
                  <a:pt x="267944" y="0"/>
                </a:lnTo>
                <a:lnTo>
                  <a:pt x="267944" y="27940"/>
                </a:lnTo>
                <a:lnTo>
                  <a:pt x="267944" y="104140"/>
                </a:lnTo>
                <a:lnTo>
                  <a:pt x="267944" y="130810"/>
                </a:lnTo>
                <a:lnTo>
                  <a:pt x="345147" y="130810"/>
                </a:lnTo>
                <a:lnTo>
                  <a:pt x="345147" y="193040"/>
                </a:lnTo>
                <a:lnTo>
                  <a:pt x="237769" y="193040"/>
                </a:lnTo>
                <a:lnTo>
                  <a:pt x="237769" y="220980"/>
                </a:lnTo>
                <a:lnTo>
                  <a:pt x="486943" y="220980"/>
                </a:lnTo>
                <a:lnTo>
                  <a:pt x="486943" y="1930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2619877" y="7887514"/>
            <a:ext cx="248920" cy="256540"/>
          </a:xfrm>
          <a:custGeom>
            <a:avLst/>
            <a:gdLst/>
            <a:ahLst/>
            <a:cxnLst/>
            <a:rect l="l" t="t" r="r" b="b"/>
            <a:pathLst>
              <a:path w="248920" h="256540">
                <a:moveTo>
                  <a:pt x="217935" y="0"/>
                </a:moveTo>
                <a:lnTo>
                  <a:pt x="29427" y="0"/>
                </a:lnTo>
                <a:lnTo>
                  <a:pt x="29427" y="26975"/>
                </a:lnTo>
                <a:lnTo>
                  <a:pt x="184563" y="26975"/>
                </a:lnTo>
                <a:lnTo>
                  <a:pt x="184396" y="46002"/>
                </a:lnTo>
                <a:lnTo>
                  <a:pt x="183470" y="66838"/>
                </a:lnTo>
                <a:lnTo>
                  <a:pt x="181144" y="90054"/>
                </a:lnTo>
                <a:lnTo>
                  <a:pt x="176779" y="116218"/>
                </a:lnTo>
                <a:lnTo>
                  <a:pt x="0" y="116218"/>
                </a:lnTo>
                <a:lnTo>
                  <a:pt x="0" y="143513"/>
                </a:lnTo>
                <a:lnTo>
                  <a:pt x="106301" y="143513"/>
                </a:lnTo>
                <a:lnTo>
                  <a:pt x="106301" y="256213"/>
                </a:lnTo>
                <a:lnTo>
                  <a:pt x="140101" y="256213"/>
                </a:lnTo>
                <a:lnTo>
                  <a:pt x="140101" y="143513"/>
                </a:lnTo>
                <a:lnTo>
                  <a:pt x="248323" y="143513"/>
                </a:lnTo>
                <a:lnTo>
                  <a:pt x="248323" y="116218"/>
                </a:lnTo>
                <a:lnTo>
                  <a:pt x="210685" y="116218"/>
                </a:lnTo>
                <a:lnTo>
                  <a:pt x="214877" y="89202"/>
                </a:lnTo>
                <a:lnTo>
                  <a:pt x="217029" y="65386"/>
                </a:lnTo>
                <a:lnTo>
                  <a:pt x="217822" y="44008"/>
                </a:lnTo>
                <a:lnTo>
                  <a:pt x="2179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3081658" y="7982088"/>
            <a:ext cx="33655" cy="29845"/>
          </a:xfrm>
          <a:custGeom>
            <a:avLst/>
            <a:gdLst/>
            <a:ahLst/>
            <a:cxnLst/>
            <a:rect l="l" t="t" r="r" b="b"/>
            <a:pathLst>
              <a:path w="33655" h="29845">
                <a:moveTo>
                  <a:pt x="33372" y="0"/>
                </a:moveTo>
                <a:lnTo>
                  <a:pt x="0" y="0"/>
                </a:lnTo>
                <a:lnTo>
                  <a:pt x="0" y="29747"/>
                </a:lnTo>
                <a:lnTo>
                  <a:pt x="33372" y="29747"/>
                </a:lnTo>
                <a:lnTo>
                  <a:pt x="333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2899111" y="7870990"/>
            <a:ext cx="216535" cy="132715"/>
          </a:xfrm>
          <a:custGeom>
            <a:avLst/>
            <a:gdLst/>
            <a:ahLst/>
            <a:cxnLst/>
            <a:rect l="l" t="t" r="r" b="b"/>
            <a:pathLst>
              <a:path w="216534" h="132715">
                <a:moveTo>
                  <a:pt x="215912" y="0"/>
                </a:moveTo>
                <a:lnTo>
                  <a:pt x="182537" y="0"/>
                </a:lnTo>
                <a:lnTo>
                  <a:pt x="182537" y="36029"/>
                </a:lnTo>
                <a:lnTo>
                  <a:pt x="127736" y="36029"/>
                </a:lnTo>
                <a:lnTo>
                  <a:pt x="127736" y="11899"/>
                </a:lnTo>
                <a:lnTo>
                  <a:pt x="94576" y="11899"/>
                </a:lnTo>
                <a:lnTo>
                  <a:pt x="94576" y="36029"/>
                </a:lnTo>
                <a:lnTo>
                  <a:pt x="94576" y="46189"/>
                </a:lnTo>
                <a:lnTo>
                  <a:pt x="94576" y="71589"/>
                </a:lnTo>
                <a:lnTo>
                  <a:pt x="94576" y="85559"/>
                </a:lnTo>
                <a:lnTo>
                  <a:pt x="94576" y="105879"/>
                </a:lnTo>
                <a:lnTo>
                  <a:pt x="33693" y="105879"/>
                </a:lnTo>
                <a:lnTo>
                  <a:pt x="33693" y="71589"/>
                </a:lnTo>
                <a:lnTo>
                  <a:pt x="94576" y="71589"/>
                </a:lnTo>
                <a:lnTo>
                  <a:pt x="94576" y="46189"/>
                </a:lnTo>
                <a:lnTo>
                  <a:pt x="33693" y="46189"/>
                </a:lnTo>
                <a:lnTo>
                  <a:pt x="33693" y="11899"/>
                </a:lnTo>
                <a:lnTo>
                  <a:pt x="0" y="11899"/>
                </a:lnTo>
                <a:lnTo>
                  <a:pt x="0" y="132549"/>
                </a:lnTo>
                <a:lnTo>
                  <a:pt x="127736" y="132549"/>
                </a:lnTo>
                <a:lnTo>
                  <a:pt x="127736" y="110959"/>
                </a:lnTo>
                <a:lnTo>
                  <a:pt x="215912" y="110959"/>
                </a:lnTo>
                <a:lnTo>
                  <a:pt x="215912" y="105879"/>
                </a:lnTo>
                <a:lnTo>
                  <a:pt x="215912" y="85559"/>
                </a:lnTo>
                <a:lnTo>
                  <a:pt x="127736" y="85559"/>
                </a:lnTo>
                <a:lnTo>
                  <a:pt x="127736" y="71589"/>
                </a:lnTo>
                <a:lnTo>
                  <a:pt x="127736" y="61429"/>
                </a:lnTo>
                <a:lnTo>
                  <a:pt x="182537" y="61429"/>
                </a:lnTo>
                <a:lnTo>
                  <a:pt x="182537" y="85407"/>
                </a:lnTo>
                <a:lnTo>
                  <a:pt x="215912" y="85407"/>
                </a:lnTo>
                <a:lnTo>
                  <a:pt x="215912" y="36029"/>
                </a:lnTo>
                <a:lnTo>
                  <a:pt x="215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2935369" y="7870990"/>
            <a:ext cx="734695" cy="272415"/>
          </a:xfrm>
          <a:custGeom>
            <a:avLst/>
            <a:gdLst/>
            <a:ahLst/>
            <a:cxnLst/>
            <a:rect l="l" t="t" r="r" b="b"/>
            <a:pathLst>
              <a:path w="734694" h="272415">
                <a:moveTo>
                  <a:pt x="188404" y="243039"/>
                </a:moveTo>
                <a:lnTo>
                  <a:pt x="33909" y="243039"/>
                </a:lnTo>
                <a:lnTo>
                  <a:pt x="33909" y="221449"/>
                </a:lnTo>
                <a:lnTo>
                  <a:pt x="179654" y="221449"/>
                </a:lnTo>
                <a:lnTo>
                  <a:pt x="179654" y="197319"/>
                </a:lnTo>
                <a:lnTo>
                  <a:pt x="179654" y="178269"/>
                </a:lnTo>
                <a:lnTo>
                  <a:pt x="179654" y="151599"/>
                </a:lnTo>
                <a:lnTo>
                  <a:pt x="0" y="151599"/>
                </a:lnTo>
                <a:lnTo>
                  <a:pt x="0" y="178269"/>
                </a:lnTo>
                <a:lnTo>
                  <a:pt x="146278" y="178269"/>
                </a:lnTo>
                <a:lnTo>
                  <a:pt x="146278" y="197319"/>
                </a:lnTo>
                <a:lnTo>
                  <a:pt x="317" y="197319"/>
                </a:lnTo>
                <a:lnTo>
                  <a:pt x="317" y="221449"/>
                </a:lnTo>
                <a:lnTo>
                  <a:pt x="317" y="243039"/>
                </a:lnTo>
                <a:lnTo>
                  <a:pt x="317" y="269709"/>
                </a:lnTo>
                <a:lnTo>
                  <a:pt x="188404" y="269709"/>
                </a:lnTo>
                <a:lnTo>
                  <a:pt x="188404" y="243039"/>
                </a:lnTo>
                <a:close/>
              </a:path>
              <a:path w="734694" h="272415">
                <a:moveTo>
                  <a:pt x="359956" y="28257"/>
                </a:moveTo>
                <a:lnTo>
                  <a:pt x="231584" y="28257"/>
                </a:lnTo>
                <a:lnTo>
                  <a:pt x="231584" y="55880"/>
                </a:lnTo>
                <a:lnTo>
                  <a:pt x="325831" y="55880"/>
                </a:lnTo>
                <a:lnTo>
                  <a:pt x="315379" y="99504"/>
                </a:lnTo>
                <a:lnTo>
                  <a:pt x="293852" y="137464"/>
                </a:lnTo>
                <a:lnTo>
                  <a:pt x="261124" y="170040"/>
                </a:lnTo>
                <a:lnTo>
                  <a:pt x="217081" y="197472"/>
                </a:lnTo>
                <a:lnTo>
                  <a:pt x="235953" y="223266"/>
                </a:lnTo>
                <a:lnTo>
                  <a:pt x="283629" y="193560"/>
                </a:lnTo>
                <a:lnTo>
                  <a:pt x="318693" y="158432"/>
                </a:lnTo>
                <a:lnTo>
                  <a:pt x="342315" y="118656"/>
                </a:lnTo>
                <a:lnTo>
                  <a:pt x="355676" y="75006"/>
                </a:lnTo>
                <a:lnTo>
                  <a:pt x="359956" y="28257"/>
                </a:lnTo>
                <a:close/>
              </a:path>
              <a:path w="734694" h="272415">
                <a:moveTo>
                  <a:pt x="472338" y="106413"/>
                </a:moveTo>
                <a:lnTo>
                  <a:pt x="431927" y="106413"/>
                </a:lnTo>
                <a:lnTo>
                  <a:pt x="431927" y="0"/>
                </a:lnTo>
                <a:lnTo>
                  <a:pt x="398335" y="0"/>
                </a:lnTo>
                <a:lnTo>
                  <a:pt x="398335" y="271894"/>
                </a:lnTo>
                <a:lnTo>
                  <a:pt x="431927" y="271894"/>
                </a:lnTo>
                <a:lnTo>
                  <a:pt x="431927" y="134239"/>
                </a:lnTo>
                <a:lnTo>
                  <a:pt x="472338" y="134239"/>
                </a:lnTo>
                <a:lnTo>
                  <a:pt x="472338" y="106413"/>
                </a:lnTo>
                <a:close/>
              </a:path>
              <a:path w="734694" h="272415">
                <a:moveTo>
                  <a:pt x="703707" y="221145"/>
                </a:moveTo>
                <a:lnTo>
                  <a:pt x="697191" y="199809"/>
                </a:lnTo>
                <a:lnTo>
                  <a:pt x="694029" y="197154"/>
                </a:lnTo>
                <a:lnTo>
                  <a:pt x="678535" y="184086"/>
                </a:lnTo>
                <a:lnTo>
                  <a:pt x="670229" y="181368"/>
                </a:lnTo>
                <a:lnTo>
                  <a:pt x="670229" y="221145"/>
                </a:lnTo>
                <a:lnTo>
                  <a:pt x="666102" y="231609"/>
                </a:lnTo>
                <a:lnTo>
                  <a:pt x="654329" y="239268"/>
                </a:lnTo>
                <a:lnTo>
                  <a:pt x="635241" y="243954"/>
                </a:lnTo>
                <a:lnTo>
                  <a:pt x="609231" y="245554"/>
                </a:lnTo>
                <a:lnTo>
                  <a:pt x="583018" y="243954"/>
                </a:lnTo>
                <a:lnTo>
                  <a:pt x="563930" y="239268"/>
                </a:lnTo>
                <a:lnTo>
                  <a:pt x="552310" y="231609"/>
                </a:lnTo>
                <a:lnTo>
                  <a:pt x="548462" y="221145"/>
                </a:lnTo>
                <a:lnTo>
                  <a:pt x="552310" y="210629"/>
                </a:lnTo>
                <a:lnTo>
                  <a:pt x="563930" y="203187"/>
                </a:lnTo>
                <a:lnTo>
                  <a:pt x="583018" y="198729"/>
                </a:lnTo>
                <a:lnTo>
                  <a:pt x="609231" y="197154"/>
                </a:lnTo>
                <a:lnTo>
                  <a:pt x="635241" y="198729"/>
                </a:lnTo>
                <a:lnTo>
                  <a:pt x="654329" y="203187"/>
                </a:lnTo>
                <a:lnTo>
                  <a:pt x="666102" y="210629"/>
                </a:lnTo>
                <a:lnTo>
                  <a:pt x="670229" y="221145"/>
                </a:lnTo>
                <a:lnTo>
                  <a:pt x="670229" y="181368"/>
                </a:lnTo>
                <a:lnTo>
                  <a:pt x="648855" y="174358"/>
                </a:lnTo>
                <a:lnTo>
                  <a:pt x="609231" y="171030"/>
                </a:lnTo>
                <a:lnTo>
                  <a:pt x="569442" y="174358"/>
                </a:lnTo>
                <a:lnTo>
                  <a:pt x="539597" y="184086"/>
                </a:lnTo>
                <a:lnTo>
                  <a:pt x="520852" y="199809"/>
                </a:lnTo>
                <a:lnTo>
                  <a:pt x="514337" y="221145"/>
                </a:lnTo>
                <a:lnTo>
                  <a:pt x="520852" y="242506"/>
                </a:lnTo>
                <a:lnTo>
                  <a:pt x="539597" y="258229"/>
                </a:lnTo>
                <a:lnTo>
                  <a:pt x="569442" y="267931"/>
                </a:lnTo>
                <a:lnTo>
                  <a:pt x="609231" y="271246"/>
                </a:lnTo>
                <a:lnTo>
                  <a:pt x="648855" y="267931"/>
                </a:lnTo>
                <a:lnTo>
                  <a:pt x="678535" y="258229"/>
                </a:lnTo>
                <a:lnTo>
                  <a:pt x="693572" y="245554"/>
                </a:lnTo>
                <a:lnTo>
                  <a:pt x="697191" y="242506"/>
                </a:lnTo>
                <a:lnTo>
                  <a:pt x="703707" y="221145"/>
                </a:lnTo>
                <a:close/>
              </a:path>
              <a:path w="734694" h="272415">
                <a:moveTo>
                  <a:pt x="705840" y="70802"/>
                </a:moveTo>
                <a:lnTo>
                  <a:pt x="551129" y="70802"/>
                </a:lnTo>
                <a:lnTo>
                  <a:pt x="551129" y="4699"/>
                </a:lnTo>
                <a:lnTo>
                  <a:pt x="517753" y="4699"/>
                </a:lnTo>
                <a:lnTo>
                  <a:pt x="517753" y="97878"/>
                </a:lnTo>
                <a:lnTo>
                  <a:pt x="705840" y="97878"/>
                </a:lnTo>
                <a:lnTo>
                  <a:pt x="705840" y="70802"/>
                </a:lnTo>
                <a:close/>
              </a:path>
              <a:path w="734694" h="272415">
                <a:moveTo>
                  <a:pt x="734199" y="124002"/>
                </a:moveTo>
                <a:lnTo>
                  <a:pt x="485444" y="124002"/>
                </a:lnTo>
                <a:lnTo>
                  <a:pt x="485444" y="151307"/>
                </a:lnTo>
                <a:lnTo>
                  <a:pt x="734199" y="151307"/>
                </a:lnTo>
                <a:lnTo>
                  <a:pt x="734199" y="124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8" name="object 98"/>
          <p:cNvGrpSpPr/>
          <p:nvPr/>
        </p:nvGrpSpPr>
        <p:grpSpPr>
          <a:xfrm>
            <a:off x="4706069" y="3374797"/>
            <a:ext cx="1013460" cy="250825"/>
            <a:chOff x="4706069" y="3374797"/>
            <a:chExt cx="1013460" cy="250825"/>
          </a:xfrm>
        </p:grpSpPr>
        <p:pic>
          <p:nvPicPr>
            <p:cNvPr id="99" name="object 9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706069" y="3385851"/>
              <a:ext cx="181249" cy="235831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909889" y="3374797"/>
              <a:ext cx="487784" cy="25034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428073" y="3442276"/>
              <a:ext cx="291450" cy="182861"/>
            </a:xfrm>
            <a:prstGeom prst="rect">
              <a:avLst/>
            </a:prstGeom>
          </p:spPr>
        </p:pic>
      </p:grpSp>
      <p:grpSp>
        <p:nvGrpSpPr>
          <p:cNvPr id="102" name="object 102"/>
          <p:cNvGrpSpPr/>
          <p:nvPr/>
        </p:nvGrpSpPr>
        <p:grpSpPr>
          <a:xfrm>
            <a:off x="17542589" y="9537479"/>
            <a:ext cx="244475" cy="194310"/>
            <a:chOff x="17542589" y="9537479"/>
            <a:chExt cx="244475" cy="194310"/>
          </a:xfrm>
        </p:grpSpPr>
        <p:pic>
          <p:nvPicPr>
            <p:cNvPr id="103" name="object 10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7542589" y="9537479"/>
              <a:ext cx="72558" cy="193994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7659479" y="9537479"/>
              <a:ext cx="127498" cy="1939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9343" y="758964"/>
              <a:ext cx="791210" cy="465455"/>
            </a:xfrm>
            <a:custGeom>
              <a:avLst/>
              <a:gdLst/>
              <a:ahLst/>
              <a:cxnLst/>
              <a:rect l="l" t="t" r="r" b="b"/>
              <a:pathLst>
                <a:path w="79121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91210" h="465455">
                  <a:moveTo>
                    <a:pt x="790625" y="300837"/>
                  </a:moveTo>
                  <a:lnTo>
                    <a:pt x="732929" y="300837"/>
                  </a:lnTo>
                  <a:lnTo>
                    <a:pt x="732929" y="108318"/>
                  </a:lnTo>
                  <a:lnTo>
                    <a:pt x="732929" y="6146"/>
                  </a:lnTo>
                  <a:lnTo>
                    <a:pt x="643458" y="6146"/>
                  </a:lnTo>
                  <a:lnTo>
                    <a:pt x="643458" y="108318"/>
                  </a:lnTo>
                  <a:lnTo>
                    <a:pt x="643458" y="300837"/>
                  </a:lnTo>
                  <a:lnTo>
                    <a:pt x="515531" y="300837"/>
                  </a:lnTo>
                  <a:lnTo>
                    <a:pt x="515531" y="297332"/>
                  </a:lnTo>
                  <a:lnTo>
                    <a:pt x="639216" y="108318"/>
                  </a:lnTo>
                  <a:lnTo>
                    <a:pt x="643458" y="108318"/>
                  </a:lnTo>
                  <a:lnTo>
                    <a:pt x="643458" y="6146"/>
                  </a:lnTo>
                  <a:lnTo>
                    <a:pt x="613498" y="6146"/>
                  </a:lnTo>
                  <a:lnTo>
                    <a:pt x="419582" y="302158"/>
                  </a:lnTo>
                  <a:lnTo>
                    <a:pt x="419582" y="375602"/>
                  </a:lnTo>
                  <a:lnTo>
                    <a:pt x="642124" y="375602"/>
                  </a:lnTo>
                  <a:lnTo>
                    <a:pt x="642124" y="455206"/>
                  </a:lnTo>
                  <a:lnTo>
                    <a:pt x="732929" y="455206"/>
                  </a:lnTo>
                  <a:lnTo>
                    <a:pt x="732929" y="375602"/>
                  </a:lnTo>
                  <a:lnTo>
                    <a:pt x="790625" y="375602"/>
                  </a:lnTo>
                  <a:lnTo>
                    <a:pt x="790625" y="30083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7687" y="1115928"/>
              <a:ext cx="106235" cy="1037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69109" y="736193"/>
              <a:ext cx="7165975" cy="508000"/>
            </a:xfrm>
            <a:custGeom>
              <a:avLst/>
              <a:gdLst/>
              <a:ahLst/>
              <a:cxnLst/>
              <a:rect l="l" t="t" r="r" b="b"/>
              <a:pathLst>
                <a:path w="7165975" h="508000">
                  <a:moveTo>
                    <a:pt x="422109" y="3949"/>
                  </a:moveTo>
                  <a:lnTo>
                    <a:pt x="360146" y="3949"/>
                  </a:lnTo>
                  <a:lnTo>
                    <a:pt x="360146" y="88811"/>
                  </a:lnTo>
                  <a:lnTo>
                    <a:pt x="290677" y="88811"/>
                  </a:lnTo>
                  <a:lnTo>
                    <a:pt x="290677" y="138137"/>
                  </a:lnTo>
                  <a:lnTo>
                    <a:pt x="360146" y="138137"/>
                  </a:lnTo>
                  <a:lnTo>
                    <a:pt x="360146" y="181749"/>
                  </a:lnTo>
                  <a:lnTo>
                    <a:pt x="290677" y="181749"/>
                  </a:lnTo>
                  <a:lnTo>
                    <a:pt x="290677" y="227139"/>
                  </a:lnTo>
                  <a:lnTo>
                    <a:pt x="277520" y="228587"/>
                  </a:lnTo>
                  <a:lnTo>
                    <a:pt x="250444" y="231165"/>
                  </a:lnTo>
                  <a:lnTo>
                    <a:pt x="236613" y="232270"/>
                  </a:lnTo>
                  <a:lnTo>
                    <a:pt x="236613" y="89001"/>
                  </a:lnTo>
                  <a:lnTo>
                    <a:pt x="281216" y="89001"/>
                  </a:lnTo>
                  <a:lnTo>
                    <a:pt x="281216" y="38874"/>
                  </a:lnTo>
                  <a:lnTo>
                    <a:pt x="177215" y="38874"/>
                  </a:lnTo>
                  <a:lnTo>
                    <a:pt x="177215" y="89001"/>
                  </a:lnTo>
                  <a:lnTo>
                    <a:pt x="177215" y="236029"/>
                  </a:lnTo>
                  <a:lnTo>
                    <a:pt x="162153" y="236689"/>
                  </a:lnTo>
                  <a:lnTo>
                    <a:pt x="117424" y="238188"/>
                  </a:lnTo>
                  <a:lnTo>
                    <a:pt x="117424" y="89001"/>
                  </a:lnTo>
                  <a:lnTo>
                    <a:pt x="177215" y="89001"/>
                  </a:lnTo>
                  <a:lnTo>
                    <a:pt x="177215" y="38874"/>
                  </a:lnTo>
                  <a:lnTo>
                    <a:pt x="13220" y="38874"/>
                  </a:lnTo>
                  <a:lnTo>
                    <a:pt x="13220" y="89001"/>
                  </a:lnTo>
                  <a:lnTo>
                    <a:pt x="57226" y="89001"/>
                  </a:lnTo>
                  <a:lnTo>
                    <a:pt x="57226" y="239179"/>
                  </a:lnTo>
                  <a:lnTo>
                    <a:pt x="0" y="239572"/>
                  </a:lnTo>
                  <a:lnTo>
                    <a:pt x="6908" y="290487"/>
                  </a:lnTo>
                  <a:lnTo>
                    <a:pt x="49453" y="290271"/>
                  </a:lnTo>
                  <a:lnTo>
                    <a:pt x="95885" y="289394"/>
                  </a:lnTo>
                  <a:lnTo>
                    <a:pt x="144919" y="287553"/>
                  </a:lnTo>
                  <a:lnTo>
                    <a:pt x="195262" y="284403"/>
                  </a:lnTo>
                  <a:lnTo>
                    <a:pt x="245592" y="279641"/>
                  </a:lnTo>
                  <a:lnTo>
                    <a:pt x="294627" y="272923"/>
                  </a:lnTo>
                  <a:lnTo>
                    <a:pt x="292646" y="238188"/>
                  </a:lnTo>
                  <a:lnTo>
                    <a:pt x="292303" y="232270"/>
                  </a:lnTo>
                  <a:lnTo>
                    <a:pt x="292265" y="231482"/>
                  </a:lnTo>
                  <a:lnTo>
                    <a:pt x="360146" y="231482"/>
                  </a:lnTo>
                  <a:lnTo>
                    <a:pt x="360146" y="313182"/>
                  </a:lnTo>
                  <a:lnTo>
                    <a:pt x="422109" y="313182"/>
                  </a:lnTo>
                  <a:lnTo>
                    <a:pt x="422109" y="231482"/>
                  </a:lnTo>
                  <a:lnTo>
                    <a:pt x="422109" y="3949"/>
                  </a:lnTo>
                  <a:close/>
                </a:path>
                <a:path w="7165975" h="508000">
                  <a:moveTo>
                    <a:pt x="423494" y="415213"/>
                  </a:moveTo>
                  <a:lnTo>
                    <a:pt x="415925" y="382612"/>
                  </a:lnTo>
                  <a:lnTo>
                    <a:pt x="404761" y="369430"/>
                  </a:lnTo>
                  <a:lnTo>
                    <a:pt x="393890" y="356590"/>
                  </a:lnTo>
                  <a:lnTo>
                    <a:pt x="361924" y="339394"/>
                  </a:lnTo>
                  <a:lnTo>
                    <a:pt x="361924" y="415213"/>
                  </a:lnTo>
                  <a:lnTo>
                    <a:pt x="354533" y="434505"/>
                  </a:lnTo>
                  <a:lnTo>
                    <a:pt x="333159" y="448462"/>
                  </a:lnTo>
                  <a:lnTo>
                    <a:pt x="298538" y="456946"/>
                  </a:lnTo>
                  <a:lnTo>
                    <a:pt x="251409" y="459803"/>
                  </a:lnTo>
                  <a:lnTo>
                    <a:pt x="204381" y="456946"/>
                  </a:lnTo>
                  <a:lnTo>
                    <a:pt x="169811" y="448462"/>
                  </a:lnTo>
                  <a:lnTo>
                    <a:pt x="148564" y="434505"/>
                  </a:lnTo>
                  <a:lnTo>
                    <a:pt x="141490" y="415213"/>
                  </a:lnTo>
                  <a:lnTo>
                    <a:pt x="148564" y="395312"/>
                  </a:lnTo>
                  <a:lnTo>
                    <a:pt x="169811" y="381000"/>
                  </a:lnTo>
                  <a:lnTo>
                    <a:pt x="204381" y="372338"/>
                  </a:lnTo>
                  <a:lnTo>
                    <a:pt x="251409" y="369430"/>
                  </a:lnTo>
                  <a:lnTo>
                    <a:pt x="298538" y="372338"/>
                  </a:lnTo>
                  <a:lnTo>
                    <a:pt x="333159" y="381000"/>
                  </a:lnTo>
                  <a:lnTo>
                    <a:pt x="354533" y="395312"/>
                  </a:lnTo>
                  <a:lnTo>
                    <a:pt x="361924" y="415213"/>
                  </a:lnTo>
                  <a:lnTo>
                    <a:pt x="361924" y="339394"/>
                  </a:lnTo>
                  <a:lnTo>
                    <a:pt x="358444" y="337515"/>
                  </a:lnTo>
                  <a:lnTo>
                    <a:pt x="310603" y="325755"/>
                  </a:lnTo>
                  <a:lnTo>
                    <a:pt x="251409" y="321665"/>
                  </a:lnTo>
                  <a:lnTo>
                    <a:pt x="192392" y="325755"/>
                  </a:lnTo>
                  <a:lnTo>
                    <a:pt x="144627" y="337515"/>
                  </a:lnTo>
                  <a:lnTo>
                    <a:pt x="109207" y="356590"/>
                  </a:lnTo>
                  <a:lnTo>
                    <a:pt x="87223" y="382612"/>
                  </a:lnTo>
                  <a:lnTo>
                    <a:pt x="79730" y="415213"/>
                  </a:lnTo>
                  <a:lnTo>
                    <a:pt x="87223" y="447116"/>
                  </a:lnTo>
                  <a:lnTo>
                    <a:pt x="109207" y="472833"/>
                  </a:lnTo>
                  <a:lnTo>
                    <a:pt x="144627" y="491845"/>
                  </a:lnTo>
                  <a:lnTo>
                    <a:pt x="192392" y="503605"/>
                  </a:lnTo>
                  <a:lnTo>
                    <a:pt x="251409" y="507568"/>
                  </a:lnTo>
                  <a:lnTo>
                    <a:pt x="310603" y="503605"/>
                  </a:lnTo>
                  <a:lnTo>
                    <a:pt x="358444" y="491845"/>
                  </a:lnTo>
                  <a:lnTo>
                    <a:pt x="393890" y="472833"/>
                  </a:lnTo>
                  <a:lnTo>
                    <a:pt x="405053" y="459803"/>
                  </a:lnTo>
                  <a:lnTo>
                    <a:pt x="415925" y="447116"/>
                  </a:lnTo>
                  <a:lnTo>
                    <a:pt x="423494" y="415213"/>
                  </a:lnTo>
                  <a:close/>
                </a:path>
                <a:path w="7165975" h="508000">
                  <a:moveTo>
                    <a:pt x="744194" y="56248"/>
                  </a:moveTo>
                  <a:lnTo>
                    <a:pt x="506590" y="56248"/>
                  </a:lnTo>
                  <a:lnTo>
                    <a:pt x="506590" y="107353"/>
                  </a:lnTo>
                  <a:lnTo>
                    <a:pt x="681037" y="107353"/>
                  </a:lnTo>
                  <a:lnTo>
                    <a:pt x="672477" y="154813"/>
                  </a:lnTo>
                  <a:lnTo>
                    <a:pt x="657250" y="198767"/>
                  </a:lnTo>
                  <a:lnTo>
                    <a:pt x="635330" y="239331"/>
                  </a:lnTo>
                  <a:lnTo>
                    <a:pt x="606653" y="276593"/>
                  </a:lnTo>
                  <a:lnTo>
                    <a:pt x="571195" y="310642"/>
                  </a:lnTo>
                  <a:lnTo>
                    <a:pt x="528904" y="341553"/>
                  </a:lnTo>
                  <a:lnTo>
                    <a:pt x="479755" y="369430"/>
                  </a:lnTo>
                  <a:lnTo>
                    <a:pt x="514680" y="417182"/>
                  </a:lnTo>
                  <a:lnTo>
                    <a:pt x="566712" y="387959"/>
                  </a:lnTo>
                  <a:lnTo>
                    <a:pt x="611251" y="355447"/>
                  </a:lnTo>
                  <a:lnTo>
                    <a:pt x="648652" y="319874"/>
                  </a:lnTo>
                  <a:lnTo>
                    <a:pt x="679284" y="281508"/>
                  </a:lnTo>
                  <a:lnTo>
                    <a:pt x="703541" y="240588"/>
                  </a:lnTo>
                  <a:lnTo>
                    <a:pt x="721791" y="197358"/>
                  </a:lnTo>
                  <a:lnTo>
                    <a:pt x="734390" y="152057"/>
                  </a:lnTo>
                  <a:lnTo>
                    <a:pt x="741743" y="104940"/>
                  </a:lnTo>
                  <a:lnTo>
                    <a:pt x="744194" y="56248"/>
                  </a:lnTo>
                  <a:close/>
                </a:path>
                <a:path w="7165975" h="508000">
                  <a:moveTo>
                    <a:pt x="952182" y="200901"/>
                  </a:moveTo>
                  <a:lnTo>
                    <a:pt x="877392" y="200901"/>
                  </a:lnTo>
                  <a:lnTo>
                    <a:pt x="877392" y="3949"/>
                  </a:lnTo>
                  <a:lnTo>
                    <a:pt x="815238" y="3949"/>
                  </a:lnTo>
                  <a:lnTo>
                    <a:pt x="815238" y="507174"/>
                  </a:lnTo>
                  <a:lnTo>
                    <a:pt x="877392" y="507174"/>
                  </a:lnTo>
                  <a:lnTo>
                    <a:pt x="877392" y="252399"/>
                  </a:lnTo>
                  <a:lnTo>
                    <a:pt x="952182" y="252399"/>
                  </a:lnTo>
                  <a:lnTo>
                    <a:pt x="952182" y="200901"/>
                  </a:lnTo>
                  <a:close/>
                </a:path>
                <a:path w="7165975" h="508000">
                  <a:moveTo>
                    <a:pt x="1285113" y="350875"/>
                  </a:moveTo>
                  <a:lnTo>
                    <a:pt x="1240485" y="324599"/>
                  </a:lnTo>
                  <a:lnTo>
                    <a:pt x="1204442" y="288328"/>
                  </a:lnTo>
                  <a:lnTo>
                    <a:pt x="1177747" y="244805"/>
                  </a:lnTo>
                  <a:lnTo>
                    <a:pt x="1161161" y="196786"/>
                  </a:lnTo>
                  <a:lnTo>
                    <a:pt x="1155458" y="147027"/>
                  </a:lnTo>
                  <a:lnTo>
                    <a:pt x="1155458" y="104597"/>
                  </a:lnTo>
                  <a:lnTo>
                    <a:pt x="1265580" y="104597"/>
                  </a:lnTo>
                  <a:lnTo>
                    <a:pt x="1265580" y="53682"/>
                  </a:lnTo>
                  <a:lnTo>
                    <a:pt x="981214" y="53682"/>
                  </a:lnTo>
                  <a:lnTo>
                    <a:pt x="981214" y="104597"/>
                  </a:lnTo>
                  <a:lnTo>
                    <a:pt x="1092314" y="104597"/>
                  </a:lnTo>
                  <a:lnTo>
                    <a:pt x="1092314" y="147027"/>
                  </a:lnTo>
                  <a:lnTo>
                    <a:pt x="1088110" y="190398"/>
                  </a:lnTo>
                  <a:lnTo>
                    <a:pt x="1076248" y="233273"/>
                  </a:lnTo>
                  <a:lnTo>
                    <a:pt x="1057236" y="273837"/>
                  </a:lnTo>
                  <a:lnTo>
                    <a:pt x="1031621" y="310273"/>
                  </a:lnTo>
                  <a:lnTo>
                    <a:pt x="999921" y="340766"/>
                  </a:lnTo>
                  <a:lnTo>
                    <a:pt x="962660" y="363512"/>
                  </a:lnTo>
                  <a:lnTo>
                    <a:pt x="998385" y="412445"/>
                  </a:lnTo>
                  <a:lnTo>
                    <a:pt x="1039876" y="386067"/>
                  </a:lnTo>
                  <a:lnTo>
                    <a:pt x="1075169" y="350164"/>
                  </a:lnTo>
                  <a:lnTo>
                    <a:pt x="1103693" y="306514"/>
                  </a:lnTo>
                  <a:lnTo>
                    <a:pt x="1124877" y="256946"/>
                  </a:lnTo>
                  <a:lnTo>
                    <a:pt x="1145997" y="302691"/>
                  </a:lnTo>
                  <a:lnTo>
                    <a:pt x="1174432" y="342734"/>
                  </a:lnTo>
                  <a:lnTo>
                    <a:pt x="1209713" y="375602"/>
                  </a:lnTo>
                  <a:lnTo>
                    <a:pt x="1251369" y="399821"/>
                  </a:lnTo>
                  <a:lnTo>
                    <a:pt x="1285113" y="350875"/>
                  </a:lnTo>
                  <a:close/>
                </a:path>
                <a:path w="7165975" h="508000">
                  <a:moveTo>
                    <a:pt x="1384769" y="3949"/>
                  </a:moveTo>
                  <a:lnTo>
                    <a:pt x="1322222" y="3949"/>
                  </a:lnTo>
                  <a:lnTo>
                    <a:pt x="1322222" y="507961"/>
                  </a:lnTo>
                  <a:lnTo>
                    <a:pt x="1384769" y="507961"/>
                  </a:lnTo>
                  <a:lnTo>
                    <a:pt x="1384769" y="3949"/>
                  </a:lnTo>
                  <a:close/>
                </a:path>
                <a:path w="7165975" h="508000">
                  <a:moveTo>
                    <a:pt x="2352954" y="44208"/>
                  </a:moveTo>
                  <a:lnTo>
                    <a:pt x="2239289" y="44208"/>
                  </a:lnTo>
                  <a:lnTo>
                    <a:pt x="2239289" y="0"/>
                  </a:lnTo>
                  <a:lnTo>
                    <a:pt x="2177326" y="0"/>
                  </a:lnTo>
                  <a:lnTo>
                    <a:pt x="2177326" y="44208"/>
                  </a:lnTo>
                  <a:lnTo>
                    <a:pt x="2063254" y="44208"/>
                  </a:lnTo>
                  <a:lnTo>
                    <a:pt x="2063254" y="89789"/>
                  </a:lnTo>
                  <a:lnTo>
                    <a:pt x="2352954" y="89789"/>
                  </a:lnTo>
                  <a:lnTo>
                    <a:pt x="2352954" y="44208"/>
                  </a:lnTo>
                  <a:close/>
                </a:path>
                <a:path w="7165975" h="508000">
                  <a:moveTo>
                    <a:pt x="2370912" y="313778"/>
                  </a:moveTo>
                  <a:lnTo>
                    <a:pt x="2367534" y="281406"/>
                  </a:lnTo>
                  <a:lnTo>
                    <a:pt x="2366378" y="270357"/>
                  </a:lnTo>
                  <a:lnTo>
                    <a:pt x="2335530" y="274027"/>
                  </a:lnTo>
                  <a:lnTo>
                    <a:pt x="2303869" y="277075"/>
                  </a:lnTo>
                  <a:lnTo>
                    <a:pt x="2271687" y="279514"/>
                  </a:lnTo>
                  <a:lnTo>
                    <a:pt x="2239289" y="281406"/>
                  </a:lnTo>
                  <a:lnTo>
                    <a:pt x="2239289" y="252209"/>
                  </a:lnTo>
                  <a:lnTo>
                    <a:pt x="2276665" y="243293"/>
                  </a:lnTo>
                  <a:lnTo>
                    <a:pt x="2305050" y="227634"/>
                  </a:lnTo>
                  <a:lnTo>
                    <a:pt x="2317470" y="212737"/>
                  </a:lnTo>
                  <a:lnTo>
                    <a:pt x="2323147" y="205917"/>
                  </a:lnTo>
                  <a:lnTo>
                    <a:pt x="2329675" y="178790"/>
                  </a:lnTo>
                  <a:lnTo>
                    <a:pt x="2320772" y="147599"/>
                  </a:lnTo>
                  <a:lnTo>
                    <a:pt x="2318931" y="145834"/>
                  </a:lnTo>
                  <a:lnTo>
                    <a:pt x="2296071" y="124002"/>
                  </a:lnTo>
                  <a:lnTo>
                    <a:pt x="2270074" y="113931"/>
                  </a:lnTo>
                  <a:lnTo>
                    <a:pt x="2270074" y="178790"/>
                  </a:lnTo>
                  <a:lnTo>
                    <a:pt x="2265819" y="193040"/>
                  </a:lnTo>
                  <a:lnTo>
                    <a:pt x="2253538" y="203758"/>
                  </a:lnTo>
                  <a:lnTo>
                    <a:pt x="2233942" y="210489"/>
                  </a:lnTo>
                  <a:lnTo>
                    <a:pt x="2207717" y="212737"/>
                  </a:lnTo>
                  <a:lnTo>
                    <a:pt x="2181377" y="210489"/>
                  </a:lnTo>
                  <a:lnTo>
                    <a:pt x="2161756" y="203758"/>
                  </a:lnTo>
                  <a:lnTo>
                    <a:pt x="2149576" y="193040"/>
                  </a:lnTo>
                  <a:lnTo>
                    <a:pt x="2145550" y="178790"/>
                  </a:lnTo>
                  <a:lnTo>
                    <a:pt x="2149576" y="164490"/>
                  </a:lnTo>
                  <a:lnTo>
                    <a:pt x="2161756" y="154178"/>
                  </a:lnTo>
                  <a:lnTo>
                    <a:pt x="2181377" y="147929"/>
                  </a:lnTo>
                  <a:lnTo>
                    <a:pt x="2207717" y="145834"/>
                  </a:lnTo>
                  <a:lnTo>
                    <a:pt x="2233942" y="147929"/>
                  </a:lnTo>
                  <a:lnTo>
                    <a:pt x="2253538" y="154178"/>
                  </a:lnTo>
                  <a:lnTo>
                    <a:pt x="2265819" y="164490"/>
                  </a:lnTo>
                  <a:lnTo>
                    <a:pt x="2270074" y="178790"/>
                  </a:lnTo>
                  <a:lnTo>
                    <a:pt x="2270074" y="113931"/>
                  </a:lnTo>
                  <a:lnTo>
                    <a:pt x="2257679" y="109118"/>
                  </a:lnTo>
                  <a:lnTo>
                    <a:pt x="2207717" y="104000"/>
                  </a:lnTo>
                  <a:lnTo>
                    <a:pt x="2157780" y="109118"/>
                  </a:lnTo>
                  <a:lnTo>
                    <a:pt x="2119325" y="124002"/>
                  </a:lnTo>
                  <a:lnTo>
                    <a:pt x="2094687" y="147599"/>
                  </a:lnTo>
                  <a:lnTo>
                    <a:pt x="2086152" y="178790"/>
                  </a:lnTo>
                  <a:lnTo>
                    <a:pt x="2092350" y="206146"/>
                  </a:lnTo>
                  <a:lnTo>
                    <a:pt x="2110575" y="227952"/>
                  </a:lnTo>
                  <a:lnTo>
                    <a:pt x="2139378" y="243598"/>
                  </a:lnTo>
                  <a:lnTo>
                    <a:pt x="2177326" y="252399"/>
                  </a:lnTo>
                  <a:lnTo>
                    <a:pt x="2177326" y="283578"/>
                  </a:lnTo>
                  <a:lnTo>
                    <a:pt x="2143556" y="284302"/>
                  </a:lnTo>
                  <a:lnTo>
                    <a:pt x="2050237" y="284962"/>
                  </a:lnTo>
                  <a:lnTo>
                    <a:pt x="2056942" y="333705"/>
                  </a:lnTo>
                  <a:lnTo>
                    <a:pt x="2103589" y="333463"/>
                  </a:lnTo>
                  <a:lnTo>
                    <a:pt x="2153996" y="332613"/>
                  </a:lnTo>
                  <a:lnTo>
                    <a:pt x="2207044" y="330695"/>
                  </a:lnTo>
                  <a:lnTo>
                    <a:pt x="2261628" y="327228"/>
                  </a:lnTo>
                  <a:lnTo>
                    <a:pt x="2316619" y="321754"/>
                  </a:lnTo>
                  <a:lnTo>
                    <a:pt x="2370912" y="313778"/>
                  </a:lnTo>
                  <a:close/>
                </a:path>
                <a:path w="7165975" h="508000">
                  <a:moveTo>
                    <a:pt x="2454592" y="367055"/>
                  </a:moveTo>
                  <a:lnTo>
                    <a:pt x="2113584" y="367055"/>
                  </a:lnTo>
                  <a:lnTo>
                    <a:pt x="2113584" y="415404"/>
                  </a:lnTo>
                  <a:lnTo>
                    <a:pt x="2392426" y="415404"/>
                  </a:lnTo>
                  <a:lnTo>
                    <a:pt x="2392426" y="507961"/>
                  </a:lnTo>
                  <a:lnTo>
                    <a:pt x="2454592" y="507961"/>
                  </a:lnTo>
                  <a:lnTo>
                    <a:pt x="2454592" y="367055"/>
                  </a:lnTo>
                  <a:close/>
                </a:path>
                <a:path w="7165975" h="508000">
                  <a:moveTo>
                    <a:pt x="2522664" y="151358"/>
                  </a:moveTo>
                  <a:lnTo>
                    <a:pt x="2454592" y="151358"/>
                  </a:lnTo>
                  <a:lnTo>
                    <a:pt x="2454592" y="4343"/>
                  </a:lnTo>
                  <a:lnTo>
                    <a:pt x="2392426" y="4343"/>
                  </a:lnTo>
                  <a:lnTo>
                    <a:pt x="2392426" y="345351"/>
                  </a:lnTo>
                  <a:lnTo>
                    <a:pt x="2454592" y="345351"/>
                  </a:lnTo>
                  <a:lnTo>
                    <a:pt x="2454592" y="202476"/>
                  </a:lnTo>
                  <a:lnTo>
                    <a:pt x="2522664" y="202476"/>
                  </a:lnTo>
                  <a:lnTo>
                    <a:pt x="2522664" y="151358"/>
                  </a:lnTo>
                  <a:close/>
                </a:path>
                <a:path w="7165975" h="508000">
                  <a:moveTo>
                    <a:pt x="2837053" y="238594"/>
                  </a:moveTo>
                  <a:lnTo>
                    <a:pt x="2785300" y="214642"/>
                  </a:lnTo>
                  <a:lnTo>
                    <a:pt x="2756382" y="188264"/>
                  </a:lnTo>
                  <a:lnTo>
                    <a:pt x="2748216" y="180822"/>
                  </a:lnTo>
                  <a:lnTo>
                    <a:pt x="2725902" y="139966"/>
                  </a:lnTo>
                  <a:lnTo>
                    <a:pt x="2718511" y="95313"/>
                  </a:lnTo>
                  <a:lnTo>
                    <a:pt x="2718447" y="89001"/>
                  </a:lnTo>
                  <a:lnTo>
                    <a:pt x="2823032" y="89001"/>
                  </a:lnTo>
                  <a:lnTo>
                    <a:pt x="2823032" y="38874"/>
                  </a:lnTo>
                  <a:lnTo>
                    <a:pt x="2549131" y="38874"/>
                  </a:lnTo>
                  <a:lnTo>
                    <a:pt x="2549131" y="89001"/>
                  </a:lnTo>
                  <a:lnTo>
                    <a:pt x="2656090" y="89001"/>
                  </a:lnTo>
                  <a:lnTo>
                    <a:pt x="2656090" y="95313"/>
                  </a:lnTo>
                  <a:lnTo>
                    <a:pt x="2650807" y="135089"/>
                  </a:lnTo>
                  <a:lnTo>
                    <a:pt x="2635567" y="172669"/>
                  </a:lnTo>
                  <a:lnTo>
                    <a:pt x="2610535" y="206248"/>
                  </a:lnTo>
                  <a:lnTo>
                    <a:pt x="2575877" y="234022"/>
                  </a:lnTo>
                  <a:lnTo>
                    <a:pt x="2531757" y="254177"/>
                  </a:lnTo>
                  <a:lnTo>
                    <a:pt x="2563342" y="303314"/>
                  </a:lnTo>
                  <a:lnTo>
                    <a:pt x="2605341" y="284200"/>
                  </a:lnTo>
                  <a:lnTo>
                    <a:pt x="2640355" y="258000"/>
                  </a:lnTo>
                  <a:lnTo>
                    <a:pt x="2668181" y="225691"/>
                  </a:lnTo>
                  <a:lnTo>
                    <a:pt x="2688653" y="188264"/>
                  </a:lnTo>
                  <a:lnTo>
                    <a:pt x="2708681" y="220395"/>
                  </a:lnTo>
                  <a:lnTo>
                    <a:pt x="2735275" y="248158"/>
                  </a:lnTo>
                  <a:lnTo>
                    <a:pt x="2768295" y="270738"/>
                  </a:lnTo>
                  <a:lnTo>
                    <a:pt x="2807639" y="287337"/>
                  </a:lnTo>
                  <a:lnTo>
                    <a:pt x="2837053" y="238594"/>
                  </a:lnTo>
                  <a:close/>
                </a:path>
                <a:path w="7165975" h="508000">
                  <a:moveTo>
                    <a:pt x="2940062" y="411264"/>
                  </a:moveTo>
                  <a:lnTo>
                    <a:pt x="2932557" y="378142"/>
                  </a:lnTo>
                  <a:lnTo>
                    <a:pt x="2921381" y="364490"/>
                  </a:lnTo>
                  <a:lnTo>
                    <a:pt x="2910789" y="351561"/>
                  </a:lnTo>
                  <a:lnTo>
                    <a:pt x="2879077" y="333756"/>
                  </a:lnTo>
                  <a:lnTo>
                    <a:pt x="2879077" y="411264"/>
                  </a:lnTo>
                  <a:lnTo>
                    <a:pt x="2871965" y="431876"/>
                  </a:lnTo>
                  <a:lnTo>
                    <a:pt x="2851112" y="446811"/>
                  </a:lnTo>
                  <a:lnTo>
                    <a:pt x="2817304" y="455853"/>
                  </a:lnTo>
                  <a:lnTo>
                    <a:pt x="2771330" y="458825"/>
                  </a:lnTo>
                  <a:lnTo>
                    <a:pt x="2725089" y="455853"/>
                  </a:lnTo>
                  <a:lnTo>
                    <a:pt x="2690914" y="446811"/>
                  </a:lnTo>
                  <a:lnTo>
                    <a:pt x="2669768" y="431876"/>
                  </a:lnTo>
                  <a:lnTo>
                    <a:pt x="2662605" y="411264"/>
                  </a:lnTo>
                  <a:lnTo>
                    <a:pt x="2669768" y="391045"/>
                  </a:lnTo>
                  <a:lnTo>
                    <a:pt x="2690914" y="376402"/>
                  </a:lnTo>
                  <a:lnTo>
                    <a:pt x="2725089" y="367499"/>
                  </a:lnTo>
                  <a:lnTo>
                    <a:pt x="2771330" y="364490"/>
                  </a:lnTo>
                  <a:lnTo>
                    <a:pt x="2817304" y="367499"/>
                  </a:lnTo>
                  <a:lnTo>
                    <a:pt x="2851112" y="376402"/>
                  </a:lnTo>
                  <a:lnTo>
                    <a:pt x="2871965" y="391045"/>
                  </a:lnTo>
                  <a:lnTo>
                    <a:pt x="2879077" y="411264"/>
                  </a:lnTo>
                  <a:lnTo>
                    <a:pt x="2879077" y="333756"/>
                  </a:lnTo>
                  <a:lnTo>
                    <a:pt x="2875915" y="331978"/>
                  </a:lnTo>
                  <a:lnTo>
                    <a:pt x="2829039" y="319887"/>
                  </a:lnTo>
                  <a:lnTo>
                    <a:pt x="2771330" y="315747"/>
                  </a:lnTo>
                  <a:lnTo>
                    <a:pt x="2713024" y="319887"/>
                  </a:lnTo>
                  <a:lnTo>
                    <a:pt x="2665577" y="331978"/>
                  </a:lnTo>
                  <a:lnTo>
                    <a:pt x="2630233" y="351561"/>
                  </a:lnTo>
                  <a:lnTo>
                    <a:pt x="2608173" y="378142"/>
                  </a:lnTo>
                  <a:lnTo>
                    <a:pt x="2600629" y="411264"/>
                  </a:lnTo>
                  <a:lnTo>
                    <a:pt x="2608173" y="444639"/>
                  </a:lnTo>
                  <a:lnTo>
                    <a:pt x="2630233" y="471474"/>
                  </a:lnTo>
                  <a:lnTo>
                    <a:pt x="2665577" y="491261"/>
                  </a:lnTo>
                  <a:lnTo>
                    <a:pt x="2713024" y="503466"/>
                  </a:lnTo>
                  <a:lnTo>
                    <a:pt x="2771330" y="507568"/>
                  </a:lnTo>
                  <a:lnTo>
                    <a:pt x="2829039" y="503466"/>
                  </a:lnTo>
                  <a:lnTo>
                    <a:pt x="2875915" y="491261"/>
                  </a:lnTo>
                  <a:lnTo>
                    <a:pt x="2910789" y="471474"/>
                  </a:lnTo>
                  <a:lnTo>
                    <a:pt x="2921050" y="458825"/>
                  </a:lnTo>
                  <a:lnTo>
                    <a:pt x="2932557" y="444639"/>
                  </a:lnTo>
                  <a:lnTo>
                    <a:pt x="2940062" y="411264"/>
                  </a:lnTo>
                  <a:close/>
                </a:path>
                <a:path w="7165975" h="508000">
                  <a:moveTo>
                    <a:pt x="3005975" y="124917"/>
                  </a:moveTo>
                  <a:lnTo>
                    <a:pt x="2935528" y="124917"/>
                  </a:lnTo>
                  <a:lnTo>
                    <a:pt x="2935528" y="3949"/>
                  </a:lnTo>
                  <a:lnTo>
                    <a:pt x="2873159" y="3949"/>
                  </a:lnTo>
                  <a:lnTo>
                    <a:pt x="2873159" y="304698"/>
                  </a:lnTo>
                  <a:lnTo>
                    <a:pt x="2935528" y="304698"/>
                  </a:lnTo>
                  <a:lnTo>
                    <a:pt x="2935528" y="175831"/>
                  </a:lnTo>
                  <a:lnTo>
                    <a:pt x="3005975" y="175831"/>
                  </a:lnTo>
                  <a:lnTo>
                    <a:pt x="3005975" y="124917"/>
                  </a:lnTo>
                  <a:close/>
                </a:path>
                <a:path w="7165975" h="508000">
                  <a:moveTo>
                    <a:pt x="3489248" y="458622"/>
                  </a:moveTo>
                  <a:lnTo>
                    <a:pt x="3463861" y="428828"/>
                  </a:lnTo>
                  <a:lnTo>
                    <a:pt x="3444367" y="405930"/>
                  </a:lnTo>
                  <a:lnTo>
                    <a:pt x="3430244" y="389356"/>
                  </a:lnTo>
                  <a:lnTo>
                    <a:pt x="3444024" y="367296"/>
                  </a:lnTo>
                  <a:lnTo>
                    <a:pt x="3455111" y="340004"/>
                  </a:lnTo>
                  <a:lnTo>
                    <a:pt x="3455365" y="338836"/>
                  </a:lnTo>
                  <a:lnTo>
                    <a:pt x="3462490" y="307187"/>
                  </a:lnTo>
                  <a:lnTo>
                    <a:pt x="3465169" y="268579"/>
                  </a:lnTo>
                  <a:lnTo>
                    <a:pt x="3403993" y="268579"/>
                  </a:lnTo>
                  <a:lnTo>
                    <a:pt x="3402838" y="287997"/>
                  </a:lnTo>
                  <a:lnTo>
                    <a:pt x="3399510" y="306222"/>
                  </a:lnTo>
                  <a:lnTo>
                    <a:pt x="3394176" y="323202"/>
                  </a:lnTo>
                  <a:lnTo>
                    <a:pt x="3387026" y="338836"/>
                  </a:lnTo>
                  <a:lnTo>
                    <a:pt x="3347758" y="292773"/>
                  </a:lnTo>
                  <a:lnTo>
                    <a:pt x="3347758" y="384429"/>
                  </a:lnTo>
                  <a:lnTo>
                    <a:pt x="3332899" y="393611"/>
                  </a:lnTo>
                  <a:lnTo>
                    <a:pt x="3317240" y="400354"/>
                  </a:lnTo>
                  <a:lnTo>
                    <a:pt x="3301111" y="404520"/>
                  </a:lnTo>
                  <a:lnTo>
                    <a:pt x="3284804" y="405930"/>
                  </a:lnTo>
                  <a:lnTo>
                    <a:pt x="3257829" y="401421"/>
                  </a:lnTo>
                  <a:lnTo>
                    <a:pt x="3237166" y="389115"/>
                  </a:lnTo>
                  <a:lnTo>
                    <a:pt x="3223945" y="370801"/>
                  </a:lnTo>
                  <a:lnTo>
                    <a:pt x="3219285" y="348310"/>
                  </a:lnTo>
                  <a:lnTo>
                    <a:pt x="3221342" y="336537"/>
                  </a:lnTo>
                  <a:lnTo>
                    <a:pt x="3227921" y="322808"/>
                  </a:lnTo>
                  <a:lnTo>
                    <a:pt x="3239605" y="307962"/>
                  </a:lnTo>
                  <a:lnTo>
                    <a:pt x="3256978" y="292862"/>
                  </a:lnTo>
                  <a:lnTo>
                    <a:pt x="3263493" y="288124"/>
                  </a:lnTo>
                  <a:lnTo>
                    <a:pt x="3347758" y="384429"/>
                  </a:lnTo>
                  <a:lnTo>
                    <a:pt x="3347758" y="292773"/>
                  </a:lnTo>
                  <a:lnTo>
                    <a:pt x="3343795" y="288124"/>
                  </a:lnTo>
                  <a:lnTo>
                    <a:pt x="3313023" y="252006"/>
                  </a:lnTo>
                  <a:lnTo>
                    <a:pt x="3338677" y="233260"/>
                  </a:lnTo>
                  <a:lnTo>
                    <a:pt x="3361296" y="213944"/>
                  </a:lnTo>
                  <a:lnTo>
                    <a:pt x="3365347" y="208788"/>
                  </a:lnTo>
                  <a:lnTo>
                    <a:pt x="3378174" y="192430"/>
                  </a:lnTo>
                  <a:lnTo>
                    <a:pt x="3388715" y="168300"/>
                  </a:lnTo>
                  <a:lnTo>
                    <a:pt x="3392347" y="141097"/>
                  </a:lnTo>
                  <a:lnTo>
                    <a:pt x="3385655" y="107950"/>
                  </a:lnTo>
                  <a:lnTo>
                    <a:pt x="3385261" y="105981"/>
                  </a:lnTo>
                  <a:lnTo>
                    <a:pt x="3364877" y="76822"/>
                  </a:lnTo>
                  <a:lnTo>
                    <a:pt x="3332581" y="56908"/>
                  </a:lnTo>
                  <a:lnTo>
                    <a:pt x="3331972" y="56807"/>
                  </a:lnTo>
                  <a:lnTo>
                    <a:pt x="3331972" y="144259"/>
                  </a:lnTo>
                  <a:lnTo>
                    <a:pt x="3329876" y="158597"/>
                  </a:lnTo>
                  <a:lnTo>
                    <a:pt x="3323729" y="171145"/>
                  </a:lnTo>
                  <a:lnTo>
                    <a:pt x="3313646" y="182448"/>
                  </a:lnTo>
                  <a:lnTo>
                    <a:pt x="3299803" y="193001"/>
                  </a:lnTo>
                  <a:lnTo>
                    <a:pt x="3276714" y="208788"/>
                  </a:lnTo>
                  <a:lnTo>
                    <a:pt x="3264954" y="193357"/>
                  </a:lnTo>
                  <a:lnTo>
                    <a:pt x="3255645" y="178600"/>
                  </a:lnTo>
                  <a:lnTo>
                    <a:pt x="3249511" y="164274"/>
                  </a:lnTo>
                  <a:lnTo>
                    <a:pt x="3247313" y="150177"/>
                  </a:lnTo>
                  <a:lnTo>
                    <a:pt x="3250450" y="134429"/>
                  </a:lnTo>
                  <a:lnTo>
                    <a:pt x="3259315" y="120929"/>
                  </a:lnTo>
                  <a:lnTo>
                    <a:pt x="3273031" y="111493"/>
                  </a:lnTo>
                  <a:lnTo>
                    <a:pt x="3290722" y="107950"/>
                  </a:lnTo>
                  <a:lnTo>
                    <a:pt x="3307905" y="111074"/>
                  </a:lnTo>
                  <a:lnTo>
                    <a:pt x="3320897" y="119443"/>
                  </a:lnTo>
                  <a:lnTo>
                    <a:pt x="3329101" y="131152"/>
                  </a:lnTo>
                  <a:lnTo>
                    <a:pt x="3331972" y="144259"/>
                  </a:lnTo>
                  <a:lnTo>
                    <a:pt x="3331972" y="56807"/>
                  </a:lnTo>
                  <a:lnTo>
                    <a:pt x="3289731" y="49542"/>
                  </a:lnTo>
                  <a:lnTo>
                    <a:pt x="3246323" y="57061"/>
                  </a:lnTo>
                  <a:lnTo>
                    <a:pt x="3212947" y="77901"/>
                  </a:lnTo>
                  <a:lnTo>
                    <a:pt x="3191522" y="109474"/>
                  </a:lnTo>
                  <a:lnTo>
                    <a:pt x="3183966" y="149199"/>
                  </a:lnTo>
                  <a:lnTo>
                    <a:pt x="3187166" y="175120"/>
                  </a:lnTo>
                  <a:lnTo>
                    <a:pt x="3195955" y="199097"/>
                  </a:lnTo>
                  <a:lnTo>
                    <a:pt x="3209099" y="221703"/>
                  </a:lnTo>
                  <a:lnTo>
                    <a:pt x="3225406" y="243522"/>
                  </a:lnTo>
                  <a:lnTo>
                    <a:pt x="3194494" y="266827"/>
                  </a:lnTo>
                  <a:lnTo>
                    <a:pt x="3170567" y="291249"/>
                  </a:lnTo>
                  <a:lnTo>
                    <a:pt x="3155111" y="318757"/>
                  </a:lnTo>
                  <a:lnTo>
                    <a:pt x="3149625" y="351269"/>
                  </a:lnTo>
                  <a:lnTo>
                    <a:pt x="3158807" y="396113"/>
                  </a:lnTo>
                  <a:lnTo>
                    <a:pt x="3185198" y="432028"/>
                  </a:lnTo>
                  <a:lnTo>
                    <a:pt x="3227044" y="455891"/>
                  </a:lnTo>
                  <a:lnTo>
                    <a:pt x="3282632" y="464540"/>
                  </a:lnTo>
                  <a:lnTo>
                    <a:pt x="3310001" y="462407"/>
                  </a:lnTo>
                  <a:lnTo>
                    <a:pt x="3337344" y="455866"/>
                  </a:lnTo>
                  <a:lnTo>
                    <a:pt x="3363277" y="444728"/>
                  </a:lnTo>
                  <a:lnTo>
                    <a:pt x="3386429" y="428828"/>
                  </a:lnTo>
                  <a:lnTo>
                    <a:pt x="3412477" y="458622"/>
                  </a:lnTo>
                  <a:lnTo>
                    <a:pt x="3489248" y="458622"/>
                  </a:lnTo>
                  <a:close/>
                </a:path>
                <a:path w="7165975" h="508000">
                  <a:moveTo>
                    <a:pt x="3882174" y="56248"/>
                  </a:moveTo>
                  <a:lnTo>
                    <a:pt x="3644569" y="56248"/>
                  </a:lnTo>
                  <a:lnTo>
                    <a:pt x="3644569" y="107353"/>
                  </a:lnTo>
                  <a:lnTo>
                    <a:pt x="3819017" y="107353"/>
                  </a:lnTo>
                  <a:lnTo>
                    <a:pt x="3810457" y="154813"/>
                  </a:lnTo>
                  <a:lnTo>
                    <a:pt x="3795230" y="198767"/>
                  </a:lnTo>
                  <a:lnTo>
                    <a:pt x="3773309" y="239331"/>
                  </a:lnTo>
                  <a:lnTo>
                    <a:pt x="3744633" y="276593"/>
                  </a:lnTo>
                  <a:lnTo>
                    <a:pt x="3709174" y="310642"/>
                  </a:lnTo>
                  <a:lnTo>
                    <a:pt x="3666883" y="341553"/>
                  </a:lnTo>
                  <a:lnTo>
                    <a:pt x="3617734" y="369430"/>
                  </a:lnTo>
                  <a:lnTo>
                    <a:pt x="3652659" y="417182"/>
                  </a:lnTo>
                  <a:lnTo>
                    <a:pt x="3704691" y="387959"/>
                  </a:lnTo>
                  <a:lnTo>
                    <a:pt x="3749230" y="355447"/>
                  </a:lnTo>
                  <a:lnTo>
                    <a:pt x="3786619" y="319874"/>
                  </a:lnTo>
                  <a:lnTo>
                    <a:pt x="3817264" y="281508"/>
                  </a:lnTo>
                  <a:lnTo>
                    <a:pt x="3841521" y="240588"/>
                  </a:lnTo>
                  <a:lnTo>
                    <a:pt x="3859771" y="197358"/>
                  </a:lnTo>
                  <a:lnTo>
                    <a:pt x="3872369" y="152057"/>
                  </a:lnTo>
                  <a:lnTo>
                    <a:pt x="3879710" y="104940"/>
                  </a:lnTo>
                  <a:lnTo>
                    <a:pt x="3882174" y="56248"/>
                  </a:lnTo>
                  <a:close/>
                </a:path>
                <a:path w="7165975" h="508000">
                  <a:moveTo>
                    <a:pt x="4090162" y="200901"/>
                  </a:moveTo>
                  <a:lnTo>
                    <a:pt x="4015371" y="200901"/>
                  </a:lnTo>
                  <a:lnTo>
                    <a:pt x="4015371" y="3949"/>
                  </a:lnTo>
                  <a:lnTo>
                    <a:pt x="3953205" y="3949"/>
                  </a:lnTo>
                  <a:lnTo>
                    <a:pt x="3953205" y="507174"/>
                  </a:lnTo>
                  <a:lnTo>
                    <a:pt x="4015371" y="507174"/>
                  </a:lnTo>
                  <a:lnTo>
                    <a:pt x="4015371" y="252399"/>
                  </a:lnTo>
                  <a:lnTo>
                    <a:pt x="4090162" y="252399"/>
                  </a:lnTo>
                  <a:lnTo>
                    <a:pt x="4090162" y="200901"/>
                  </a:lnTo>
                  <a:close/>
                </a:path>
                <a:path w="7165975" h="508000">
                  <a:moveTo>
                    <a:pt x="4541101" y="163398"/>
                  </a:moveTo>
                  <a:lnTo>
                    <a:pt x="4476699" y="151879"/>
                  </a:lnTo>
                  <a:lnTo>
                    <a:pt x="4426801" y="131851"/>
                  </a:lnTo>
                  <a:lnTo>
                    <a:pt x="4405515" y="115443"/>
                  </a:lnTo>
                  <a:lnTo>
                    <a:pt x="4392803" y="105651"/>
                  </a:lnTo>
                  <a:lnTo>
                    <a:pt x="4376128" y="75590"/>
                  </a:lnTo>
                  <a:lnTo>
                    <a:pt x="4521378" y="75590"/>
                  </a:lnTo>
                  <a:lnTo>
                    <a:pt x="4521378" y="26047"/>
                  </a:lnTo>
                  <a:lnTo>
                    <a:pt x="4145038" y="26047"/>
                  </a:lnTo>
                  <a:lnTo>
                    <a:pt x="4145038" y="75590"/>
                  </a:lnTo>
                  <a:lnTo>
                    <a:pt x="4289095" y="75590"/>
                  </a:lnTo>
                  <a:lnTo>
                    <a:pt x="4272102" y="105575"/>
                  </a:lnTo>
                  <a:lnTo>
                    <a:pt x="4237964" y="131775"/>
                  </a:lnTo>
                  <a:lnTo>
                    <a:pt x="4188396" y="151841"/>
                  </a:lnTo>
                  <a:lnTo>
                    <a:pt x="4125112" y="163398"/>
                  </a:lnTo>
                  <a:lnTo>
                    <a:pt x="4146219" y="212344"/>
                  </a:lnTo>
                  <a:lnTo>
                    <a:pt x="4210189" y="200482"/>
                  </a:lnTo>
                  <a:lnTo>
                    <a:pt x="4263466" y="179578"/>
                  </a:lnTo>
                  <a:lnTo>
                    <a:pt x="4304652" y="150850"/>
                  </a:lnTo>
                  <a:lnTo>
                    <a:pt x="4332313" y="115443"/>
                  </a:lnTo>
                  <a:lnTo>
                    <a:pt x="4360215" y="150926"/>
                  </a:lnTo>
                  <a:lnTo>
                    <a:pt x="4401705" y="179654"/>
                  </a:lnTo>
                  <a:lnTo>
                    <a:pt x="4455223" y="200507"/>
                  </a:lnTo>
                  <a:lnTo>
                    <a:pt x="4519206" y="212344"/>
                  </a:lnTo>
                  <a:lnTo>
                    <a:pt x="4541101" y="163398"/>
                  </a:lnTo>
                  <a:close/>
                </a:path>
                <a:path w="7165975" h="508000">
                  <a:moveTo>
                    <a:pt x="4562614" y="235229"/>
                  </a:moveTo>
                  <a:lnTo>
                    <a:pt x="4103014" y="235229"/>
                  </a:lnTo>
                  <a:lnTo>
                    <a:pt x="4103014" y="285356"/>
                  </a:lnTo>
                  <a:lnTo>
                    <a:pt x="4301731" y="285356"/>
                  </a:lnTo>
                  <a:lnTo>
                    <a:pt x="4301731" y="327990"/>
                  </a:lnTo>
                  <a:lnTo>
                    <a:pt x="4240403" y="336905"/>
                  </a:lnTo>
                  <a:lnTo>
                    <a:pt x="4194772" y="355092"/>
                  </a:lnTo>
                  <a:lnTo>
                    <a:pt x="4166311" y="382130"/>
                  </a:lnTo>
                  <a:lnTo>
                    <a:pt x="4156494" y="417576"/>
                  </a:lnTo>
                  <a:lnTo>
                    <a:pt x="4164203" y="449160"/>
                  </a:lnTo>
                  <a:lnTo>
                    <a:pt x="4186656" y="474294"/>
                  </a:lnTo>
                  <a:lnTo>
                    <a:pt x="4222813" y="492633"/>
                  </a:lnTo>
                  <a:lnTo>
                    <a:pt x="4271645" y="503834"/>
                  </a:lnTo>
                  <a:lnTo>
                    <a:pt x="4332122" y="507568"/>
                  </a:lnTo>
                  <a:lnTo>
                    <a:pt x="4392041" y="503834"/>
                  </a:lnTo>
                  <a:lnTo>
                    <a:pt x="4440580" y="492633"/>
                  </a:lnTo>
                  <a:lnTo>
                    <a:pt x="4476648" y="474294"/>
                  </a:lnTo>
                  <a:lnTo>
                    <a:pt x="4489259" y="460197"/>
                  </a:lnTo>
                  <a:lnTo>
                    <a:pt x="4499140" y="449160"/>
                  </a:lnTo>
                  <a:lnTo>
                    <a:pt x="4506963" y="417576"/>
                  </a:lnTo>
                  <a:lnTo>
                    <a:pt x="4497095" y="382270"/>
                  </a:lnTo>
                  <a:lnTo>
                    <a:pt x="4488777" y="374357"/>
                  </a:lnTo>
                  <a:lnTo>
                    <a:pt x="4468800" y="355346"/>
                  </a:lnTo>
                  <a:lnTo>
                    <a:pt x="4445000" y="345770"/>
                  </a:lnTo>
                  <a:lnTo>
                    <a:pt x="4445000" y="417576"/>
                  </a:lnTo>
                  <a:lnTo>
                    <a:pt x="4437380" y="435952"/>
                  </a:lnTo>
                  <a:lnTo>
                    <a:pt x="4415574" y="449402"/>
                  </a:lnTo>
                  <a:lnTo>
                    <a:pt x="4380255" y="457593"/>
                  </a:lnTo>
                  <a:lnTo>
                    <a:pt x="4332122" y="460197"/>
                  </a:lnTo>
                  <a:lnTo>
                    <a:pt x="4283608" y="457593"/>
                  </a:lnTo>
                  <a:lnTo>
                    <a:pt x="4248277" y="449402"/>
                  </a:lnTo>
                  <a:lnTo>
                    <a:pt x="4226750" y="435952"/>
                  </a:lnTo>
                  <a:lnTo>
                    <a:pt x="4219638" y="417576"/>
                  </a:lnTo>
                  <a:lnTo>
                    <a:pt x="4226750" y="398970"/>
                  </a:lnTo>
                  <a:lnTo>
                    <a:pt x="4248277" y="385533"/>
                  </a:lnTo>
                  <a:lnTo>
                    <a:pt x="4283608" y="377317"/>
                  </a:lnTo>
                  <a:lnTo>
                    <a:pt x="4332122" y="374357"/>
                  </a:lnTo>
                  <a:lnTo>
                    <a:pt x="4380255" y="377317"/>
                  </a:lnTo>
                  <a:lnTo>
                    <a:pt x="4415574" y="385533"/>
                  </a:lnTo>
                  <a:lnTo>
                    <a:pt x="4437380" y="398970"/>
                  </a:lnTo>
                  <a:lnTo>
                    <a:pt x="4445000" y="417576"/>
                  </a:lnTo>
                  <a:lnTo>
                    <a:pt x="4445000" y="345770"/>
                  </a:lnTo>
                  <a:lnTo>
                    <a:pt x="4423689" y="337185"/>
                  </a:lnTo>
                  <a:lnTo>
                    <a:pt x="4363301" y="328180"/>
                  </a:lnTo>
                  <a:lnTo>
                    <a:pt x="4363301" y="285356"/>
                  </a:lnTo>
                  <a:lnTo>
                    <a:pt x="4562614" y="285356"/>
                  </a:lnTo>
                  <a:lnTo>
                    <a:pt x="4562614" y="235229"/>
                  </a:lnTo>
                  <a:close/>
                </a:path>
                <a:path w="7165975" h="508000">
                  <a:moveTo>
                    <a:pt x="4907585" y="356793"/>
                  </a:moveTo>
                  <a:lnTo>
                    <a:pt x="4863008" y="331076"/>
                  </a:lnTo>
                  <a:lnTo>
                    <a:pt x="4827244" y="296379"/>
                  </a:lnTo>
                  <a:lnTo>
                    <a:pt x="4800917" y="255244"/>
                  </a:lnTo>
                  <a:lnTo>
                    <a:pt x="4784674" y="210261"/>
                  </a:lnTo>
                  <a:lnTo>
                    <a:pt x="4779111" y="163995"/>
                  </a:lnTo>
                  <a:lnTo>
                    <a:pt x="4779111" y="137553"/>
                  </a:lnTo>
                  <a:lnTo>
                    <a:pt x="4887849" y="137553"/>
                  </a:lnTo>
                  <a:lnTo>
                    <a:pt x="4887849" y="88023"/>
                  </a:lnTo>
                  <a:lnTo>
                    <a:pt x="4778921" y="88023"/>
                  </a:lnTo>
                  <a:lnTo>
                    <a:pt x="4778921" y="14605"/>
                  </a:lnTo>
                  <a:lnTo>
                    <a:pt x="4717148" y="14605"/>
                  </a:lnTo>
                  <a:lnTo>
                    <a:pt x="4717148" y="88023"/>
                  </a:lnTo>
                  <a:lnTo>
                    <a:pt x="4606633" y="88023"/>
                  </a:lnTo>
                  <a:lnTo>
                    <a:pt x="4606633" y="137553"/>
                  </a:lnTo>
                  <a:lnTo>
                    <a:pt x="4717542" y="137553"/>
                  </a:lnTo>
                  <a:lnTo>
                    <a:pt x="4717542" y="163995"/>
                  </a:lnTo>
                  <a:lnTo>
                    <a:pt x="4712081" y="212394"/>
                  </a:lnTo>
                  <a:lnTo>
                    <a:pt x="4696066" y="259257"/>
                  </a:lnTo>
                  <a:lnTo>
                    <a:pt x="4670107" y="302018"/>
                  </a:lnTo>
                  <a:lnTo>
                    <a:pt x="4634763" y="338086"/>
                  </a:lnTo>
                  <a:lnTo>
                    <a:pt x="4590656" y="364883"/>
                  </a:lnTo>
                  <a:lnTo>
                    <a:pt x="4624400" y="412838"/>
                  </a:lnTo>
                  <a:lnTo>
                    <a:pt x="4665535" y="388581"/>
                  </a:lnTo>
                  <a:lnTo>
                    <a:pt x="4700397" y="355409"/>
                  </a:lnTo>
                  <a:lnTo>
                    <a:pt x="4728489" y="314985"/>
                  </a:lnTo>
                  <a:lnTo>
                    <a:pt x="4749317" y="268986"/>
                  </a:lnTo>
                  <a:lnTo>
                    <a:pt x="4770361" y="312280"/>
                  </a:lnTo>
                  <a:lnTo>
                    <a:pt x="4798479" y="350304"/>
                  </a:lnTo>
                  <a:lnTo>
                    <a:pt x="4833150" y="381571"/>
                  </a:lnTo>
                  <a:lnTo>
                    <a:pt x="4873841" y="404558"/>
                  </a:lnTo>
                  <a:lnTo>
                    <a:pt x="4907585" y="356793"/>
                  </a:lnTo>
                  <a:close/>
                </a:path>
                <a:path w="7165975" h="508000">
                  <a:moveTo>
                    <a:pt x="5004879" y="3949"/>
                  </a:moveTo>
                  <a:lnTo>
                    <a:pt x="4942903" y="3949"/>
                  </a:lnTo>
                  <a:lnTo>
                    <a:pt x="4942903" y="507961"/>
                  </a:lnTo>
                  <a:lnTo>
                    <a:pt x="5004879" y="507961"/>
                  </a:lnTo>
                  <a:lnTo>
                    <a:pt x="5004879" y="3949"/>
                  </a:lnTo>
                  <a:close/>
                </a:path>
                <a:path w="7165975" h="508000">
                  <a:moveTo>
                    <a:pt x="5604472" y="49936"/>
                  </a:moveTo>
                  <a:lnTo>
                    <a:pt x="5240769" y="49936"/>
                  </a:lnTo>
                  <a:lnTo>
                    <a:pt x="5240769" y="99860"/>
                  </a:lnTo>
                  <a:lnTo>
                    <a:pt x="5542102" y="99860"/>
                  </a:lnTo>
                  <a:lnTo>
                    <a:pt x="5541835" y="137756"/>
                  </a:lnTo>
                  <a:lnTo>
                    <a:pt x="5540616" y="179146"/>
                  </a:lnTo>
                  <a:lnTo>
                    <a:pt x="5537530" y="224307"/>
                  </a:lnTo>
                  <a:lnTo>
                    <a:pt x="5531637" y="274447"/>
                  </a:lnTo>
                  <a:lnTo>
                    <a:pt x="5521985" y="330161"/>
                  </a:lnTo>
                  <a:lnTo>
                    <a:pt x="5584736" y="336867"/>
                  </a:lnTo>
                  <a:lnTo>
                    <a:pt x="5594274" y="277634"/>
                  </a:lnTo>
                  <a:lnTo>
                    <a:pt x="5600065" y="225501"/>
                  </a:lnTo>
                  <a:lnTo>
                    <a:pt x="5603062" y="178993"/>
                  </a:lnTo>
                  <a:lnTo>
                    <a:pt x="5604218" y="137248"/>
                  </a:lnTo>
                  <a:lnTo>
                    <a:pt x="5604459" y="99860"/>
                  </a:lnTo>
                  <a:lnTo>
                    <a:pt x="5604472" y="49936"/>
                  </a:lnTo>
                  <a:close/>
                </a:path>
                <a:path w="7165975" h="508000">
                  <a:moveTo>
                    <a:pt x="5652427" y="392315"/>
                  </a:moveTo>
                  <a:lnTo>
                    <a:pt x="5424094" y="392315"/>
                  </a:lnTo>
                  <a:lnTo>
                    <a:pt x="5424094" y="216877"/>
                  </a:lnTo>
                  <a:lnTo>
                    <a:pt x="5362524" y="216877"/>
                  </a:lnTo>
                  <a:lnTo>
                    <a:pt x="5362524" y="392315"/>
                  </a:lnTo>
                  <a:lnTo>
                    <a:pt x="5192814" y="392315"/>
                  </a:lnTo>
                  <a:lnTo>
                    <a:pt x="5192814" y="443230"/>
                  </a:lnTo>
                  <a:lnTo>
                    <a:pt x="5652427" y="443230"/>
                  </a:lnTo>
                  <a:lnTo>
                    <a:pt x="5652427" y="392315"/>
                  </a:lnTo>
                  <a:close/>
                </a:path>
                <a:path w="7165975" h="508000">
                  <a:moveTo>
                    <a:pt x="6136716" y="397916"/>
                  </a:moveTo>
                  <a:lnTo>
                    <a:pt x="5935815" y="397916"/>
                  </a:lnTo>
                  <a:lnTo>
                    <a:pt x="5935815" y="282346"/>
                  </a:lnTo>
                  <a:lnTo>
                    <a:pt x="6085014" y="282346"/>
                  </a:lnTo>
                  <a:lnTo>
                    <a:pt x="6085014" y="232816"/>
                  </a:lnTo>
                  <a:lnTo>
                    <a:pt x="5793537" y="232816"/>
                  </a:lnTo>
                  <a:lnTo>
                    <a:pt x="5793537" y="90576"/>
                  </a:lnTo>
                  <a:lnTo>
                    <a:pt x="6081065" y="90576"/>
                  </a:lnTo>
                  <a:lnTo>
                    <a:pt x="6081065" y="41046"/>
                  </a:lnTo>
                  <a:lnTo>
                    <a:pt x="5731370" y="41046"/>
                  </a:lnTo>
                  <a:lnTo>
                    <a:pt x="5731370" y="90576"/>
                  </a:lnTo>
                  <a:lnTo>
                    <a:pt x="5731370" y="232816"/>
                  </a:lnTo>
                  <a:lnTo>
                    <a:pt x="5731370" y="282346"/>
                  </a:lnTo>
                  <a:lnTo>
                    <a:pt x="5874245" y="282346"/>
                  </a:lnTo>
                  <a:lnTo>
                    <a:pt x="5874245" y="397916"/>
                  </a:lnTo>
                  <a:lnTo>
                    <a:pt x="5675528" y="397916"/>
                  </a:lnTo>
                  <a:lnTo>
                    <a:pt x="5675528" y="448716"/>
                  </a:lnTo>
                  <a:lnTo>
                    <a:pt x="6136716" y="448716"/>
                  </a:lnTo>
                  <a:lnTo>
                    <a:pt x="6136716" y="397916"/>
                  </a:lnTo>
                  <a:close/>
                </a:path>
                <a:path w="7165975" h="508000">
                  <a:moveTo>
                    <a:pt x="6462344" y="61963"/>
                  </a:moveTo>
                  <a:lnTo>
                    <a:pt x="6343548" y="61963"/>
                  </a:lnTo>
                  <a:lnTo>
                    <a:pt x="6343548" y="5918"/>
                  </a:lnTo>
                  <a:lnTo>
                    <a:pt x="6281178" y="5918"/>
                  </a:lnTo>
                  <a:lnTo>
                    <a:pt x="6281178" y="61963"/>
                  </a:lnTo>
                  <a:lnTo>
                    <a:pt x="6161595" y="61963"/>
                  </a:lnTo>
                  <a:lnTo>
                    <a:pt x="6161595" y="111112"/>
                  </a:lnTo>
                  <a:lnTo>
                    <a:pt x="6462344" y="111112"/>
                  </a:lnTo>
                  <a:lnTo>
                    <a:pt x="6462344" y="61963"/>
                  </a:lnTo>
                  <a:close/>
                </a:path>
                <a:path w="7165975" h="508000">
                  <a:moveTo>
                    <a:pt x="6472009" y="399034"/>
                  </a:moveTo>
                  <a:lnTo>
                    <a:pt x="6468885" y="364693"/>
                  </a:lnTo>
                  <a:lnTo>
                    <a:pt x="6467869" y="353441"/>
                  </a:lnTo>
                  <a:lnTo>
                    <a:pt x="6437643" y="357225"/>
                  </a:lnTo>
                  <a:lnTo>
                    <a:pt x="6406667" y="360324"/>
                  </a:lnTo>
                  <a:lnTo>
                    <a:pt x="6375209" y="362788"/>
                  </a:lnTo>
                  <a:lnTo>
                    <a:pt x="6343548" y="364693"/>
                  </a:lnTo>
                  <a:lnTo>
                    <a:pt x="6343548" y="319887"/>
                  </a:lnTo>
                  <a:lnTo>
                    <a:pt x="6381001" y="308394"/>
                  </a:lnTo>
                  <a:lnTo>
                    <a:pt x="6409944" y="288569"/>
                  </a:lnTo>
                  <a:lnTo>
                    <a:pt x="6419570" y="274701"/>
                  </a:lnTo>
                  <a:lnTo>
                    <a:pt x="6428689" y="261531"/>
                  </a:lnTo>
                  <a:lnTo>
                    <a:pt x="6435509" y="228523"/>
                  </a:lnTo>
                  <a:lnTo>
                    <a:pt x="6426225" y="189865"/>
                  </a:lnTo>
                  <a:lnTo>
                    <a:pt x="6419164" y="181559"/>
                  </a:lnTo>
                  <a:lnTo>
                    <a:pt x="6400851" y="160020"/>
                  </a:lnTo>
                  <a:lnTo>
                    <a:pt x="6375908" y="147662"/>
                  </a:lnTo>
                  <a:lnTo>
                    <a:pt x="6375908" y="228523"/>
                  </a:lnTo>
                  <a:lnTo>
                    <a:pt x="6371336" y="248094"/>
                  </a:lnTo>
                  <a:lnTo>
                    <a:pt x="6358471" y="262636"/>
                  </a:lnTo>
                  <a:lnTo>
                    <a:pt x="6338519" y="271678"/>
                  </a:lnTo>
                  <a:lnTo>
                    <a:pt x="6312751" y="274701"/>
                  </a:lnTo>
                  <a:lnTo>
                    <a:pt x="6286652" y="271678"/>
                  </a:lnTo>
                  <a:lnTo>
                    <a:pt x="6266548" y="262636"/>
                  </a:lnTo>
                  <a:lnTo>
                    <a:pt x="6253670" y="248094"/>
                  </a:lnTo>
                  <a:lnTo>
                    <a:pt x="6249213" y="228523"/>
                  </a:lnTo>
                  <a:lnTo>
                    <a:pt x="6253670" y="208864"/>
                  </a:lnTo>
                  <a:lnTo>
                    <a:pt x="6266548" y="194094"/>
                  </a:lnTo>
                  <a:lnTo>
                    <a:pt x="6286652" y="184785"/>
                  </a:lnTo>
                  <a:lnTo>
                    <a:pt x="6312751" y="181559"/>
                  </a:lnTo>
                  <a:lnTo>
                    <a:pt x="6338519" y="184785"/>
                  </a:lnTo>
                  <a:lnTo>
                    <a:pt x="6358471" y="194094"/>
                  </a:lnTo>
                  <a:lnTo>
                    <a:pt x="6371336" y="208864"/>
                  </a:lnTo>
                  <a:lnTo>
                    <a:pt x="6375908" y="228523"/>
                  </a:lnTo>
                  <a:lnTo>
                    <a:pt x="6375908" y="147662"/>
                  </a:lnTo>
                  <a:lnTo>
                    <a:pt x="6362103" y="140804"/>
                  </a:lnTo>
                  <a:lnTo>
                    <a:pt x="6312751" y="133997"/>
                  </a:lnTo>
                  <a:lnTo>
                    <a:pt x="6262979" y="140804"/>
                  </a:lnTo>
                  <a:lnTo>
                    <a:pt x="6224270" y="160020"/>
                  </a:lnTo>
                  <a:lnTo>
                    <a:pt x="6199225" y="189865"/>
                  </a:lnTo>
                  <a:lnTo>
                    <a:pt x="6190412" y="228523"/>
                  </a:lnTo>
                  <a:lnTo>
                    <a:pt x="6196762" y="261531"/>
                  </a:lnTo>
                  <a:lnTo>
                    <a:pt x="6215075" y="288467"/>
                  </a:lnTo>
                  <a:lnTo>
                    <a:pt x="6243739" y="308229"/>
                  </a:lnTo>
                  <a:lnTo>
                    <a:pt x="6281178" y="319697"/>
                  </a:lnTo>
                  <a:lnTo>
                    <a:pt x="6281178" y="367055"/>
                  </a:lnTo>
                  <a:lnTo>
                    <a:pt x="6246838" y="367779"/>
                  </a:lnTo>
                  <a:lnTo>
                    <a:pt x="6152121" y="368439"/>
                  </a:lnTo>
                  <a:lnTo>
                    <a:pt x="6160998" y="419557"/>
                  </a:lnTo>
                  <a:lnTo>
                    <a:pt x="6206325" y="419392"/>
                  </a:lnTo>
                  <a:lnTo>
                    <a:pt x="6255715" y="418566"/>
                  </a:lnTo>
                  <a:lnTo>
                    <a:pt x="6308064" y="416610"/>
                  </a:lnTo>
                  <a:lnTo>
                    <a:pt x="6362306" y="413029"/>
                  </a:lnTo>
                  <a:lnTo>
                    <a:pt x="6417323" y="407327"/>
                  </a:lnTo>
                  <a:lnTo>
                    <a:pt x="6472009" y="399034"/>
                  </a:lnTo>
                  <a:close/>
                </a:path>
                <a:path w="7165975" h="508000">
                  <a:moveTo>
                    <a:pt x="6627914" y="212140"/>
                  </a:moveTo>
                  <a:lnTo>
                    <a:pt x="6557264" y="212140"/>
                  </a:lnTo>
                  <a:lnTo>
                    <a:pt x="6557264" y="3949"/>
                  </a:lnTo>
                  <a:lnTo>
                    <a:pt x="6494907" y="3949"/>
                  </a:lnTo>
                  <a:lnTo>
                    <a:pt x="6494907" y="507961"/>
                  </a:lnTo>
                  <a:lnTo>
                    <a:pt x="6557264" y="507961"/>
                  </a:lnTo>
                  <a:lnTo>
                    <a:pt x="6557264" y="263652"/>
                  </a:lnTo>
                  <a:lnTo>
                    <a:pt x="6627914" y="263652"/>
                  </a:lnTo>
                  <a:lnTo>
                    <a:pt x="6627914" y="212140"/>
                  </a:lnTo>
                  <a:close/>
                </a:path>
                <a:path w="7165975" h="508000">
                  <a:moveTo>
                    <a:pt x="7165683" y="141363"/>
                  </a:moveTo>
                  <a:lnTo>
                    <a:pt x="7134746" y="141363"/>
                  </a:lnTo>
                  <a:lnTo>
                    <a:pt x="7134746" y="364490"/>
                  </a:lnTo>
                  <a:lnTo>
                    <a:pt x="7165683" y="364490"/>
                  </a:lnTo>
                  <a:lnTo>
                    <a:pt x="7165683" y="14136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3477" y="899262"/>
              <a:ext cx="392210" cy="1822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610531" y="899300"/>
              <a:ext cx="36195" cy="179705"/>
            </a:xfrm>
            <a:custGeom>
              <a:avLst/>
              <a:gdLst/>
              <a:ahLst/>
              <a:cxnLst/>
              <a:rect l="l" t="t" r="r" b="b"/>
              <a:pathLst>
                <a:path w="36195" h="179705">
                  <a:moveTo>
                    <a:pt x="36014" y="0"/>
                  </a:moveTo>
                  <a:lnTo>
                    <a:pt x="0" y="0"/>
                  </a:lnTo>
                  <a:lnTo>
                    <a:pt x="0" y="179624"/>
                  </a:lnTo>
                  <a:lnTo>
                    <a:pt x="36014" y="179624"/>
                  </a:lnTo>
                  <a:lnTo>
                    <a:pt x="36014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72078" y="944206"/>
              <a:ext cx="120591" cy="1364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2012" y="889214"/>
              <a:ext cx="417914" cy="19234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50128" y="942452"/>
              <a:ext cx="121022" cy="13647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451592" y="899273"/>
              <a:ext cx="116205" cy="179705"/>
            </a:xfrm>
            <a:custGeom>
              <a:avLst/>
              <a:gdLst/>
              <a:ahLst/>
              <a:cxnLst/>
              <a:rect l="l" t="t" r="r" b="b"/>
              <a:pathLst>
                <a:path w="116204" h="179705">
                  <a:moveTo>
                    <a:pt x="116027" y="0"/>
                  </a:moveTo>
                  <a:lnTo>
                    <a:pt x="0" y="0"/>
                  </a:lnTo>
                  <a:lnTo>
                    <a:pt x="0" y="30784"/>
                  </a:lnTo>
                  <a:lnTo>
                    <a:pt x="0" y="74396"/>
                  </a:lnTo>
                  <a:lnTo>
                    <a:pt x="0" y="105181"/>
                  </a:lnTo>
                  <a:lnTo>
                    <a:pt x="0" y="179590"/>
                  </a:lnTo>
                  <a:lnTo>
                    <a:pt x="36525" y="179590"/>
                  </a:lnTo>
                  <a:lnTo>
                    <a:pt x="36525" y="105181"/>
                  </a:lnTo>
                  <a:lnTo>
                    <a:pt x="108292" y="105181"/>
                  </a:lnTo>
                  <a:lnTo>
                    <a:pt x="108292" y="74396"/>
                  </a:lnTo>
                  <a:lnTo>
                    <a:pt x="36525" y="74396"/>
                  </a:lnTo>
                  <a:lnTo>
                    <a:pt x="36525" y="30784"/>
                  </a:lnTo>
                  <a:lnTo>
                    <a:pt x="116027" y="30784"/>
                  </a:lnTo>
                  <a:lnTo>
                    <a:pt x="116027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88347" y="942277"/>
              <a:ext cx="206118" cy="13919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819311" y="942452"/>
              <a:ext cx="191245" cy="1364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030243" y="942452"/>
              <a:ext cx="471544" cy="1391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21990" y="899300"/>
              <a:ext cx="219441" cy="1796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808304" y="899300"/>
              <a:ext cx="145518" cy="1821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980214" y="942452"/>
              <a:ext cx="272302" cy="1897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278133" y="942277"/>
              <a:ext cx="206119" cy="13919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504112" y="899300"/>
              <a:ext cx="128241" cy="1818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653329" y="942452"/>
              <a:ext cx="125834" cy="139103"/>
            </a:xfrm>
            <a:prstGeom prst="rect">
              <a:avLst/>
            </a:prstGeom>
          </p:spPr>
        </p:pic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316858" y="782763"/>
          <a:ext cx="461645" cy="353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3D3D3D"/>
                      </a:solidFill>
                      <a:prstDash val="solid"/>
                    </a:lnR>
                    <a:lnT w="57150">
                      <a:solidFill>
                        <a:srgbClr val="3D3D3D"/>
                      </a:solidFill>
                      <a:prstDash val="solid"/>
                    </a:lnT>
                    <a:lnB w="57150">
                      <a:solidFill>
                        <a:srgbClr val="3D3D3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D3D3D"/>
                      </a:solidFill>
                      <a:prstDash val="solid"/>
                    </a:lnL>
                    <a:lnR w="76200">
                      <a:solidFill>
                        <a:srgbClr val="3D3D3D"/>
                      </a:solidFill>
                      <a:prstDash val="solid"/>
                    </a:lnR>
                    <a:lnT w="57150">
                      <a:solidFill>
                        <a:srgbClr val="3D3D3D"/>
                      </a:solidFill>
                      <a:prstDash val="solid"/>
                    </a:lnT>
                    <a:lnB w="57150">
                      <a:solidFill>
                        <a:srgbClr val="3D3D3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D3D3D"/>
                      </a:solidFill>
                      <a:prstDash val="solid"/>
                    </a:lnL>
                    <a:lnT w="57150">
                      <a:solidFill>
                        <a:srgbClr val="3D3D3D"/>
                      </a:solidFill>
                      <a:prstDash val="solid"/>
                    </a:lnT>
                    <a:lnB w="57150">
                      <a:solidFill>
                        <a:srgbClr val="3D3D3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3D3D3D"/>
                      </a:solidFill>
                      <a:prstDash val="solid"/>
                    </a:lnR>
                    <a:lnT w="57150">
                      <a:solidFill>
                        <a:srgbClr val="3D3D3D"/>
                      </a:solidFill>
                      <a:prstDash val="solid"/>
                    </a:lnT>
                    <a:lnB w="57150">
                      <a:solidFill>
                        <a:srgbClr val="3D3D3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D3D3D"/>
                      </a:solidFill>
                      <a:prstDash val="solid"/>
                    </a:lnL>
                    <a:lnR w="76200">
                      <a:solidFill>
                        <a:srgbClr val="3D3D3D"/>
                      </a:solidFill>
                      <a:prstDash val="solid"/>
                    </a:lnR>
                    <a:lnT w="57150">
                      <a:solidFill>
                        <a:srgbClr val="3D3D3D"/>
                      </a:solidFill>
                      <a:prstDash val="solid"/>
                    </a:lnT>
                    <a:lnB w="57150">
                      <a:solidFill>
                        <a:srgbClr val="3D3D3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3D3D3D"/>
                      </a:solidFill>
                      <a:prstDash val="solid"/>
                    </a:lnL>
                    <a:lnT w="57150">
                      <a:solidFill>
                        <a:srgbClr val="3D3D3D"/>
                      </a:solidFill>
                      <a:prstDash val="solid"/>
                    </a:lnT>
                    <a:lnB w="57150">
                      <a:solidFill>
                        <a:srgbClr val="3D3D3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4306946" y="6233630"/>
            <a:ext cx="11718925" cy="8890"/>
          </a:xfrm>
          <a:custGeom>
            <a:avLst/>
            <a:gdLst/>
            <a:ahLst/>
            <a:cxnLst/>
            <a:rect l="l" t="t" r="r" b="b"/>
            <a:pathLst>
              <a:path w="11718925" h="8889">
                <a:moveTo>
                  <a:pt x="0" y="0"/>
                </a:moveTo>
                <a:lnTo>
                  <a:pt x="11718691" y="8554"/>
                </a:lnTo>
              </a:path>
            </a:pathLst>
          </a:custGeom>
          <a:ln w="34015">
            <a:solidFill>
              <a:srgbClr val="D8D8D8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4886385" y="2917764"/>
            <a:ext cx="3778885" cy="902969"/>
            <a:chOff x="4886385" y="2917764"/>
            <a:chExt cx="3778885" cy="902969"/>
          </a:xfrm>
        </p:grpSpPr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86385" y="2917764"/>
              <a:ext cx="3778812" cy="90292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79951" y="3232269"/>
              <a:ext cx="213794" cy="24910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530403" y="3232657"/>
              <a:ext cx="204470" cy="243840"/>
            </a:xfrm>
            <a:custGeom>
              <a:avLst/>
              <a:gdLst/>
              <a:ahLst/>
              <a:cxnLst/>
              <a:rect l="l" t="t" r="r" b="b"/>
              <a:pathLst>
                <a:path w="204470" h="243839">
                  <a:moveTo>
                    <a:pt x="198755" y="93687"/>
                  </a:moveTo>
                  <a:lnTo>
                    <a:pt x="164020" y="93687"/>
                  </a:lnTo>
                  <a:lnTo>
                    <a:pt x="164020" y="183121"/>
                  </a:lnTo>
                  <a:lnTo>
                    <a:pt x="198755" y="183121"/>
                  </a:lnTo>
                  <a:lnTo>
                    <a:pt x="198755" y="93687"/>
                  </a:lnTo>
                  <a:close/>
                </a:path>
                <a:path w="204470" h="243839">
                  <a:moveTo>
                    <a:pt x="198755" y="0"/>
                  </a:moveTo>
                  <a:lnTo>
                    <a:pt x="164020" y="0"/>
                  </a:lnTo>
                  <a:lnTo>
                    <a:pt x="164020" y="65532"/>
                  </a:lnTo>
                  <a:lnTo>
                    <a:pt x="118287" y="65532"/>
                  </a:lnTo>
                  <a:lnTo>
                    <a:pt x="118287" y="54317"/>
                  </a:lnTo>
                  <a:lnTo>
                    <a:pt x="118287" y="54102"/>
                  </a:lnTo>
                  <a:lnTo>
                    <a:pt x="118287" y="16217"/>
                  </a:lnTo>
                  <a:lnTo>
                    <a:pt x="83845" y="16217"/>
                  </a:lnTo>
                  <a:lnTo>
                    <a:pt x="83845" y="54102"/>
                  </a:lnTo>
                  <a:lnTo>
                    <a:pt x="83845" y="80772"/>
                  </a:lnTo>
                  <a:lnTo>
                    <a:pt x="83845" y="93472"/>
                  </a:lnTo>
                  <a:lnTo>
                    <a:pt x="83845" y="116332"/>
                  </a:lnTo>
                  <a:lnTo>
                    <a:pt x="34925" y="116332"/>
                  </a:lnTo>
                  <a:lnTo>
                    <a:pt x="34925" y="80772"/>
                  </a:lnTo>
                  <a:lnTo>
                    <a:pt x="83845" y="80772"/>
                  </a:lnTo>
                  <a:lnTo>
                    <a:pt x="83845" y="54102"/>
                  </a:lnTo>
                  <a:lnTo>
                    <a:pt x="34925" y="54102"/>
                  </a:lnTo>
                  <a:lnTo>
                    <a:pt x="34925" y="16002"/>
                  </a:lnTo>
                  <a:lnTo>
                    <a:pt x="0" y="16002"/>
                  </a:lnTo>
                  <a:lnTo>
                    <a:pt x="0" y="144272"/>
                  </a:lnTo>
                  <a:lnTo>
                    <a:pt x="118287" y="144272"/>
                  </a:lnTo>
                  <a:lnTo>
                    <a:pt x="118287" y="116332"/>
                  </a:lnTo>
                  <a:lnTo>
                    <a:pt x="118287" y="93472"/>
                  </a:lnTo>
                  <a:lnTo>
                    <a:pt x="198755" y="93472"/>
                  </a:lnTo>
                  <a:lnTo>
                    <a:pt x="198755" y="80772"/>
                  </a:lnTo>
                  <a:lnTo>
                    <a:pt x="198755" y="65798"/>
                  </a:lnTo>
                  <a:lnTo>
                    <a:pt x="198755" y="65532"/>
                  </a:lnTo>
                  <a:lnTo>
                    <a:pt x="198755" y="0"/>
                  </a:lnTo>
                  <a:close/>
                </a:path>
                <a:path w="204470" h="243839">
                  <a:moveTo>
                    <a:pt x="204050" y="215392"/>
                  </a:moveTo>
                  <a:lnTo>
                    <a:pt x="68605" y="215392"/>
                  </a:lnTo>
                  <a:lnTo>
                    <a:pt x="68605" y="164592"/>
                  </a:lnTo>
                  <a:lnTo>
                    <a:pt x="33388" y="164592"/>
                  </a:lnTo>
                  <a:lnTo>
                    <a:pt x="33388" y="215392"/>
                  </a:lnTo>
                  <a:lnTo>
                    <a:pt x="33388" y="243332"/>
                  </a:lnTo>
                  <a:lnTo>
                    <a:pt x="204050" y="243332"/>
                  </a:lnTo>
                  <a:lnTo>
                    <a:pt x="204050" y="215392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55794" y="3231111"/>
              <a:ext cx="444673" cy="249684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11371353" y="2917764"/>
            <a:ext cx="3707129" cy="885825"/>
            <a:chOff x="11371353" y="2917764"/>
            <a:chExt cx="3707129" cy="885825"/>
          </a:xfrm>
        </p:grpSpPr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371353" y="2917764"/>
              <a:ext cx="3706896" cy="88573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762774" y="3232269"/>
              <a:ext cx="200577" cy="24910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3002045" y="3232657"/>
              <a:ext cx="204470" cy="243840"/>
            </a:xfrm>
            <a:custGeom>
              <a:avLst/>
              <a:gdLst/>
              <a:ahLst/>
              <a:cxnLst/>
              <a:rect l="l" t="t" r="r" b="b"/>
              <a:pathLst>
                <a:path w="204469" h="243839">
                  <a:moveTo>
                    <a:pt x="198742" y="93687"/>
                  </a:moveTo>
                  <a:lnTo>
                    <a:pt x="164007" y="93687"/>
                  </a:lnTo>
                  <a:lnTo>
                    <a:pt x="164007" y="183121"/>
                  </a:lnTo>
                  <a:lnTo>
                    <a:pt x="198742" y="183121"/>
                  </a:lnTo>
                  <a:lnTo>
                    <a:pt x="198742" y="93687"/>
                  </a:lnTo>
                  <a:close/>
                </a:path>
                <a:path w="204469" h="243839">
                  <a:moveTo>
                    <a:pt x="198742" y="0"/>
                  </a:moveTo>
                  <a:lnTo>
                    <a:pt x="164007" y="0"/>
                  </a:lnTo>
                  <a:lnTo>
                    <a:pt x="164007" y="65532"/>
                  </a:lnTo>
                  <a:lnTo>
                    <a:pt x="118275" y="65532"/>
                  </a:lnTo>
                  <a:lnTo>
                    <a:pt x="118275" y="54317"/>
                  </a:lnTo>
                  <a:lnTo>
                    <a:pt x="118275" y="54102"/>
                  </a:lnTo>
                  <a:lnTo>
                    <a:pt x="118275" y="16217"/>
                  </a:lnTo>
                  <a:lnTo>
                    <a:pt x="83832" y="16217"/>
                  </a:lnTo>
                  <a:lnTo>
                    <a:pt x="83832" y="54102"/>
                  </a:lnTo>
                  <a:lnTo>
                    <a:pt x="83832" y="80772"/>
                  </a:lnTo>
                  <a:lnTo>
                    <a:pt x="83832" y="93472"/>
                  </a:lnTo>
                  <a:lnTo>
                    <a:pt x="83832" y="116332"/>
                  </a:lnTo>
                  <a:lnTo>
                    <a:pt x="34925" y="116332"/>
                  </a:lnTo>
                  <a:lnTo>
                    <a:pt x="34925" y="80772"/>
                  </a:lnTo>
                  <a:lnTo>
                    <a:pt x="83832" y="80772"/>
                  </a:lnTo>
                  <a:lnTo>
                    <a:pt x="83832" y="54102"/>
                  </a:lnTo>
                  <a:lnTo>
                    <a:pt x="34925" y="54102"/>
                  </a:lnTo>
                  <a:lnTo>
                    <a:pt x="34925" y="16002"/>
                  </a:lnTo>
                  <a:lnTo>
                    <a:pt x="0" y="16002"/>
                  </a:lnTo>
                  <a:lnTo>
                    <a:pt x="0" y="144272"/>
                  </a:lnTo>
                  <a:lnTo>
                    <a:pt x="118275" y="144272"/>
                  </a:lnTo>
                  <a:lnTo>
                    <a:pt x="118275" y="116332"/>
                  </a:lnTo>
                  <a:lnTo>
                    <a:pt x="118275" y="93472"/>
                  </a:lnTo>
                  <a:lnTo>
                    <a:pt x="198742" y="93472"/>
                  </a:lnTo>
                  <a:lnTo>
                    <a:pt x="198742" y="80772"/>
                  </a:lnTo>
                  <a:lnTo>
                    <a:pt x="198742" y="65798"/>
                  </a:lnTo>
                  <a:lnTo>
                    <a:pt x="198742" y="65532"/>
                  </a:lnTo>
                  <a:lnTo>
                    <a:pt x="198742" y="0"/>
                  </a:lnTo>
                  <a:close/>
                </a:path>
                <a:path w="204469" h="243839">
                  <a:moveTo>
                    <a:pt x="204050" y="215392"/>
                  </a:moveTo>
                  <a:lnTo>
                    <a:pt x="68592" y="215392"/>
                  </a:lnTo>
                  <a:lnTo>
                    <a:pt x="68592" y="164592"/>
                  </a:lnTo>
                  <a:lnTo>
                    <a:pt x="33375" y="164592"/>
                  </a:lnTo>
                  <a:lnTo>
                    <a:pt x="33375" y="215392"/>
                  </a:lnTo>
                  <a:lnTo>
                    <a:pt x="33375" y="243332"/>
                  </a:lnTo>
                  <a:lnTo>
                    <a:pt x="204050" y="243332"/>
                  </a:lnTo>
                  <a:lnTo>
                    <a:pt x="204050" y="215392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227427" y="3231111"/>
              <a:ext cx="444672" cy="249684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5096177" y="4772567"/>
            <a:ext cx="1266825" cy="242570"/>
            <a:chOff x="5096177" y="4772567"/>
            <a:chExt cx="1266825" cy="242570"/>
          </a:xfrm>
        </p:grpSpPr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96177" y="4772567"/>
              <a:ext cx="182342" cy="2264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07902" y="4772917"/>
              <a:ext cx="196903" cy="22163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44536" y="4772567"/>
              <a:ext cx="418538" cy="24198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93772" y="4790722"/>
              <a:ext cx="289433" cy="22382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320745" y="4841768"/>
              <a:ext cx="41910" cy="136525"/>
            </a:xfrm>
            <a:custGeom>
              <a:avLst/>
              <a:gdLst/>
              <a:ahLst/>
              <a:cxnLst/>
              <a:rect l="l" t="t" r="r" b="b"/>
              <a:pathLst>
                <a:path w="41910" h="136525">
                  <a:moveTo>
                    <a:pt x="20962" y="0"/>
                  </a:moveTo>
                  <a:lnTo>
                    <a:pt x="12791" y="1630"/>
                  </a:lnTo>
                  <a:lnTo>
                    <a:pt x="6117" y="6073"/>
                  </a:lnTo>
                  <a:lnTo>
                    <a:pt x="1647" y="12654"/>
                  </a:lnTo>
                  <a:lnTo>
                    <a:pt x="87" y="20698"/>
                  </a:lnTo>
                  <a:lnTo>
                    <a:pt x="1647" y="28794"/>
                  </a:lnTo>
                  <a:lnTo>
                    <a:pt x="6117" y="35400"/>
                  </a:lnTo>
                  <a:lnTo>
                    <a:pt x="12791" y="39853"/>
                  </a:lnTo>
                  <a:lnTo>
                    <a:pt x="20962" y="41485"/>
                  </a:lnTo>
                  <a:lnTo>
                    <a:pt x="28859" y="39853"/>
                  </a:lnTo>
                  <a:lnTo>
                    <a:pt x="35466" y="35400"/>
                  </a:lnTo>
                  <a:lnTo>
                    <a:pt x="40017" y="28794"/>
                  </a:lnTo>
                  <a:lnTo>
                    <a:pt x="41748" y="20698"/>
                  </a:lnTo>
                  <a:lnTo>
                    <a:pt x="40017" y="12654"/>
                  </a:lnTo>
                  <a:lnTo>
                    <a:pt x="35466" y="6073"/>
                  </a:lnTo>
                  <a:lnTo>
                    <a:pt x="28859" y="1630"/>
                  </a:lnTo>
                  <a:lnTo>
                    <a:pt x="20962" y="0"/>
                  </a:lnTo>
                  <a:close/>
                </a:path>
                <a:path w="41910" h="136525">
                  <a:moveTo>
                    <a:pt x="20874" y="94548"/>
                  </a:moveTo>
                  <a:lnTo>
                    <a:pt x="12740" y="96179"/>
                  </a:lnTo>
                  <a:lnTo>
                    <a:pt x="6062" y="100622"/>
                  </a:lnTo>
                  <a:lnTo>
                    <a:pt x="1571" y="107202"/>
                  </a:lnTo>
                  <a:lnTo>
                    <a:pt x="0" y="115247"/>
                  </a:lnTo>
                  <a:lnTo>
                    <a:pt x="1571" y="123342"/>
                  </a:lnTo>
                  <a:lnTo>
                    <a:pt x="6062" y="129949"/>
                  </a:lnTo>
                  <a:lnTo>
                    <a:pt x="12740" y="134401"/>
                  </a:lnTo>
                  <a:lnTo>
                    <a:pt x="20874" y="136033"/>
                  </a:lnTo>
                  <a:lnTo>
                    <a:pt x="28771" y="134401"/>
                  </a:lnTo>
                  <a:lnTo>
                    <a:pt x="35378" y="129949"/>
                  </a:lnTo>
                  <a:lnTo>
                    <a:pt x="39929" y="123342"/>
                  </a:lnTo>
                  <a:lnTo>
                    <a:pt x="41660" y="115247"/>
                  </a:lnTo>
                  <a:lnTo>
                    <a:pt x="39929" y="107202"/>
                  </a:lnTo>
                  <a:lnTo>
                    <a:pt x="35378" y="100622"/>
                  </a:lnTo>
                  <a:lnTo>
                    <a:pt x="28771" y="96179"/>
                  </a:lnTo>
                  <a:lnTo>
                    <a:pt x="20874" y="94548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6441711" y="4772567"/>
            <a:ext cx="2125980" cy="230504"/>
            <a:chOff x="6441711" y="4772567"/>
            <a:chExt cx="2125980" cy="230504"/>
          </a:xfrm>
        </p:grpSpPr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441711" y="4772567"/>
              <a:ext cx="196025" cy="22593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665276" y="4772567"/>
              <a:ext cx="186904" cy="22646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876999" y="4772570"/>
              <a:ext cx="1042035" cy="230504"/>
            </a:xfrm>
            <a:custGeom>
              <a:avLst/>
              <a:gdLst/>
              <a:ahLst/>
              <a:cxnLst/>
              <a:rect l="l" t="t" r="r" b="b"/>
              <a:pathLst>
                <a:path w="1042034" h="230504">
                  <a:moveTo>
                    <a:pt x="89636" y="14998"/>
                  </a:moveTo>
                  <a:lnTo>
                    <a:pt x="57886" y="14998"/>
                  </a:lnTo>
                  <a:lnTo>
                    <a:pt x="0" y="230060"/>
                  </a:lnTo>
                  <a:lnTo>
                    <a:pt x="31750" y="230060"/>
                  </a:lnTo>
                  <a:lnTo>
                    <a:pt x="89636" y="14998"/>
                  </a:lnTo>
                  <a:close/>
                </a:path>
                <a:path w="1042034" h="230504">
                  <a:moveTo>
                    <a:pt x="232600" y="100253"/>
                  </a:moveTo>
                  <a:lnTo>
                    <a:pt x="193382" y="74079"/>
                  </a:lnTo>
                  <a:lnTo>
                    <a:pt x="180936" y="35610"/>
                  </a:lnTo>
                  <a:lnTo>
                    <a:pt x="180936" y="12103"/>
                  </a:lnTo>
                  <a:lnTo>
                    <a:pt x="149275" y="12103"/>
                  </a:lnTo>
                  <a:lnTo>
                    <a:pt x="149275" y="32537"/>
                  </a:lnTo>
                  <a:lnTo>
                    <a:pt x="146062" y="55435"/>
                  </a:lnTo>
                  <a:lnTo>
                    <a:pt x="136347" y="76403"/>
                  </a:lnTo>
                  <a:lnTo>
                    <a:pt x="119608" y="93903"/>
                  </a:lnTo>
                  <a:lnTo>
                    <a:pt x="95338" y="106387"/>
                  </a:lnTo>
                  <a:lnTo>
                    <a:pt x="112344" y="131216"/>
                  </a:lnTo>
                  <a:lnTo>
                    <a:pt x="130149" y="122986"/>
                  </a:lnTo>
                  <a:lnTo>
                    <a:pt x="144894" y="111747"/>
                  </a:lnTo>
                  <a:lnTo>
                    <a:pt x="156641" y="97904"/>
                  </a:lnTo>
                  <a:lnTo>
                    <a:pt x="165417" y="81838"/>
                  </a:lnTo>
                  <a:lnTo>
                    <a:pt x="174015" y="95783"/>
                  </a:lnTo>
                  <a:lnTo>
                    <a:pt x="185267" y="107810"/>
                  </a:lnTo>
                  <a:lnTo>
                    <a:pt x="199199" y="117614"/>
                  </a:lnTo>
                  <a:lnTo>
                    <a:pt x="215849" y="124891"/>
                  </a:lnTo>
                  <a:lnTo>
                    <a:pt x="232600" y="100253"/>
                  </a:lnTo>
                  <a:close/>
                </a:path>
                <a:path w="1042034" h="230504">
                  <a:moveTo>
                    <a:pt x="279958" y="182079"/>
                  </a:moveTo>
                  <a:lnTo>
                    <a:pt x="274637" y="163779"/>
                  </a:lnTo>
                  <a:lnTo>
                    <a:pt x="274116" y="163309"/>
                  </a:lnTo>
                  <a:lnTo>
                    <a:pt x="259410" y="150114"/>
                  </a:lnTo>
                  <a:lnTo>
                    <a:pt x="248729" y="146316"/>
                  </a:lnTo>
                  <a:lnTo>
                    <a:pt x="248729" y="182079"/>
                  </a:lnTo>
                  <a:lnTo>
                    <a:pt x="245833" y="190487"/>
                  </a:lnTo>
                  <a:lnTo>
                    <a:pt x="237248" y="196405"/>
                  </a:lnTo>
                  <a:lnTo>
                    <a:pt x="223164" y="199923"/>
                  </a:lnTo>
                  <a:lnTo>
                    <a:pt x="203733" y="201117"/>
                  </a:lnTo>
                  <a:lnTo>
                    <a:pt x="184137" y="199923"/>
                  </a:lnTo>
                  <a:lnTo>
                    <a:pt x="169824" y="196405"/>
                  </a:lnTo>
                  <a:lnTo>
                    <a:pt x="161061" y="190487"/>
                  </a:lnTo>
                  <a:lnTo>
                    <a:pt x="158127" y="182079"/>
                  </a:lnTo>
                  <a:lnTo>
                    <a:pt x="161061" y="174002"/>
                  </a:lnTo>
                  <a:lnTo>
                    <a:pt x="169824" y="168122"/>
                  </a:lnTo>
                  <a:lnTo>
                    <a:pt x="184137" y="164528"/>
                  </a:lnTo>
                  <a:lnTo>
                    <a:pt x="203733" y="163309"/>
                  </a:lnTo>
                  <a:lnTo>
                    <a:pt x="223164" y="164528"/>
                  </a:lnTo>
                  <a:lnTo>
                    <a:pt x="237248" y="168122"/>
                  </a:lnTo>
                  <a:lnTo>
                    <a:pt x="245833" y="174002"/>
                  </a:lnTo>
                  <a:lnTo>
                    <a:pt x="248729" y="182079"/>
                  </a:lnTo>
                  <a:lnTo>
                    <a:pt x="248729" y="146316"/>
                  </a:lnTo>
                  <a:lnTo>
                    <a:pt x="235407" y="141579"/>
                  </a:lnTo>
                  <a:lnTo>
                    <a:pt x="203733" y="138671"/>
                  </a:lnTo>
                  <a:lnTo>
                    <a:pt x="171602" y="141579"/>
                  </a:lnTo>
                  <a:lnTo>
                    <a:pt x="147243" y="150114"/>
                  </a:lnTo>
                  <a:lnTo>
                    <a:pt x="131826" y="163779"/>
                  </a:lnTo>
                  <a:lnTo>
                    <a:pt x="126466" y="182079"/>
                  </a:lnTo>
                  <a:lnTo>
                    <a:pt x="131826" y="200660"/>
                  </a:lnTo>
                  <a:lnTo>
                    <a:pt x="147243" y="214426"/>
                  </a:lnTo>
                  <a:lnTo>
                    <a:pt x="171602" y="222961"/>
                  </a:lnTo>
                  <a:lnTo>
                    <a:pt x="203733" y="225844"/>
                  </a:lnTo>
                  <a:lnTo>
                    <a:pt x="235407" y="222961"/>
                  </a:lnTo>
                  <a:lnTo>
                    <a:pt x="259410" y="214426"/>
                  </a:lnTo>
                  <a:lnTo>
                    <a:pt x="274129" y="201117"/>
                  </a:lnTo>
                  <a:lnTo>
                    <a:pt x="274637" y="200660"/>
                  </a:lnTo>
                  <a:lnTo>
                    <a:pt x="279958" y="182079"/>
                  </a:lnTo>
                  <a:close/>
                </a:path>
                <a:path w="1042034" h="230504">
                  <a:moveTo>
                    <a:pt x="308203" y="52895"/>
                  </a:moveTo>
                  <a:lnTo>
                    <a:pt x="277850" y="52895"/>
                  </a:lnTo>
                  <a:lnTo>
                    <a:pt x="277850" y="0"/>
                  </a:lnTo>
                  <a:lnTo>
                    <a:pt x="246100" y="0"/>
                  </a:lnTo>
                  <a:lnTo>
                    <a:pt x="246100" y="134023"/>
                  </a:lnTo>
                  <a:lnTo>
                    <a:pt x="277850" y="134023"/>
                  </a:lnTo>
                  <a:lnTo>
                    <a:pt x="277850" y="79108"/>
                  </a:lnTo>
                  <a:lnTo>
                    <a:pt x="308203" y="79108"/>
                  </a:lnTo>
                  <a:lnTo>
                    <a:pt x="308203" y="52895"/>
                  </a:lnTo>
                  <a:close/>
                </a:path>
                <a:path w="1042034" h="230504">
                  <a:moveTo>
                    <a:pt x="454050" y="70612"/>
                  </a:moveTo>
                  <a:lnTo>
                    <a:pt x="449237" y="48298"/>
                  </a:lnTo>
                  <a:lnTo>
                    <a:pt x="444931" y="42545"/>
                  </a:lnTo>
                  <a:lnTo>
                    <a:pt x="436118" y="30759"/>
                  </a:lnTo>
                  <a:lnTo>
                    <a:pt x="423189" y="23291"/>
                  </a:lnTo>
                  <a:lnTo>
                    <a:pt x="423189" y="70612"/>
                  </a:lnTo>
                  <a:lnTo>
                    <a:pt x="420712" y="82537"/>
                  </a:lnTo>
                  <a:lnTo>
                    <a:pt x="414007" y="91351"/>
                  </a:lnTo>
                  <a:lnTo>
                    <a:pt x="403936" y="96799"/>
                  </a:lnTo>
                  <a:lnTo>
                    <a:pt x="391350" y="98679"/>
                  </a:lnTo>
                  <a:lnTo>
                    <a:pt x="378993" y="96799"/>
                  </a:lnTo>
                  <a:lnTo>
                    <a:pt x="369087" y="91351"/>
                  </a:lnTo>
                  <a:lnTo>
                    <a:pt x="362508" y="82537"/>
                  </a:lnTo>
                  <a:lnTo>
                    <a:pt x="360121" y="70612"/>
                  </a:lnTo>
                  <a:lnTo>
                    <a:pt x="362496" y="58788"/>
                  </a:lnTo>
                  <a:lnTo>
                    <a:pt x="369062" y="49961"/>
                  </a:lnTo>
                  <a:lnTo>
                    <a:pt x="378955" y="44450"/>
                  </a:lnTo>
                  <a:lnTo>
                    <a:pt x="391350" y="42545"/>
                  </a:lnTo>
                  <a:lnTo>
                    <a:pt x="403961" y="44450"/>
                  </a:lnTo>
                  <a:lnTo>
                    <a:pt x="414045" y="49961"/>
                  </a:lnTo>
                  <a:lnTo>
                    <a:pt x="420725" y="58788"/>
                  </a:lnTo>
                  <a:lnTo>
                    <a:pt x="423189" y="70612"/>
                  </a:lnTo>
                  <a:lnTo>
                    <a:pt x="423189" y="23291"/>
                  </a:lnTo>
                  <a:lnTo>
                    <a:pt x="416293" y="19291"/>
                  </a:lnTo>
                  <a:lnTo>
                    <a:pt x="391350" y="15176"/>
                  </a:lnTo>
                  <a:lnTo>
                    <a:pt x="366560" y="19291"/>
                  </a:lnTo>
                  <a:lnTo>
                    <a:pt x="346684" y="30759"/>
                  </a:lnTo>
                  <a:lnTo>
                    <a:pt x="333476" y="48298"/>
                  </a:lnTo>
                  <a:lnTo>
                    <a:pt x="328726" y="70612"/>
                  </a:lnTo>
                  <a:lnTo>
                    <a:pt x="333476" y="92964"/>
                  </a:lnTo>
                  <a:lnTo>
                    <a:pt x="346684" y="110490"/>
                  </a:lnTo>
                  <a:lnTo>
                    <a:pt x="366560" y="121945"/>
                  </a:lnTo>
                  <a:lnTo>
                    <a:pt x="391350" y="126034"/>
                  </a:lnTo>
                  <a:lnTo>
                    <a:pt x="416293" y="121945"/>
                  </a:lnTo>
                  <a:lnTo>
                    <a:pt x="436118" y="110490"/>
                  </a:lnTo>
                  <a:lnTo>
                    <a:pt x="444969" y="98679"/>
                  </a:lnTo>
                  <a:lnTo>
                    <a:pt x="449237" y="92964"/>
                  </a:lnTo>
                  <a:lnTo>
                    <a:pt x="454050" y="70612"/>
                  </a:lnTo>
                  <a:close/>
                </a:path>
                <a:path w="1042034" h="230504">
                  <a:moveTo>
                    <a:pt x="466077" y="170065"/>
                  </a:moveTo>
                  <a:lnTo>
                    <a:pt x="463702" y="147256"/>
                  </a:lnTo>
                  <a:lnTo>
                    <a:pt x="426415" y="151244"/>
                  </a:lnTo>
                  <a:lnTo>
                    <a:pt x="388493" y="153441"/>
                  </a:lnTo>
                  <a:lnTo>
                    <a:pt x="352082" y="154355"/>
                  </a:lnTo>
                  <a:lnTo>
                    <a:pt x="319341" y="154546"/>
                  </a:lnTo>
                  <a:lnTo>
                    <a:pt x="322935" y="180238"/>
                  </a:lnTo>
                  <a:lnTo>
                    <a:pt x="354952" y="180022"/>
                  </a:lnTo>
                  <a:lnTo>
                    <a:pt x="390588" y="178803"/>
                  </a:lnTo>
                  <a:lnTo>
                    <a:pt x="428180" y="175768"/>
                  </a:lnTo>
                  <a:lnTo>
                    <a:pt x="466077" y="170065"/>
                  </a:lnTo>
                  <a:close/>
                </a:path>
                <a:path w="1042034" h="230504">
                  <a:moveTo>
                    <a:pt x="508000" y="0"/>
                  </a:moveTo>
                  <a:lnTo>
                    <a:pt x="476504" y="0"/>
                  </a:lnTo>
                  <a:lnTo>
                    <a:pt x="476504" y="226466"/>
                  </a:lnTo>
                  <a:lnTo>
                    <a:pt x="508000" y="226466"/>
                  </a:lnTo>
                  <a:lnTo>
                    <a:pt x="508000" y="0"/>
                  </a:lnTo>
                  <a:close/>
                </a:path>
                <a:path w="1042034" h="230504">
                  <a:moveTo>
                    <a:pt x="623239" y="14998"/>
                  </a:moveTo>
                  <a:lnTo>
                    <a:pt x="591489" y="14998"/>
                  </a:lnTo>
                  <a:lnTo>
                    <a:pt x="533603" y="230060"/>
                  </a:lnTo>
                  <a:lnTo>
                    <a:pt x="565353" y="230060"/>
                  </a:lnTo>
                  <a:lnTo>
                    <a:pt x="623239" y="14998"/>
                  </a:lnTo>
                  <a:close/>
                </a:path>
                <a:path w="1042034" h="230504">
                  <a:moveTo>
                    <a:pt x="755675" y="125603"/>
                  </a:moveTo>
                  <a:lnTo>
                    <a:pt x="751268" y="103898"/>
                  </a:lnTo>
                  <a:lnTo>
                    <a:pt x="746683" y="97447"/>
                  </a:lnTo>
                  <a:lnTo>
                    <a:pt x="739165" y="86868"/>
                  </a:lnTo>
                  <a:lnTo>
                    <a:pt x="725424" y="78486"/>
                  </a:lnTo>
                  <a:lnTo>
                    <a:pt x="725424" y="125603"/>
                  </a:lnTo>
                  <a:lnTo>
                    <a:pt x="723290" y="137375"/>
                  </a:lnTo>
                  <a:lnTo>
                    <a:pt x="717588" y="146151"/>
                  </a:lnTo>
                  <a:lnTo>
                    <a:pt x="708964" y="151638"/>
                  </a:lnTo>
                  <a:lnTo>
                    <a:pt x="698055" y="153492"/>
                  </a:lnTo>
                  <a:lnTo>
                    <a:pt x="687019" y="151638"/>
                  </a:lnTo>
                  <a:lnTo>
                    <a:pt x="678307" y="146151"/>
                  </a:lnTo>
                  <a:lnTo>
                    <a:pt x="672617" y="137375"/>
                  </a:lnTo>
                  <a:lnTo>
                    <a:pt x="670610" y="125603"/>
                  </a:lnTo>
                  <a:lnTo>
                    <a:pt x="672617" y="113931"/>
                  </a:lnTo>
                  <a:lnTo>
                    <a:pt x="678307" y="105105"/>
                  </a:lnTo>
                  <a:lnTo>
                    <a:pt x="687019" y="99491"/>
                  </a:lnTo>
                  <a:lnTo>
                    <a:pt x="698055" y="97447"/>
                  </a:lnTo>
                  <a:lnTo>
                    <a:pt x="708964" y="99491"/>
                  </a:lnTo>
                  <a:lnTo>
                    <a:pt x="717588" y="105105"/>
                  </a:lnTo>
                  <a:lnTo>
                    <a:pt x="723290" y="113931"/>
                  </a:lnTo>
                  <a:lnTo>
                    <a:pt x="725424" y="125603"/>
                  </a:lnTo>
                  <a:lnTo>
                    <a:pt x="725424" y="78486"/>
                  </a:lnTo>
                  <a:lnTo>
                    <a:pt x="720928" y="75730"/>
                  </a:lnTo>
                  <a:lnTo>
                    <a:pt x="698055" y="71742"/>
                  </a:lnTo>
                  <a:lnTo>
                    <a:pt x="674954" y="75730"/>
                  </a:lnTo>
                  <a:lnTo>
                    <a:pt x="656628" y="86868"/>
                  </a:lnTo>
                  <a:lnTo>
                    <a:pt x="644563" y="103898"/>
                  </a:lnTo>
                  <a:lnTo>
                    <a:pt x="640257" y="125603"/>
                  </a:lnTo>
                  <a:lnTo>
                    <a:pt x="644563" y="147320"/>
                  </a:lnTo>
                  <a:lnTo>
                    <a:pt x="656628" y="164338"/>
                  </a:lnTo>
                  <a:lnTo>
                    <a:pt x="674954" y="175437"/>
                  </a:lnTo>
                  <a:lnTo>
                    <a:pt x="698055" y="179451"/>
                  </a:lnTo>
                  <a:lnTo>
                    <a:pt x="720928" y="175437"/>
                  </a:lnTo>
                  <a:lnTo>
                    <a:pt x="739165" y="164338"/>
                  </a:lnTo>
                  <a:lnTo>
                    <a:pt x="746874" y="153492"/>
                  </a:lnTo>
                  <a:lnTo>
                    <a:pt x="751268" y="147320"/>
                  </a:lnTo>
                  <a:lnTo>
                    <a:pt x="755675" y="125603"/>
                  </a:lnTo>
                  <a:close/>
                </a:path>
                <a:path w="1042034" h="230504">
                  <a:moveTo>
                    <a:pt x="763841" y="33769"/>
                  </a:moveTo>
                  <a:lnTo>
                    <a:pt x="713841" y="33769"/>
                  </a:lnTo>
                  <a:lnTo>
                    <a:pt x="713841" y="3594"/>
                  </a:lnTo>
                  <a:lnTo>
                    <a:pt x="682269" y="3594"/>
                  </a:lnTo>
                  <a:lnTo>
                    <a:pt x="682269" y="33769"/>
                  </a:lnTo>
                  <a:lnTo>
                    <a:pt x="631139" y="33769"/>
                  </a:lnTo>
                  <a:lnTo>
                    <a:pt x="631139" y="59118"/>
                  </a:lnTo>
                  <a:lnTo>
                    <a:pt x="763841" y="59118"/>
                  </a:lnTo>
                  <a:lnTo>
                    <a:pt x="763841" y="33769"/>
                  </a:lnTo>
                  <a:close/>
                </a:path>
                <a:path w="1042034" h="230504">
                  <a:moveTo>
                    <a:pt x="843737" y="88493"/>
                  </a:moveTo>
                  <a:lnTo>
                    <a:pt x="810412" y="88493"/>
                  </a:lnTo>
                  <a:lnTo>
                    <a:pt x="810412" y="0"/>
                  </a:lnTo>
                  <a:lnTo>
                    <a:pt x="779094" y="0"/>
                  </a:lnTo>
                  <a:lnTo>
                    <a:pt x="779094" y="225933"/>
                  </a:lnTo>
                  <a:lnTo>
                    <a:pt x="810412" y="225933"/>
                  </a:lnTo>
                  <a:lnTo>
                    <a:pt x="810412" y="114554"/>
                  </a:lnTo>
                  <a:lnTo>
                    <a:pt x="843737" y="114554"/>
                  </a:lnTo>
                  <a:lnTo>
                    <a:pt x="843737" y="88493"/>
                  </a:lnTo>
                  <a:close/>
                </a:path>
                <a:path w="1042034" h="230504">
                  <a:moveTo>
                    <a:pt x="987666" y="70612"/>
                  </a:moveTo>
                  <a:lnTo>
                    <a:pt x="982853" y="48298"/>
                  </a:lnTo>
                  <a:lnTo>
                    <a:pt x="978547" y="42545"/>
                  </a:lnTo>
                  <a:lnTo>
                    <a:pt x="969733" y="30759"/>
                  </a:lnTo>
                  <a:lnTo>
                    <a:pt x="956792" y="23279"/>
                  </a:lnTo>
                  <a:lnTo>
                    <a:pt x="956792" y="70612"/>
                  </a:lnTo>
                  <a:lnTo>
                    <a:pt x="954328" y="82537"/>
                  </a:lnTo>
                  <a:lnTo>
                    <a:pt x="947623" y="91351"/>
                  </a:lnTo>
                  <a:lnTo>
                    <a:pt x="937539" y="96799"/>
                  </a:lnTo>
                  <a:lnTo>
                    <a:pt x="924953" y="98679"/>
                  </a:lnTo>
                  <a:lnTo>
                    <a:pt x="912609" y="96799"/>
                  </a:lnTo>
                  <a:lnTo>
                    <a:pt x="902703" y="91351"/>
                  </a:lnTo>
                  <a:lnTo>
                    <a:pt x="896124" y="82537"/>
                  </a:lnTo>
                  <a:lnTo>
                    <a:pt x="893737" y="70612"/>
                  </a:lnTo>
                  <a:lnTo>
                    <a:pt x="896112" y="58788"/>
                  </a:lnTo>
                  <a:lnTo>
                    <a:pt x="902665" y="49961"/>
                  </a:lnTo>
                  <a:lnTo>
                    <a:pt x="912571" y="44450"/>
                  </a:lnTo>
                  <a:lnTo>
                    <a:pt x="924953" y="42545"/>
                  </a:lnTo>
                  <a:lnTo>
                    <a:pt x="937577" y="44450"/>
                  </a:lnTo>
                  <a:lnTo>
                    <a:pt x="947648" y="49961"/>
                  </a:lnTo>
                  <a:lnTo>
                    <a:pt x="954341" y="58788"/>
                  </a:lnTo>
                  <a:lnTo>
                    <a:pt x="956792" y="70612"/>
                  </a:lnTo>
                  <a:lnTo>
                    <a:pt x="956792" y="23279"/>
                  </a:lnTo>
                  <a:lnTo>
                    <a:pt x="949896" y="19291"/>
                  </a:lnTo>
                  <a:lnTo>
                    <a:pt x="924953" y="15176"/>
                  </a:lnTo>
                  <a:lnTo>
                    <a:pt x="900176" y="19291"/>
                  </a:lnTo>
                  <a:lnTo>
                    <a:pt x="880287" y="30759"/>
                  </a:lnTo>
                  <a:lnTo>
                    <a:pt x="867079" y="48298"/>
                  </a:lnTo>
                  <a:lnTo>
                    <a:pt x="862330" y="70612"/>
                  </a:lnTo>
                  <a:lnTo>
                    <a:pt x="867079" y="92964"/>
                  </a:lnTo>
                  <a:lnTo>
                    <a:pt x="880287" y="110490"/>
                  </a:lnTo>
                  <a:lnTo>
                    <a:pt x="900176" y="121945"/>
                  </a:lnTo>
                  <a:lnTo>
                    <a:pt x="924953" y="126034"/>
                  </a:lnTo>
                  <a:lnTo>
                    <a:pt x="949896" y="121945"/>
                  </a:lnTo>
                  <a:lnTo>
                    <a:pt x="969733" y="110490"/>
                  </a:lnTo>
                  <a:lnTo>
                    <a:pt x="978573" y="98679"/>
                  </a:lnTo>
                  <a:lnTo>
                    <a:pt x="982853" y="92964"/>
                  </a:lnTo>
                  <a:lnTo>
                    <a:pt x="987666" y="70612"/>
                  </a:lnTo>
                  <a:close/>
                </a:path>
                <a:path w="1042034" h="230504">
                  <a:moveTo>
                    <a:pt x="999680" y="170065"/>
                  </a:moveTo>
                  <a:lnTo>
                    <a:pt x="997318" y="147256"/>
                  </a:lnTo>
                  <a:lnTo>
                    <a:pt x="960031" y="151244"/>
                  </a:lnTo>
                  <a:lnTo>
                    <a:pt x="922108" y="153441"/>
                  </a:lnTo>
                  <a:lnTo>
                    <a:pt x="885698" y="154355"/>
                  </a:lnTo>
                  <a:lnTo>
                    <a:pt x="852944" y="154546"/>
                  </a:lnTo>
                  <a:lnTo>
                    <a:pt x="856538" y="180238"/>
                  </a:lnTo>
                  <a:lnTo>
                    <a:pt x="888568" y="180022"/>
                  </a:lnTo>
                  <a:lnTo>
                    <a:pt x="924204" y="178803"/>
                  </a:lnTo>
                  <a:lnTo>
                    <a:pt x="961783" y="175768"/>
                  </a:lnTo>
                  <a:lnTo>
                    <a:pt x="999680" y="170065"/>
                  </a:lnTo>
                  <a:close/>
                </a:path>
                <a:path w="1042034" h="230504">
                  <a:moveTo>
                    <a:pt x="1041603" y="0"/>
                  </a:moveTo>
                  <a:lnTo>
                    <a:pt x="1010119" y="0"/>
                  </a:lnTo>
                  <a:lnTo>
                    <a:pt x="1010119" y="226466"/>
                  </a:lnTo>
                  <a:lnTo>
                    <a:pt x="1041603" y="226466"/>
                  </a:lnTo>
                  <a:lnTo>
                    <a:pt x="1041603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944222" y="4772917"/>
              <a:ext cx="293643" cy="22970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269265" y="4772659"/>
              <a:ext cx="298204" cy="229963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089599" y="5128117"/>
            <a:ext cx="408540" cy="225933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5546902" y="5134444"/>
            <a:ext cx="169545" cy="85090"/>
          </a:xfrm>
          <a:custGeom>
            <a:avLst/>
            <a:gdLst/>
            <a:ahLst/>
            <a:cxnLst/>
            <a:rect l="l" t="t" r="r" b="b"/>
            <a:pathLst>
              <a:path w="169545" h="85089">
                <a:moveTo>
                  <a:pt x="169354" y="0"/>
                </a:moveTo>
                <a:lnTo>
                  <a:pt x="108140" y="0"/>
                </a:lnTo>
                <a:lnTo>
                  <a:pt x="108140" y="25425"/>
                </a:lnTo>
                <a:lnTo>
                  <a:pt x="108140" y="59728"/>
                </a:lnTo>
                <a:lnTo>
                  <a:pt x="60858" y="59728"/>
                </a:lnTo>
                <a:lnTo>
                  <a:pt x="60858" y="25425"/>
                </a:lnTo>
                <a:lnTo>
                  <a:pt x="108140" y="25425"/>
                </a:lnTo>
                <a:lnTo>
                  <a:pt x="108140" y="0"/>
                </a:lnTo>
                <a:lnTo>
                  <a:pt x="0" y="0"/>
                </a:lnTo>
                <a:lnTo>
                  <a:pt x="0" y="25425"/>
                </a:lnTo>
                <a:lnTo>
                  <a:pt x="29286" y="25425"/>
                </a:lnTo>
                <a:lnTo>
                  <a:pt x="29286" y="59728"/>
                </a:lnTo>
                <a:lnTo>
                  <a:pt x="1485" y="59728"/>
                </a:lnTo>
                <a:lnTo>
                  <a:pt x="1485" y="85064"/>
                </a:lnTo>
                <a:lnTo>
                  <a:pt x="167868" y="85064"/>
                </a:lnTo>
                <a:lnTo>
                  <a:pt x="167868" y="59728"/>
                </a:lnTo>
                <a:lnTo>
                  <a:pt x="139979" y="59728"/>
                </a:lnTo>
                <a:lnTo>
                  <a:pt x="139979" y="25425"/>
                </a:lnTo>
                <a:lnTo>
                  <a:pt x="169354" y="25425"/>
                </a:lnTo>
                <a:lnTo>
                  <a:pt x="169354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5528836" y="5128117"/>
            <a:ext cx="1038860" cy="230504"/>
            <a:chOff x="5528836" y="5128117"/>
            <a:chExt cx="1038860" cy="230504"/>
          </a:xfrm>
        </p:grpSpPr>
        <p:sp>
          <p:nvSpPr>
            <p:cNvPr id="49" name="object 49"/>
            <p:cNvSpPr/>
            <p:nvPr/>
          </p:nvSpPr>
          <p:spPr>
            <a:xfrm>
              <a:off x="5528830" y="5128297"/>
              <a:ext cx="725805" cy="230504"/>
            </a:xfrm>
            <a:custGeom>
              <a:avLst/>
              <a:gdLst/>
              <a:ahLst/>
              <a:cxnLst/>
              <a:rect l="l" t="t" r="r" b="b"/>
              <a:pathLst>
                <a:path w="725804" h="230504">
                  <a:moveTo>
                    <a:pt x="181203" y="174536"/>
                  </a:moveTo>
                  <a:lnTo>
                    <a:pt x="150329" y="174536"/>
                  </a:lnTo>
                  <a:lnTo>
                    <a:pt x="150329" y="197866"/>
                  </a:lnTo>
                  <a:lnTo>
                    <a:pt x="181203" y="197866"/>
                  </a:lnTo>
                  <a:lnTo>
                    <a:pt x="181203" y="174536"/>
                  </a:lnTo>
                  <a:close/>
                </a:path>
                <a:path w="725804" h="230504">
                  <a:moveTo>
                    <a:pt x="205930" y="105689"/>
                  </a:moveTo>
                  <a:lnTo>
                    <a:pt x="0" y="105689"/>
                  </a:lnTo>
                  <a:lnTo>
                    <a:pt x="0" y="130683"/>
                  </a:lnTo>
                  <a:lnTo>
                    <a:pt x="86918" y="130683"/>
                  </a:lnTo>
                  <a:lnTo>
                    <a:pt x="86918" y="149821"/>
                  </a:lnTo>
                  <a:lnTo>
                    <a:pt x="23850" y="149821"/>
                  </a:lnTo>
                  <a:lnTo>
                    <a:pt x="23850" y="173951"/>
                  </a:lnTo>
                  <a:lnTo>
                    <a:pt x="23850" y="198094"/>
                  </a:lnTo>
                  <a:lnTo>
                    <a:pt x="23850" y="223481"/>
                  </a:lnTo>
                  <a:lnTo>
                    <a:pt x="181203" y="223481"/>
                  </a:lnTo>
                  <a:lnTo>
                    <a:pt x="181203" y="198094"/>
                  </a:lnTo>
                  <a:lnTo>
                    <a:pt x="54991" y="198094"/>
                  </a:lnTo>
                  <a:lnTo>
                    <a:pt x="54991" y="173951"/>
                  </a:lnTo>
                  <a:lnTo>
                    <a:pt x="181203" y="173951"/>
                  </a:lnTo>
                  <a:lnTo>
                    <a:pt x="181203" y="149821"/>
                  </a:lnTo>
                  <a:lnTo>
                    <a:pt x="118402" y="149821"/>
                  </a:lnTo>
                  <a:lnTo>
                    <a:pt x="118402" y="130683"/>
                  </a:lnTo>
                  <a:lnTo>
                    <a:pt x="205930" y="130683"/>
                  </a:lnTo>
                  <a:lnTo>
                    <a:pt x="205930" y="105689"/>
                  </a:lnTo>
                  <a:close/>
                </a:path>
                <a:path w="725804" h="230504">
                  <a:moveTo>
                    <a:pt x="304863" y="14820"/>
                  </a:moveTo>
                  <a:lnTo>
                    <a:pt x="273113" y="14820"/>
                  </a:lnTo>
                  <a:lnTo>
                    <a:pt x="215239" y="229882"/>
                  </a:lnTo>
                  <a:lnTo>
                    <a:pt x="246976" y="229882"/>
                  </a:lnTo>
                  <a:lnTo>
                    <a:pt x="304863" y="14820"/>
                  </a:lnTo>
                  <a:close/>
                </a:path>
                <a:path w="725804" h="230504">
                  <a:moveTo>
                    <a:pt x="439064" y="71831"/>
                  </a:moveTo>
                  <a:lnTo>
                    <a:pt x="434213" y="48742"/>
                  </a:lnTo>
                  <a:lnTo>
                    <a:pt x="429361" y="42011"/>
                  </a:lnTo>
                  <a:lnTo>
                    <a:pt x="421132" y="30594"/>
                  </a:lnTo>
                  <a:lnTo>
                    <a:pt x="408190" y="22733"/>
                  </a:lnTo>
                  <a:lnTo>
                    <a:pt x="408190" y="71831"/>
                  </a:lnTo>
                  <a:lnTo>
                    <a:pt x="405777" y="84251"/>
                  </a:lnTo>
                  <a:lnTo>
                    <a:pt x="399275" y="93611"/>
                  </a:lnTo>
                  <a:lnTo>
                    <a:pt x="389534" y="99504"/>
                  </a:lnTo>
                  <a:lnTo>
                    <a:pt x="377405" y="101561"/>
                  </a:lnTo>
                  <a:lnTo>
                    <a:pt x="365302" y="99504"/>
                  </a:lnTo>
                  <a:lnTo>
                    <a:pt x="355460" y="93611"/>
                  </a:lnTo>
                  <a:lnTo>
                    <a:pt x="348869" y="84251"/>
                  </a:lnTo>
                  <a:lnTo>
                    <a:pt x="346532" y="71831"/>
                  </a:lnTo>
                  <a:lnTo>
                    <a:pt x="348869" y="59258"/>
                  </a:lnTo>
                  <a:lnTo>
                    <a:pt x="355460" y="49885"/>
                  </a:lnTo>
                  <a:lnTo>
                    <a:pt x="365302" y="44030"/>
                  </a:lnTo>
                  <a:lnTo>
                    <a:pt x="377405" y="42011"/>
                  </a:lnTo>
                  <a:lnTo>
                    <a:pt x="389534" y="44030"/>
                  </a:lnTo>
                  <a:lnTo>
                    <a:pt x="399275" y="49885"/>
                  </a:lnTo>
                  <a:lnTo>
                    <a:pt x="405777" y="59258"/>
                  </a:lnTo>
                  <a:lnTo>
                    <a:pt x="408190" y="71831"/>
                  </a:lnTo>
                  <a:lnTo>
                    <a:pt x="408190" y="22733"/>
                  </a:lnTo>
                  <a:lnTo>
                    <a:pt x="401586" y="18719"/>
                  </a:lnTo>
                  <a:lnTo>
                    <a:pt x="377405" y="14478"/>
                  </a:lnTo>
                  <a:lnTo>
                    <a:pt x="353098" y="18719"/>
                  </a:lnTo>
                  <a:lnTo>
                    <a:pt x="333425" y="30594"/>
                  </a:lnTo>
                  <a:lnTo>
                    <a:pt x="320281" y="48742"/>
                  </a:lnTo>
                  <a:lnTo>
                    <a:pt x="315569" y="71831"/>
                  </a:lnTo>
                  <a:lnTo>
                    <a:pt x="320281" y="94780"/>
                  </a:lnTo>
                  <a:lnTo>
                    <a:pt x="333425" y="112941"/>
                  </a:lnTo>
                  <a:lnTo>
                    <a:pt x="353098" y="124891"/>
                  </a:lnTo>
                  <a:lnTo>
                    <a:pt x="377405" y="129197"/>
                  </a:lnTo>
                  <a:lnTo>
                    <a:pt x="401586" y="124891"/>
                  </a:lnTo>
                  <a:lnTo>
                    <a:pt x="421132" y="112941"/>
                  </a:lnTo>
                  <a:lnTo>
                    <a:pt x="429323" y="101561"/>
                  </a:lnTo>
                  <a:lnTo>
                    <a:pt x="434213" y="94780"/>
                  </a:lnTo>
                  <a:lnTo>
                    <a:pt x="439064" y="71831"/>
                  </a:lnTo>
                  <a:close/>
                </a:path>
                <a:path w="725804" h="230504">
                  <a:moveTo>
                    <a:pt x="501154" y="196291"/>
                  </a:moveTo>
                  <a:lnTo>
                    <a:pt x="378193" y="196291"/>
                  </a:lnTo>
                  <a:lnTo>
                    <a:pt x="378193" y="147091"/>
                  </a:lnTo>
                  <a:lnTo>
                    <a:pt x="346621" y="147091"/>
                  </a:lnTo>
                  <a:lnTo>
                    <a:pt x="346621" y="221818"/>
                  </a:lnTo>
                  <a:lnTo>
                    <a:pt x="501154" y="221818"/>
                  </a:lnTo>
                  <a:lnTo>
                    <a:pt x="501154" y="196291"/>
                  </a:lnTo>
                  <a:close/>
                </a:path>
                <a:path w="725804" h="230504">
                  <a:moveTo>
                    <a:pt x="523430" y="64820"/>
                  </a:moveTo>
                  <a:lnTo>
                    <a:pt x="493090" y="64820"/>
                  </a:lnTo>
                  <a:lnTo>
                    <a:pt x="493090" y="0"/>
                  </a:lnTo>
                  <a:lnTo>
                    <a:pt x="461340" y="0"/>
                  </a:lnTo>
                  <a:lnTo>
                    <a:pt x="461340" y="164452"/>
                  </a:lnTo>
                  <a:lnTo>
                    <a:pt x="493090" y="164452"/>
                  </a:lnTo>
                  <a:lnTo>
                    <a:pt x="493090" y="90868"/>
                  </a:lnTo>
                  <a:lnTo>
                    <a:pt x="523430" y="90868"/>
                  </a:lnTo>
                  <a:lnTo>
                    <a:pt x="523430" y="64820"/>
                  </a:lnTo>
                  <a:close/>
                </a:path>
                <a:path w="725804" h="230504">
                  <a:moveTo>
                    <a:pt x="723849" y="177"/>
                  </a:moveTo>
                  <a:lnTo>
                    <a:pt x="692277" y="177"/>
                  </a:lnTo>
                  <a:lnTo>
                    <a:pt x="692277" y="36309"/>
                  </a:lnTo>
                  <a:lnTo>
                    <a:pt x="650354" y="36309"/>
                  </a:lnTo>
                  <a:lnTo>
                    <a:pt x="651319" y="29552"/>
                  </a:lnTo>
                  <a:lnTo>
                    <a:pt x="651840" y="22542"/>
                  </a:lnTo>
                  <a:lnTo>
                    <a:pt x="651840" y="15265"/>
                  </a:lnTo>
                  <a:lnTo>
                    <a:pt x="547649" y="15265"/>
                  </a:lnTo>
                  <a:lnTo>
                    <a:pt x="547649" y="40703"/>
                  </a:lnTo>
                  <a:lnTo>
                    <a:pt x="617461" y="40703"/>
                  </a:lnTo>
                  <a:lnTo>
                    <a:pt x="610031" y="62699"/>
                  </a:lnTo>
                  <a:lnTo>
                    <a:pt x="594258" y="81940"/>
                  </a:lnTo>
                  <a:lnTo>
                    <a:pt x="569607" y="97929"/>
                  </a:lnTo>
                  <a:lnTo>
                    <a:pt x="535546" y="110159"/>
                  </a:lnTo>
                  <a:lnTo>
                    <a:pt x="547903" y="135064"/>
                  </a:lnTo>
                  <a:lnTo>
                    <a:pt x="581837" y="122872"/>
                  </a:lnTo>
                  <a:lnTo>
                    <a:pt x="609142" y="106514"/>
                  </a:lnTo>
                  <a:lnTo>
                    <a:pt x="629780" y="85991"/>
                  </a:lnTo>
                  <a:lnTo>
                    <a:pt x="643686" y="61302"/>
                  </a:lnTo>
                  <a:lnTo>
                    <a:pt x="692277" y="61302"/>
                  </a:lnTo>
                  <a:lnTo>
                    <a:pt x="692277" y="82715"/>
                  </a:lnTo>
                  <a:lnTo>
                    <a:pt x="641578" y="82715"/>
                  </a:lnTo>
                  <a:lnTo>
                    <a:pt x="641578" y="108140"/>
                  </a:lnTo>
                  <a:lnTo>
                    <a:pt x="692277" y="108140"/>
                  </a:lnTo>
                  <a:lnTo>
                    <a:pt x="692277" y="130340"/>
                  </a:lnTo>
                  <a:lnTo>
                    <a:pt x="723849" y="130340"/>
                  </a:lnTo>
                  <a:lnTo>
                    <a:pt x="723849" y="61302"/>
                  </a:lnTo>
                  <a:lnTo>
                    <a:pt x="723849" y="36309"/>
                  </a:lnTo>
                  <a:lnTo>
                    <a:pt x="723849" y="177"/>
                  </a:lnTo>
                  <a:close/>
                </a:path>
                <a:path w="725804" h="230504">
                  <a:moveTo>
                    <a:pt x="725512" y="178663"/>
                  </a:moveTo>
                  <a:lnTo>
                    <a:pt x="719861" y="159689"/>
                  </a:lnTo>
                  <a:lnTo>
                    <a:pt x="717588" y="157607"/>
                  </a:lnTo>
                  <a:lnTo>
                    <a:pt x="704151" y="145326"/>
                  </a:lnTo>
                  <a:lnTo>
                    <a:pt x="693762" y="141414"/>
                  </a:lnTo>
                  <a:lnTo>
                    <a:pt x="693762" y="178663"/>
                  </a:lnTo>
                  <a:lnTo>
                    <a:pt x="690613" y="187782"/>
                  </a:lnTo>
                  <a:lnTo>
                    <a:pt x="681672" y="194335"/>
                  </a:lnTo>
                  <a:lnTo>
                    <a:pt x="667486" y="198297"/>
                  </a:lnTo>
                  <a:lnTo>
                    <a:pt x="648589" y="199618"/>
                  </a:lnTo>
                  <a:lnTo>
                    <a:pt x="629412" y="198297"/>
                  </a:lnTo>
                  <a:lnTo>
                    <a:pt x="615073" y="194335"/>
                  </a:lnTo>
                  <a:lnTo>
                    <a:pt x="606132" y="187782"/>
                  </a:lnTo>
                  <a:lnTo>
                    <a:pt x="603072" y="178663"/>
                  </a:lnTo>
                  <a:lnTo>
                    <a:pt x="606132" y="169481"/>
                  </a:lnTo>
                  <a:lnTo>
                    <a:pt x="615073" y="162877"/>
                  </a:lnTo>
                  <a:lnTo>
                    <a:pt x="629412" y="158902"/>
                  </a:lnTo>
                  <a:lnTo>
                    <a:pt x="648589" y="157607"/>
                  </a:lnTo>
                  <a:lnTo>
                    <a:pt x="667486" y="158902"/>
                  </a:lnTo>
                  <a:lnTo>
                    <a:pt x="681672" y="162877"/>
                  </a:lnTo>
                  <a:lnTo>
                    <a:pt x="690613" y="169481"/>
                  </a:lnTo>
                  <a:lnTo>
                    <a:pt x="693762" y="178663"/>
                  </a:lnTo>
                  <a:lnTo>
                    <a:pt x="693762" y="141414"/>
                  </a:lnTo>
                  <a:lnTo>
                    <a:pt x="679907" y="136194"/>
                  </a:lnTo>
                  <a:lnTo>
                    <a:pt x="648589" y="132969"/>
                  </a:lnTo>
                  <a:lnTo>
                    <a:pt x="616991" y="136194"/>
                  </a:lnTo>
                  <a:lnTo>
                    <a:pt x="592607" y="145326"/>
                  </a:lnTo>
                  <a:lnTo>
                    <a:pt x="576922" y="159689"/>
                  </a:lnTo>
                  <a:lnTo>
                    <a:pt x="571411" y="178663"/>
                  </a:lnTo>
                  <a:lnTo>
                    <a:pt x="576922" y="197764"/>
                  </a:lnTo>
                  <a:lnTo>
                    <a:pt x="592607" y="212280"/>
                  </a:lnTo>
                  <a:lnTo>
                    <a:pt x="616991" y="221488"/>
                  </a:lnTo>
                  <a:lnTo>
                    <a:pt x="648589" y="224701"/>
                  </a:lnTo>
                  <a:lnTo>
                    <a:pt x="679907" y="221488"/>
                  </a:lnTo>
                  <a:lnTo>
                    <a:pt x="704151" y="212280"/>
                  </a:lnTo>
                  <a:lnTo>
                    <a:pt x="717854" y="199618"/>
                  </a:lnTo>
                  <a:lnTo>
                    <a:pt x="719861" y="197764"/>
                  </a:lnTo>
                  <a:lnTo>
                    <a:pt x="725512" y="178663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77680" y="5128117"/>
              <a:ext cx="289609" cy="230055"/>
            </a:xfrm>
            <a:prstGeom prst="rect">
              <a:avLst/>
            </a:prstGeom>
          </p:spPr>
        </p:pic>
      </p:grpSp>
      <p:sp>
        <p:nvSpPr>
          <p:cNvPr id="51" name="object 51"/>
          <p:cNvSpPr/>
          <p:nvPr/>
        </p:nvSpPr>
        <p:spPr>
          <a:xfrm>
            <a:off x="6605613" y="5128119"/>
            <a:ext cx="180975" cy="116839"/>
          </a:xfrm>
          <a:custGeom>
            <a:avLst/>
            <a:gdLst/>
            <a:ahLst/>
            <a:cxnLst/>
            <a:rect l="l" t="t" r="r" b="b"/>
            <a:pathLst>
              <a:path w="180975" h="116839">
                <a:moveTo>
                  <a:pt x="180594" y="52451"/>
                </a:moveTo>
                <a:lnTo>
                  <a:pt x="149098" y="52451"/>
                </a:lnTo>
                <a:lnTo>
                  <a:pt x="149098" y="69735"/>
                </a:lnTo>
                <a:lnTo>
                  <a:pt x="180594" y="69735"/>
                </a:lnTo>
                <a:lnTo>
                  <a:pt x="180594" y="52451"/>
                </a:lnTo>
                <a:close/>
              </a:path>
              <a:path w="180975" h="116839">
                <a:moveTo>
                  <a:pt x="180594" y="29349"/>
                </a:moveTo>
                <a:lnTo>
                  <a:pt x="107530" y="29349"/>
                </a:lnTo>
                <a:lnTo>
                  <a:pt x="107530" y="10299"/>
                </a:lnTo>
                <a:lnTo>
                  <a:pt x="76212" y="10299"/>
                </a:lnTo>
                <a:lnTo>
                  <a:pt x="76212" y="85229"/>
                </a:lnTo>
                <a:lnTo>
                  <a:pt x="31750" y="85229"/>
                </a:lnTo>
                <a:lnTo>
                  <a:pt x="31750" y="59829"/>
                </a:lnTo>
                <a:lnTo>
                  <a:pt x="76212" y="59829"/>
                </a:lnTo>
                <a:lnTo>
                  <a:pt x="76212" y="35699"/>
                </a:lnTo>
                <a:lnTo>
                  <a:pt x="31750" y="35699"/>
                </a:lnTo>
                <a:lnTo>
                  <a:pt x="31750" y="10299"/>
                </a:lnTo>
                <a:lnTo>
                  <a:pt x="0" y="10299"/>
                </a:lnTo>
                <a:lnTo>
                  <a:pt x="0" y="109359"/>
                </a:lnTo>
                <a:lnTo>
                  <a:pt x="107530" y="109359"/>
                </a:lnTo>
                <a:lnTo>
                  <a:pt x="107530" y="94119"/>
                </a:lnTo>
                <a:lnTo>
                  <a:pt x="149098" y="94119"/>
                </a:lnTo>
                <a:lnTo>
                  <a:pt x="149098" y="116306"/>
                </a:lnTo>
                <a:lnTo>
                  <a:pt x="180594" y="116306"/>
                </a:lnTo>
                <a:lnTo>
                  <a:pt x="180594" y="94119"/>
                </a:lnTo>
                <a:lnTo>
                  <a:pt x="180594" y="93675"/>
                </a:lnTo>
                <a:lnTo>
                  <a:pt x="180594" y="85229"/>
                </a:lnTo>
                <a:lnTo>
                  <a:pt x="180594" y="69989"/>
                </a:lnTo>
                <a:lnTo>
                  <a:pt x="107530" y="69989"/>
                </a:lnTo>
                <a:lnTo>
                  <a:pt x="107530" y="59829"/>
                </a:lnTo>
                <a:lnTo>
                  <a:pt x="107530" y="52209"/>
                </a:lnTo>
                <a:lnTo>
                  <a:pt x="180594" y="52209"/>
                </a:lnTo>
                <a:lnTo>
                  <a:pt x="180594" y="35699"/>
                </a:lnTo>
                <a:lnTo>
                  <a:pt x="180594" y="29349"/>
                </a:lnTo>
                <a:close/>
              </a:path>
              <a:path w="180975" h="116839">
                <a:moveTo>
                  <a:pt x="180594" y="0"/>
                </a:moveTo>
                <a:lnTo>
                  <a:pt x="149098" y="0"/>
                </a:lnTo>
                <a:lnTo>
                  <a:pt x="149098" y="28854"/>
                </a:lnTo>
                <a:lnTo>
                  <a:pt x="180594" y="28854"/>
                </a:lnTo>
                <a:lnTo>
                  <a:pt x="180594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635953" y="5252719"/>
            <a:ext cx="157480" cy="99060"/>
          </a:xfrm>
          <a:custGeom>
            <a:avLst/>
            <a:gdLst/>
            <a:ahLst/>
            <a:cxnLst/>
            <a:rect l="l" t="t" r="r" b="b"/>
            <a:pathLst>
              <a:path w="157479" h="99060">
                <a:moveTo>
                  <a:pt x="156908" y="73672"/>
                </a:moveTo>
                <a:lnTo>
                  <a:pt x="32016" y="73672"/>
                </a:lnTo>
                <a:lnTo>
                  <a:pt x="32016" y="60960"/>
                </a:lnTo>
                <a:lnTo>
                  <a:pt x="150253" y="60960"/>
                </a:lnTo>
                <a:lnTo>
                  <a:pt x="150253" y="36830"/>
                </a:lnTo>
                <a:lnTo>
                  <a:pt x="150253" y="24130"/>
                </a:lnTo>
                <a:lnTo>
                  <a:pt x="150253" y="0"/>
                </a:lnTo>
                <a:lnTo>
                  <a:pt x="0" y="0"/>
                </a:lnTo>
                <a:lnTo>
                  <a:pt x="0" y="24130"/>
                </a:lnTo>
                <a:lnTo>
                  <a:pt x="118757" y="24130"/>
                </a:lnTo>
                <a:lnTo>
                  <a:pt x="118757" y="36830"/>
                </a:lnTo>
                <a:lnTo>
                  <a:pt x="266" y="36830"/>
                </a:lnTo>
                <a:lnTo>
                  <a:pt x="266" y="60960"/>
                </a:lnTo>
                <a:lnTo>
                  <a:pt x="266" y="73672"/>
                </a:lnTo>
                <a:lnTo>
                  <a:pt x="266" y="99060"/>
                </a:lnTo>
                <a:lnTo>
                  <a:pt x="156908" y="99060"/>
                </a:lnTo>
                <a:lnTo>
                  <a:pt x="156908" y="73672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6889153" y="5128117"/>
            <a:ext cx="272415" cy="242570"/>
            <a:chOff x="6889153" y="5128117"/>
            <a:chExt cx="272415" cy="242570"/>
          </a:xfrm>
        </p:grpSpPr>
        <p:pic>
          <p:nvPicPr>
            <p:cNvPr id="54" name="object 5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889153" y="5147939"/>
              <a:ext cx="70428" cy="22216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979140" y="5128117"/>
              <a:ext cx="182343" cy="226460"/>
            </a:xfrm>
            <a:prstGeom prst="rect">
              <a:avLst/>
            </a:prstGeom>
          </p:spPr>
        </p:pic>
      </p:grpSp>
      <p:sp>
        <p:nvSpPr>
          <p:cNvPr id="56" name="object 56"/>
          <p:cNvSpPr/>
          <p:nvPr/>
        </p:nvSpPr>
        <p:spPr>
          <a:xfrm>
            <a:off x="7218489" y="5135409"/>
            <a:ext cx="153670" cy="93345"/>
          </a:xfrm>
          <a:custGeom>
            <a:avLst/>
            <a:gdLst/>
            <a:ahLst/>
            <a:cxnLst/>
            <a:rect l="l" t="t" r="r" b="b"/>
            <a:pathLst>
              <a:path w="153670" h="93345">
                <a:moveTo>
                  <a:pt x="153136" y="0"/>
                </a:moveTo>
                <a:lnTo>
                  <a:pt x="121818" y="0"/>
                </a:lnTo>
                <a:lnTo>
                  <a:pt x="121818" y="23329"/>
                </a:lnTo>
                <a:lnTo>
                  <a:pt x="121818" y="47459"/>
                </a:lnTo>
                <a:lnTo>
                  <a:pt x="121818" y="67779"/>
                </a:lnTo>
                <a:lnTo>
                  <a:pt x="31127" y="67779"/>
                </a:lnTo>
                <a:lnTo>
                  <a:pt x="31127" y="47459"/>
                </a:lnTo>
                <a:lnTo>
                  <a:pt x="121818" y="47459"/>
                </a:lnTo>
                <a:lnTo>
                  <a:pt x="121818" y="23329"/>
                </a:lnTo>
                <a:lnTo>
                  <a:pt x="31127" y="23329"/>
                </a:lnTo>
                <a:lnTo>
                  <a:pt x="31127" y="482"/>
                </a:lnTo>
                <a:lnTo>
                  <a:pt x="0" y="482"/>
                </a:lnTo>
                <a:lnTo>
                  <a:pt x="0" y="23329"/>
                </a:lnTo>
                <a:lnTo>
                  <a:pt x="0" y="47459"/>
                </a:lnTo>
                <a:lnTo>
                  <a:pt x="0" y="67779"/>
                </a:lnTo>
                <a:lnTo>
                  <a:pt x="0" y="93192"/>
                </a:lnTo>
                <a:lnTo>
                  <a:pt x="153136" y="93192"/>
                </a:lnTo>
                <a:lnTo>
                  <a:pt x="153136" y="23329"/>
                </a:lnTo>
                <a:lnTo>
                  <a:pt x="153136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191909" y="5134622"/>
            <a:ext cx="426084" cy="219710"/>
          </a:xfrm>
          <a:custGeom>
            <a:avLst/>
            <a:gdLst/>
            <a:ahLst/>
            <a:cxnLst/>
            <a:rect l="l" t="t" r="r" b="b"/>
            <a:pathLst>
              <a:path w="426084" h="219710">
                <a:moveTo>
                  <a:pt x="183743" y="190500"/>
                </a:moveTo>
                <a:lnTo>
                  <a:pt x="55613" y="190500"/>
                </a:lnTo>
                <a:lnTo>
                  <a:pt x="55613" y="152400"/>
                </a:lnTo>
                <a:lnTo>
                  <a:pt x="24206" y="152400"/>
                </a:lnTo>
                <a:lnTo>
                  <a:pt x="24206" y="190500"/>
                </a:lnTo>
                <a:lnTo>
                  <a:pt x="24206" y="215887"/>
                </a:lnTo>
                <a:lnTo>
                  <a:pt x="183743" y="215887"/>
                </a:lnTo>
                <a:lnTo>
                  <a:pt x="183743" y="190500"/>
                </a:lnTo>
                <a:close/>
              </a:path>
              <a:path w="426084" h="219710">
                <a:moveTo>
                  <a:pt x="206463" y="109359"/>
                </a:moveTo>
                <a:lnTo>
                  <a:pt x="0" y="109359"/>
                </a:lnTo>
                <a:lnTo>
                  <a:pt x="0" y="134277"/>
                </a:lnTo>
                <a:lnTo>
                  <a:pt x="90258" y="134277"/>
                </a:lnTo>
                <a:lnTo>
                  <a:pt x="90258" y="170675"/>
                </a:lnTo>
                <a:lnTo>
                  <a:pt x="121564" y="170675"/>
                </a:lnTo>
                <a:lnTo>
                  <a:pt x="121564" y="134277"/>
                </a:lnTo>
                <a:lnTo>
                  <a:pt x="206463" y="134277"/>
                </a:lnTo>
                <a:lnTo>
                  <a:pt x="206463" y="109359"/>
                </a:lnTo>
                <a:close/>
              </a:path>
              <a:path w="426084" h="219710">
                <a:moveTo>
                  <a:pt x="407670" y="83807"/>
                </a:moveTo>
                <a:lnTo>
                  <a:pt x="276021" y="83807"/>
                </a:lnTo>
                <a:lnTo>
                  <a:pt x="276021" y="66027"/>
                </a:lnTo>
                <a:lnTo>
                  <a:pt x="402399" y="66027"/>
                </a:lnTo>
                <a:lnTo>
                  <a:pt x="402399" y="43167"/>
                </a:lnTo>
                <a:lnTo>
                  <a:pt x="402399" y="26657"/>
                </a:lnTo>
                <a:lnTo>
                  <a:pt x="402399" y="0"/>
                </a:lnTo>
                <a:lnTo>
                  <a:pt x="243395" y="0"/>
                </a:lnTo>
                <a:lnTo>
                  <a:pt x="243395" y="26657"/>
                </a:lnTo>
                <a:lnTo>
                  <a:pt x="369862" y="26657"/>
                </a:lnTo>
                <a:lnTo>
                  <a:pt x="369862" y="43167"/>
                </a:lnTo>
                <a:lnTo>
                  <a:pt x="244094" y="43167"/>
                </a:lnTo>
                <a:lnTo>
                  <a:pt x="244094" y="66027"/>
                </a:lnTo>
                <a:lnTo>
                  <a:pt x="244094" y="83807"/>
                </a:lnTo>
                <a:lnTo>
                  <a:pt x="244094" y="109207"/>
                </a:lnTo>
                <a:lnTo>
                  <a:pt x="407670" y="109207"/>
                </a:lnTo>
                <a:lnTo>
                  <a:pt x="407670" y="83807"/>
                </a:lnTo>
                <a:close/>
              </a:path>
              <a:path w="426084" h="219710">
                <a:moveTo>
                  <a:pt x="426085" y="126199"/>
                </a:moveTo>
                <a:lnTo>
                  <a:pt x="219621" y="126199"/>
                </a:lnTo>
                <a:lnTo>
                  <a:pt x="219621" y="150939"/>
                </a:lnTo>
                <a:lnTo>
                  <a:pt x="267855" y="150939"/>
                </a:lnTo>
                <a:lnTo>
                  <a:pt x="267855" y="219430"/>
                </a:lnTo>
                <a:lnTo>
                  <a:pt x="299529" y="219430"/>
                </a:lnTo>
                <a:lnTo>
                  <a:pt x="299529" y="150939"/>
                </a:lnTo>
                <a:lnTo>
                  <a:pt x="346532" y="150939"/>
                </a:lnTo>
                <a:lnTo>
                  <a:pt x="346532" y="219430"/>
                </a:lnTo>
                <a:lnTo>
                  <a:pt x="378460" y="219430"/>
                </a:lnTo>
                <a:lnTo>
                  <a:pt x="378460" y="150939"/>
                </a:lnTo>
                <a:lnTo>
                  <a:pt x="426085" y="150939"/>
                </a:lnTo>
                <a:lnTo>
                  <a:pt x="426085" y="126199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7689626" y="5128467"/>
            <a:ext cx="509270" cy="241935"/>
            <a:chOff x="7689626" y="5128467"/>
            <a:chExt cx="509270" cy="241935"/>
          </a:xfrm>
        </p:grpSpPr>
        <p:pic>
          <p:nvPicPr>
            <p:cNvPr id="59" name="object 5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689626" y="5128467"/>
              <a:ext cx="408540" cy="22549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128250" y="5147939"/>
              <a:ext cx="70428" cy="222161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11571258" y="4772391"/>
            <a:ext cx="1407160" cy="242570"/>
            <a:chOff x="11571258" y="4772391"/>
            <a:chExt cx="1407160" cy="242570"/>
          </a:xfrm>
        </p:grpSpPr>
        <p:pic>
          <p:nvPicPr>
            <p:cNvPr id="62" name="object 6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571258" y="4772567"/>
              <a:ext cx="182343" cy="22646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784299" y="4772391"/>
              <a:ext cx="206462" cy="22628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2019617" y="4792388"/>
              <a:ext cx="168135" cy="22216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2227045" y="4772567"/>
              <a:ext cx="351618" cy="22593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609362" y="4790722"/>
              <a:ext cx="289433" cy="223828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2936334" y="4841768"/>
              <a:ext cx="41910" cy="136525"/>
            </a:xfrm>
            <a:custGeom>
              <a:avLst/>
              <a:gdLst/>
              <a:ahLst/>
              <a:cxnLst/>
              <a:rect l="l" t="t" r="r" b="b"/>
              <a:pathLst>
                <a:path w="41909" h="136525">
                  <a:moveTo>
                    <a:pt x="20962" y="0"/>
                  </a:moveTo>
                  <a:lnTo>
                    <a:pt x="12792" y="1630"/>
                  </a:lnTo>
                  <a:lnTo>
                    <a:pt x="6118" y="6073"/>
                  </a:lnTo>
                  <a:lnTo>
                    <a:pt x="1647" y="12654"/>
                  </a:lnTo>
                  <a:lnTo>
                    <a:pt x="88" y="20698"/>
                  </a:lnTo>
                  <a:lnTo>
                    <a:pt x="1647" y="28793"/>
                  </a:lnTo>
                  <a:lnTo>
                    <a:pt x="6118" y="35400"/>
                  </a:lnTo>
                  <a:lnTo>
                    <a:pt x="12792" y="39853"/>
                  </a:lnTo>
                  <a:lnTo>
                    <a:pt x="20962" y="41485"/>
                  </a:lnTo>
                  <a:lnTo>
                    <a:pt x="28860" y="39853"/>
                  </a:lnTo>
                  <a:lnTo>
                    <a:pt x="35466" y="35400"/>
                  </a:lnTo>
                  <a:lnTo>
                    <a:pt x="40018" y="28793"/>
                  </a:lnTo>
                  <a:lnTo>
                    <a:pt x="41748" y="20698"/>
                  </a:lnTo>
                  <a:lnTo>
                    <a:pt x="40018" y="12654"/>
                  </a:lnTo>
                  <a:lnTo>
                    <a:pt x="35466" y="6073"/>
                  </a:lnTo>
                  <a:lnTo>
                    <a:pt x="28860" y="1630"/>
                  </a:lnTo>
                  <a:lnTo>
                    <a:pt x="20962" y="0"/>
                  </a:lnTo>
                  <a:close/>
                </a:path>
                <a:path w="41909" h="136525">
                  <a:moveTo>
                    <a:pt x="20874" y="94548"/>
                  </a:moveTo>
                  <a:lnTo>
                    <a:pt x="12741" y="96179"/>
                  </a:lnTo>
                  <a:lnTo>
                    <a:pt x="6063" y="100622"/>
                  </a:lnTo>
                  <a:lnTo>
                    <a:pt x="1571" y="107202"/>
                  </a:lnTo>
                  <a:lnTo>
                    <a:pt x="0" y="115247"/>
                  </a:lnTo>
                  <a:lnTo>
                    <a:pt x="1571" y="123342"/>
                  </a:lnTo>
                  <a:lnTo>
                    <a:pt x="6063" y="129949"/>
                  </a:lnTo>
                  <a:lnTo>
                    <a:pt x="12741" y="134401"/>
                  </a:lnTo>
                  <a:lnTo>
                    <a:pt x="20874" y="136033"/>
                  </a:lnTo>
                  <a:lnTo>
                    <a:pt x="28772" y="134401"/>
                  </a:lnTo>
                  <a:lnTo>
                    <a:pt x="35379" y="129949"/>
                  </a:lnTo>
                  <a:lnTo>
                    <a:pt x="39930" y="123342"/>
                  </a:lnTo>
                  <a:lnTo>
                    <a:pt x="41661" y="115247"/>
                  </a:lnTo>
                  <a:lnTo>
                    <a:pt x="39930" y="107202"/>
                  </a:lnTo>
                  <a:lnTo>
                    <a:pt x="35379" y="100622"/>
                  </a:lnTo>
                  <a:lnTo>
                    <a:pt x="28772" y="96179"/>
                  </a:lnTo>
                  <a:lnTo>
                    <a:pt x="20874" y="94548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13057285" y="4770637"/>
            <a:ext cx="1793239" cy="232410"/>
            <a:chOff x="13057285" y="4770637"/>
            <a:chExt cx="1793239" cy="232410"/>
          </a:xfrm>
        </p:grpSpPr>
        <p:pic>
          <p:nvPicPr>
            <p:cNvPr id="69" name="object 6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057285" y="4772567"/>
              <a:ext cx="196026" cy="22593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280851" y="4772567"/>
              <a:ext cx="186903" cy="22646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492576" y="4772567"/>
              <a:ext cx="288381" cy="23005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3806568" y="4772567"/>
              <a:ext cx="289610" cy="230055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4134506" y="4772567"/>
              <a:ext cx="499492" cy="23005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658996" y="4770637"/>
              <a:ext cx="190938" cy="227776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11561259" y="5128117"/>
            <a:ext cx="1265555" cy="230504"/>
            <a:chOff x="11561259" y="5128117"/>
            <a:chExt cx="1265555" cy="230504"/>
          </a:xfrm>
        </p:grpSpPr>
        <p:pic>
          <p:nvPicPr>
            <p:cNvPr id="76" name="object 7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561259" y="5128117"/>
              <a:ext cx="412661" cy="226460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1999531" y="5128120"/>
              <a:ext cx="508000" cy="230504"/>
            </a:xfrm>
            <a:custGeom>
              <a:avLst/>
              <a:gdLst/>
              <a:ahLst/>
              <a:cxnLst/>
              <a:rect l="l" t="t" r="r" b="b"/>
              <a:pathLst>
                <a:path w="508000" h="230504">
                  <a:moveTo>
                    <a:pt x="89636" y="14998"/>
                  </a:moveTo>
                  <a:lnTo>
                    <a:pt x="57886" y="14998"/>
                  </a:lnTo>
                  <a:lnTo>
                    <a:pt x="0" y="230060"/>
                  </a:lnTo>
                  <a:lnTo>
                    <a:pt x="31750" y="230060"/>
                  </a:lnTo>
                  <a:lnTo>
                    <a:pt x="89636" y="14998"/>
                  </a:lnTo>
                  <a:close/>
                </a:path>
                <a:path w="508000" h="230504">
                  <a:moveTo>
                    <a:pt x="222072" y="125603"/>
                  </a:moveTo>
                  <a:lnTo>
                    <a:pt x="217652" y="103898"/>
                  </a:lnTo>
                  <a:lnTo>
                    <a:pt x="213067" y="97447"/>
                  </a:lnTo>
                  <a:lnTo>
                    <a:pt x="205562" y="86868"/>
                  </a:lnTo>
                  <a:lnTo>
                    <a:pt x="191808" y="78486"/>
                  </a:lnTo>
                  <a:lnTo>
                    <a:pt x="191808" y="125603"/>
                  </a:lnTo>
                  <a:lnTo>
                    <a:pt x="189687" y="137375"/>
                  </a:lnTo>
                  <a:lnTo>
                    <a:pt x="183984" y="146151"/>
                  </a:lnTo>
                  <a:lnTo>
                    <a:pt x="175361" y="151638"/>
                  </a:lnTo>
                  <a:lnTo>
                    <a:pt x="164439" y="153492"/>
                  </a:lnTo>
                  <a:lnTo>
                    <a:pt x="153416" y="151638"/>
                  </a:lnTo>
                  <a:lnTo>
                    <a:pt x="144703" y="146151"/>
                  </a:lnTo>
                  <a:lnTo>
                    <a:pt x="139001" y="137375"/>
                  </a:lnTo>
                  <a:lnTo>
                    <a:pt x="136994" y="125603"/>
                  </a:lnTo>
                  <a:lnTo>
                    <a:pt x="139001" y="113931"/>
                  </a:lnTo>
                  <a:lnTo>
                    <a:pt x="144703" y="105105"/>
                  </a:lnTo>
                  <a:lnTo>
                    <a:pt x="153416" y="99491"/>
                  </a:lnTo>
                  <a:lnTo>
                    <a:pt x="164439" y="97447"/>
                  </a:lnTo>
                  <a:lnTo>
                    <a:pt x="175361" y="99491"/>
                  </a:lnTo>
                  <a:lnTo>
                    <a:pt x="183984" y="105105"/>
                  </a:lnTo>
                  <a:lnTo>
                    <a:pt x="189687" y="113931"/>
                  </a:lnTo>
                  <a:lnTo>
                    <a:pt x="191808" y="125603"/>
                  </a:lnTo>
                  <a:lnTo>
                    <a:pt x="191808" y="78486"/>
                  </a:lnTo>
                  <a:lnTo>
                    <a:pt x="187312" y="75730"/>
                  </a:lnTo>
                  <a:lnTo>
                    <a:pt x="164439" y="71742"/>
                  </a:lnTo>
                  <a:lnTo>
                    <a:pt x="141338" y="75730"/>
                  </a:lnTo>
                  <a:lnTo>
                    <a:pt x="123012" y="86868"/>
                  </a:lnTo>
                  <a:lnTo>
                    <a:pt x="110959" y="103898"/>
                  </a:lnTo>
                  <a:lnTo>
                    <a:pt x="106641" y="125603"/>
                  </a:lnTo>
                  <a:lnTo>
                    <a:pt x="110959" y="147320"/>
                  </a:lnTo>
                  <a:lnTo>
                    <a:pt x="123012" y="164338"/>
                  </a:lnTo>
                  <a:lnTo>
                    <a:pt x="141338" y="175437"/>
                  </a:lnTo>
                  <a:lnTo>
                    <a:pt x="164439" y="179451"/>
                  </a:lnTo>
                  <a:lnTo>
                    <a:pt x="187312" y="175437"/>
                  </a:lnTo>
                  <a:lnTo>
                    <a:pt x="205562" y="164338"/>
                  </a:lnTo>
                  <a:lnTo>
                    <a:pt x="213271" y="153492"/>
                  </a:lnTo>
                  <a:lnTo>
                    <a:pt x="217652" y="147320"/>
                  </a:lnTo>
                  <a:lnTo>
                    <a:pt x="222072" y="125603"/>
                  </a:lnTo>
                  <a:close/>
                </a:path>
                <a:path w="508000" h="230504">
                  <a:moveTo>
                    <a:pt x="230225" y="33769"/>
                  </a:moveTo>
                  <a:lnTo>
                    <a:pt x="180238" y="33769"/>
                  </a:lnTo>
                  <a:lnTo>
                    <a:pt x="180238" y="3594"/>
                  </a:lnTo>
                  <a:lnTo>
                    <a:pt x="148653" y="3594"/>
                  </a:lnTo>
                  <a:lnTo>
                    <a:pt x="148653" y="33769"/>
                  </a:lnTo>
                  <a:lnTo>
                    <a:pt x="97523" y="33769"/>
                  </a:lnTo>
                  <a:lnTo>
                    <a:pt x="97523" y="59118"/>
                  </a:lnTo>
                  <a:lnTo>
                    <a:pt x="230225" y="59118"/>
                  </a:lnTo>
                  <a:lnTo>
                    <a:pt x="230225" y="33769"/>
                  </a:lnTo>
                  <a:close/>
                </a:path>
                <a:path w="508000" h="230504">
                  <a:moveTo>
                    <a:pt x="310121" y="88506"/>
                  </a:moveTo>
                  <a:lnTo>
                    <a:pt x="276796" y="88506"/>
                  </a:lnTo>
                  <a:lnTo>
                    <a:pt x="276796" y="0"/>
                  </a:lnTo>
                  <a:lnTo>
                    <a:pt x="245491" y="0"/>
                  </a:lnTo>
                  <a:lnTo>
                    <a:pt x="245491" y="225933"/>
                  </a:lnTo>
                  <a:lnTo>
                    <a:pt x="276796" y="225933"/>
                  </a:lnTo>
                  <a:lnTo>
                    <a:pt x="276796" y="114554"/>
                  </a:lnTo>
                  <a:lnTo>
                    <a:pt x="310121" y="114554"/>
                  </a:lnTo>
                  <a:lnTo>
                    <a:pt x="310121" y="88506"/>
                  </a:lnTo>
                  <a:close/>
                </a:path>
                <a:path w="508000" h="230504">
                  <a:moveTo>
                    <a:pt x="454050" y="70612"/>
                  </a:moveTo>
                  <a:lnTo>
                    <a:pt x="449237" y="48298"/>
                  </a:lnTo>
                  <a:lnTo>
                    <a:pt x="444931" y="42545"/>
                  </a:lnTo>
                  <a:lnTo>
                    <a:pt x="436118" y="30759"/>
                  </a:lnTo>
                  <a:lnTo>
                    <a:pt x="423176" y="23279"/>
                  </a:lnTo>
                  <a:lnTo>
                    <a:pt x="423176" y="70612"/>
                  </a:lnTo>
                  <a:lnTo>
                    <a:pt x="420712" y="82537"/>
                  </a:lnTo>
                  <a:lnTo>
                    <a:pt x="414007" y="91351"/>
                  </a:lnTo>
                  <a:lnTo>
                    <a:pt x="403923" y="96799"/>
                  </a:lnTo>
                  <a:lnTo>
                    <a:pt x="391350" y="98679"/>
                  </a:lnTo>
                  <a:lnTo>
                    <a:pt x="378993" y="96799"/>
                  </a:lnTo>
                  <a:lnTo>
                    <a:pt x="369087" y="91351"/>
                  </a:lnTo>
                  <a:lnTo>
                    <a:pt x="362508" y="82537"/>
                  </a:lnTo>
                  <a:lnTo>
                    <a:pt x="360121" y="70612"/>
                  </a:lnTo>
                  <a:lnTo>
                    <a:pt x="362496" y="58788"/>
                  </a:lnTo>
                  <a:lnTo>
                    <a:pt x="369062" y="49961"/>
                  </a:lnTo>
                  <a:lnTo>
                    <a:pt x="378955" y="44450"/>
                  </a:lnTo>
                  <a:lnTo>
                    <a:pt x="391350" y="42545"/>
                  </a:lnTo>
                  <a:lnTo>
                    <a:pt x="403961" y="44450"/>
                  </a:lnTo>
                  <a:lnTo>
                    <a:pt x="414045" y="49961"/>
                  </a:lnTo>
                  <a:lnTo>
                    <a:pt x="420725" y="58788"/>
                  </a:lnTo>
                  <a:lnTo>
                    <a:pt x="423176" y="70612"/>
                  </a:lnTo>
                  <a:lnTo>
                    <a:pt x="423176" y="23279"/>
                  </a:lnTo>
                  <a:lnTo>
                    <a:pt x="416293" y="19291"/>
                  </a:lnTo>
                  <a:lnTo>
                    <a:pt x="391350" y="15176"/>
                  </a:lnTo>
                  <a:lnTo>
                    <a:pt x="366560" y="19291"/>
                  </a:lnTo>
                  <a:lnTo>
                    <a:pt x="346684" y="30759"/>
                  </a:lnTo>
                  <a:lnTo>
                    <a:pt x="333476" y="48298"/>
                  </a:lnTo>
                  <a:lnTo>
                    <a:pt x="328726" y="70612"/>
                  </a:lnTo>
                  <a:lnTo>
                    <a:pt x="333476" y="92964"/>
                  </a:lnTo>
                  <a:lnTo>
                    <a:pt x="346684" y="110490"/>
                  </a:lnTo>
                  <a:lnTo>
                    <a:pt x="366560" y="121945"/>
                  </a:lnTo>
                  <a:lnTo>
                    <a:pt x="391350" y="126034"/>
                  </a:lnTo>
                  <a:lnTo>
                    <a:pt x="416293" y="121945"/>
                  </a:lnTo>
                  <a:lnTo>
                    <a:pt x="436118" y="110490"/>
                  </a:lnTo>
                  <a:lnTo>
                    <a:pt x="444969" y="98679"/>
                  </a:lnTo>
                  <a:lnTo>
                    <a:pt x="449237" y="92964"/>
                  </a:lnTo>
                  <a:lnTo>
                    <a:pt x="454050" y="70612"/>
                  </a:lnTo>
                  <a:close/>
                </a:path>
                <a:path w="508000" h="230504">
                  <a:moveTo>
                    <a:pt x="466077" y="170065"/>
                  </a:moveTo>
                  <a:lnTo>
                    <a:pt x="463702" y="147269"/>
                  </a:lnTo>
                  <a:lnTo>
                    <a:pt x="426415" y="151244"/>
                  </a:lnTo>
                  <a:lnTo>
                    <a:pt x="388493" y="153441"/>
                  </a:lnTo>
                  <a:lnTo>
                    <a:pt x="352082" y="154355"/>
                  </a:lnTo>
                  <a:lnTo>
                    <a:pt x="319341" y="154546"/>
                  </a:lnTo>
                  <a:lnTo>
                    <a:pt x="322935" y="180238"/>
                  </a:lnTo>
                  <a:lnTo>
                    <a:pt x="354952" y="180022"/>
                  </a:lnTo>
                  <a:lnTo>
                    <a:pt x="390588" y="178803"/>
                  </a:lnTo>
                  <a:lnTo>
                    <a:pt x="428180" y="175768"/>
                  </a:lnTo>
                  <a:lnTo>
                    <a:pt x="466077" y="170065"/>
                  </a:lnTo>
                  <a:close/>
                </a:path>
                <a:path w="508000" h="230504">
                  <a:moveTo>
                    <a:pt x="508000" y="0"/>
                  </a:moveTo>
                  <a:lnTo>
                    <a:pt x="476504" y="0"/>
                  </a:lnTo>
                  <a:lnTo>
                    <a:pt x="476504" y="226466"/>
                  </a:lnTo>
                  <a:lnTo>
                    <a:pt x="508000" y="226466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533142" y="5128468"/>
              <a:ext cx="293645" cy="229705"/>
            </a:xfrm>
            <a:prstGeom prst="rect">
              <a:avLst/>
            </a:prstGeom>
          </p:spPr>
        </p:pic>
      </p:grpSp>
      <p:sp>
        <p:nvSpPr>
          <p:cNvPr id="79" name="object 79"/>
          <p:cNvSpPr/>
          <p:nvPr/>
        </p:nvSpPr>
        <p:spPr>
          <a:xfrm>
            <a:off x="12858179" y="5128259"/>
            <a:ext cx="203200" cy="114300"/>
          </a:xfrm>
          <a:custGeom>
            <a:avLst/>
            <a:gdLst/>
            <a:ahLst/>
            <a:cxnLst/>
            <a:rect l="l" t="t" r="r" b="b"/>
            <a:pathLst>
              <a:path w="203200" h="114300">
                <a:moveTo>
                  <a:pt x="109283" y="10121"/>
                </a:moveTo>
                <a:lnTo>
                  <a:pt x="77711" y="10121"/>
                </a:lnTo>
                <a:lnTo>
                  <a:pt x="77711" y="36830"/>
                </a:lnTo>
                <a:lnTo>
                  <a:pt x="31407" y="36830"/>
                </a:lnTo>
                <a:lnTo>
                  <a:pt x="31407" y="10160"/>
                </a:lnTo>
                <a:lnTo>
                  <a:pt x="0" y="10160"/>
                </a:lnTo>
                <a:lnTo>
                  <a:pt x="0" y="36830"/>
                </a:lnTo>
                <a:lnTo>
                  <a:pt x="0" y="60960"/>
                </a:lnTo>
                <a:lnTo>
                  <a:pt x="0" y="83832"/>
                </a:lnTo>
                <a:lnTo>
                  <a:pt x="0" y="109220"/>
                </a:lnTo>
                <a:lnTo>
                  <a:pt x="109283" y="109220"/>
                </a:lnTo>
                <a:lnTo>
                  <a:pt x="109283" y="83832"/>
                </a:lnTo>
                <a:lnTo>
                  <a:pt x="31407" y="83832"/>
                </a:lnTo>
                <a:lnTo>
                  <a:pt x="31407" y="60960"/>
                </a:lnTo>
                <a:lnTo>
                  <a:pt x="77711" y="60960"/>
                </a:lnTo>
                <a:lnTo>
                  <a:pt x="77711" y="83794"/>
                </a:lnTo>
                <a:lnTo>
                  <a:pt x="109283" y="83794"/>
                </a:lnTo>
                <a:lnTo>
                  <a:pt x="109283" y="60960"/>
                </a:lnTo>
                <a:lnTo>
                  <a:pt x="109283" y="60642"/>
                </a:lnTo>
                <a:lnTo>
                  <a:pt x="109283" y="36880"/>
                </a:lnTo>
                <a:lnTo>
                  <a:pt x="109283" y="10121"/>
                </a:lnTo>
                <a:close/>
              </a:path>
              <a:path w="203200" h="114300">
                <a:moveTo>
                  <a:pt x="202780" y="44462"/>
                </a:moveTo>
                <a:lnTo>
                  <a:pt x="172440" y="44462"/>
                </a:lnTo>
                <a:lnTo>
                  <a:pt x="172440" y="0"/>
                </a:lnTo>
                <a:lnTo>
                  <a:pt x="140690" y="0"/>
                </a:lnTo>
                <a:lnTo>
                  <a:pt x="140690" y="44462"/>
                </a:lnTo>
                <a:lnTo>
                  <a:pt x="140690" y="69850"/>
                </a:lnTo>
                <a:lnTo>
                  <a:pt x="140690" y="114300"/>
                </a:lnTo>
                <a:lnTo>
                  <a:pt x="172440" y="114300"/>
                </a:lnTo>
                <a:lnTo>
                  <a:pt x="172440" y="69850"/>
                </a:lnTo>
                <a:lnTo>
                  <a:pt x="202780" y="69850"/>
                </a:lnTo>
                <a:lnTo>
                  <a:pt x="202780" y="44462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2880810" y="5128119"/>
            <a:ext cx="1764030" cy="230504"/>
          </a:xfrm>
          <a:custGeom>
            <a:avLst/>
            <a:gdLst/>
            <a:ahLst/>
            <a:cxnLst/>
            <a:rect l="l" t="t" r="r" b="b"/>
            <a:pathLst>
              <a:path w="1764030" h="230504">
                <a:moveTo>
                  <a:pt x="156298" y="199529"/>
                </a:moveTo>
                <a:lnTo>
                  <a:pt x="31572" y="199529"/>
                </a:lnTo>
                <a:lnTo>
                  <a:pt x="31572" y="184289"/>
                </a:lnTo>
                <a:lnTo>
                  <a:pt x="149809" y="184289"/>
                </a:lnTo>
                <a:lnTo>
                  <a:pt x="149809" y="162699"/>
                </a:lnTo>
                <a:lnTo>
                  <a:pt x="149809" y="147459"/>
                </a:lnTo>
                <a:lnTo>
                  <a:pt x="149809" y="123329"/>
                </a:lnTo>
                <a:lnTo>
                  <a:pt x="0" y="123329"/>
                </a:lnTo>
                <a:lnTo>
                  <a:pt x="0" y="147459"/>
                </a:lnTo>
                <a:lnTo>
                  <a:pt x="118224" y="147459"/>
                </a:lnTo>
                <a:lnTo>
                  <a:pt x="118224" y="162699"/>
                </a:lnTo>
                <a:lnTo>
                  <a:pt x="355" y="162699"/>
                </a:lnTo>
                <a:lnTo>
                  <a:pt x="355" y="184289"/>
                </a:lnTo>
                <a:lnTo>
                  <a:pt x="355" y="199529"/>
                </a:lnTo>
                <a:lnTo>
                  <a:pt x="355" y="224929"/>
                </a:lnTo>
                <a:lnTo>
                  <a:pt x="156298" y="224929"/>
                </a:lnTo>
                <a:lnTo>
                  <a:pt x="156298" y="199529"/>
                </a:lnTo>
                <a:close/>
              </a:path>
              <a:path w="1764030" h="230504">
                <a:moveTo>
                  <a:pt x="275577" y="14998"/>
                </a:moveTo>
                <a:lnTo>
                  <a:pt x="243827" y="14998"/>
                </a:lnTo>
                <a:lnTo>
                  <a:pt x="185940" y="230060"/>
                </a:lnTo>
                <a:lnTo>
                  <a:pt x="217690" y="230060"/>
                </a:lnTo>
                <a:lnTo>
                  <a:pt x="275577" y="14998"/>
                </a:lnTo>
                <a:close/>
              </a:path>
              <a:path w="1764030" h="230504">
                <a:moveTo>
                  <a:pt x="468185" y="42100"/>
                </a:moveTo>
                <a:lnTo>
                  <a:pt x="436956" y="42100"/>
                </a:lnTo>
                <a:lnTo>
                  <a:pt x="436956" y="102539"/>
                </a:lnTo>
                <a:lnTo>
                  <a:pt x="468185" y="102539"/>
                </a:lnTo>
                <a:lnTo>
                  <a:pt x="468185" y="42100"/>
                </a:lnTo>
                <a:close/>
              </a:path>
              <a:path w="1764030" h="230504">
                <a:moveTo>
                  <a:pt x="468185" y="16649"/>
                </a:moveTo>
                <a:lnTo>
                  <a:pt x="306539" y="16649"/>
                </a:lnTo>
                <a:lnTo>
                  <a:pt x="306539" y="42049"/>
                </a:lnTo>
                <a:lnTo>
                  <a:pt x="306539" y="103022"/>
                </a:lnTo>
                <a:lnTo>
                  <a:pt x="306539" y="127139"/>
                </a:lnTo>
                <a:lnTo>
                  <a:pt x="468185" y="127139"/>
                </a:lnTo>
                <a:lnTo>
                  <a:pt x="468185" y="103022"/>
                </a:lnTo>
                <a:lnTo>
                  <a:pt x="337756" y="103022"/>
                </a:lnTo>
                <a:lnTo>
                  <a:pt x="337756" y="42049"/>
                </a:lnTo>
                <a:lnTo>
                  <a:pt x="468185" y="42049"/>
                </a:lnTo>
                <a:lnTo>
                  <a:pt x="468185" y="16649"/>
                </a:lnTo>
                <a:close/>
              </a:path>
              <a:path w="1764030" h="230504">
                <a:moveTo>
                  <a:pt x="491159" y="173659"/>
                </a:moveTo>
                <a:lnTo>
                  <a:pt x="403098" y="173659"/>
                </a:lnTo>
                <a:lnTo>
                  <a:pt x="403098" y="127355"/>
                </a:lnTo>
                <a:lnTo>
                  <a:pt x="371792" y="127355"/>
                </a:lnTo>
                <a:lnTo>
                  <a:pt x="371792" y="173659"/>
                </a:lnTo>
                <a:lnTo>
                  <a:pt x="284695" y="173659"/>
                </a:lnTo>
                <a:lnTo>
                  <a:pt x="284695" y="199453"/>
                </a:lnTo>
                <a:lnTo>
                  <a:pt x="491159" y="199453"/>
                </a:lnTo>
                <a:lnTo>
                  <a:pt x="491159" y="173659"/>
                </a:lnTo>
                <a:close/>
              </a:path>
              <a:path w="1764030" h="230504">
                <a:moveTo>
                  <a:pt x="642899" y="152882"/>
                </a:moveTo>
                <a:lnTo>
                  <a:pt x="618578" y="136245"/>
                </a:lnTo>
                <a:lnTo>
                  <a:pt x="603059" y="116039"/>
                </a:lnTo>
                <a:lnTo>
                  <a:pt x="601281" y="113741"/>
                </a:lnTo>
                <a:lnTo>
                  <a:pt x="590981" y="87972"/>
                </a:lnTo>
                <a:lnTo>
                  <a:pt x="587641" y="61569"/>
                </a:lnTo>
                <a:lnTo>
                  <a:pt x="587641" y="47713"/>
                </a:lnTo>
                <a:lnTo>
                  <a:pt x="633069" y="47713"/>
                </a:lnTo>
                <a:lnTo>
                  <a:pt x="633069" y="21844"/>
                </a:lnTo>
                <a:lnTo>
                  <a:pt x="508000" y="21844"/>
                </a:lnTo>
                <a:lnTo>
                  <a:pt x="508000" y="47713"/>
                </a:lnTo>
                <a:lnTo>
                  <a:pt x="555802" y="47713"/>
                </a:lnTo>
                <a:lnTo>
                  <a:pt x="555802" y="61569"/>
                </a:lnTo>
                <a:lnTo>
                  <a:pt x="552145" y="90017"/>
                </a:lnTo>
                <a:lnTo>
                  <a:pt x="541477" y="117462"/>
                </a:lnTo>
                <a:lnTo>
                  <a:pt x="523773" y="141198"/>
                </a:lnTo>
                <a:lnTo>
                  <a:pt x="499059" y="158496"/>
                </a:lnTo>
                <a:lnTo>
                  <a:pt x="517474" y="183489"/>
                </a:lnTo>
                <a:lnTo>
                  <a:pt x="535546" y="171970"/>
                </a:lnTo>
                <a:lnTo>
                  <a:pt x="550760" y="156375"/>
                </a:lnTo>
                <a:lnTo>
                  <a:pt x="563003" y="137464"/>
                </a:lnTo>
                <a:lnTo>
                  <a:pt x="572198" y="116039"/>
                </a:lnTo>
                <a:lnTo>
                  <a:pt x="581177" y="135483"/>
                </a:lnTo>
                <a:lnTo>
                  <a:pt x="593039" y="152692"/>
                </a:lnTo>
                <a:lnTo>
                  <a:pt x="607758" y="166992"/>
                </a:lnTo>
                <a:lnTo>
                  <a:pt x="625259" y="177698"/>
                </a:lnTo>
                <a:lnTo>
                  <a:pt x="642899" y="152882"/>
                </a:lnTo>
                <a:close/>
              </a:path>
              <a:path w="1764030" h="230504">
                <a:moveTo>
                  <a:pt x="715695" y="86309"/>
                </a:moveTo>
                <a:lnTo>
                  <a:pt x="682358" y="86309"/>
                </a:lnTo>
                <a:lnTo>
                  <a:pt x="682358" y="0"/>
                </a:lnTo>
                <a:lnTo>
                  <a:pt x="650697" y="0"/>
                </a:lnTo>
                <a:lnTo>
                  <a:pt x="650697" y="225933"/>
                </a:lnTo>
                <a:lnTo>
                  <a:pt x="682358" y="225933"/>
                </a:lnTo>
                <a:lnTo>
                  <a:pt x="682358" y="112712"/>
                </a:lnTo>
                <a:lnTo>
                  <a:pt x="715695" y="112712"/>
                </a:lnTo>
                <a:lnTo>
                  <a:pt x="715695" y="86309"/>
                </a:lnTo>
                <a:close/>
              </a:path>
              <a:path w="1764030" h="230504">
                <a:moveTo>
                  <a:pt x="809180" y="14998"/>
                </a:moveTo>
                <a:lnTo>
                  <a:pt x="777430" y="14998"/>
                </a:lnTo>
                <a:lnTo>
                  <a:pt x="719543" y="230060"/>
                </a:lnTo>
                <a:lnTo>
                  <a:pt x="751293" y="230060"/>
                </a:lnTo>
                <a:lnTo>
                  <a:pt x="809180" y="14998"/>
                </a:lnTo>
                <a:close/>
              </a:path>
              <a:path w="1764030" h="230504">
                <a:moveTo>
                  <a:pt x="936104" y="23152"/>
                </a:moveTo>
                <a:lnTo>
                  <a:pt x="828573" y="23152"/>
                </a:lnTo>
                <a:lnTo>
                  <a:pt x="828573" y="49034"/>
                </a:lnTo>
                <a:lnTo>
                  <a:pt x="903820" y="49034"/>
                </a:lnTo>
                <a:lnTo>
                  <a:pt x="895057" y="84175"/>
                </a:lnTo>
                <a:lnTo>
                  <a:pt x="877595" y="114414"/>
                </a:lnTo>
                <a:lnTo>
                  <a:pt x="851255" y="140258"/>
                </a:lnTo>
                <a:lnTo>
                  <a:pt x="815848" y="162179"/>
                </a:lnTo>
                <a:lnTo>
                  <a:pt x="833653" y="186385"/>
                </a:lnTo>
                <a:lnTo>
                  <a:pt x="881646" y="154647"/>
                </a:lnTo>
                <a:lnTo>
                  <a:pt x="913257" y="116116"/>
                </a:lnTo>
                <a:lnTo>
                  <a:pt x="930681" y="71907"/>
                </a:lnTo>
                <a:lnTo>
                  <a:pt x="936104" y="23152"/>
                </a:lnTo>
                <a:close/>
              </a:path>
              <a:path w="1764030" h="230504">
                <a:moveTo>
                  <a:pt x="1028280" y="86575"/>
                </a:moveTo>
                <a:lnTo>
                  <a:pt x="996353" y="86575"/>
                </a:lnTo>
                <a:lnTo>
                  <a:pt x="996353" y="0"/>
                </a:lnTo>
                <a:lnTo>
                  <a:pt x="964692" y="0"/>
                </a:lnTo>
                <a:lnTo>
                  <a:pt x="964692" y="225412"/>
                </a:lnTo>
                <a:lnTo>
                  <a:pt x="996353" y="225412"/>
                </a:lnTo>
                <a:lnTo>
                  <a:pt x="996353" y="112712"/>
                </a:lnTo>
                <a:lnTo>
                  <a:pt x="1028280" y="112712"/>
                </a:lnTo>
                <a:lnTo>
                  <a:pt x="1028280" y="86575"/>
                </a:lnTo>
                <a:close/>
              </a:path>
              <a:path w="1764030" h="230504">
                <a:moveTo>
                  <a:pt x="1153871" y="14300"/>
                </a:moveTo>
                <a:lnTo>
                  <a:pt x="1122299" y="14300"/>
                </a:lnTo>
                <a:lnTo>
                  <a:pt x="1122299" y="42887"/>
                </a:lnTo>
                <a:lnTo>
                  <a:pt x="1122299" y="67360"/>
                </a:lnTo>
                <a:lnTo>
                  <a:pt x="1122299" y="95516"/>
                </a:lnTo>
                <a:lnTo>
                  <a:pt x="1075994" y="95516"/>
                </a:lnTo>
                <a:lnTo>
                  <a:pt x="1075994" y="67360"/>
                </a:lnTo>
                <a:lnTo>
                  <a:pt x="1122299" y="67360"/>
                </a:lnTo>
                <a:lnTo>
                  <a:pt x="1122299" y="42887"/>
                </a:lnTo>
                <a:lnTo>
                  <a:pt x="1075994" y="42887"/>
                </a:lnTo>
                <a:lnTo>
                  <a:pt x="1075994" y="14300"/>
                </a:lnTo>
                <a:lnTo>
                  <a:pt x="1044587" y="14300"/>
                </a:lnTo>
                <a:lnTo>
                  <a:pt x="1044587" y="120332"/>
                </a:lnTo>
                <a:lnTo>
                  <a:pt x="1153871" y="120332"/>
                </a:lnTo>
                <a:lnTo>
                  <a:pt x="1153871" y="95516"/>
                </a:lnTo>
                <a:lnTo>
                  <a:pt x="1153871" y="67360"/>
                </a:lnTo>
                <a:lnTo>
                  <a:pt x="1153871" y="42887"/>
                </a:lnTo>
                <a:lnTo>
                  <a:pt x="1153871" y="14300"/>
                </a:lnTo>
                <a:close/>
              </a:path>
              <a:path w="1764030" h="230504">
                <a:moveTo>
                  <a:pt x="1219136" y="181991"/>
                </a:moveTo>
                <a:lnTo>
                  <a:pt x="1213840" y="163550"/>
                </a:lnTo>
                <a:lnTo>
                  <a:pt x="1213091" y="162877"/>
                </a:lnTo>
                <a:lnTo>
                  <a:pt x="1198689" y="149834"/>
                </a:lnTo>
                <a:lnTo>
                  <a:pt x="1187907" y="146011"/>
                </a:lnTo>
                <a:lnTo>
                  <a:pt x="1187907" y="181991"/>
                </a:lnTo>
                <a:lnTo>
                  <a:pt x="1185011" y="190474"/>
                </a:lnTo>
                <a:lnTo>
                  <a:pt x="1176426" y="196570"/>
                </a:lnTo>
                <a:lnTo>
                  <a:pt x="1162342" y="200240"/>
                </a:lnTo>
                <a:lnTo>
                  <a:pt x="1142911" y="201472"/>
                </a:lnTo>
                <a:lnTo>
                  <a:pt x="1123302" y="200240"/>
                </a:lnTo>
                <a:lnTo>
                  <a:pt x="1108989" y="196570"/>
                </a:lnTo>
                <a:lnTo>
                  <a:pt x="1100239" y="190474"/>
                </a:lnTo>
                <a:lnTo>
                  <a:pt x="1097305" y="181991"/>
                </a:lnTo>
                <a:lnTo>
                  <a:pt x="1100239" y="173583"/>
                </a:lnTo>
                <a:lnTo>
                  <a:pt x="1108989" y="167640"/>
                </a:lnTo>
                <a:lnTo>
                  <a:pt x="1123302" y="164084"/>
                </a:lnTo>
                <a:lnTo>
                  <a:pt x="1142911" y="162877"/>
                </a:lnTo>
                <a:lnTo>
                  <a:pt x="1162342" y="164084"/>
                </a:lnTo>
                <a:lnTo>
                  <a:pt x="1176426" y="167640"/>
                </a:lnTo>
                <a:lnTo>
                  <a:pt x="1185011" y="173583"/>
                </a:lnTo>
                <a:lnTo>
                  <a:pt x="1187907" y="181991"/>
                </a:lnTo>
                <a:lnTo>
                  <a:pt x="1187907" y="146011"/>
                </a:lnTo>
                <a:lnTo>
                  <a:pt x="1174686" y="141312"/>
                </a:lnTo>
                <a:lnTo>
                  <a:pt x="1142911" y="138404"/>
                </a:lnTo>
                <a:lnTo>
                  <a:pt x="1110703" y="141312"/>
                </a:lnTo>
                <a:lnTo>
                  <a:pt x="1086358" y="149834"/>
                </a:lnTo>
                <a:lnTo>
                  <a:pt x="1070965" y="163550"/>
                </a:lnTo>
                <a:lnTo>
                  <a:pt x="1065644" y="181991"/>
                </a:lnTo>
                <a:lnTo>
                  <a:pt x="1070965" y="200660"/>
                </a:lnTo>
                <a:lnTo>
                  <a:pt x="1086358" y="214528"/>
                </a:lnTo>
                <a:lnTo>
                  <a:pt x="1110703" y="223177"/>
                </a:lnTo>
                <a:lnTo>
                  <a:pt x="1142911" y="226199"/>
                </a:lnTo>
                <a:lnTo>
                  <a:pt x="1174686" y="223177"/>
                </a:lnTo>
                <a:lnTo>
                  <a:pt x="1198689" y="214528"/>
                </a:lnTo>
                <a:lnTo>
                  <a:pt x="1212964" y="201472"/>
                </a:lnTo>
                <a:lnTo>
                  <a:pt x="1213840" y="200660"/>
                </a:lnTo>
                <a:lnTo>
                  <a:pt x="1219136" y="181991"/>
                </a:lnTo>
                <a:close/>
              </a:path>
              <a:path w="1764030" h="230504">
                <a:moveTo>
                  <a:pt x="1247368" y="52628"/>
                </a:moveTo>
                <a:lnTo>
                  <a:pt x="1217028" y="52628"/>
                </a:lnTo>
                <a:lnTo>
                  <a:pt x="1217028" y="0"/>
                </a:lnTo>
                <a:lnTo>
                  <a:pt x="1185278" y="0"/>
                </a:lnTo>
                <a:lnTo>
                  <a:pt x="1185278" y="133235"/>
                </a:lnTo>
                <a:lnTo>
                  <a:pt x="1217028" y="133235"/>
                </a:lnTo>
                <a:lnTo>
                  <a:pt x="1217028" y="79032"/>
                </a:lnTo>
                <a:lnTo>
                  <a:pt x="1247368" y="79032"/>
                </a:lnTo>
                <a:lnTo>
                  <a:pt x="1247368" y="52628"/>
                </a:lnTo>
                <a:close/>
              </a:path>
              <a:path w="1764030" h="230504">
                <a:moveTo>
                  <a:pt x="1342796" y="14998"/>
                </a:moveTo>
                <a:lnTo>
                  <a:pt x="1311046" y="14998"/>
                </a:lnTo>
                <a:lnTo>
                  <a:pt x="1253159" y="230060"/>
                </a:lnTo>
                <a:lnTo>
                  <a:pt x="1284909" y="230060"/>
                </a:lnTo>
                <a:lnTo>
                  <a:pt x="1342796" y="14998"/>
                </a:lnTo>
                <a:close/>
              </a:path>
              <a:path w="1764030" h="230504">
                <a:moveTo>
                  <a:pt x="1476984" y="72009"/>
                </a:moveTo>
                <a:lnTo>
                  <a:pt x="1472145" y="48907"/>
                </a:lnTo>
                <a:lnTo>
                  <a:pt x="1467294" y="42189"/>
                </a:lnTo>
                <a:lnTo>
                  <a:pt x="1459052" y="30772"/>
                </a:lnTo>
                <a:lnTo>
                  <a:pt x="1446123" y="22923"/>
                </a:lnTo>
                <a:lnTo>
                  <a:pt x="1446123" y="72009"/>
                </a:lnTo>
                <a:lnTo>
                  <a:pt x="1443710" y="84429"/>
                </a:lnTo>
                <a:lnTo>
                  <a:pt x="1437208" y="93789"/>
                </a:lnTo>
                <a:lnTo>
                  <a:pt x="1427454" y="99682"/>
                </a:lnTo>
                <a:lnTo>
                  <a:pt x="1415338" y="101739"/>
                </a:lnTo>
                <a:lnTo>
                  <a:pt x="1403235" y="99682"/>
                </a:lnTo>
                <a:lnTo>
                  <a:pt x="1393380" y="93789"/>
                </a:lnTo>
                <a:lnTo>
                  <a:pt x="1386789" y="84429"/>
                </a:lnTo>
                <a:lnTo>
                  <a:pt x="1384465" y="72009"/>
                </a:lnTo>
                <a:lnTo>
                  <a:pt x="1386789" y="59436"/>
                </a:lnTo>
                <a:lnTo>
                  <a:pt x="1393380" y="50063"/>
                </a:lnTo>
                <a:lnTo>
                  <a:pt x="1403235" y="44208"/>
                </a:lnTo>
                <a:lnTo>
                  <a:pt x="1415338" y="42189"/>
                </a:lnTo>
                <a:lnTo>
                  <a:pt x="1427454" y="44208"/>
                </a:lnTo>
                <a:lnTo>
                  <a:pt x="1437208" y="50063"/>
                </a:lnTo>
                <a:lnTo>
                  <a:pt x="1443710" y="59436"/>
                </a:lnTo>
                <a:lnTo>
                  <a:pt x="1446123" y="72009"/>
                </a:lnTo>
                <a:lnTo>
                  <a:pt x="1446123" y="22923"/>
                </a:lnTo>
                <a:lnTo>
                  <a:pt x="1439519" y="18897"/>
                </a:lnTo>
                <a:lnTo>
                  <a:pt x="1415338" y="14655"/>
                </a:lnTo>
                <a:lnTo>
                  <a:pt x="1391031" y="18897"/>
                </a:lnTo>
                <a:lnTo>
                  <a:pt x="1371358" y="30772"/>
                </a:lnTo>
                <a:lnTo>
                  <a:pt x="1358214" y="48907"/>
                </a:lnTo>
                <a:lnTo>
                  <a:pt x="1353502" y="72009"/>
                </a:lnTo>
                <a:lnTo>
                  <a:pt x="1358214" y="94957"/>
                </a:lnTo>
                <a:lnTo>
                  <a:pt x="1371358" y="113118"/>
                </a:lnTo>
                <a:lnTo>
                  <a:pt x="1391031" y="125069"/>
                </a:lnTo>
                <a:lnTo>
                  <a:pt x="1415338" y="129374"/>
                </a:lnTo>
                <a:lnTo>
                  <a:pt x="1439519" y="125069"/>
                </a:lnTo>
                <a:lnTo>
                  <a:pt x="1459052" y="113118"/>
                </a:lnTo>
                <a:lnTo>
                  <a:pt x="1467256" y="101739"/>
                </a:lnTo>
                <a:lnTo>
                  <a:pt x="1472145" y="94957"/>
                </a:lnTo>
                <a:lnTo>
                  <a:pt x="1476984" y="72009"/>
                </a:lnTo>
                <a:close/>
              </a:path>
              <a:path w="1764030" h="230504">
                <a:moveTo>
                  <a:pt x="1539087" y="196469"/>
                </a:moveTo>
                <a:lnTo>
                  <a:pt x="1416126" y="196469"/>
                </a:lnTo>
                <a:lnTo>
                  <a:pt x="1416126" y="147269"/>
                </a:lnTo>
                <a:lnTo>
                  <a:pt x="1384541" y="147269"/>
                </a:lnTo>
                <a:lnTo>
                  <a:pt x="1384541" y="221996"/>
                </a:lnTo>
                <a:lnTo>
                  <a:pt x="1539087" y="221996"/>
                </a:lnTo>
                <a:lnTo>
                  <a:pt x="1539087" y="196469"/>
                </a:lnTo>
                <a:close/>
              </a:path>
              <a:path w="1764030" h="230504">
                <a:moveTo>
                  <a:pt x="1561363" y="64998"/>
                </a:moveTo>
                <a:lnTo>
                  <a:pt x="1531023" y="64998"/>
                </a:lnTo>
                <a:lnTo>
                  <a:pt x="1531023" y="177"/>
                </a:lnTo>
                <a:lnTo>
                  <a:pt x="1499273" y="177"/>
                </a:lnTo>
                <a:lnTo>
                  <a:pt x="1499273" y="164630"/>
                </a:lnTo>
                <a:lnTo>
                  <a:pt x="1531023" y="164630"/>
                </a:lnTo>
                <a:lnTo>
                  <a:pt x="1531023" y="91046"/>
                </a:lnTo>
                <a:lnTo>
                  <a:pt x="1561363" y="91046"/>
                </a:lnTo>
                <a:lnTo>
                  <a:pt x="1561363" y="64998"/>
                </a:lnTo>
                <a:close/>
              </a:path>
              <a:path w="1764030" h="230504">
                <a:moveTo>
                  <a:pt x="1761769" y="355"/>
                </a:moveTo>
                <a:lnTo>
                  <a:pt x="1730197" y="355"/>
                </a:lnTo>
                <a:lnTo>
                  <a:pt x="1730197" y="36487"/>
                </a:lnTo>
                <a:lnTo>
                  <a:pt x="1688274" y="36487"/>
                </a:lnTo>
                <a:lnTo>
                  <a:pt x="1689239" y="29730"/>
                </a:lnTo>
                <a:lnTo>
                  <a:pt x="1689773" y="22720"/>
                </a:lnTo>
                <a:lnTo>
                  <a:pt x="1689773" y="15443"/>
                </a:lnTo>
                <a:lnTo>
                  <a:pt x="1585569" y="15443"/>
                </a:lnTo>
                <a:lnTo>
                  <a:pt x="1585569" y="40881"/>
                </a:lnTo>
                <a:lnTo>
                  <a:pt x="1655381" y="40881"/>
                </a:lnTo>
                <a:lnTo>
                  <a:pt x="1647964" y="62877"/>
                </a:lnTo>
                <a:lnTo>
                  <a:pt x="1632191" y="82118"/>
                </a:lnTo>
                <a:lnTo>
                  <a:pt x="1607527" y="98107"/>
                </a:lnTo>
                <a:lnTo>
                  <a:pt x="1573466" y="110337"/>
                </a:lnTo>
                <a:lnTo>
                  <a:pt x="1585836" y="135242"/>
                </a:lnTo>
                <a:lnTo>
                  <a:pt x="1619770" y="123050"/>
                </a:lnTo>
                <a:lnTo>
                  <a:pt x="1647075" y="106692"/>
                </a:lnTo>
                <a:lnTo>
                  <a:pt x="1667713" y="86169"/>
                </a:lnTo>
                <a:lnTo>
                  <a:pt x="1681607" y="61480"/>
                </a:lnTo>
                <a:lnTo>
                  <a:pt x="1730197" y="61480"/>
                </a:lnTo>
                <a:lnTo>
                  <a:pt x="1730197" y="82892"/>
                </a:lnTo>
                <a:lnTo>
                  <a:pt x="1679511" y="82892"/>
                </a:lnTo>
                <a:lnTo>
                  <a:pt x="1679511" y="108318"/>
                </a:lnTo>
                <a:lnTo>
                  <a:pt x="1730197" y="108318"/>
                </a:lnTo>
                <a:lnTo>
                  <a:pt x="1730197" y="130517"/>
                </a:lnTo>
                <a:lnTo>
                  <a:pt x="1761769" y="130517"/>
                </a:lnTo>
                <a:lnTo>
                  <a:pt x="1761769" y="61480"/>
                </a:lnTo>
                <a:lnTo>
                  <a:pt x="1761769" y="36487"/>
                </a:lnTo>
                <a:lnTo>
                  <a:pt x="1761769" y="355"/>
                </a:lnTo>
                <a:close/>
              </a:path>
              <a:path w="1764030" h="230504">
                <a:moveTo>
                  <a:pt x="1763445" y="178841"/>
                </a:moveTo>
                <a:lnTo>
                  <a:pt x="1757794" y="159867"/>
                </a:lnTo>
                <a:lnTo>
                  <a:pt x="1755508" y="157784"/>
                </a:lnTo>
                <a:lnTo>
                  <a:pt x="1742084" y="145503"/>
                </a:lnTo>
                <a:lnTo>
                  <a:pt x="1731695" y="141605"/>
                </a:lnTo>
                <a:lnTo>
                  <a:pt x="1731695" y="178841"/>
                </a:lnTo>
                <a:lnTo>
                  <a:pt x="1728546" y="187960"/>
                </a:lnTo>
                <a:lnTo>
                  <a:pt x="1719605" y="194513"/>
                </a:lnTo>
                <a:lnTo>
                  <a:pt x="1705406" y="198475"/>
                </a:lnTo>
                <a:lnTo>
                  <a:pt x="1686521" y="199796"/>
                </a:lnTo>
                <a:lnTo>
                  <a:pt x="1667332" y="198475"/>
                </a:lnTo>
                <a:lnTo>
                  <a:pt x="1653006" y="194513"/>
                </a:lnTo>
                <a:lnTo>
                  <a:pt x="1644053" y="187960"/>
                </a:lnTo>
                <a:lnTo>
                  <a:pt x="1641005" y="178841"/>
                </a:lnTo>
                <a:lnTo>
                  <a:pt x="1644053" y="169659"/>
                </a:lnTo>
                <a:lnTo>
                  <a:pt x="1653006" y="163055"/>
                </a:lnTo>
                <a:lnTo>
                  <a:pt x="1667332" y="159080"/>
                </a:lnTo>
                <a:lnTo>
                  <a:pt x="1686521" y="157784"/>
                </a:lnTo>
                <a:lnTo>
                  <a:pt x="1705406" y="159080"/>
                </a:lnTo>
                <a:lnTo>
                  <a:pt x="1719605" y="163055"/>
                </a:lnTo>
                <a:lnTo>
                  <a:pt x="1728546" y="169659"/>
                </a:lnTo>
                <a:lnTo>
                  <a:pt x="1731695" y="178841"/>
                </a:lnTo>
                <a:lnTo>
                  <a:pt x="1731695" y="141605"/>
                </a:lnTo>
                <a:lnTo>
                  <a:pt x="1717827" y="136372"/>
                </a:lnTo>
                <a:lnTo>
                  <a:pt x="1686521" y="133146"/>
                </a:lnTo>
                <a:lnTo>
                  <a:pt x="1654911" y="136372"/>
                </a:lnTo>
                <a:lnTo>
                  <a:pt x="1630527" y="145503"/>
                </a:lnTo>
                <a:lnTo>
                  <a:pt x="1614855" y="159867"/>
                </a:lnTo>
                <a:lnTo>
                  <a:pt x="1609344" y="178841"/>
                </a:lnTo>
                <a:lnTo>
                  <a:pt x="1614855" y="197942"/>
                </a:lnTo>
                <a:lnTo>
                  <a:pt x="1630527" y="212458"/>
                </a:lnTo>
                <a:lnTo>
                  <a:pt x="1654911" y="221665"/>
                </a:lnTo>
                <a:lnTo>
                  <a:pt x="1686521" y="224878"/>
                </a:lnTo>
                <a:lnTo>
                  <a:pt x="1717827" y="221665"/>
                </a:lnTo>
                <a:lnTo>
                  <a:pt x="1742084" y="212458"/>
                </a:lnTo>
                <a:lnTo>
                  <a:pt x="1755787" y="199796"/>
                </a:lnTo>
                <a:lnTo>
                  <a:pt x="1757794" y="197942"/>
                </a:lnTo>
                <a:lnTo>
                  <a:pt x="1763445" y="178841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1" name="object 8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106889" y="6133593"/>
            <a:ext cx="200038" cy="200038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106889" y="4207799"/>
            <a:ext cx="200038" cy="200038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081701" y="8286894"/>
            <a:ext cx="200003" cy="200004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2451856" y="4947192"/>
            <a:ext cx="865505" cy="226060"/>
            <a:chOff x="2451856" y="4947192"/>
            <a:chExt cx="865505" cy="226060"/>
          </a:xfrm>
        </p:grpSpPr>
        <p:pic>
          <p:nvPicPr>
            <p:cNvPr id="85" name="object 8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451856" y="4947192"/>
              <a:ext cx="190938" cy="22584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669107" y="4947192"/>
              <a:ext cx="410995" cy="225933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3110788" y="4965356"/>
              <a:ext cx="207010" cy="182880"/>
            </a:xfrm>
            <a:custGeom>
              <a:avLst/>
              <a:gdLst/>
              <a:ahLst/>
              <a:cxnLst/>
              <a:rect l="l" t="t" r="r" b="b"/>
              <a:pathLst>
                <a:path w="207010" h="182879">
                  <a:moveTo>
                    <a:pt x="206463" y="157340"/>
                  </a:moveTo>
                  <a:lnTo>
                    <a:pt x="154190" y="157340"/>
                  </a:lnTo>
                  <a:lnTo>
                    <a:pt x="154190" y="114452"/>
                  </a:lnTo>
                  <a:lnTo>
                    <a:pt x="188226" y="114452"/>
                  </a:lnTo>
                  <a:lnTo>
                    <a:pt x="188226" y="88938"/>
                  </a:lnTo>
                  <a:lnTo>
                    <a:pt x="157441" y="88938"/>
                  </a:lnTo>
                  <a:lnTo>
                    <a:pt x="157441" y="25438"/>
                  </a:lnTo>
                  <a:lnTo>
                    <a:pt x="189280" y="25438"/>
                  </a:lnTo>
                  <a:lnTo>
                    <a:pt x="189280" y="0"/>
                  </a:lnTo>
                  <a:lnTo>
                    <a:pt x="126212" y="0"/>
                  </a:lnTo>
                  <a:lnTo>
                    <a:pt x="126212" y="25438"/>
                  </a:lnTo>
                  <a:lnTo>
                    <a:pt x="126212" y="88938"/>
                  </a:lnTo>
                  <a:lnTo>
                    <a:pt x="122440" y="88938"/>
                  </a:lnTo>
                  <a:lnTo>
                    <a:pt x="122440" y="114452"/>
                  </a:lnTo>
                  <a:lnTo>
                    <a:pt x="122440" y="157340"/>
                  </a:lnTo>
                  <a:lnTo>
                    <a:pt x="82981" y="157340"/>
                  </a:lnTo>
                  <a:lnTo>
                    <a:pt x="82981" y="114452"/>
                  </a:lnTo>
                  <a:lnTo>
                    <a:pt x="122440" y="114452"/>
                  </a:lnTo>
                  <a:lnTo>
                    <a:pt x="122440" y="88938"/>
                  </a:lnTo>
                  <a:lnTo>
                    <a:pt x="78943" y="88938"/>
                  </a:lnTo>
                  <a:lnTo>
                    <a:pt x="78943" y="25438"/>
                  </a:lnTo>
                  <a:lnTo>
                    <a:pt x="126212" y="25438"/>
                  </a:lnTo>
                  <a:lnTo>
                    <a:pt x="126212" y="0"/>
                  </a:lnTo>
                  <a:lnTo>
                    <a:pt x="16141" y="0"/>
                  </a:lnTo>
                  <a:lnTo>
                    <a:pt x="16141" y="25438"/>
                  </a:lnTo>
                  <a:lnTo>
                    <a:pt x="47371" y="25438"/>
                  </a:lnTo>
                  <a:lnTo>
                    <a:pt x="47371" y="88938"/>
                  </a:lnTo>
                  <a:lnTo>
                    <a:pt x="17106" y="88938"/>
                  </a:lnTo>
                  <a:lnTo>
                    <a:pt x="17106" y="114452"/>
                  </a:lnTo>
                  <a:lnTo>
                    <a:pt x="51231" y="114452"/>
                  </a:lnTo>
                  <a:lnTo>
                    <a:pt x="51231" y="157340"/>
                  </a:lnTo>
                  <a:lnTo>
                    <a:pt x="0" y="157340"/>
                  </a:lnTo>
                  <a:lnTo>
                    <a:pt x="0" y="182689"/>
                  </a:lnTo>
                  <a:lnTo>
                    <a:pt x="206463" y="182689"/>
                  </a:lnTo>
                  <a:lnTo>
                    <a:pt x="206463" y="15734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8" name="object 88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3385975" y="4945613"/>
            <a:ext cx="431607" cy="227512"/>
          </a:xfrm>
          <a:prstGeom prst="rect">
            <a:avLst/>
          </a:prstGeom>
        </p:spPr>
      </p:pic>
      <p:sp>
        <p:nvSpPr>
          <p:cNvPr id="89" name="object 89"/>
          <p:cNvSpPr/>
          <p:nvPr/>
        </p:nvSpPr>
        <p:spPr>
          <a:xfrm>
            <a:off x="2449512" y="7224153"/>
            <a:ext cx="630555" cy="226060"/>
          </a:xfrm>
          <a:custGeom>
            <a:avLst/>
            <a:gdLst/>
            <a:ahLst/>
            <a:cxnLst/>
            <a:rect l="l" t="t" r="r" b="b"/>
            <a:pathLst>
              <a:path w="630555" h="226059">
                <a:moveTo>
                  <a:pt x="120243" y="23152"/>
                </a:moveTo>
                <a:lnTo>
                  <a:pt x="12712" y="23152"/>
                </a:lnTo>
                <a:lnTo>
                  <a:pt x="12712" y="49022"/>
                </a:lnTo>
                <a:lnTo>
                  <a:pt x="87972" y="49022"/>
                </a:lnTo>
                <a:lnTo>
                  <a:pt x="79209" y="84162"/>
                </a:lnTo>
                <a:lnTo>
                  <a:pt x="61747" y="114414"/>
                </a:lnTo>
                <a:lnTo>
                  <a:pt x="35407" y="140246"/>
                </a:lnTo>
                <a:lnTo>
                  <a:pt x="0" y="162166"/>
                </a:lnTo>
                <a:lnTo>
                  <a:pt x="17805" y="186372"/>
                </a:lnTo>
                <a:lnTo>
                  <a:pt x="65786" y="154647"/>
                </a:lnTo>
                <a:lnTo>
                  <a:pt x="97409" y="116103"/>
                </a:lnTo>
                <a:lnTo>
                  <a:pt x="114833" y="71907"/>
                </a:lnTo>
                <a:lnTo>
                  <a:pt x="120243" y="23152"/>
                </a:lnTo>
                <a:close/>
              </a:path>
              <a:path w="630555" h="226059">
                <a:moveTo>
                  <a:pt x="212420" y="86563"/>
                </a:moveTo>
                <a:lnTo>
                  <a:pt x="180505" y="86563"/>
                </a:lnTo>
                <a:lnTo>
                  <a:pt x="180505" y="0"/>
                </a:lnTo>
                <a:lnTo>
                  <a:pt x="148844" y="0"/>
                </a:lnTo>
                <a:lnTo>
                  <a:pt x="148844" y="225399"/>
                </a:lnTo>
                <a:lnTo>
                  <a:pt x="180505" y="225399"/>
                </a:lnTo>
                <a:lnTo>
                  <a:pt x="180505" y="112699"/>
                </a:lnTo>
                <a:lnTo>
                  <a:pt x="212420" y="112699"/>
                </a:lnTo>
                <a:lnTo>
                  <a:pt x="212420" y="86563"/>
                </a:lnTo>
                <a:close/>
              </a:path>
              <a:path w="630555" h="226059">
                <a:moveTo>
                  <a:pt x="419239" y="69291"/>
                </a:moveTo>
                <a:lnTo>
                  <a:pt x="390817" y="64592"/>
                </a:lnTo>
                <a:lnTo>
                  <a:pt x="369595" y="56578"/>
                </a:lnTo>
                <a:lnTo>
                  <a:pt x="363270" y="52006"/>
                </a:lnTo>
                <a:lnTo>
                  <a:pt x="355346" y="46278"/>
                </a:lnTo>
                <a:lnTo>
                  <a:pt x="347840" y="34734"/>
                </a:lnTo>
                <a:lnTo>
                  <a:pt x="409422" y="34734"/>
                </a:lnTo>
                <a:lnTo>
                  <a:pt x="409422" y="9728"/>
                </a:lnTo>
                <a:lnTo>
                  <a:pt x="240753" y="9728"/>
                </a:lnTo>
                <a:lnTo>
                  <a:pt x="240753" y="34734"/>
                </a:lnTo>
                <a:lnTo>
                  <a:pt x="301802" y="34734"/>
                </a:lnTo>
                <a:lnTo>
                  <a:pt x="294182" y="46202"/>
                </a:lnTo>
                <a:lnTo>
                  <a:pt x="279933" y="56515"/>
                </a:lnTo>
                <a:lnTo>
                  <a:pt x="258953" y="64566"/>
                </a:lnTo>
                <a:lnTo>
                  <a:pt x="231101" y="69291"/>
                </a:lnTo>
                <a:lnTo>
                  <a:pt x="241719" y="94107"/>
                </a:lnTo>
                <a:lnTo>
                  <a:pt x="271030" y="88912"/>
                </a:lnTo>
                <a:lnTo>
                  <a:pt x="294754" y="79768"/>
                </a:lnTo>
                <a:lnTo>
                  <a:pt x="312699" y="67271"/>
                </a:lnTo>
                <a:lnTo>
                  <a:pt x="324688" y="52006"/>
                </a:lnTo>
                <a:lnTo>
                  <a:pt x="336842" y="67310"/>
                </a:lnTo>
                <a:lnTo>
                  <a:pt x="354965" y="79794"/>
                </a:lnTo>
                <a:lnTo>
                  <a:pt x="378828" y="88925"/>
                </a:lnTo>
                <a:lnTo>
                  <a:pt x="408190" y="94107"/>
                </a:lnTo>
                <a:lnTo>
                  <a:pt x="419239" y="69291"/>
                </a:lnTo>
                <a:close/>
              </a:path>
              <a:path w="630555" h="226059">
                <a:moveTo>
                  <a:pt x="428015" y="102704"/>
                </a:moveTo>
                <a:lnTo>
                  <a:pt x="222072" y="102704"/>
                </a:lnTo>
                <a:lnTo>
                  <a:pt x="222072" y="128054"/>
                </a:lnTo>
                <a:lnTo>
                  <a:pt x="309168" y="128054"/>
                </a:lnTo>
                <a:lnTo>
                  <a:pt x="309168" y="144805"/>
                </a:lnTo>
                <a:lnTo>
                  <a:pt x="262343" y="157238"/>
                </a:lnTo>
                <a:lnTo>
                  <a:pt x="245579" y="185064"/>
                </a:lnTo>
                <a:lnTo>
                  <a:pt x="250977" y="202501"/>
                </a:lnTo>
                <a:lnTo>
                  <a:pt x="266573" y="215315"/>
                </a:lnTo>
                <a:lnTo>
                  <a:pt x="291426" y="223189"/>
                </a:lnTo>
                <a:lnTo>
                  <a:pt x="324599" y="225844"/>
                </a:lnTo>
                <a:lnTo>
                  <a:pt x="357479" y="223189"/>
                </a:lnTo>
                <a:lnTo>
                  <a:pt x="382193" y="215315"/>
                </a:lnTo>
                <a:lnTo>
                  <a:pt x="397776" y="202501"/>
                </a:lnTo>
                <a:lnTo>
                  <a:pt x="397941" y="201980"/>
                </a:lnTo>
                <a:lnTo>
                  <a:pt x="403275" y="185064"/>
                </a:lnTo>
                <a:lnTo>
                  <a:pt x="398919" y="169367"/>
                </a:lnTo>
                <a:lnTo>
                  <a:pt x="397649" y="168135"/>
                </a:lnTo>
                <a:lnTo>
                  <a:pt x="386549" y="157302"/>
                </a:lnTo>
                <a:lnTo>
                  <a:pt x="371525" y="151015"/>
                </a:lnTo>
                <a:lnTo>
                  <a:pt x="371525" y="185064"/>
                </a:lnTo>
                <a:lnTo>
                  <a:pt x="368477" y="192379"/>
                </a:lnTo>
                <a:lnTo>
                  <a:pt x="359549" y="197700"/>
                </a:lnTo>
                <a:lnTo>
                  <a:pt x="344868" y="200926"/>
                </a:lnTo>
                <a:lnTo>
                  <a:pt x="324599" y="201980"/>
                </a:lnTo>
                <a:lnTo>
                  <a:pt x="304101" y="200926"/>
                </a:lnTo>
                <a:lnTo>
                  <a:pt x="289458" y="197700"/>
                </a:lnTo>
                <a:lnTo>
                  <a:pt x="280695" y="192379"/>
                </a:lnTo>
                <a:lnTo>
                  <a:pt x="277850" y="185064"/>
                </a:lnTo>
                <a:lnTo>
                  <a:pt x="280695" y="177698"/>
                </a:lnTo>
                <a:lnTo>
                  <a:pt x="289458" y="172453"/>
                </a:lnTo>
                <a:lnTo>
                  <a:pt x="304101" y="169265"/>
                </a:lnTo>
                <a:lnTo>
                  <a:pt x="324599" y="168135"/>
                </a:lnTo>
                <a:lnTo>
                  <a:pt x="344868" y="169265"/>
                </a:lnTo>
                <a:lnTo>
                  <a:pt x="359549" y="172453"/>
                </a:lnTo>
                <a:lnTo>
                  <a:pt x="368477" y="177698"/>
                </a:lnTo>
                <a:lnTo>
                  <a:pt x="371525" y="185064"/>
                </a:lnTo>
                <a:lnTo>
                  <a:pt x="371525" y="151015"/>
                </a:lnTo>
                <a:lnTo>
                  <a:pt x="366839" y="149047"/>
                </a:lnTo>
                <a:lnTo>
                  <a:pt x="340474" y="144805"/>
                </a:lnTo>
                <a:lnTo>
                  <a:pt x="340474" y="128054"/>
                </a:lnTo>
                <a:lnTo>
                  <a:pt x="428015" y="128054"/>
                </a:lnTo>
                <a:lnTo>
                  <a:pt x="428015" y="102704"/>
                </a:lnTo>
                <a:close/>
              </a:path>
              <a:path w="630555" h="226059">
                <a:moveTo>
                  <a:pt x="585965" y="156032"/>
                </a:moveTo>
                <a:lnTo>
                  <a:pt x="545807" y="122174"/>
                </a:lnTo>
                <a:lnTo>
                  <a:pt x="529920" y="70866"/>
                </a:lnTo>
                <a:lnTo>
                  <a:pt x="529920" y="62090"/>
                </a:lnTo>
                <a:lnTo>
                  <a:pt x="576757" y="62090"/>
                </a:lnTo>
                <a:lnTo>
                  <a:pt x="576757" y="36918"/>
                </a:lnTo>
                <a:lnTo>
                  <a:pt x="529755" y="36918"/>
                </a:lnTo>
                <a:lnTo>
                  <a:pt x="529755" y="5168"/>
                </a:lnTo>
                <a:lnTo>
                  <a:pt x="498259" y="5168"/>
                </a:lnTo>
                <a:lnTo>
                  <a:pt x="498259" y="36918"/>
                </a:lnTo>
                <a:lnTo>
                  <a:pt x="450380" y="36918"/>
                </a:lnTo>
                <a:lnTo>
                  <a:pt x="450380" y="62090"/>
                </a:lnTo>
                <a:lnTo>
                  <a:pt x="498436" y="62090"/>
                </a:lnTo>
                <a:lnTo>
                  <a:pt x="498436" y="70866"/>
                </a:lnTo>
                <a:lnTo>
                  <a:pt x="494944" y="96913"/>
                </a:lnTo>
                <a:lnTo>
                  <a:pt x="484543" y="121932"/>
                </a:lnTo>
                <a:lnTo>
                  <a:pt x="467194" y="143560"/>
                </a:lnTo>
                <a:lnTo>
                  <a:pt x="442836" y="159448"/>
                </a:lnTo>
                <a:lnTo>
                  <a:pt x="459765" y="183743"/>
                </a:lnTo>
                <a:lnTo>
                  <a:pt x="477964" y="173316"/>
                </a:lnTo>
                <a:lnTo>
                  <a:pt x="493217" y="159105"/>
                </a:lnTo>
                <a:lnTo>
                  <a:pt x="505447" y="141820"/>
                </a:lnTo>
                <a:lnTo>
                  <a:pt x="514578" y="122174"/>
                </a:lnTo>
                <a:lnTo>
                  <a:pt x="523786" y="140665"/>
                </a:lnTo>
                <a:lnTo>
                  <a:pt x="535978" y="156921"/>
                </a:lnTo>
                <a:lnTo>
                  <a:pt x="551065" y="170319"/>
                </a:lnTo>
                <a:lnTo>
                  <a:pt x="568960" y="180238"/>
                </a:lnTo>
                <a:lnTo>
                  <a:pt x="585965" y="156032"/>
                </a:lnTo>
                <a:close/>
              </a:path>
              <a:path w="630555" h="226059">
                <a:moveTo>
                  <a:pt x="630262" y="0"/>
                </a:moveTo>
                <a:lnTo>
                  <a:pt x="598601" y="0"/>
                </a:lnTo>
                <a:lnTo>
                  <a:pt x="598601" y="225933"/>
                </a:lnTo>
                <a:lnTo>
                  <a:pt x="630262" y="225933"/>
                </a:lnTo>
                <a:lnTo>
                  <a:pt x="630262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169018" y="7224153"/>
            <a:ext cx="649605" cy="226060"/>
          </a:xfrm>
          <a:custGeom>
            <a:avLst/>
            <a:gdLst/>
            <a:ahLst/>
            <a:cxnLst/>
            <a:rect l="l" t="t" r="r" b="b"/>
            <a:pathLst>
              <a:path w="649604" h="226059">
                <a:moveTo>
                  <a:pt x="185940" y="19646"/>
                </a:moveTo>
                <a:lnTo>
                  <a:pt x="21234" y="19646"/>
                </a:lnTo>
                <a:lnTo>
                  <a:pt x="21234" y="44818"/>
                </a:lnTo>
                <a:lnTo>
                  <a:pt x="154190" y="44818"/>
                </a:lnTo>
                <a:lnTo>
                  <a:pt x="153885" y="65760"/>
                </a:lnTo>
                <a:lnTo>
                  <a:pt x="152742" y="89204"/>
                </a:lnTo>
                <a:lnTo>
                  <a:pt x="150025" y="115697"/>
                </a:lnTo>
                <a:lnTo>
                  <a:pt x="144983" y="145770"/>
                </a:lnTo>
                <a:lnTo>
                  <a:pt x="176911" y="149098"/>
                </a:lnTo>
                <a:lnTo>
                  <a:pt x="182079" y="115912"/>
                </a:lnTo>
                <a:lnTo>
                  <a:pt x="184746" y="87642"/>
                </a:lnTo>
                <a:lnTo>
                  <a:pt x="185750" y="63080"/>
                </a:lnTo>
                <a:lnTo>
                  <a:pt x="185915" y="44818"/>
                </a:lnTo>
                <a:lnTo>
                  <a:pt x="185940" y="19646"/>
                </a:lnTo>
                <a:close/>
              </a:path>
              <a:path w="649604" h="226059">
                <a:moveTo>
                  <a:pt x="205943" y="172516"/>
                </a:moveTo>
                <a:lnTo>
                  <a:pt x="105079" y="172516"/>
                </a:lnTo>
                <a:lnTo>
                  <a:pt x="105079" y="94894"/>
                </a:lnTo>
                <a:lnTo>
                  <a:pt x="73672" y="94894"/>
                </a:lnTo>
                <a:lnTo>
                  <a:pt x="73672" y="172516"/>
                </a:lnTo>
                <a:lnTo>
                  <a:pt x="0" y="172516"/>
                </a:lnTo>
                <a:lnTo>
                  <a:pt x="0" y="198208"/>
                </a:lnTo>
                <a:lnTo>
                  <a:pt x="205943" y="198208"/>
                </a:lnTo>
                <a:lnTo>
                  <a:pt x="205943" y="172516"/>
                </a:lnTo>
                <a:close/>
              </a:path>
              <a:path w="649604" h="226059">
                <a:moveTo>
                  <a:pt x="426085" y="174866"/>
                </a:moveTo>
                <a:lnTo>
                  <a:pt x="338023" y="174866"/>
                </a:lnTo>
                <a:lnTo>
                  <a:pt x="338023" y="126606"/>
                </a:lnTo>
                <a:lnTo>
                  <a:pt x="403542" y="126606"/>
                </a:lnTo>
                <a:lnTo>
                  <a:pt x="403542" y="101206"/>
                </a:lnTo>
                <a:lnTo>
                  <a:pt x="275577" y="101206"/>
                </a:lnTo>
                <a:lnTo>
                  <a:pt x="275577" y="41516"/>
                </a:lnTo>
                <a:lnTo>
                  <a:pt x="401967" y="41516"/>
                </a:lnTo>
                <a:lnTo>
                  <a:pt x="401967" y="16116"/>
                </a:lnTo>
                <a:lnTo>
                  <a:pt x="243916" y="16116"/>
                </a:lnTo>
                <a:lnTo>
                  <a:pt x="243916" y="41516"/>
                </a:lnTo>
                <a:lnTo>
                  <a:pt x="243916" y="101206"/>
                </a:lnTo>
                <a:lnTo>
                  <a:pt x="243916" y="126606"/>
                </a:lnTo>
                <a:lnTo>
                  <a:pt x="306717" y="126606"/>
                </a:lnTo>
                <a:lnTo>
                  <a:pt x="306717" y="174866"/>
                </a:lnTo>
                <a:lnTo>
                  <a:pt x="219621" y="174866"/>
                </a:lnTo>
                <a:lnTo>
                  <a:pt x="219621" y="200279"/>
                </a:lnTo>
                <a:lnTo>
                  <a:pt x="426085" y="200279"/>
                </a:lnTo>
                <a:lnTo>
                  <a:pt x="426085" y="174866"/>
                </a:lnTo>
                <a:close/>
              </a:path>
              <a:path w="649604" h="226059">
                <a:moveTo>
                  <a:pt x="574840" y="25260"/>
                </a:moveTo>
                <a:lnTo>
                  <a:pt x="523963" y="25260"/>
                </a:lnTo>
                <a:lnTo>
                  <a:pt x="523963" y="1308"/>
                </a:lnTo>
                <a:lnTo>
                  <a:pt x="492125" y="1308"/>
                </a:lnTo>
                <a:lnTo>
                  <a:pt x="492125" y="25260"/>
                </a:lnTo>
                <a:lnTo>
                  <a:pt x="440905" y="25260"/>
                </a:lnTo>
                <a:lnTo>
                  <a:pt x="440905" y="50076"/>
                </a:lnTo>
                <a:lnTo>
                  <a:pt x="574840" y="50076"/>
                </a:lnTo>
                <a:lnTo>
                  <a:pt x="574840" y="25260"/>
                </a:lnTo>
                <a:close/>
              </a:path>
              <a:path w="649604" h="226059">
                <a:moveTo>
                  <a:pt x="578700" y="178739"/>
                </a:moveTo>
                <a:lnTo>
                  <a:pt x="577024" y="160502"/>
                </a:lnTo>
                <a:lnTo>
                  <a:pt x="576592" y="155765"/>
                </a:lnTo>
                <a:lnTo>
                  <a:pt x="563778" y="157365"/>
                </a:lnTo>
                <a:lnTo>
                  <a:pt x="550672" y="158661"/>
                </a:lnTo>
                <a:lnTo>
                  <a:pt x="537375" y="159689"/>
                </a:lnTo>
                <a:lnTo>
                  <a:pt x="523963" y="160502"/>
                </a:lnTo>
                <a:lnTo>
                  <a:pt x="523963" y="142341"/>
                </a:lnTo>
                <a:lnTo>
                  <a:pt x="540245" y="136969"/>
                </a:lnTo>
                <a:lnTo>
                  <a:pt x="552805" y="128028"/>
                </a:lnTo>
                <a:lnTo>
                  <a:pt x="558419" y="119710"/>
                </a:lnTo>
                <a:lnTo>
                  <a:pt x="560920" y="116027"/>
                </a:lnTo>
                <a:lnTo>
                  <a:pt x="563867" y="101473"/>
                </a:lnTo>
                <a:lnTo>
                  <a:pt x="559663" y="84137"/>
                </a:lnTo>
                <a:lnTo>
                  <a:pt x="558736" y="83058"/>
                </a:lnTo>
                <a:lnTo>
                  <a:pt x="548157" y="70700"/>
                </a:lnTo>
                <a:lnTo>
                  <a:pt x="533438" y="63411"/>
                </a:lnTo>
                <a:lnTo>
                  <a:pt x="533438" y="101473"/>
                </a:lnTo>
                <a:lnTo>
                  <a:pt x="531622" y="109321"/>
                </a:lnTo>
                <a:lnTo>
                  <a:pt x="526516" y="115036"/>
                </a:lnTo>
                <a:lnTo>
                  <a:pt x="518604" y="118529"/>
                </a:lnTo>
                <a:lnTo>
                  <a:pt x="508355" y="119710"/>
                </a:lnTo>
                <a:lnTo>
                  <a:pt x="497840" y="118529"/>
                </a:lnTo>
                <a:lnTo>
                  <a:pt x="489775" y="115036"/>
                </a:lnTo>
                <a:lnTo>
                  <a:pt x="484606" y="109321"/>
                </a:lnTo>
                <a:lnTo>
                  <a:pt x="482828" y="101473"/>
                </a:lnTo>
                <a:lnTo>
                  <a:pt x="484606" y="93637"/>
                </a:lnTo>
                <a:lnTo>
                  <a:pt x="489775" y="87858"/>
                </a:lnTo>
                <a:lnTo>
                  <a:pt x="497840" y="84277"/>
                </a:lnTo>
                <a:lnTo>
                  <a:pt x="508355" y="83058"/>
                </a:lnTo>
                <a:lnTo>
                  <a:pt x="518604" y="84277"/>
                </a:lnTo>
                <a:lnTo>
                  <a:pt x="526516" y="87858"/>
                </a:lnTo>
                <a:lnTo>
                  <a:pt x="531622" y="93637"/>
                </a:lnTo>
                <a:lnTo>
                  <a:pt x="533438" y="101473"/>
                </a:lnTo>
                <a:lnTo>
                  <a:pt x="533438" y="63411"/>
                </a:lnTo>
                <a:lnTo>
                  <a:pt x="530618" y="62014"/>
                </a:lnTo>
                <a:lnTo>
                  <a:pt x="508355" y="58940"/>
                </a:lnTo>
                <a:lnTo>
                  <a:pt x="485775" y="62014"/>
                </a:lnTo>
                <a:lnTo>
                  <a:pt x="468185" y="70700"/>
                </a:lnTo>
                <a:lnTo>
                  <a:pt x="456768" y="84137"/>
                </a:lnTo>
                <a:lnTo>
                  <a:pt x="452742" y="101473"/>
                </a:lnTo>
                <a:lnTo>
                  <a:pt x="455498" y="115963"/>
                </a:lnTo>
                <a:lnTo>
                  <a:pt x="463423" y="127914"/>
                </a:lnTo>
                <a:lnTo>
                  <a:pt x="475856" y="136842"/>
                </a:lnTo>
                <a:lnTo>
                  <a:pt x="492125" y="142252"/>
                </a:lnTo>
                <a:lnTo>
                  <a:pt x="492125" y="161734"/>
                </a:lnTo>
                <a:lnTo>
                  <a:pt x="477316" y="161975"/>
                </a:lnTo>
                <a:lnTo>
                  <a:pt x="436524" y="162166"/>
                </a:lnTo>
                <a:lnTo>
                  <a:pt x="440728" y="187947"/>
                </a:lnTo>
                <a:lnTo>
                  <a:pt x="471576" y="187769"/>
                </a:lnTo>
                <a:lnTo>
                  <a:pt x="505929" y="186702"/>
                </a:lnTo>
                <a:lnTo>
                  <a:pt x="542175" y="183959"/>
                </a:lnTo>
                <a:lnTo>
                  <a:pt x="578700" y="178739"/>
                </a:lnTo>
                <a:close/>
              </a:path>
              <a:path w="649604" h="226059">
                <a:moveTo>
                  <a:pt x="649211" y="91909"/>
                </a:moveTo>
                <a:lnTo>
                  <a:pt x="619747" y="91909"/>
                </a:lnTo>
                <a:lnTo>
                  <a:pt x="619747" y="0"/>
                </a:lnTo>
                <a:lnTo>
                  <a:pt x="587819" y="0"/>
                </a:lnTo>
                <a:lnTo>
                  <a:pt x="587819" y="225933"/>
                </a:lnTo>
                <a:lnTo>
                  <a:pt x="619747" y="225933"/>
                </a:lnTo>
                <a:lnTo>
                  <a:pt x="619747" y="118135"/>
                </a:lnTo>
                <a:lnTo>
                  <a:pt x="649211" y="118135"/>
                </a:lnTo>
                <a:lnTo>
                  <a:pt x="649211" y="91909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1" name="object 91"/>
          <p:cNvGrpSpPr/>
          <p:nvPr/>
        </p:nvGrpSpPr>
        <p:grpSpPr>
          <a:xfrm>
            <a:off x="5369139" y="7246718"/>
            <a:ext cx="636905" cy="226060"/>
            <a:chOff x="5369139" y="7246718"/>
            <a:chExt cx="636905" cy="226060"/>
          </a:xfrm>
        </p:grpSpPr>
        <p:pic>
          <p:nvPicPr>
            <p:cNvPr id="92" name="object 9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369139" y="7246718"/>
              <a:ext cx="185062" cy="225583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5579897" y="7259967"/>
              <a:ext cx="426084" cy="186055"/>
            </a:xfrm>
            <a:custGeom>
              <a:avLst/>
              <a:gdLst/>
              <a:ahLst/>
              <a:cxnLst/>
              <a:rect l="l" t="t" r="r" b="b"/>
              <a:pathLst>
                <a:path w="426085" h="186054">
                  <a:moveTo>
                    <a:pt x="199097" y="93408"/>
                  </a:moveTo>
                  <a:lnTo>
                    <a:pt x="164960" y="82346"/>
                  </a:lnTo>
                  <a:lnTo>
                    <a:pt x="139712" y="63995"/>
                  </a:lnTo>
                  <a:lnTo>
                    <a:pt x="137528" y="60782"/>
                  </a:lnTo>
                  <a:lnTo>
                    <a:pt x="124079" y="41059"/>
                  </a:lnTo>
                  <a:lnTo>
                    <a:pt x="118757" y="16230"/>
                  </a:lnTo>
                  <a:lnTo>
                    <a:pt x="118757" y="0"/>
                  </a:lnTo>
                  <a:lnTo>
                    <a:pt x="84988" y="0"/>
                  </a:lnTo>
                  <a:lnTo>
                    <a:pt x="84988" y="16230"/>
                  </a:lnTo>
                  <a:lnTo>
                    <a:pt x="79489" y="40868"/>
                  </a:lnTo>
                  <a:lnTo>
                    <a:pt x="63830" y="63766"/>
                  </a:lnTo>
                  <a:lnTo>
                    <a:pt x="38785" y="82194"/>
                  </a:lnTo>
                  <a:lnTo>
                    <a:pt x="5168" y="93408"/>
                  </a:lnTo>
                  <a:lnTo>
                    <a:pt x="18770" y="119722"/>
                  </a:lnTo>
                  <a:lnTo>
                    <a:pt x="46189" y="111226"/>
                  </a:lnTo>
                  <a:lnTo>
                    <a:pt x="69494" y="98082"/>
                  </a:lnTo>
                  <a:lnTo>
                    <a:pt x="88239" y="81013"/>
                  </a:lnTo>
                  <a:lnTo>
                    <a:pt x="102006" y="60782"/>
                  </a:lnTo>
                  <a:lnTo>
                    <a:pt x="115595" y="81102"/>
                  </a:lnTo>
                  <a:lnTo>
                    <a:pt x="134264" y="98183"/>
                  </a:lnTo>
                  <a:lnTo>
                    <a:pt x="157594" y="111290"/>
                  </a:lnTo>
                  <a:lnTo>
                    <a:pt x="185140" y="119722"/>
                  </a:lnTo>
                  <a:lnTo>
                    <a:pt x="199097" y="93408"/>
                  </a:lnTo>
                  <a:close/>
                </a:path>
                <a:path w="426085" h="186054">
                  <a:moveTo>
                    <a:pt x="206463" y="158572"/>
                  </a:moveTo>
                  <a:lnTo>
                    <a:pt x="0" y="158572"/>
                  </a:lnTo>
                  <a:lnTo>
                    <a:pt x="0" y="184619"/>
                  </a:lnTo>
                  <a:lnTo>
                    <a:pt x="206463" y="184619"/>
                  </a:lnTo>
                  <a:lnTo>
                    <a:pt x="206463" y="158572"/>
                  </a:lnTo>
                  <a:close/>
                </a:path>
                <a:path w="426085" h="186054">
                  <a:moveTo>
                    <a:pt x="403631" y="103492"/>
                  </a:moveTo>
                  <a:lnTo>
                    <a:pt x="276098" y="103492"/>
                  </a:lnTo>
                  <a:lnTo>
                    <a:pt x="276098" y="76822"/>
                  </a:lnTo>
                  <a:lnTo>
                    <a:pt x="396519" y="76822"/>
                  </a:lnTo>
                  <a:lnTo>
                    <a:pt x="396519" y="52692"/>
                  </a:lnTo>
                  <a:lnTo>
                    <a:pt x="276098" y="52692"/>
                  </a:lnTo>
                  <a:lnTo>
                    <a:pt x="276098" y="28562"/>
                  </a:lnTo>
                  <a:lnTo>
                    <a:pt x="401866" y="28562"/>
                  </a:lnTo>
                  <a:lnTo>
                    <a:pt x="401866" y="3175"/>
                  </a:lnTo>
                  <a:lnTo>
                    <a:pt x="243992" y="3175"/>
                  </a:lnTo>
                  <a:lnTo>
                    <a:pt x="243992" y="28562"/>
                  </a:lnTo>
                  <a:lnTo>
                    <a:pt x="243992" y="52692"/>
                  </a:lnTo>
                  <a:lnTo>
                    <a:pt x="243992" y="76822"/>
                  </a:lnTo>
                  <a:lnTo>
                    <a:pt x="243992" y="103492"/>
                  </a:lnTo>
                  <a:lnTo>
                    <a:pt x="243992" y="127635"/>
                  </a:lnTo>
                  <a:lnTo>
                    <a:pt x="403631" y="127635"/>
                  </a:lnTo>
                  <a:lnTo>
                    <a:pt x="403631" y="103492"/>
                  </a:lnTo>
                  <a:close/>
                </a:path>
                <a:path w="426085" h="186054">
                  <a:moveTo>
                    <a:pt x="426072" y="160248"/>
                  </a:moveTo>
                  <a:lnTo>
                    <a:pt x="219621" y="160248"/>
                  </a:lnTo>
                  <a:lnTo>
                    <a:pt x="219621" y="186029"/>
                  </a:lnTo>
                  <a:lnTo>
                    <a:pt x="426072" y="186029"/>
                  </a:lnTo>
                  <a:lnTo>
                    <a:pt x="426072" y="160248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6082334" y="7267330"/>
            <a:ext cx="375920" cy="186055"/>
            <a:chOff x="6082334" y="7267330"/>
            <a:chExt cx="375920" cy="186055"/>
          </a:xfrm>
        </p:grpSpPr>
        <p:pic>
          <p:nvPicPr>
            <p:cNvPr id="95" name="object 9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082334" y="7267330"/>
              <a:ext cx="144190" cy="185939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6253276" y="7410117"/>
              <a:ext cx="41910" cy="41910"/>
            </a:xfrm>
            <a:custGeom>
              <a:avLst/>
              <a:gdLst/>
              <a:ahLst/>
              <a:cxnLst/>
              <a:rect l="l" t="t" r="r" b="b"/>
              <a:pathLst>
                <a:path w="41910" h="41909">
                  <a:moveTo>
                    <a:pt x="20874" y="0"/>
                  </a:moveTo>
                  <a:lnTo>
                    <a:pt x="12740" y="1630"/>
                  </a:lnTo>
                  <a:lnTo>
                    <a:pt x="6063" y="6073"/>
                  </a:lnTo>
                  <a:lnTo>
                    <a:pt x="1572" y="12654"/>
                  </a:lnTo>
                  <a:lnTo>
                    <a:pt x="0" y="20698"/>
                  </a:lnTo>
                  <a:lnTo>
                    <a:pt x="1572" y="28794"/>
                  </a:lnTo>
                  <a:lnTo>
                    <a:pt x="6063" y="35400"/>
                  </a:lnTo>
                  <a:lnTo>
                    <a:pt x="12740" y="39853"/>
                  </a:lnTo>
                  <a:lnTo>
                    <a:pt x="20874" y="41485"/>
                  </a:lnTo>
                  <a:lnTo>
                    <a:pt x="28772" y="39853"/>
                  </a:lnTo>
                  <a:lnTo>
                    <a:pt x="35379" y="35400"/>
                  </a:lnTo>
                  <a:lnTo>
                    <a:pt x="39930" y="28794"/>
                  </a:lnTo>
                  <a:lnTo>
                    <a:pt x="41661" y="20698"/>
                  </a:lnTo>
                  <a:lnTo>
                    <a:pt x="39930" y="12654"/>
                  </a:lnTo>
                  <a:lnTo>
                    <a:pt x="35379" y="6073"/>
                  </a:lnTo>
                  <a:lnTo>
                    <a:pt x="28772" y="1630"/>
                  </a:lnTo>
                  <a:lnTo>
                    <a:pt x="20874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324582" y="7269786"/>
              <a:ext cx="133402" cy="182079"/>
            </a:xfrm>
            <a:prstGeom prst="rect">
              <a:avLst/>
            </a:prstGeom>
          </p:spPr>
        </p:pic>
      </p:grpSp>
      <p:sp>
        <p:nvSpPr>
          <p:cNvPr id="98" name="object 98"/>
          <p:cNvSpPr/>
          <p:nvPr/>
        </p:nvSpPr>
        <p:spPr>
          <a:xfrm>
            <a:off x="6530150" y="7261366"/>
            <a:ext cx="90170" cy="215265"/>
          </a:xfrm>
          <a:custGeom>
            <a:avLst/>
            <a:gdLst/>
            <a:ahLst/>
            <a:cxnLst/>
            <a:rect l="l" t="t" r="r" b="b"/>
            <a:pathLst>
              <a:path w="90170" h="215265">
                <a:moveTo>
                  <a:pt x="89636" y="0"/>
                </a:moveTo>
                <a:lnTo>
                  <a:pt x="57886" y="0"/>
                </a:lnTo>
                <a:lnTo>
                  <a:pt x="0" y="215058"/>
                </a:lnTo>
                <a:lnTo>
                  <a:pt x="31749" y="215058"/>
                </a:lnTo>
                <a:lnTo>
                  <a:pt x="89636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9" name="object 99"/>
          <p:cNvGrpSpPr/>
          <p:nvPr/>
        </p:nvGrpSpPr>
        <p:grpSpPr>
          <a:xfrm>
            <a:off x="6684049" y="7246368"/>
            <a:ext cx="432434" cy="226060"/>
            <a:chOff x="6684049" y="7246368"/>
            <a:chExt cx="432434" cy="226060"/>
          </a:xfrm>
        </p:grpSpPr>
        <p:pic>
          <p:nvPicPr>
            <p:cNvPr id="100" name="object 10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684049" y="7246719"/>
              <a:ext cx="197253" cy="225583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903580" y="7246368"/>
              <a:ext cx="212864" cy="225846"/>
            </a:xfrm>
            <a:prstGeom prst="rect">
              <a:avLst/>
            </a:prstGeom>
          </p:spPr>
        </p:pic>
      </p:grpSp>
      <p:grpSp>
        <p:nvGrpSpPr>
          <p:cNvPr id="102" name="object 102"/>
          <p:cNvGrpSpPr/>
          <p:nvPr/>
        </p:nvGrpSpPr>
        <p:grpSpPr>
          <a:xfrm>
            <a:off x="7190062" y="7267330"/>
            <a:ext cx="375920" cy="186055"/>
            <a:chOff x="7190062" y="7267330"/>
            <a:chExt cx="375920" cy="186055"/>
          </a:xfrm>
        </p:grpSpPr>
        <p:pic>
          <p:nvPicPr>
            <p:cNvPr id="103" name="object 10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190062" y="7267330"/>
              <a:ext cx="144190" cy="18593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7361003" y="7410117"/>
              <a:ext cx="41910" cy="41910"/>
            </a:xfrm>
            <a:custGeom>
              <a:avLst/>
              <a:gdLst/>
              <a:ahLst/>
              <a:cxnLst/>
              <a:rect l="l" t="t" r="r" b="b"/>
              <a:pathLst>
                <a:path w="41909" h="41909">
                  <a:moveTo>
                    <a:pt x="20874" y="0"/>
                  </a:moveTo>
                  <a:lnTo>
                    <a:pt x="12740" y="1630"/>
                  </a:lnTo>
                  <a:lnTo>
                    <a:pt x="6063" y="6073"/>
                  </a:lnTo>
                  <a:lnTo>
                    <a:pt x="1572" y="12654"/>
                  </a:lnTo>
                  <a:lnTo>
                    <a:pt x="0" y="20698"/>
                  </a:lnTo>
                  <a:lnTo>
                    <a:pt x="1572" y="28794"/>
                  </a:lnTo>
                  <a:lnTo>
                    <a:pt x="6063" y="35400"/>
                  </a:lnTo>
                  <a:lnTo>
                    <a:pt x="12740" y="39853"/>
                  </a:lnTo>
                  <a:lnTo>
                    <a:pt x="20874" y="41485"/>
                  </a:lnTo>
                  <a:lnTo>
                    <a:pt x="28772" y="39853"/>
                  </a:lnTo>
                  <a:lnTo>
                    <a:pt x="35379" y="35400"/>
                  </a:lnTo>
                  <a:lnTo>
                    <a:pt x="39930" y="28794"/>
                  </a:lnTo>
                  <a:lnTo>
                    <a:pt x="41661" y="20698"/>
                  </a:lnTo>
                  <a:lnTo>
                    <a:pt x="39930" y="12654"/>
                  </a:lnTo>
                  <a:lnTo>
                    <a:pt x="35379" y="6073"/>
                  </a:lnTo>
                  <a:lnTo>
                    <a:pt x="28772" y="1630"/>
                  </a:lnTo>
                  <a:lnTo>
                    <a:pt x="20874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432309" y="7269786"/>
              <a:ext cx="133402" cy="182079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7657813" y="7246368"/>
            <a:ext cx="593090" cy="242570"/>
            <a:chOff x="7657813" y="7246368"/>
            <a:chExt cx="593090" cy="242570"/>
          </a:xfrm>
        </p:grpSpPr>
        <p:pic>
          <p:nvPicPr>
            <p:cNvPr id="107" name="object 10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657813" y="7246368"/>
              <a:ext cx="498089" cy="241984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179847" y="7266190"/>
              <a:ext cx="70428" cy="222162"/>
            </a:xfrm>
            <a:prstGeom prst="rect">
              <a:avLst/>
            </a:prstGeom>
          </p:spPr>
        </p:pic>
      </p:grpSp>
      <p:grpSp>
        <p:nvGrpSpPr>
          <p:cNvPr id="109" name="object 109"/>
          <p:cNvGrpSpPr/>
          <p:nvPr/>
        </p:nvGrpSpPr>
        <p:grpSpPr>
          <a:xfrm>
            <a:off x="11565644" y="6890768"/>
            <a:ext cx="488315" cy="226695"/>
            <a:chOff x="11565644" y="6890768"/>
            <a:chExt cx="488315" cy="226695"/>
          </a:xfrm>
        </p:grpSpPr>
        <p:pic>
          <p:nvPicPr>
            <p:cNvPr id="110" name="object 11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1565644" y="6890768"/>
              <a:ext cx="188658" cy="22646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1784299" y="6900503"/>
              <a:ext cx="205936" cy="216110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12012162" y="6943129"/>
              <a:ext cx="41910" cy="130175"/>
            </a:xfrm>
            <a:custGeom>
              <a:avLst/>
              <a:gdLst/>
              <a:ahLst/>
              <a:cxnLst/>
              <a:rect l="l" t="t" r="r" b="b"/>
              <a:pathLst>
                <a:path w="41909" h="130175">
                  <a:moveTo>
                    <a:pt x="20874" y="0"/>
                  </a:moveTo>
                  <a:lnTo>
                    <a:pt x="12740" y="1629"/>
                  </a:lnTo>
                  <a:lnTo>
                    <a:pt x="6062" y="6062"/>
                  </a:lnTo>
                  <a:lnTo>
                    <a:pt x="1571" y="12617"/>
                  </a:lnTo>
                  <a:lnTo>
                    <a:pt x="0" y="20611"/>
                  </a:lnTo>
                  <a:lnTo>
                    <a:pt x="1571" y="28756"/>
                  </a:lnTo>
                  <a:lnTo>
                    <a:pt x="6062" y="35389"/>
                  </a:lnTo>
                  <a:lnTo>
                    <a:pt x="12740" y="39851"/>
                  </a:lnTo>
                  <a:lnTo>
                    <a:pt x="20874" y="41485"/>
                  </a:lnTo>
                  <a:lnTo>
                    <a:pt x="28772" y="39851"/>
                  </a:lnTo>
                  <a:lnTo>
                    <a:pt x="35379" y="35389"/>
                  </a:lnTo>
                  <a:lnTo>
                    <a:pt x="39930" y="28756"/>
                  </a:lnTo>
                  <a:lnTo>
                    <a:pt x="41661" y="20611"/>
                  </a:lnTo>
                  <a:lnTo>
                    <a:pt x="39930" y="12617"/>
                  </a:lnTo>
                  <a:lnTo>
                    <a:pt x="35379" y="6062"/>
                  </a:lnTo>
                  <a:lnTo>
                    <a:pt x="28772" y="1629"/>
                  </a:lnTo>
                  <a:lnTo>
                    <a:pt x="20874" y="0"/>
                  </a:lnTo>
                  <a:close/>
                </a:path>
                <a:path w="41909" h="130175">
                  <a:moveTo>
                    <a:pt x="20874" y="88233"/>
                  </a:moveTo>
                  <a:lnTo>
                    <a:pt x="12740" y="89863"/>
                  </a:lnTo>
                  <a:lnTo>
                    <a:pt x="6062" y="94296"/>
                  </a:lnTo>
                  <a:lnTo>
                    <a:pt x="1571" y="100850"/>
                  </a:lnTo>
                  <a:lnTo>
                    <a:pt x="0" y="108844"/>
                  </a:lnTo>
                  <a:lnTo>
                    <a:pt x="1571" y="116990"/>
                  </a:lnTo>
                  <a:lnTo>
                    <a:pt x="6062" y="123623"/>
                  </a:lnTo>
                  <a:lnTo>
                    <a:pt x="12740" y="128085"/>
                  </a:lnTo>
                  <a:lnTo>
                    <a:pt x="20874" y="129719"/>
                  </a:lnTo>
                  <a:lnTo>
                    <a:pt x="28772" y="128085"/>
                  </a:lnTo>
                  <a:lnTo>
                    <a:pt x="35379" y="123623"/>
                  </a:lnTo>
                  <a:lnTo>
                    <a:pt x="39930" y="116990"/>
                  </a:lnTo>
                  <a:lnTo>
                    <a:pt x="41661" y="108844"/>
                  </a:lnTo>
                  <a:lnTo>
                    <a:pt x="39930" y="100850"/>
                  </a:lnTo>
                  <a:lnTo>
                    <a:pt x="35379" y="94296"/>
                  </a:lnTo>
                  <a:lnTo>
                    <a:pt x="28772" y="89863"/>
                  </a:lnTo>
                  <a:lnTo>
                    <a:pt x="20874" y="88233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3" name="object 113"/>
          <p:cNvGrpSpPr/>
          <p:nvPr/>
        </p:nvGrpSpPr>
        <p:grpSpPr>
          <a:xfrm>
            <a:off x="12142806" y="6891118"/>
            <a:ext cx="636905" cy="226060"/>
            <a:chOff x="12142806" y="6891118"/>
            <a:chExt cx="636905" cy="226060"/>
          </a:xfrm>
        </p:grpSpPr>
        <p:pic>
          <p:nvPicPr>
            <p:cNvPr id="114" name="object 11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142806" y="6891118"/>
              <a:ext cx="185063" cy="225583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12353557" y="6904367"/>
              <a:ext cx="426084" cy="186055"/>
            </a:xfrm>
            <a:custGeom>
              <a:avLst/>
              <a:gdLst/>
              <a:ahLst/>
              <a:cxnLst/>
              <a:rect l="l" t="t" r="r" b="b"/>
              <a:pathLst>
                <a:path w="426084" h="186054">
                  <a:moveTo>
                    <a:pt x="199097" y="93408"/>
                  </a:moveTo>
                  <a:lnTo>
                    <a:pt x="139725" y="63995"/>
                  </a:lnTo>
                  <a:lnTo>
                    <a:pt x="118757" y="16230"/>
                  </a:lnTo>
                  <a:lnTo>
                    <a:pt x="118757" y="0"/>
                  </a:lnTo>
                  <a:lnTo>
                    <a:pt x="84988" y="0"/>
                  </a:lnTo>
                  <a:lnTo>
                    <a:pt x="84988" y="16230"/>
                  </a:lnTo>
                  <a:lnTo>
                    <a:pt x="79502" y="40868"/>
                  </a:lnTo>
                  <a:lnTo>
                    <a:pt x="63830" y="63766"/>
                  </a:lnTo>
                  <a:lnTo>
                    <a:pt x="38785" y="82194"/>
                  </a:lnTo>
                  <a:lnTo>
                    <a:pt x="5181" y="93408"/>
                  </a:lnTo>
                  <a:lnTo>
                    <a:pt x="18770" y="119722"/>
                  </a:lnTo>
                  <a:lnTo>
                    <a:pt x="46202" y="111226"/>
                  </a:lnTo>
                  <a:lnTo>
                    <a:pt x="69494" y="98082"/>
                  </a:lnTo>
                  <a:lnTo>
                    <a:pt x="88252" y="81013"/>
                  </a:lnTo>
                  <a:lnTo>
                    <a:pt x="102006" y="60782"/>
                  </a:lnTo>
                  <a:lnTo>
                    <a:pt x="115608" y="81102"/>
                  </a:lnTo>
                  <a:lnTo>
                    <a:pt x="134277" y="98183"/>
                  </a:lnTo>
                  <a:lnTo>
                    <a:pt x="157594" y="111290"/>
                  </a:lnTo>
                  <a:lnTo>
                    <a:pt x="185153" y="119722"/>
                  </a:lnTo>
                  <a:lnTo>
                    <a:pt x="199097" y="93408"/>
                  </a:lnTo>
                  <a:close/>
                </a:path>
                <a:path w="426084" h="186054">
                  <a:moveTo>
                    <a:pt x="206463" y="158572"/>
                  </a:moveTo>
                  <a:lnTo>
                    <a:pt x="0" y="158572"/>
                  </a:lnTo>
                  <a:lnTo>
                    <a:pt x="0" y="184619"/>
                  </a:lnTo>
                  <a:lnTo>
                    <a:pt x="206463" y="184619"/>
                  </a:lnTo>
                  <a:lnTo>
                    <a:pt x="206463" y="158572"/>
                  </a:lnTo>
                  <a:close/>
                </a:path>
                <a:path w="426084" h="186054">
                  <a:moveTo>
                    <a:pt x="403631" y="103492"/>
                  </a:moveTo>
                  <a:lnTo>
                    <a:pt x="276110" y="103492"/>
                  </a:lnTo>
                  <a:lnTo>
                    <a:pt x="276110" y="76822"/>
                  </a:lnTo>
                  <a:lnTo>
                    <a:pt x="396532" y="76822"/>
                  </a:lnTo>
                  <a:lnTo>
                    <a:pt x="396532" y="52692"/>
                  </a:lnTo>
                  <a:lnTo>
                    <a:pt x="276110" y="52692"/>
                  </a:lnTo>
                  <a:lnTo>
                    <a:pt x="276110" y="28562"/>
                  </a:lnTo>
                  <a:lnTo>
                    <a:pt x="401878" y="28562"/>
                  </a:lnTo>
                  <a:lnTo>
                    <a:pt x="401878" y="3162"/>
                  </a:lnTo>
                  <a:lnTo>
                    <a:pt x="244005" y="3162"/>
                  </a:lnTo>
                  <a:lnTo>
                    <a:pt x="244005" y="28562"/>
                  </a:lnTo>
                  <a:lnTo>
                    <a:pt x="244005" y="52692"/>
                  </a:lnTo>
                  <a:lnTo>
                    <a:pt x="244005" y="76822"/>
                  </a:lnTo>
                  <a:lnTo>
                    <a:pt x="244005" y="103492"/>
                  </a:lnTo>
                  <a:lnTo>
                    <a:pt x="244005" y="127622"/>
                  </a:lnTo>
                  <a:lnTo>
                    <a:pt x="403631" y="127622"/>
                  </a:lnTo>
                  <a:lnTo>
                    <a:pt x="403631" y="103492"/>
                  </a:lnTo>
                  <a:close/>
                </a:path>
                <a:path w="426084" h="186054">
                  <a:moveTo>
                    <a:pt x="426085" y="160248"/>
                  </a:moveTo>
                  <a:lnTo>
                    <a:pt x="219621" y="160248"/>
                  </a:lnTo>
                  <a:lnTo>
                    <a:pt x="219621" y="186029"/>
                  </a:lnTo>
                  <a:lnTo>
                    <a:pt x="426085" y="186029"/>
                  </a:lnTo>
                  <a:lnTo>
                    <a:pt x="426085" y="160248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12856149" y="6911730"/>
            <a:ext cx="363220" cy="186055"/>
            <a:chOff x="12856149" y="6911730"/>
            <a:chExt cx="363220" cy="186055"/>
          </a:xfrm>
        </p:grpSpPr>
        <p:pic>
          <p:nvPicPr>
            <p:cNvPr id="117" name="object 11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856149" y="6911730"/>
              <a:ext cx="144191" cy="185939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13027090" y="7054517"/>
              <a:ext cx="41910" cy="41910"/>
            </a:xfrm>
            <a:custGeom>
              <a:avLst/>
              <a:gdLst/>
              <a:ahLst/>
              <a:cxnLst/>
              <a:rect l="l" t="t" r="r" b="b"/>
              <a:pathLst>
                <a:path w="41909" h="41909">
                  <a:moveTo>
                    <a:pt x="20874" y="0"/>
                  </a:moveTo>
                  <a:lnTo>
                    <a:pt x="12740" y="1630"/>
                  </a:lnTo>
                  <a:lnTo>
                    <a:pt x="6062" y="6073"/>
                  </a:lnTo>
                  <a:lnTo>
                    <a:pt x="1571" y="12654"/>
                  </a:lnTo>
                  <a:lnTo>
                    <a:pt x="0" y="20698"/>
                  </a:lnTo>
                  <a:lnTo>
                    <a:pt x="1571" y="28793"/>
                  </a:lnTo>
                  <a:lnTo>
                    <a:pt x="6062" y="35400"/>
                  </a:lnTo>
                  <a:lnTo>
                    <a:pt x="12740" y="39853"/>
                  </a:lnTo>
                  <a:lnTo>
                    <a:pt x="20874" y="41485"/>
                  </a:lnTo>
                  <a:lnTo>
                    <a:pt x="28772" y="39853"/>
                  </a:lnTo>
                  <a:lnTo>
                    <a:pt x="35379" y="35400"/>
                  </a:lnTo>
                  <a:lnTo>
                    <a:pt x="39930" y="28793"/>
                  </a:lnTo>
                  <a:lnTo>
                    <a:pt x="41661" y="20698"/>
                  </a:lnTo>
                  <a:lnTo>
                    <a:pt x="39930" y="12654"/>
                  </a:lnTo>
                  <a:lnTo>
                    <a:pt x="35379" y="6073"/>
                  </a:lnTo>
                  <a:lnTo>
                    <a:pt x="28772" y="1630"/>
                  </a:lnTo>
                  <a:lnTo>
                    <a:pt x="20874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092520" y="6914185"/>
              <a:ext cx="126736" cy="179624"/>
            </a:xfrm>
            <a:prstGeom prst="rect">
              <a:avLst/>
            </a:prstGeom>
          </p:spPr>
        </p:pic>
      </p:grpSp>
      <p:sp>
        <p:nvSpPr>
          <p:cNvPr id="120" name="object 120"/>
          <p:cNvSpPr/>
          <p:nvPr/>
        </p:nvSpPr>
        <p:spPr>
          <a:xfrm>
            <a:off x="13290718" y="6905766"/>
            <a:ext cx="90170" cy="215265"/>
          </a:xfrm>
          <a:custGeom>
            <a:avLst/>
            <a:gdLst/>
            <a:ahLst/>
            <a:cxnLst/>
            <a:rect l="l" t="t" r="r" b="b"/>
            <a:pathLst>
              <a:path w="90169" h="215265">
                <a:moveTo>
                  <a:pt x="89636" y="0"/>
                </a:moveTo>
                <a:lnTo>
                  <a:pt x="57887" y="0"/>
                </a:lnTo>
                <a:lnTo>
                  <a:pt x="0" y="215058"/>
                </a:lnTo>
                <a:lnTo>
                  <a:pt x="31750" y="215058"/>
                </a:lnTo>
                <a:lnTo>
                  <a:pt x="89636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1" name="object 121"/>
          <p:cNvGrpSpPr/>
          <p:nvPr/>
        </p:nvGrpSpPr>
        <p:grpSpPr>
          <a:xfrm>
            <a:off x="13444766" y="6890768"/>
            <a:ext cx="432434" cy="226060"/>
            <a:chOff x="13444766" y="6890768"/>
            <a:chExt cx="432434" cy="226060"/>
          </a:xfrm>
        </p:grpSpPr>
        <p:pic>
          <p:nvPicPr>
            <p:cNvPr id="122" name="object 12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3444766" y="6891119"/>
              <a:ext cx="197254" cy="225583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3664298" y="6890768"/>
              <a:ext cx="212864" cy="225846"/>
            </a:xfrm>
            <a:prstGeom prst="rect">
              <a:avLst/>
            </a:prstGeom>
          </p:spPr>
        </p:pic>
      </p:grpSp>
      <p:grpSp>
        <p:nvGrpSpPr>
          <p:cNvPr id="124" name="object 124"/>
          <p:cNvGrpSpPr/>
          <p:nvPr/>
        </p:nvGrpSpPr>
        <p:grpSpPr>
          <a:xfrm>
            <a:off x="13950632" y="6911730"/>
            <a:ext cx="378460" cy="186055"/>
            <a:chOff x="13950632" y="6911730"/>
            <a:chExt cx="378460" cy="186055"/>
          </a:xfrm>
        </p:grpSpPr>
        <p:pic>
          <p:nvPicPr>
            <p:cNvPr id="125" name="object 12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950632" y="6911730"/>
              <a:ext cx="144191" cy="185939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14121573" y="7054517"/>
              <a:ext cx="41910" cy="41910"/>
            </a:xfrm>
            <a:custGeom>
              <a:avLst/>
              <a:gdLst/>
              <a:ahLst/>
              <a:cxnLst/>
              <a:rect l="l" t="t" r="r" b="b"/>
              <a:pathLst>
                <a:path w="41909" h="41909">
                  <a:moveTo>
                    <a:pt x="20874" y="0"/>
                  </a:moveTo>
                  <a:lnTo>
                    <a:pt x="12740" y="1630"/>
                  </a:lnTo>
                  <a:lnTo>
                    <a:pt x="6062" y="6073"/>
                  </a:lnTo>
                  <a:lnTo>
                    <a:pt x="1571" y="12654"/>
                  </a:lnTo>
                  <a:lnTo>
                    <a:pt x="0" y="20698"/>
                  </a:lnTo>
                  <a:lnTo>
                    <a:pt x="1571" y="28793"/>
                  </a:lnTo>
                  <a:lnTo>
                    <a:pt x="6062" y="35400"/>
                  </a:lnTo>
                  <a:lnTo>
                    <a:pt x="12740" y="39853"/>
                  </a:lnTo>
                  <a:lnTo>
                    <a:pt x="20874" y="41485"/>
                  </a:lnTo>
                  <a:lnTo>
                    <a:pt x="28772" y="39853"/>
                  </a:lnTo>
                  <a:lnTo>
                    <a:pt x="35379" y="35400"/>
                  </a:lnTo>
                  <a:lnTo>
                    <a:pt x="39930" y="28793"/>
                  </a:lnTo>
                  <a:lnTo>
                    <a:pt x="41661" y="20698"/>
                  </a:lnTo>
                  <a:lnTo>
                    <a:pt x="39930" y="12654"/>
                  </a:lnTo>
                  <a:lnTo>
                    <a:pt x="35379" y="6073"/>
                  </a:lnTo>
                  <a:lnTo>
                    <a:pt x="28772" y="1630"/>
                  </a:lnTo>
                  <a:lnTo>
                    <a:pt x="20874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190599" y="6911730"/>
              <a:ext cx="137875" cy="184536"/>
            </a:xfrm>
            <a:prstGeom prst="rect">
              <a:avLst/>
            </a:prstGeom>
          </p:spPr>
        </p:pic>
      </p:grpSp>
      <p:pic>
        <p:nvPicPr>
          <p:cNvPr id="128" name="object 128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1573713" y="7246318"/>
            <a:ext cx="185588" cy="225933"/>
          </a:xfrm>
          <a:prstGeom prst="rect">
            <a:avLst/>
          </a:prstGeom>
        </p:spPr>
      </p:pic>
      <p:sp>
        <p:nvSpPr>
          <p:cNvPr id="129" name="object 129"/>
          <p:cNvSpPr/>
          <p:nvPr/>
        </p:nvSpPr>
        <p:spPr>
          <a:xfrm>
            <a:off x="11808231" y="7255179"/>
            <a:ext cx="158115" cy="99695"/>
          </a:xfrm>
          <a:custGeom>
            <a:avLst/>
            <a:gdLst/>
            <a:ahLst/>
            <a:cxnLst/>
            <a:rect l="l" t="t" r="r" b="b"/>
            <a:pathLst>
              <a:path w="158115" h="99695">
                <a:moveTo>
                  <a:pt x="157784" y="0"/>
                </a:moveTo>
                <a:lnTo>
                  <a:pt x="126123" y="0"/>
                </a:lnTo>
                <a:lnTo>
                  <a:pt x="126123" y="25730"/>
                </a:lnTo>
                <a:lnTo>
                  <a:pt x="126123" y="51130"/>
                </a:lnTo>
                <a:lnTo>
                  <a:pt x="126123" y="74002"/>
                </a:lnTo>
                <a:lnTo>
                  <a:pt x="31229" y="74002"/>
                </a:lnTo>
                <a:lnTo>
                  <a:pt x="31229" y="51130"/>
                </a:lnTo>
                <a:lnTo>
                  <a:pt x="126123" y="51130"/>
                </a:lnTo>
                <a:lnTo>
                  <a:pt x="126123" y="25730"/>
                </a:lnTo>
                <a:lnTo>
                  <a:pt x="31229" y="25730"/>
                </a:lnTo>
                <a:lnTo>
                  <a:pt x="31229" y="330"/>
                </a:lnTo>
                <a:lnTo>
                  <a:pt x="0" y="330"/>
                </a:lnTo>
                <a:lnTo>
                  <a:pt x="0" y="25730"/>
                </a:lnTo>
                <a:lnTo>
                  <a:pt x="0" y="51130"/>
                </a:lnTo>
                <a:lnTo>
                  <a:pt x="0" y="74002"/>
                </a:lnTo>
                <a:lnTo>
                  <a:pt x="0" y="99390"/>
                </a:lnTo>
                <a:lnTo>
                  <a:pt x="157784" y="99390"/>
                </a:lnTo>
                <a:lnTo>
                  <a:pt x="157784" y="25730"/>
                </a:lnTo>
                <a:lnTo>
                  <a:pt x="157784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1784025" y="7376655"/>
            <a:ext cx="207010" cy="95885"/>
          </a:xfrm>
          <a:custGeom>
            <a:avLst/>
            <a:gdLst/>
            <a:ahLst/>
            <a:cxnLst/>
            <a:rect l="l" t="t" r="r" b="b"/>
            <a:pathLst>
              <a:path w="207009" h="95884">
                <a:moveTo>
                  <a:pt x="206463" y="0"/>
                </a:moveTo>
                <a:lnTo>
                  <a:pt x="0" y="0"/>
                </a:lnTo>
                <a:lnTo>
                  <a:pt x="0" y="24828"/>
                </a:lnTo>
                <a:lnTo>
                  <a:pt x="86918" y="24828"/>
                </a:lnTo>
                <a:lnTo>
                  <a:pt x="86918" y="95605"/>
                </a:lnTo>
                <a:lnTo>
                  <a:pt x="118237" y="95605"/>
                </a:lnTo>
                <a:lnTo>
                  <a:pt x="118237" y="24828"/>
                </a:lnTo>
                <a:lnTo>
                  <a:pt x="206463" y="24828"/>
                </a:lnTo>
                <a:lnTo>
                  <a:pt x="206463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2059755" y="7246327"/>
            <a:ext cx="630555" cy="226060"/>
          </a:xfrm>
          <a:custGeom>
            <a:avLst/>
            <a:gdLst/>
            <a:ahLst/>
            <a:cxnLst/>
            <a:rect l="l" t="t" r="r" b="b"/>
            <a:pathLst>
              <a:path w="630554" h="226059">
                <a:moveTo>
                  <a:pt x="120243" y="23152"/>
                </a:moveTo>
                <a:lnTo>
                  <a:pt x="12712" y="23152"/>
                </a:lnTo>
                <a:lnTo>
                  <a:pt x="12712" y="49022"/>
                </a:lnTo>
                <a:lnTo>
                  <a:pt x="87960" y="49022"/>
                </a:lnTo>
                <a:lnTo>
                  <a:pt x="79197" y="84162"/>
                </a:lnTo>
                <a:lnTo>
                  <a:pt x="61747" y="114414"/>
                </a:lnTo>
                <a:lnTo>
                  <a:pt x="35394" y="140246"/>
                </a:lnTo>
                <a:lnTo>
                  <a:pt x="0" y="162166"/>
                </a:lnTo>
                <a:lnTo>
                  <a:pt x="17805" y="186372"/>
                </a:lnTo>
                <a:lnTo>
                  <a:pt x="65786" y="154647"/>
                </a:lnTo>
                <a:lnTo>
                  <a:pt x="97409" y="116116"/>
                </a:lnTo>
                <a:lnTo>
                  <a:pt x="114833" y="71907"/>
                </a:lnTo>
                <a:lnTo>
                  <a:pt x="120243" y="23152"/>
                </a:lnTo>
                <a:close/>
              </a:path>
              <a:path w="630554" h="226059">
                <a:moveTo>
                  <a:pt x="212420" y="86563"/>
                </a:moveTo>
                <a:lnTo>
                  <a:pt x="180492" y="86563"/>
                </a:lnTo>
                <a:lnTo>
                  <a:pt x="180492" y="0"/>
                </a:lnTo>
                <a:lnTo>
                  <a:pt x="148831" y="0"/>
                </a:lnTo>
                <a:lnTo>
                  <a:pt x="148831" y="225399"/>
                </a:lnTo>
                <a:lnTo>
                  <a:pt x="180492" y="225399"/>
                </a:lnTo>
                <a:lnTo>
                  <a:pt x="180492" y="112699"/>
                </a:lnTo>
                <a:lnTo>
                  <a:pt x="212420" y="112699"/>
                </a:lnTo>
                <a:lnTo>
                  <a:pt x="212420" y="86563"/>
                </a:lnTo>
                <a:close/>
              </a:path>
              <a:path w="630554" h="226059">
                <a:moveTo>
                  <a:pt x="419239" y="69291"/>
                </a:moveTo>
                <a:lnTo>
                  <a:pt x="390817" y="64592"/>
                </a:lnTo>
                <a:lnTo>
                  <a:pt x="369595" y="56578"/>
                </a:lnTo>
                <a:lnTo>
                  <a:pt x="363270" y="52006"/>
                </a:lnTo>
                <a:lnTo>
                  <a:pt x="355346" y="46278"/>
                </a:lnTo>
                <a:lnTo>
                  <a:pt x="347840" y="34734"/>
                </a:lnTo>
                <a:lnTo>
                  <a:pt x="409409" y="34734"/>
                </a:lnTo>
                <a:lnTo>
                  <a:pt x="409409" y="9728"/>
                </a:lnTo>
                <a:lnTo>
                  <a:pt x="240753" y="9728"/>
                </a:lnTo>
                <a:lnTo>
                  <a:pt x="240753" y="34734"/>
                </a:lnTo>
                <a:lnTo>
                  <a:pt x="301790" y="34734"/>
                </a:lnTo>
                <a:lnTo>
                  <a:pt x="294182" y="46215"/>
                </a:lnTo>
                <a:lnTo>
                  <a:pt x="279933" y="56515"/>
                </a:lnTo>
                <a:lnTo>
                  <a:pt x="258953" y="64566"/>
                </a:lnTo>
                <a:lnTo>
                  <a:pt x="231101" y="69291"/>
                </a:lnTo>
                <a:lnTo>
                  <a:pt x="241719" y="94107"/>
                </a:lnTo>
                <a:lnTo>
                  <a:pt x="271018" y="88912"/>
                </a:lnTo>
                <a:lnTo>
                  <a:pt x="294741" y="79768"/>
                </a:lnTo>
                <a:lnTo>
                  <a:pt x="312699" y="67271"/>
                </a:lnTo>
                <a:lnTo>
                  <a:pt x="324688" y="52006"/>
                </a:lnTo>
                <a:lnTo>
                  <a:pt x="336829" y="67310"/>
                </a:lnTo>
                <a:lnTo>
                  <a:pt x="354952" y="79794"/>
                </a:lnTo>
                <a:lnTo>
                  <a:pt x="378815" y="88925"/>
                </a:lnTo>
                <a:lnTo>
                  <a:pt x="408190" y="94107"/>
                </a:lnTo>
                <a:lnTo>
                  <a:pt x="419239" y="69291"/>
                </a:lnTo>
                <a:close/>
              </a:path>
              <a:path w="630554" h="226059">
                <a:moveTo>
                  <a:pt x="428002" y="102704"/>
                </a:moveTo>
                <a:lnTo>
                  <a:pt x="222072" y="102704"/>
                </a:lnTo>
                <a:lnTo>
                  <a:pt x="222072" y="128054"/>
                </a:lnTo>
                <a:lnTo>
                  <a:pt x="309168" y="128054"/>
                </a:lnTo>
                <a:lnTo>
                  <a:pt x="309168" y="144805"/>
                </a:lnTo>
                <a:lnTo>
                  <a:pt x="262343" y="157238"/>
                </a:lnTo>
                <a:lnTo>
                  <a:pt x="245579" y="185064"/>
                </a:lnTo>
                <a:lnTo>
                  <a:pt x="250977" y="202501"/>
                </a:lnTo>
                <a:lnTo>
                  <a:pt x="266573" y="215315"/>
                </a:lnTo>
                <a:lnTo>
                  <a:pt x="291426" y="223189"/>
                </a:lnTo>
                <a:lnTo>
                  <a:pt x="324599" y="225844"/>
                </a:lnTo>
                <a:lnTo>
                  <a:pt x="357479" y="223189"/>
                </a:lnTo>
                <a:lnTo>
                  <a:pt x="382193" y="215315"/>
                </a:lnTo>
                <a:lnTo>
                  <a:pt x="397776" y="202501"/>
                </a:lnTo>
                <a:lnTo>
                  <a:pt x="397941" y="201980"/>
                </a:lnTo>
                <a:lnTo>
                  <a:pt x="403275" y="185064"/>
                </a:lnTo>
                <a:lnTo>
                  <a:pt x="398907" y="169367"/>
                </a:lnTo>
                <a:lnTo>
                  <a:pt x="397649" y="168135"/>
                </a:lnTo>
                <a:lnTo>
                  <a:pt x="386537" y="157302"/>
                </a:lnTo>
                <a:lnTo>
                  <a:pt x="371525" y="151015"/>
                </a:lnTo>
                <a:lnTo>
                  <a:pt x="371525" y="185064"/>
                </a:lnTo>
                <a:lnTo>
                  <a:pt x="368477" y="192379"/>
                </a:lnTo>
                <a:lnTo>
                  <a:pt x="359537" y="197700"/>
                </a:lnTo>
                <a:lnTo>
                  <a:pt x="344868" y="200939"/>
                </a:lnTo>
                <a:lnTo>
                  <a:pt x="324599" y="201980"/>
                </a:lnTo>
                <a:lnTo>
                  <a:pt x="304101" y="200939"/>
                </a:lnTo>
                <a:lnTo>
                  <a:pt x="289445" y="197700"/>
                </a:lnTo>
                <a:lnTo>
                  <a:pt x="280695" y="192379"/>
                </a:lnTo>
                <a:lnTo>
                  <a:pt x="277850" y="185064"/>
                </a:lnTo>
                <a:lnTo>
                  <a:pt x="280695" y="177698"/>
                </a:lnTo>
                <a:lnTo>
                  <a:pt x="289445" y="172453"/>
                </a:lnTo>
                <a:lnTo>
                  <a:pt x="304101" y="169278"/>
                </a:lnTo>
                <a:lnTo>
                  <a:pt x="324599" y="168135"/>
                </a:lnTo>
                <a:lnTo>
                  <a:pt x="344868" y="169278"/>
                </a:lnTo>
                <a:lnTo>
                  <a:pt x="359537" y="172453"/>
                </a:lnTo>
                <a:lnTo>
                  <a:pt x="368477" y="177698"/>
                </a:lnTo>
                <a:lnTo>
                  <a:pt x="371525" y="185064"/>
                </a:lnTo>
                <a:lnTo>
                  <a:pt x="371525" y="151015"/>
                </a:lnTo>
                <a:lnTo>
                  <a:pt x="366839" y="149047"/>
                </a:lnTo>
                <a:lnTo>
                  <a:pt x="340474" y="144805"/>
                </a:lnTo>
                <a:lnTo>
                  <a:pt x="340474" y="128054"/>
                </a:lnTo>
                <a:lnTo>
                  <a:pt x="428002" y="128054"/>
                </a:lnTo>
                <a:lnTo>
                  <a:pt x="428002" y="102704"/>
                </a:lnTo>
                <a:close/>
              </a:path>
              <a:path w="630554" h="226059">
                <a:moveTo>
                  <a:pt x="585965" y="156032"/>
                </a:moveTo>
                <a:lnTo>
                  <a:pt x="561378" y="140741"/>
                </a:lnTo>
                <a:lnTo>
                  <a:pt x="545807" y="122174"/>
                </a:lnTo>
                <a:lnTo>
                  <a:pt x="543864" y="119862"/>
                </a:lnTo>
                <a:lnTo>
                  <a:pt x="533400" y="95783"/>
                </a:lnTo>
                <a:lnTo>
                  <a:pt x="529920" y="70866"/>
                </a:lnTo>
                <a:lnTo>
                  <a:pt x="529920" y="62090"/>
                </a:lnTo>
                <a:lnTo>
                  <a:pt x="576757" y="62090"/>
                </a:lnTo>
                <a:lnTo>
                  <a:pt x="576757" y="36918"/>
                </a:lnTo>
                <a:lnTo>
                  <a:pt x="529742" y="36918"/>
                </a:lnTo>
                <a:lnTo>
                  <a:pt x="529742" y="5168"/>
                </a:lnTo>
                <a:lnTo>
                  <a:pt x="498259" y="5168"/>
                </a:lnTo>
                <a:lnTo>
                  <a:pt x="498259" y="36918"/>
                </a:lnTo>
                <a:lnTo>
                  <a:pt x="450367" y="36918"/>
                </a:lnTo>
                <a:lnTo>
                  <a:pt x="450367" y="62090"/>
                </a:lnTo>
                <a:lnTo>
                  <a:pt x="498436" y="62090"/>
                </a:lnTo>
                <a:lnTo>
                  <a:pt x="498436" y="70866"/>
                </a:lnTo>
                <a:lnTo>
                  <a:pt x="494944" y="96913"/>
                </a:lnTo>
                <a:lnTo>
                  <a:pt x="484543" y="121932"/>
                </a:lnTo>
                <a:lnTo>
                  <a:pt x="467194" y="143560"/>
                </a:lnTo>
                <a:lnTo>
                  <a:pt x="442823" y="159448"/>
                </a:lnTo>
                <a:lnTo>
                  <a:pt x="459752" y="183743"/>
                </a:lnTo>
                <a:lnTo>
                  <a:pt x="477964" y="173316"/>
                </a:lnTo>
                <a:lnTo>
                  <a:pt x="493217" y="159105"/>
                </a:lnTo>
                <a:lnTo>
                  <a:pt x="505447" y="141820"/>
                </a:lnTo>
                <a:lnTo>
                  <a:pt x="514578" y="122174"/>
                </a:lnTo>
                <a:lnTo>
                  <a:pt x="523786" y="140665"/>
                </a:lnTo>
                <a:lnTo>
                  <a:pt x="535978" y="156921"/>
                </a:lnTo>
                <a:lnTo>
                  <a:pt x="551053" y="170319"/>
                </a:lnTo>
                <a:lnTo>
                  <a:pt x="568947" y="180238"/>
                </a:lnTo>
                <a:lnTo>
                  <a:pt x="585965" y="156032"/>
                </a:lnTo>
                <a:close/>
              </a:path>
              <a:path w="630554" h="226059">
                <a:moveTo>
                  <a:pt x="630262" y="0"/>
                </a:moveTo>
                <a:lnTo>
                  <a:pt x="598601" y="0"/>
                </a:lnTo>
                <a:lnTo>
                  <a:pt x="598601" y="225933"/>
                </a:lnTo>
                <a:lnTo>
                  <a:pt x="630262" y="225933"/>
                </a:lnTo>
                <a:lnTo>
                  <a:pt x="630262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2" name="object 132"/>
          <p:cNvGrpSpPr/>
          <p:nvPr/>
        </p:nvGrpSpPr>
        <p:grpSpPr>
          <a:xfrm>
            <a:off x="12736769" y="7246669"/>
            <a:ext cx="891540" cy="241935"/>
            <a:chOff x="12736769" y="7246669"/>
            <a:chExt cx="891540" cy="241935"/>
          </a:xfrm>
        </p:grpSpPr>
        <p:pic>
          <p:nvPicPr>
            <p:cNvPr id="133" name="object 13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2736769" y="7266140"/>
              <a:ext cx="70428" cy="222162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829037" y="7246669"/>
              <a:ext cx="185063" cy="225582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13039789" y="7259916"/>
              <a:ext cx="588645" cy="228600"/>
            </a:xfrm>
            <a:custGeom>
              <a:avLst/>
              <a:gdLst/>
              <a:ahLst/>
              <a:cxnLst/>
              <a:rect l="l" t="t" r="r" b="b"/>
              <a:pathLst>
                <a:path w="588644" h="228600">
                  <a:moveTo>
                    <a:pt x="199097" y="93408"/>
                  </a:moveTo>
                  <a:lnTo>
                    <a:pt x="139725" y="63995"/>
                  </a:lnTo>
                  <a:lnTo>
                    <a:pt x="118757" y="16230"/>
                  </a:lnTo>
                  <a:lnTo>
                    <a:pt x="118757" y="0"/>
                  </a:lnTo>
                  <a:lnTo>
                    <a:pt x="84988" y="0"/>
                  </a:lnTo>
                  <a:lnTo>
                    <a:pt x="84988" y="16230"/>
                  </a:lnTo>
                  <a:lnTo>
                    <a:pt x="79502" y="40868"/>
                  </a:lnTo>
                  <a:lnTo>
                    <a:pt x="63830" y="63766"/>
                  </a:lnTo>
                  <a:lnTo>
                    <a:pt x="38785" y="82194"/>
                  </a:lnTo>
                  <a:lnTo>
                    <a:pt x="5181" y="93408"/>
                  </a:lnTo>
                  <a:lnTo>
                    <a:pt x="18770" y="119722"/>
                  </a:lnTo>
                  <a:lnTo>
                    <a:pt x="46189" y="111226"/>
                  </a:lnTo>
                  <a:lnTo>
                    <a:pt x="69494" y="98082"/>
                  </a:lnTo>
                  <a:lnTo>
                    <a:pt x="88252" y="81013"/>
                  </a:lnTo>
                  <a:lnTo>
                    <a:pt x="102006" y="60782"/>
                  </a:lnTo>
                  <a:lnTo>
                    <a:pt x="115608" y="81102"/>
                  </a:lnTo>
                  <a:lnTo>
                    <a:pt x="134277" y="98183"/>
                  </a:lnTo>
                  <a:lnTo>
                    <a:pt x="157594" y="111290"/>
                  </a:lnTo>
                  <a:lnTo>
                    <a:pt x="185153" y="119722"/>
                  </a:lnTo>
                  <a:lnTo>
                    <a:pt x="199097" y="93408"/>
                  </a:lnTo>
                  <a:close/>
                </a:path>
                <a:path w="588644" h="228600">
                  <a:moveTo>
                    <a:pt x="206463" y="158572"/>
                  </a:moveTo>
                  <a:lnTo>
                    <a:pt x="0" y="158572"/>
                  </a:lnTo>
                  <a:lnTo>
                    <a:pt x="0" y="184632"/>
                  </a:lnTo>
                  <a:lnTo>
                    <a:pt x="206463" y="184632"/>
                  </a:lnTo>
                  <a:lnTo>
                    <a:pt x="206463" y="158572"/>
                  </a:lnTo>
                  <a:close/>
                </a:path>
                <a:path w="588644" h="228600">
                  <a:moveTo>
                    <a:pt x="403631" y="103543"/>
                  </a:moveTo>
                  <a:lnTo>
                    <a:pt x="276110" y="103543"/>
                  </a:lnTo>
                  <a:lnTo>
                    <a:pt x="276110" y="76873"/>
                  </a:lnTo>
                  <a:lnTo>
                    <a:pt x="396532" y="76873"/>
                  </a:lnTo>
                  <a:lnTo>
                    <a:pt x="396532" y="52743"/>
                  </a:lnTo>
                  <a:lnTo>
                    <a:pt x="276110" y="52743"/>
                  </a:lnTo>
                  <a:lnTo>
                    <a:pt x="276110" y="28613"/>
                  </a:lnTo>
                  <a:lnTo>
                    <a:pt x="401878" y="28613"/>
                  </a:lnTo>
                  <a:lnTo>
                    <a:pt x="401878" y="3225"/>
                  </a:lnTo>
                  <a:lnTo>
                    <a:pt x="244005" y="3225"/>
                  </a:lnTo>
                  <a:lnTo>
                    <a:pt x="244005" y="28613"/>
                  </a:lnTo>
                  <a:lnTo>
                    <a:pt x="244005" y="52743"/>
                  </a:lnTo>
                  <a:lnTo>
                    <a:pt x="244005" y="76873"/>
                  </a:lnTo>
                  <a:lnTo>
                    <a:pt x="244005" y="103543"/>
                  </a:lnTo>
                  <a:lnTo>
                    <a:pt x="244005" y="127685"/>
                  </a:lnTo>
                  <a:lnTo>
                    <a:pt x="403631" y="127685"/>
                  </a:lnTo>
                  <a:lnTo>
                    <a:pt x="403631" y="103543"/>
                  </a:lnTo>
                  <a:close/>
                </a:path>
                <a:path w="588644" h="228600">
                  <a:moveTo>
                    <a:pt x="426085" y="160248"/>
                  </a:moveTo>
                  <a:lnTo>
                    <a:pt x="219621" y="160248"/>
                  </a:lnTo>
                  <a:lnTo>
                    <a:pt x="219621" y="186029"/>
                  </a:lnTo>
                  <a:lnTo>
                    <a:pt x="426085" y="186029"/>
                  </a:lnTo>
                  <a:lnTo>
                    <a:pt x="426085" y="160248"/>
                  </a:lnTo>
                  <a:close/>
                </a:path>
                <a:path w="588644" h="228600">
                  <a:moveTo>
                    <a:pt x="509054" y="117360"/>
                  </a:moveTo>
                  <a:lnTo>
                    <a:pt x="506882" y="85953"/>
                  </a:lnTo>
                  <a:lnTo>
                    <a:pt x="500329" y="57124"/>
                  </a:lnTo>
                  <a:lnTo>
                    <a:pt x="489292" y="30619"/>
                  </a:lnTo>
                  <a:lnTo>
                    <a:pt x="473710" y="6235"/>
                  </a:lnTo>
                  <a:lnTo>
                    <a:pt x="438632" y="6235"/>
                  </a:lnTo>
                  <a:lnTo>
                    <a:pt x="451370" y="27520"/>
                  </a:lnTo>
                  <a:lnTo>
                    <a:pt x="461606" y="54889"/>
                  </a:lnTo>
                  <a:lnTo>
                    <a:pt x="468426" y="85712"/>
                  </a:lnTo>
                  <a:lnTo>
                    <a:pt x="470903" y="117360"/>
                  </a:lnTo>
                  <a:lnTo>
                    <a:pt x="468426" y="148945"/>
                  </a:lnTo>
                  <a:lnTo>
                    <a:pt x="461606" y="179743"/>
                  </a:lnTo>
                  <a:lnTo>
                    <a:pt x="451370" y="207111"/>
                  </a:lnTo>
                  <a:lnTo>
                    <a:pt x="438632" y="228396"/>
                  </a:lnTo>
                  <a:lnTo>
                    <a:pt x="473710" y="228396"/>
                  </a:lnTo>
                  <a:lnTo>
                    <a:pt x="489292" y="204000"/>
                  </a:lnTo>
                  <a:lnTo>
                    <a:pt x="500329" y="177507"/>
                  </a:lnTo>
                  <a:lnTo>
                    <a:pt x="506882" y="148704"/>
                  </a:lnTo>
                  <a:lnTo>
                    <a:pt x="509054" y="117360"/>
                  </a:lnTo>
                  <a:close/>
                </a:path>
                <a:path w="588644" h="228600">
                  <a:moveTo>
                    <a:pt x="588251" y="170853"/>
                  </a:moveTo>
                  <a:lnTo>
                    <a:pt x="586524" y="162814"/>
                  </a:lnTo>
                  <a:lnTo>
                    <a:pt x="581977" y="156235"/>
                  </a:lnTo>
                  <a:lnTo>
                    <a:pt x="575360" y="151790"/>
                  </a:lnTo>
                  <a:lnTo>
                    <a:pt x="567474" y="150152"/>
                  </a:lnTo>
                  <a:lnTo>
                    <a:pt x="559333" y="151790"/>
                  </a:lnTo>
                  <a:lnTo>
                    <a:pt x="552653" y="156235"/>
                  </a:lnTo>
                  <a:lnTo>
                    <a:pt x="548170" y="162814"/>
                  </a:lnTo>
                  <a:lnTo>
                    <a:pt x="546595" y="170853"/>
                  </a:lnTo>
                  <a:lnTo>
                    <a:pt x="548170" y="178955"/>
                  </a:lnTo>
                  <a:lnTo>
                    <a:pt x="552653" y="185559"/>
                  </a:lnTo>
                  <a:lnTo>
                    <a:pt x="559333" y="190017"/>
                  </a:lnTo>
                  <a:lnTo>
                    <a:pt x="567474" y="191643"/>
                  </a:lnTo>
                  <a:lnTo>
                    <a:pt x="575360" y="190017"/>
                  </a:lnTo>
                  <a:lnTo>
                    <a:pt x="581977" y="185559"/>
                  </a:lnTo>
                  <a:lnTo>
                    <a:pt x="586524" y="178955"/>
                  </a:lnTo>
                  <a:lnTo>
                    <a:pt x="588251" y="170853"/>
                  </a:lnTo>
                  <a:close/>
                </a:path>
                <a:path w="588644" h="228600">
                  <a:moveTo>
                    <a:pt x="588340" y="76314"/>
                  </a:moveTo>
                  <a:lnTo>
                    <a:pt x="586613" y="68262"/>
                  </a:lnTo>
                  <a:lnTo>
                    <a:pt x="582066" y="61683"/>
                  </a:lnTo>
                  <a:lnTo>
                    <a:pt x="575449" y="57238"/>
                  </a:lnTo>
                  <a:lnTo>
                    <a:pt x="567563" y="55613"/>
                  </a:lnTo>
                  <a:lnTo>
                    <a:pt x="559384" y="57238"/>
                  </a:lnTo>
                  <a:lnTo>
                    <a:pt x="552716" y="61683"/>
                  </a:lnTo>
                  <a:lnTo>
                    <a:pt x="548246" y="68262"/>
                  </a:lnTo>
                  <a:lnTo>
                    <a:pt x="546684" y="76314"/>
                  </a:lnTo>
                  <a:lnTo>
                    <a:pt x="548246" y="84404"/>
                  </a:lnTo>
                  <a:lnTo>
                    <a:pt x="552716" y="91008"/>
                  </a:lnTo>
                  <a:lnTo>
                    <a:pt x="559384" y="95465"/>
                  </a:lnTo>
                  <a:lnTo>
                    <a:pt x="567563" y="97091"/>
                  </a:lnTo>
                  <a:lnTo>
                    <a:pt x="575449" y="95465"/>
                  </a:lnTo>
                  <a:lnTo>
                    <a:pt x="582066" y="91008"/>
                  </a:lnTo>
                  <a:lnTo>
                    <a:pt x="586613" y="84404"/>
                  </a:lnTo>
                  <a:lnTo>
                    <a:pt x="588340" y="76314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6" name="object 136"/>
          <p:cNvGrpSpPr/>
          <p:nvPr/>
        </p:nvGrpSpPr>
        <p:grpSpPr>
          <a:xfrm>
            <a:off x="13706927" y="7246318"/>
            <a:ext cx="430530" cy="226060"/>
            <a:chOff x="13706927" y="7246318"/>
            <a:chExt cx="430530" cy="226060"/>
          </a:xfrm>
        </p:grpSpPr>
        <p:pic>
          <p:nvPicPr>
            <p:cNvPr id="137" name="object 13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3706927" y="7246669"/>
              <a:ext cx="195762" cy="221636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3924003" y="7246318"/>
              <a:ext cx="212864" cy="225846"/>
            </a:xfrm>
            <a:prstGeom prst="rect">
              <a:avLst/>
            </a:prstGeom>
          </p:spPr>
        </p:pic>
      </p:grpSp>
      <p:grpSp>
        <p:nvGrpSpPr>
          <p:cNvPr id="139" name="object 139"/>
          <p:cNvGrpSpPr/>
          <p:nvPr/>
        </p:nvGrpSpPr>
        <p:grpSpPr>
          <a:xfrm>
            <a:off x="14209872" y="7267280"/>
            <a:ext cx="311785" cy="186055"/>
            <a:chOff x="14209872" y="7267280"/>
            <a:chExt cx="311785" cy="186055"/>
          </a:xfrm>
        </p:grpSpPr>
        <p:pic>
          <p:nvPicPr>
            <p:cNvPr id="140" name="object 14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4209872" y="7269736"/>
              <a:ext cx="145506" cy="179624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4377306" y="7267280"/>
              <a:ext cx="144190" cy="185939"/>
            </a:xfrm>
            <a:prstGeom prst="rect">
              <a:avLst/>
            </a:prstGeom>
          </p:spPr>
        </p:pic>
      </p:grpSp>
      <p:sp>
        <p:nvSpPr>
          <p:cNvPr id="142" name="object 142"/>
          <p:cNvSpPr/>
          <p:nvPr/>
        </p:nvSpPr>
        <p:spPr>
          <a:xfrm>
            <a:off x="14594006" y="7261316"/>
            <a:ext cx="90170" cy="215265"/>
          </a:xfrm>
          <a:custGeom>
            <a:avLst/>
            <a:gdLst/>
            <a:ahLst/>
            <a:cxnLst/>
            <a:rect l="l" t="t" r="r" b="b"/>
            <a:pathLst>
              <a:path w="90169" h="215265">
                <a:moveTo>
                  <a:pt x="89636" y="0"/>
                </a:moveTo>
                <a:lnTo>
                  <a:pt x="57887" y="0"/>
                </a:lnTo>
                <a:lnTo>
                  <a:pt x="0" y="215058"/>
                </a:lnTo>
                <a:lnTo>
                  <a:pt x="31750" y="215058"/>
                </a:lnTo>
                <a:lnTo>
                  <a:pt x="89636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3" name="object 143"/>
          <p:cNvGrpSpPr/>
          <p:nvPr/>
        </p:nvGrpSpPr>
        <p:grpSpPr>
          <a:xfrm>
            <a:off x="11566258" y="7601869"/>
            <a:ext cx="846455" cy="226695"/>
            <a:chOff x="11566258" y="7601869"/>
            <a:chExt cx="846455" cy="226695"/>
          </a:xfrm>
        </p:grpSpPr>
        <p:pic>
          <p:nvPicPr>
            <p:cNvPr id="144" name="object 144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1566258" y="7601869"/>
              <a:ext cx="413628" cy="226109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1999006" y="7601869"/>
              <a:ext cx="216286" cy="225933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2235465" y="7601869"/>
              <a:ext cx="177169" cy="226460"/>
            </a:xfrm>
            <a:prstGeom prst="rect">
              <a:avLst/>
            </a:prstGeom>
          </p:spPr>
        </p:pic>
      </p:grpSp>
      <p:grpSp>
        <p:nvGrpSpPr>
          <p:cNvPr id="147" name="object 147"/>
          <p:cNvGrpSpPr/>
          <p:nvPr/>
        </p:nvGrpSpPr>
        <p:grpSpPr>
          <a:xfrm>
            <a:off x="12506868" y="7622830"/>
            <a:ext cx="299085" cy="186055"/>
            <a:chOff x="12506868" y="7622830"/>
            <a:chExt cx="299085" cy="186055"/>
          </a:xfrm>
        </p:grpSpPr>
        <p:pic>
          <p:nvPicPr>
            <p:cNvPr id="148" name="object 14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2506868" y="7622830"/>
              <a:ext cx="130333" cy="182080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661322" y="7622830"/>
              <a:ext cx="144190" cy="185939"/>
            </a:xfrm>
            <a:prstGeom prst="rect">
              <a:avLst/>
            </a:prstGeom>
          </p:spPr>
        </p:pic>
      </p:grpSp>
      <p:sp>
        <p:nvSpPr>
          <p:cNvPr id="150" name="object 150"/>
          <p:cNvSpPr/>
          <p:nvPr/>
        </p:nvSpPr>
        <p:spPr>
          <a:xfrm>
            <a:off x="12878167" y="7616866"/>
            <a:ext cx="90170" cy="215265"/>
          </a:xfrm>
          <a:custGeom>
            <a:avLst/>
            <a:gdLst/>
            <a:ahLst/>
            <a:cxnLst/>
            <a:rect l="l" t="t" r="r" b="b"/>
            <a:pathLst>
              <a:path w="90170" h="215265">
                <a:moveTo>
                  <a:pt x="89636" y="0"/>
                </a:moveTo>
                <a:lnTo>
                  <a:pt x="57887" y="0"/>
                </a:lnTo>
                <a:lnTo>
                  <a:pt x="0" y="215058"/>
                </a:lnTo>
                <a:lnTo>
                  <a:pt x="31750" y="215058"/>
                </a:lnTo>
                <a:lnTo>
                  <a:pt x="89636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1" name="object 151"/>
          <p:cNvGrpSpPr/>
          <p:nvPr/>
        </p:nvGrpSpPr>
        <p:grpSpPr>
          <a:xfrm>
            <a:off x="13036363" y="7601869"/>
            <a:ext cx="428625" cy="226695"/>
            <a:chOff x="13036363" y="7601869"/>
            <a:chExt cx="428625" cy="226695"/>
          </a:xfrm>
        </p:grpSpPr>
        <p:pic>
          <p:nvPicPr>
            <p:cNvPr id="152" name="object 15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3036363" y="7601869"/>
              <a:ext cx="188658" cy="226460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3251598" y="7601869"/>
              <a:ext cx="212864" cy="225846"/>
            </a:xfrm>
            <a:prstGeom prst="rect">
              <a:avLst/>
            </a:prstGeom>
          </p:spPr>
        </p:pic>
      </p:grpSp>
      <p:grpSp>
        <p:nvGrpSpPr>
          <p:cNvPr id="154" name="object 154"/>
          <p:cNvGrpSpPr/>
          <p:nvPr/>
        </p:nvGrpSpPr>
        <p:grpSpPr>
          <a:xfrm>
            <a:off x="13537466" y="7622830"/>
            <a:ext cx="311785" cy="186055"/>
            <a:chOff x="13537466" y="7622830"/>
            <a:chExt cx="311785" cy="186055"/>
          </a:xfrm>
        </p:grpSpPr>
        <p:pic>
          <p:nvPicPr>
            <p:cNvPr id="155" name="object 155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537466" y="7625286"/>
              <a:ext cx="145506" cy="179624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3704900" y="7622830"/>
              <a:ext cx="144190" cy="185939"/>
            </a:xfrm>
            <a:prstGeom prst="rect">
              <a:avLst/>
            </a:prstGeom>
          </p:spPr>
        </p:pic>
      </p:grpSp>
      <p:grpSp>
        <p:nvGrpSpPr>
          <p:cNvPr id="157" name="object 157"/>
          <p:cNvGrpSpPr/>
          <p:nvPr/>
        </p:nvGrpSpPr>
        <p:grpSpPr>
          <a:xfrm>
            <a:off x="4172439" y="4407755"/>
            <a:ext cx="11847195" cy="4027170"/>
            <a:chOff x="4172439" y="4407755"/>
            <a:chExt cx="11847195" cy="4027170"/>
          </a:xfrm>
        </p:grpSpPr>
        <p:sp>
          <p:nvSpPr>
            <p:cNvPr id="158" name="object 158"/>
            <p:cNvSpPr/>
            <p:nvPr/>
          </p:nvSpPr>
          <p:spPr>
            <a:xfrm>
              <a:off x="4172439" y="4407755"/>
              <a:ext cx="52069" cy="3984625"/>
            </a:xfrm>
            <a:custGeom>
              <a:avLst/>
              <a:gdLst/>
              <a:ahLst/>
              <a:cxnLst/>
              <a:rect l="l" t="t" r="r" b="b"/>
              <a:pathLst>
                <a:path w="52070" h="3984625">
                  <a:moveTo>
                    <a:pt x="34477" y="3984065"/>
                  </a:moveTo>
                  <a:lnTo>
                    <a:pt x="51727" y="149"/>
                  </a:lnTo>
                  <a:lnTo>
                    <a:pt x="17250" y="0"/>
                  </a:lnTo>
                  <a:lnTo>
                    <a:pt x="0" y="3983916"/>
                  </a:lnTo>
                  <a:lnTo>
                    <a:pt x="34477" y="3984065"/>
                  </a:lnTo>
                  <a:close/>
                </a:path>
              </a:pathLst>
            </a:custGeom>
            <a:solidFill>
              <a:srgbClr val="1C65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283580" y="8408782"/>
              <a:ext cx="11718925" cy="8890"/>
            </a:xfrm>
            <a:custGeom>
              <a:avLst/>
              <a:gdLst/>
              <a:ahLst/>
              <a:cxnLst/>
              <a:rect l="l" t="t" r="r" b="b"/>
              <a:pathLst>
                <a:path w="11718925" h="8890">
                  <a:moveTo>
                    <a:pt x="0" y="0"/>
                  </a:moveTo>
                  <a:lnTo>
                    <a:pt x="11718691" y="8554"/>
                  </a:lnTo>
                </a:path>
              </a:pathLst>
            </a:custGeom>
            <a:ln w="34015">
              <a:solidFill>
                <a:srgbClr val="D8D8D8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0" name="object 160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17535445" y="9537479"/>
            <a:ext cx="72558" cy="193994"/>
          </a:xfrm>
          <a:prstGeom prst="rect">
            <a:avLst/>
          </a:prstGeom>
        </p:spPr>
      </p:pic>
      <p:pic>
        <p:nvPicPr>
          <p:cNvPr id="161" name="object 161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17655745" y="9534827"/>
            <a:ext cx="137917" cy="1992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09849" cy="65036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93467" y="2230373"/>
            <a:ext cx="483870" cy="257810"/>
          </a:xfrm>
          <a:custGeom>
            <a:avLst/>
            <a:gdLst/>
            <a:ahLst/>
            <a:cxnLst/>
            <a:rect l="l" t="t" r="r" b="b"/>
            <a:pathLst>
              <a:path w="483869" h="257810">
                <a:moveTo>
                  <a:pt x="215747" y="0"/>
                </a:moveTo>
                <a:lnTo>
                  <a:pt x="184073" y="0"/>
                </a:lnTo>
                <a:lnTo>
                  <a:pt x="184073" y="43370"/>
                </a:lnTo>
                <a:lnTo>
                  <a:pt x="148577" y="43370"/>
                </a:lnTo>
                <a:lnTo>
                  <a:pt x="148577" y="68592"/>
                </a:lnTo>
                <a:lnTo>
                  <a:pt x="184073" y="68592"/>
                </a:lnTo>
                <a:lnTo>
                  <a:pt x="184073" y="90881"/>
                </a:lnTo>
                <a:lnTo>
                  <a:pt x="148577" y="90881"/>
                </a:lnTo>
                <a:lnTo>
                  <a:pt x="148577" y="114071"/>
                </a:lnTo>
                <a:lnTo>
                  <a:pt x="141846" y="114808"/>
                </a:lnTo>
                <a:lnTo>
                  <a:pt x="128003" y="116128"/>
                </a:lnTo>
                <a:lnTo>
                  <a:pt x="120942" y="116700"/>
                </a:lnTo>
                <a:lnTo>
                  <a:pt x="120942" y="43472"/>
                </a:lnTo>
                <a:lnTo>
                  <a:pt x="143725" y="43472"/>
                </a:lnTo>
                <a:lnTo>
                  <a:pt x="143725" y="17856"/>
                </a:lnTo>
                <a:lnTo>
                  <a:pt x="90576" y="17856"/>
                </a:lnTo>
                <a:lnTo>
                  <a:pt x="90576" y="43472"/>
                </a:lnTo>
                <a:lnTo>
                  <a:pt x="90576" y="118618"/>
                </a:lnTo>
                <a:lnTo>
                  <a:pt x="82880" y="118960"/>
                </a:lnTo>
                <a:lnTo>
                  <a:pt x="60020" y="119722"/>
                </a:lnTo>
                <a:lnTo>
                  <a:pt x="60020" y="43472"/>
                </a:lnTo>
                <a:lnTo>
                  <a:pt x="90576" y="43472"/>
                </a:lnTo>
                <a:lnTo>
                  <a:pt x="90576" y="17856"/>
                </a:lnTo>
                <a:lnTo>
                  <a:pt x="6756" y="17856"/>
                </a:lnTo>
                <a:lnTo>
                  <a:pt x="6756" y="43472"/>
                </a:lnTo>
                <a:lnTo>
                  <a:pt x="29248" y="43472"/>
                </a:lnTo>
                <a:lnTo>
                  <a:pt x="29248" y="120230"/>
                </a:lnTo>
                <a:lnTo>
                  <a:pt x="0" y="120434"/>
                </a:lnTo>
                <a:lnTo>
                  <a:pt x="3530" y="146456"/>
                </a:lnTo>
                <a:lnTo>
                  <a:pt x="36931" y="146177"/>
                </a:lnTo>
                <a:lnTo>
                  <a:pt x="74079" y="144957"/>
                </a:lnTo>
                <a:lnTo>
                  <a:pt x="112699" y="142240"/>
                </a:lnTo>
                <a:lnTo>
                  <a:pt x="150596" y="137477"/>
                </a:lnTo>
                <a:lnTo>
                  <a:pt x="149580" y="119722"/>
                </a:lnTo>
                <a:lnTo>
                  <a:pt x="149402" y="116700"/>
                </a:lnTo>
                <a:lnTo>
                  <a:pt x="149377" y="116293"/>
                </a:lnTo>
                <a:lnTo>
                  <a:pt x="184073" y="116293"/>
                </a:lnTo>
                <a:lnTo>
                  <a:pt x="184073" y="158051"/>
                </a:lnTo>
                <a:lnTo>
                  <a:pt x="215747" y="158051"/>
                </a:lnTo>
                <a:lnTo>
                  <a:pt x="215747" y="116293"/>
                </a:lnTo>
                <a:lnTo>
                  <a:pt x="215747" y="0"/>
                </a:lnTo>
                <a:close/>
              </a:path>
              <a:path w="483869" h="257810">
                <a:moveTo>
                  <a:pt x="216458" y="210197"/>
                </a:moveTo>
                <a:lnTo>
                  <a:pt x="210439" y="189890"/>
                </a:lnTo>
                <a:lnTo>
                  <a:pt x="206857" y="186804"/>
                </a:lnTo>
                <a:lnTo>
                  <a:pt x="193090" y="174917"/>
                </a:lnTo>
                <a:lnTo>
                  <a:pt x="184988" y="172199"/>
                </a:lnTo>
                <a:lnTo>
                  <a:pt x="184988" y="210197"/>
                </a:lnTo>
                <a:lnTo>
                  <a:pt x="181203" y="220065"/>
                </a:lnTo>
                <a:lnTo>
                  <a:pt x="170281" y="227190"/>
                </a:lnTo>
                <a:lnTo>
                  <a:pt x="152590" y="231533"/>
                </a:lnTo>
                <a:lnTo>
                  <a:pt x="128498" y="232994"/>
                </a:lnTo>
                <a:lnTo>
                  <a:pt x="104457" y="231533"/>
                </a:lnTo>
                <a:lnTo>
                  <a:pt x="86791" y="227190"/>
                </a:lnTo>
                <a:lnTo>
                  <a:pt x="75933" y="220065"/>
                </a:lnTo>
                <a:lnTo>
                  <a:pt x="72326" y="210197"/>
                </a:lnTo>
                <a:lnTo>
                  <a:pt x="75933" y="200037"/>
                </a:lnTo>
                <a:lnTo>
                  <a:pt x="86791" y="192709"/>
                </a:lnTo>
                <a:lnTo>
                  <a:pt x="104457" y="188290"/>
                </a:lnTo>
                <a:lnTo>
                  <a:pt x="128498" y="186804"/>
                </a:lnTo>
                <a:lnTo>
                  <a:pt x="152590" y="188290"/>
                </a:lnTo>
                <a:lnTo>
                  <a:pt x="170281" y="192709"/>
                </a:lnTo>
                <a:lnTo>
                  <a:pt x="181203" y="200037"/>
                </a:lnTo>
                <a:lnTo>
                  <a:pt x="184988" y="210197"/>
                </a:lnTo>
                <a:lnTo>
                  <a:pt x="184988" y="172199"/>
                </a:lnTo>
                <a:lnTo>
                  <a:pt x="165430" y="165620"/>
                </a:lnTo>
                <a:lnTo>
                  <a:pt x="128498" y="162394"/>
                </a:lnTo>
                <a:lnTo>
                  <a:pt x="91668" y="165620"/>
                </a:lnTo>
                <a:lnTo>
                  <a:pt x="64046" y="174917"/>
                </a:lnTo>
                <a:lnTo>
                  <a:pt x="46723" y="189890"/>
                </a:lnTo>
                <a:lnTo>
                  <a:pt x="40754" y="210197"/>
                </a:lnTo>
                <a:lnTo>
                  <a:pt x="46723" y="230098"/>
                </a:lnTo>
                <a:lnTo>
                  <a:pt x="64046" y="244957"/>
                </a:lnTo>
                <a:lnTo>
                  <a:pt x="91668" y="254241"/>
                </a:lnTo>
                <a:lnTo>
                  <a:pt x="128498" y="257403"/>
                </a:lnTo>
                <a:lnTo>
                  <a:pt x="165430" y="254241"/>
                </a:lnTo>
                <a:lnTo>
                  <a:pt x="193090" y="244957"/>
                </a:lnTo>
                <a:lnTo>
                  <a:pt x="207060" y="232994"/>
                </a:lnTo>
                <a:lnTo>
                  <a:pt x="210439" y="230098"/>
                </a:lnTo>
                <a:lnTo>
                  <a:pt x="216458" y="210197"/>
                </a:lnTo>
                <a:close/>
              </a:path>
              <a:path w="483869" h="257810">
                <a:moveTo>
                  <a:pt x="377444" y="26733"/>
                </a:moveTo>
                <a:lnTo>
                  <a:pt x="256006" y="26733"/>
                </a:lnTo>
                <a:lnTo>
                  <a:pt x="256006" y="52857"/>
                </a:lnTo>
                <a:lnTo>
                  <a:pt x="345173" y="52857"/>
                </a:lnTo>
                <a:lnTo>
                  <a:pt x="335280" y="94119"/>
                </a:lnTo>
                <a:lnTo>
                  <a:pt x="314909" y="130035"/>
                </a:lnTo>
                <a:lnTo>
                  <a:pt x="283946" y="160845"/>
                </a:lnTo>
                <a:lnTo>
                  <a:pt x="242290" y="186804"/>
                </a:lnTo>
                <a:lnTo>
                  <a:pt x="260146" y="211213"/>
                </a:lnTo>
                <a:lnTo>
                  <a:pt x="305244" y="183108"/>
                </a:lnTo>
                <a:lnTo>
                  <a:pt x="338404" y="149872"/>
                </a:lnTo>
                <a:lnTo>
                  <a:pt x="360756" y="112242"/>
                </a:lnTo>
                <a:lnTo>
                  <a:pt x="373392" y="70954"/>
                </a:lnTo>
                <a:lnTo>
                  <a:pt x="377444" y="26733"/>
                </a:lnTo>
                <a:close/>
              </a:path>
              <a:path w="483869" h="257810">
                <a:moveTo>
                  <a:pt x="483755" y="100660"/>
                </a:moveTo>
                <a:lnTo>
                  <a:pt x="445528" y="100660"/>
                </a:lnTo>
                <a:lnTo>
                  <a:pt x="445528" y="0"/>
                </a:lnTo>
                <a:lnTo>
                  <a:pt x="413753" y="0"/>
                </a:lnTo>
                <a:lnTo>
                  <a:pt x="413753" y="257200"/>
                </a:lnTo>
                <a:lnTo>
                  <a:pt x="445528" y="257200"/>
                </a:lnTo>
                <a:lnTo>
                  <a:pt x="445528" y="126987"/>
                </a:lnTo>
                <a:lnTo>
                  <a:pt x="483755" y="126987"/>
                </a:lnTo>
                <a:lnTo>
                  <a:pt x="483755" y="10066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40037" y="2230373"/>
            <a:ext cx="481330" cy="257810"/>
          </a:xfrm>
          <a:custGeom>
            <a:avLst/>
            <a:gdLst/>
            <a:ahLst/>
            <a:cxnLst/>
            <a:rect l="l" t="t" r="r" b="b"/>
            <a:pathLst>
              <a:path w="481329" h="257810">
                <a:moveTo>
                  <a:pt x="164820" y="177317"/>
                </a:moveTo>
                <a:lnTo>
                  <a:pt x="136969" y="159677"/>
                </a:lnTo>
                <a:lnTo>
                  <a:pt x="116141" y="134607"/>
                </a:lnTo>
                <a:lnTo>
                  <a:pt x="113817" y="129311"/>
                </a:lnTo>
                <a:lnTo>
                  <a:pt x="103073" y="104838"/>
                </a:lnTo>
                <a:lnTo>
                  <a:pt x="98552" y="73126"/>
                </a:lnTo>
                <a:lnTo>
                  <a:pt x="98552" y="51447"/>
                </a:lnTo>
                <a:lnTo>
                  <a:pt x="154825" y="51447"/>
                </a:lnTo>
                <a:lnTo>
                  <a:pt x="154825" y="25412"/>
                </a:lnTo>
                <a:lnTo>
                  <a:pt x="9486" y="25412"/>
                </a:lnTo>
                <a:lnTo>
                  <a:pt x="9486" y="51447"/>
                </a:lnTo>
                <a:lnTo>
                  <a:pt x="66268" y="51447"/>
                </a:lnTo>
                <a:lnTo>
                  <a:pt x="66268" y="73126"/>
                </a:lnTo>
                <a:lnTo>
                  <a:pt x="61556" y="106349"/>
                </a:lnTo>
                <a:lnTo>
                  <a:pt x="48348" y="137947"/>
                </a:lnTo>
                <a:lnTo>
                  <a:pt x="27520" y="164795"/>
                </a:lnTo>
                <a:lnTo>
                  <a:pt x="0" y="183769"/>
                </a:lnTo>
                <a:lnTo>
                  <a:pt x="18262" y="208788"/>
                </a:lnTo>
                <a:lnTo>
                  <a:pt x="39471" y="195300"/>
                </a:lnTo>
                <a:lnTo>
                  <a:pt x="57505" y="176949"/>
                </a:lnTo>
                <a:lnTo>
                  <a:pt x="72085" y="154647"/>
                </a:lnTo>
                <a:lnTo>
                  <a:pt x="82918" y="129311"/>
                </a:lnTo>
                <a:lnTo>
                  <a:pt x="93713" y="152692"/>
                </a:lnTo>
                <a:lnTo>
                  <a:pt x="108242" y="173164"/>
                </a:lnTo>
                <a:lnTo>
                  <a:pt x="126276" y="189953"/>
                </a:lnTo>
                <a:lnTo>
                  <a:pt x="147574" y="202336"/>
                </a:lnTo>
                <a:lnTo>
                  <a:pt x="164820" y="177317"/>
                </a:lnTo>
                <a:close/>
              </a:path>
              <a:path w="481329" h="257810">
                <a:moveTo>
                  <a:pt x="215747" y="0"/>
                </a:moveTo>
                <a:lnTo>
                  <a:pt x="183781" y="0"/>
                </a:lnTo>
                <a:lnTo>
                  <a:pt x="183781" y="257606"/>
                </a:lnTo>
                <a:lnTo>
                  <a:pt x="215747" y="257606"/>
                </a:lnTo>
                <a:lnTo>
                  <a:pt x="215747" y="0"/>
                </a:lnTo>
                <a:close/>
              </a:path>
              <a:path w="481329" h="257810">
                <a:moveTo>
                  <a:pt x="480733" y="202438"/>
                </a:moveTo>
                <a:lnTo>
                  <a:pt x="418604" y="202438"/>
                </a:lnTo>
                <a:lnTo>
                  <a:pt x="418604" y="149377"/>
                </a:lnTo>
                <a:lnTo>
                  <a:pt x="459143" y="149377"/>
                </a:lnTo>
                <a:lnTo>
                  <a:pt x="459143" y="123659"/>
                </a:lnTo>
                <a:lnTo>
                  <a:pt x="422325" y="123659"/>
                </a:lnTo>
                <a:lnTo>
                  <a:pt x="422325" y="47409"/>
                </a:lnTo>
                <a:lnTo>
                  <a:pt x="460159" y="47409"/>
                </a:lnTo>
                <a:lnTo>
                  <a:pt x="460159" y="21793"/>
                </a:lnTo>
                <a:lnTo>
                  <a:pt x="391058" y="21793"/>
                </a:lnTo>
                <a:lnTo>
                  <a:pt x="391058" y="47409"/>
                </a:lnTo>
                <a:lnTo>
                  <a:pt x="391058" y="123659"/>
                </a:lnTo>
                <a:lnTo>
                  <a:pt x="386727" y="123659"/>
                </a:lnTo>
                <a:lnTo>
                  <a:pt x="386727" y="149377"/>
                </a:lnTo>
                <a:lnTo>
                  <a:pt x="386727" y="202438"/>
                </a:lnTo>
                <a:lnTo>
                  <a:pt x="337705" y="202438"/>
                </a:lnTo>
                <a:lnTo>
                  <a:pt x="337705" y="149377"/>
                </a:lnTo>
                <a:lnTo>
                  <a:pt x="386727" y="149377"/>
                </a:lnTo>
                <a:lnTo>
                  <a:pt x="386727" y="123659"/>
                </a:lnTo>
                <a:lnTo>
                  <a:pt x="333171" y="123659"/>
                </a:lnTo>
                <a:lnTo>
                  <a:pt x="333171" y="47409"/>
                </a:lnTo>
                <a:lnTo>
                  <a:pt x="391058" y="47409"/>
                </a:lnTo>
                <a:lnTo>
                  <a:pt x="391058" y="21793"/>
                </a:lnTo>
                <a:lnTo>
                  <a:pt x="264274" y="21793"/>
                </a:lnTo>
                <a:lnTo>
                  <a:pt x="264274" y="47409"/>
                </a:lnTo>
                <a:lnTo>
                  <a:pt x="301599" y="47409"/>
                </a:lnTo>
                <a:lnTo>
                  <a:pt x="301599" y="123659"/>
                </a:lnTo>
                <a:lnTo>
                  <a:pt x="265087" y="123659"/>
                </a:lnTo>
                <a:lnTo>
                  <a:pt x="265087" y="149377"/>
                </a:lnTo>
                <a:lnTo>
                  <a:pt x="305930" y="149377"/>
                </a:lnTo>
                <a:lnTo>
                  <a:pt x="305930" y="202438"/>
                </a:lnTo>
                <a:lnTo>
                  <a:pt x="245008" y="202438"/>
                </a:lnTo>
                <a:lnTo>
                  <a:pt x="245008" y="228053"/>
                </a:lnTo>
                <a:lnTo>
                  <a:pt x="480733" y="228053"/>
                </a:lnTo>
                <a:lnTo>
                  <a:pt x="480733" y="20243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386924" y="2228351"/>
            <a:ext cx="1650364" cy="278765"/>
            <a:chOff x="3386924" y="2228351"/>
            <a:chExt cx="1650364" cy="278765"/>
          </a:xfrm>
        </p:grpSpPr>
        <p:sp>
          <p:nvSpPr>
            <p:cNvPr id="5" name="object 5"/>
            <p:cNvSpPr/>
            <p:nvPr/>
          </p:nvSpPr>
          <p:spPr>
            <a:xfrm>
              <a:off x="3386912" y="2228354"/>
              <a:ext cx="582295" cy="278765"/>
            </a:xfrm>
            <a:custGeom>
              <a:avLst/>
              <a:gdLst/>
              <a:ahLst/>
              <a:cxnLst/>
              <a:rect l="l" t="t" r="r" b="b"/>
              <a:pathLst>
                <a:path w="582295" h="278764">
                  <a:moveTo>
                    <a:pt x="154736" y="22593"/>
                  </a:moveTo>
                  <a:lnTo>
                    <a:pt x="96634" y="22593"/>
                  </a:lnTo>
                  <a:lnTo>
                    <a:pt x="96634" y="0"/>
                  </a:lnTo>
                  <a:lnTo>
                    <a:pt x="64960" y="0"/>
                  </a:lnTo>
                  <a:lnTo>
                    <a:pt x="64960" y="22593"/>
                  </a:lnTo>
                  <a:lnTo>
                    <a:pt x="6667" y="22593"/>
                  </a:lnTo>
                  <a:lnTo>
                    <a:pt x="6667" y="45897"/>
                  </a:lnTo>
                  <a:lnTo>
                    <a:pt x="154736" y="45897"/>
                  </a:lnTo>
                  <a:lnTo>
                    <a:pt x="154736" y="22593"/>
                  </a:lnTo>
                  <a:close/>
                </a:path>
                <a:path w="582295" h="278764">
                  <a:moveTo>
                    <a:pt x="163906" y="160375"/>
                  </a:moveTo>
                  <a:lnTo>
                    <a:pt x="162179" y="143840"/>
                  </a:lnTo>
                  <a:lnTo>
                    <a:pt x="161594" y="138188"/>
                  </a:lnTo>
                  <a:lnTo>
                    <a:pt x="145821" y="140055"/>
                  </a:lnTo>
                  <a:lnTo>
                    <a:pt x="129641" y="141617"/>
                  </a:lnTo>
                  <a:lnTo>
                    <a:pt x="113195" y="142862"/>
                  </a:lnTo>
                  <a:lnTo>
                    <a:pt x="96634" y="143840"/>
                  </a:lnTo>
                  <a:lnTo>
                    <a:pt x="96634" y="128905"/>
                  </a:lnTo>
                  <a:lnTo>
                    <a:pt x="115735" y="124345"/>
                  </a:lnTo>
                  <a:lnTo>
                    <a:pt x="130251" y="116344"/>
                  </a:lnTo>
                  <a:lnTo>
                    <a:pt x="136588" y="108737"/>
                  </a:lnTo>
                  <a:lnTo>
                    <a:pt x="139496" y="105244"/>
                  </a:lnTo>
                  <a:lnTo>
                    <a:pt x="142824" y="91389"/>
                  </a:lnTo>
                  <a:lnTo>
                    <a:pt x="138277" y="75438"/>
                  </a:lnTo>
                  <a:lnTo>
                    <a:pt x="137337" y="74536"/>
                  </a:lnTo>
                  <a:lnTo>
                    <a:pt x="125653" y="63385"/>
                  </a:lnTo>
                  <a:lnTo>
                    <a:pt x="112369" y="58229"/>
                  </a:lnTo>
                  <a:lnTo>
                    <a:pt x="112369" y="91389"/>
                  </a:lnTo>
                  <a:lnTo>
                    <a:pt x="110197" y="98666"/>
                  </a:lnTo>
                  <a:lnTo>
                    <a:pt x="103924" y="104140"/>
                  </a:lnTo>
                  <a:lnTo>
                    <a:pt x="93903" y="107581"/>
                  </a:lnTo>
                  <a:lnTo>
                    <a:pt x="80492" y="108737"/>
                  </a:lnTo>
                  <a:lnTo>
                    <a:pt x="67030" y="107581"/>
                  </a:lnTo>
                  <a:lnTo>
                    <a:pt x="57010" y="104140"/>
                  </a:lnTo>
                  <a:lnTo>
                    <a:pt x="50774" y="98666"/>
                  </a:lnTo>
                  <a:lnTo>
                    <a:pt x="48717" y="91389"/>
                  </a:lnTo>
                  <a:lnTo>
                    <a:pt x="50774" y="84074"/>
                  </a:lnTo>
                  <a:lnTo>
                    <a:pt x="57010" y="78803"/>
                  </a:lnTo>
                  <a:lnTo>
                    <a:pt x="67030" y="75615"/>
                  </a:lnTo>
                  <a:lnTo>
                    <a:pt x="80492" y="74536"/>
                  </a:lnTo>
                  <a:lnTo>
                    <a:pt x="93903" y="75615"/>
                  </a:lnTo>
                  <a:lnTo>
                    <a:pt x="103924" y="78803"/>
                  </a:lnTo>
                  <a:lnTo>
                    <a:pt x="110197" y="84074"/>
                  </a:lnTo>
                  <a:lnTo>
                    <a:pt x="112369" y="91389"/>
                  </a:lnTo>
                  <a:lnTo>
                    <a:pt x="112369" y="58229"/>
                  </a:lnTo>
                  <a:lnTo>
                    <a:pt x="106032" y="55765"/>
                  </a:lnTo>
                  <a:lnTo>
                    <a:pt x="80492" y="53162"/>
                  </a:lnTo>
                  <a:lnTo>
                    <a:pt x="54965" y="55765"/>
                  </a:lnTo>
                  <a:lnTo>
                    <a:pt x="35318" y="63385"/>
                  </a:lnTo>
                  <a:lnTo>
                    <a:pt x="22720" y="75438"/>
                  </a:lnTo>
                  <a:lnTo>
                    <a:pt x="18364" y="91389"/>
                  </a:lnTo>
                  <a:lnTo>
                    <a:pt x="21526" y="105359"/>
                  </a:lnTo>
                  <a:lnTo>
                    <a:pt x="30848" y="116509"/>
                  </a:lnTo>
                  <a:lnTo>
                    <a:pt x="45567" y="124510"/>
                  </a:lnTo>
                  <a:lnTo>
                    <a:pt x="64960" y="129006"/>
                  </a:lnTo>
                  <a:lnTo>
                    <a:pt x="64960" y="144945"/>
                  </a:lnTo>
                  <a:lnTo>
                    <a:pt x="47701" y="145313"/>
                  </a:lnTo>
                  <a:lnTo>
                    <a:pt x="0" y="145656"/>
                  </a:lnTo>
                  <a:lnTo>
                    <a:pt x="3441" y="170561"/>
                  </a:lnTo>
                  <a:lnTo>
                    <a:pt x="39954" y="170281"/>
                  </a:lnTo>
                  <a:lnTo>
                    <a:pt x="80149" y="169024"/>
                  </a:lnTo>
                  <a:lnTo>
                    <a:pt x="122110" y="166001"/>
                  </a:lnTo>
                  <a:lnTo>
                    <a:pt x="163906" y="160375"/>
                  </a:lnTo>
                  <a:close/>
                </a:path>
                <a:path w="582295" h="278764">
                  <a:moveTo>
                    <a:pt x="206679" y="187604"/>
                  </a:moveTo>
                  <a:lnTo>
                    <a:pt x="32385" y="187604"/>
                  </a:lnTo>
                  <a:lnTo>
                    <a:pt x="32385" y="212318"/>
                  </a:lnTo>
                  <a:lnTo>
                    <a:pt x="174904" y="212318"/>
                  </a:lnTo>
                  <a:lnTo>
                    <a:pt x="174904" y="259626"/>
                  </a:lnTo>
                  <a:lnTo>
                    <a:pt x="206679" y="259626"/>
                  </a:lnTo>
                  <a:lnTo>
                    <a:pt x="206679" y="187604"/>
                  </a:lnTo>
                  <a:close/>
                </a:path>
                <a:path w="582295" h="278764">
                  <a:moveTo>
                    <a:pt x="241477" y="77368"/>
                  </a:moveTo>
                  <a:lnTo>
                    <a:pt x="206679" y="77368"/>
                  </a:lnTo>
                  <a:lnTo>
                    <a:pt x="206679" y="2222"/>
                  </a:lnTo>
                  <a:lnTo>
                    <a:pt x="174904" y="2222"/>
                  </a:lnTo>
                  <a:lnTo>
                    <a:pt x="174904" y="176517"/>
                  </a:lnTo>
                  <a:lnTo>
                    <a:pt x="206679" y="176517"/>
                  </a:lnTo>
                  <a:lnTo>
                    <a:pt x="206679" y="103492"/>
                  </a:lnTo>
                  <a:lnTo>
                    <a:pt x="241477" y="103492"/>
                  </a:lnTo>
                  <a:lnTo>
                    <a:pt x="241477" y="77368"/>
                  </a:lnTo>
                  <a:close/>
                </a:path>
                <a:path w="582295" h="278764">
                  <a:moveTo>
                    <a:pt x="399237" y="121945"/>
                  </a:moveTo>
                  <a:lnTo>
                    <a:pt x="372783" y="109702"/>
                  </a:lnTo>
                  <a:lnTo>
                    <a:pt x="358013" y="96227"/>
                  </a:lnTo>
                  <a:lnTo>
                    <a:pt x="353834" y="92417"/>
                  </a:lnTo>
                  <a:lnTo>
                    <a:pt x="342430" y="71539"/>
                  </a:lnTo>
                  <a:lnTo>
                    <a:pt x="338645" y="48717"/>
                  </a:lnTo>
                  <a:lnTo>
                    <a:pt x="338620" y="45491"/>
                  </a:lnTo>
                  <a:lnTo>
                    <a:pt x="392074" y="45491"/>
                  </a:lnTo>
                  <a:lnTo>
                    <a:pt x="392074" y="19875"/>
                  </a:lnTo>
                  <a:lnTo>
                    <a:pt x="252069" y="19875"/>
                  </a:lnTo>
                  <a:lnTo>
                    <a:pt x="252069" y="45491"/>
                  </a:lnTo>
                  <a:lnTo>
                    <a:pt x="306743" y="45491"/>
                  </a:lnTo>
                  <a:lnTo>
                    <a:pt x="306743" y="48717"/>
                  </a:lnTo>
                  <a:lnTo>
                    <a:pt x="302577" y="73990"/>
                  </a:lnTo>
                  <a:lnTo>
                    <a:pt x="290474" y="97142"/>
                  </a:lnTo>
                  <a:lnTo>
                    <a:pt x="270637" y="116395"/>
                  </a:lnTo>
                  <a:lnTo>
                    <a:pt x="243205" y="129921"/>
                  </a:lnTo>
                  <a:lnTo>
                    <a:pt x="259334" y="155028"/>
                  </a:lnTo>
                  <a:lnTo>
                    <a:pt x="280809" y="145262"/>
                  </a:lnTo>
                  <a:lnTo>
                    <a:pt x="298704" y="131864"/>
                  </a:lnTo>
                  <a:lnTo>
                    <a:pt x="312928" y="115354"/>
                  </a:lnTo>
                  <a:lnTo>
                    <a:pt x="323380" y="96227"/>
                  </a:lnTo>
                  <a:lnTo>
                    <a:pt x="333629" y="112649"/>
                  </a:lnTo>
                  <a:lnTo>
                    <a:pt x="347218" y="126834"/>
                  </a:lnTo>
                  <a:lnTo>
                    <a:pt x="364096" y="138379"/>
                  </a:lnTo>
                  <a:lnTo>
                    <a:pt x="384200" y="146862"/>
                  </a:lnTo>
                  <a:lnTo>
                    <a:pt x="399237" y="121945"/>
                  </a:lnTo>
                  <a:close/>
                </a:path>
                <a:path w="582295" h="278764">
                  <a:moveTo>
                    <a:pt x="451891" y="210197"/>
                  </a:moveTo>
                  <a:lnTo>
                    <a:pt x="445922" y="189547"/>
                  </a:lnTo>
                  <a:lnTo>
                    <a:pt x="442290" y="186296"/>
                  </a:lnTo>
                  <a:lnTo>
                    <a:pt x="428815" y="174218"/>
                  </a:lnTo>
                  <a:lnTo>
                    <a:pt x="420712" y="171373"/>
                  </a:lnTo>
                  <a:lnTo>
                    <a:pt x="420712" y="210197"/>
                  </a:lnTo>
                  <a:lnTo>
                    <a:pt x="417080" y="220738"/>
                  </a:lnTo>
                  <a:lnTo>
                    <a:pt x="406425" y="228371"/>
                  </a:lnTo>
                  <a:lnTo>
                    <a:pt x="389140" y="232994"/>
                  </a:lnTo>
                  <a:lnTo>
                    <a:pt x="365645" y="234505"/>
                  </a:lnTo>
                  <a:lnTo>
                    <a:pt x="342011" y="232994"/>
                  </a:lnTo>
                  <a:lnTo>
                    <a:pt x="324548" y="228371"/>
                  </a:lnTo>
                  <a:lnTo>
                    <a:pt x="313740" y="220738"/>
                  </a:lnTo>
                  <a:lnTo>
                    <a:pt x="310070" y="210197"/>
                  </a:lnTo>
                  <a:lnTo>
                    <a:pt x="313740" y="199872"/>
                  </a:lnTo>
                  <a:lnTo>
                    <a:pt x="324548" y="192392"/>
                  </a:lnTo>
                  <a:lnTo>
                    <a:pt x="342011" y="187833"/>
                  </a:lnTo>
                  <a:lnTo>
                    <a:pt x="365645" y="186296"/>
                  </a:lnTo>
                  <a:lnTo>
                    <a:pt x="389140" y="187833"/>
                  </a:lnTo>
                  <a:lnTo>
                    <a:pt x="406425" y="192392"/>
                  </a:lnTo>
                  <a:lnTo>
                    <a:pt x="417080" y="199872"/>
                  </a:lnTo>
                  <a:lnTo>
                    <a:pt x="420712" y="210197"/>
                  </a:lnTo>
                  <a:lnTo>
                    <a:pt x="420712" y="171373"/>
                  </a:lnTo>
                  <a:lnTo>
                    <a:pt x="401675" y="164668"/>
                  </a:lnTo>
                  <a:lnTo>
                    <a:pt x="365645" y="161378"/>
                  </a:lnTo>
                  <a:lnTo>
                    <a:pt x="329234" y="164668"/>
                  </a:lnTo>
                  <a:lnTo>
                    <a:pt x="301752" y="174218"/>
                  </a:lnTo>
                  <a:lnTo>
                    <a:pt x="284403" y="189547"/>
                  </a:lnTo>
                  <a:lnTo>
                    <a:pt x="278396" y="210197"/>
                  </a:lnTo>
                  <a:lnTo>
                    <a:pt x="284403" y="231013"/>
                  </a:lnTo>
                  <a:lnTo>
                    <a:pt x="301752" y="246494"/>
                  </a:lnTo>
                  <a:lnTo>
                    <a:pt x="329234" y="256146"/>
                  </a:lnTo>
                  <a:lnTo>
                    <a:pt x="365645" y="259422"/>
                  </a:lnTo>
                  <a:lnTo>
                    <a:pt x="401675" y="256146"/>
                  </a:lnTo>
                  <a:lnTo>
                    <a:pt x="428815" y="246494"/>
                  </a:lnTo>
                  <a:lnTo>
                    <a:pt x="442061" y="234505"/>
                  </a:lnTo>
                  <a:lnTo>
                    <a:pt x="445922" y="231013"/>
                  </a:lnTo>
                  <a:lnTo>
                    <a:pt x="451891" y="210197"/>
                  </a:lnTo>
                  <a:close/>
                </a:path>
                <a:path w="582295" h="278764">
                  <a:moveTo>
                    <a:pt x="485571" y="63855"/>
                  </a:moveTo>
                  <a:lnTo>
                    <a:pt x="449567" y="63855"/>
                  </a:lnTo>
                  <a:lnTo>
                    <a:pt x="449567" y="2019"/>
                  </a:lnTo>
                  <a:lnTo>
                    <a:pt x="417690" y="2019"/>
                  </a:lnTo>
                  <a:lnTo>
                    <a:pt x="417690" y="155740"/>
                  </a:lnTo>
                  <a:lnTo>
                    <a:pt x="449567" y="155740"/>
                  </a:lnTo>
                  <a:lnTo>
                    <a:pt x="449567" y="89877"/>
                  </a:lnTo>
                  <a:lnTo>
                    <a:pt x="485571" y="89877"/>
                  </a:lnTo>
                  <a:lnTo>
                    <a:pt x="485571" y="63855"/>
                  </a:lnTo>
                  <a:close/>
                </a:path>
                <a:path w="582295" h="278764">
                  <a:moveTo>
                    <a:pt x="582015" y="21894"/>
                  </a:moveTo>
                  <a:lnTo>
                    <a:pt x="547916" y="21894"/>
                  </a:lnTo>
                  <a:lnTo>
                    <a:pt x="530491" y="49987"/>
                  </a:lnTo>
                  <a:lnTo>
                    <a:pt x="518007" y="80581"/>
                  </a:lnTo>
                  <a:lnTo>
                    <a:pt x="510489" y="113868"/>
                  </a:lnTo>
                  <a:lnTo>
                    <a:pt x="507974" y="150088"/>
                  </a:lnTo>
                  <a:lnTo>
                    <a:pt x="510489" y="186347"/>
                  </a:lnTo>
                  <a:lnTo>
                    <a:pt x="518007" y="219633"/>
                  </a:lnTo>
                  <a:lnTo>
                    <a:pt x="530491" y="250202"/>
                  </a:lnTo>
                  <a:lnTo>
                    <a:pt x="547916" y="278282"/>
                  </a:lnTo>
                  <a:lnTo>
                    <a:pt x="582015" y="278282"/>
                  </a:lnTo>
                  <a:lnTo>
                    <a:pt x="567740" y="253758"/>
                  </a:lnTo>
                  <a:lnTo>
                    <a:pt x="556221" y="222173"/>
                  </a:lnTo>
                  <a:lnTo>
                    <a:pt x="548513" y="186588"/>
                  </a:lnTo>
                  <a:lnTo>
                    <a:pt x="545706" y="150088"/>
                  </a:lnTo>
                  <a:lnTo>
                    <a:pt x="548513" y="113626"/>
                  </a:lnTo>
                  <a:lnTo>
                    <a:pt x="556221" y="78041"/>
                  </a:lnTo>
                  <a:lnTo>
                    <a:pt x="567740" y="46431"/>
                  </a:lnTo>
                  <a:lnTo>
                    <a:pt x="582015" y="2189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9129" y="2256190"/>
              <a:ext cx="142419" cy="2065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9787" y="2274647"/>
              <a:ext cx="207576" cy="1954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9451" y="2256190"/>
              <a:ext cx="86843" cy="2065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4433" y="2253365"/>
              <a:ext cx="158759" cy="2133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696713" y="2230373"/>
              <a:ext cx="340360" cy="276860"/>
            </a:xfrm>
            <a:custGeom>
              <a:avLst/>
              <a:gdLst/>
              <a:ahLst/>
              <a:cxnLst/>
              <a:rect l="l" t="t" r="r" b="b"/>
              <a:pathLst>
                <a:path w="340360" h="276860">
                  <a:moveTo>
                    <a:pt x="74028" y="148069"/>
                  </a:moveTo>
                  <a:lnTo>
                    <a:pt x="71526" y="111848"/>
                  </a:lnTo>
                  <a:lnTo>
                    <a:pt x="64008" y="78562"/>
                  </a:lnTo>
                  <a:lnTo>
                    <a:pt x="51523" y="47967"/>
                  </a:lnTo>
                  <a:lnTo>
                    <a:pt x="34086" y="19875"/>
                  </a:lnTo>
                  <a:lnTo>
                    <a:pt x="0" y="19875"/>
                  </a:lnTo>
                  <a:lnTo>
                    <a:pt x="14274" y="44411"/>
                  </a:lnTo>
                  <a:lnTo>
                    <a:pt x="25793" y="76022"/>
                  </a:lnTo>
                  <a:lnTo>
                    <a:pt x="33502" y="111607"/>
                  </a:lnTo>
                  <a:lnTo>
                    <a:pt x="36309" y="148069"/>
                  </a:lnTo>
                  <a:lnTo>
                    <a:pt x="33502" y="184569"/>
                  </a:lnTo>
                  <a:lnTo>
                    <a:pt x="25793" y="220154"/>
                  </a:lnTo>
                  <a:lnTo>
                    <a:pt x="14274" y="251739"/>
                  </a:lnTo>
                  <a:lnTo>
                    <a:pt x="0" y="276263"/>
                  </a:lnTo>
                  <a:lnTo>
                    <a:pt x="34086" y="276263"/>
                  </a:lnTo>
                  <a:lnTo>
                    <a:pt x="51523" y="248183"/>
                  </a:lnTo>
                  <a:lnTo>
                    <a:pt x="64008" y="217614"/>
                  </a:lnTo>
                  <a:lnTo>
                    <a:pt x="71526" y="184327"/>
                  </a:lnTo>
                  <a:lnTo>
                    <a:pt x="74028" y="148069"/>
                  </a:lnTo>
                  <a:close/>
                </a:path>
                <a:path w="340360" h="276860">
                  <a:moveTo>
                    <a:pt x="244602" y="26631"/>
                  </a:moveTo>
                  <a:lnTo>
                    <a:pt x="111874" y="26631"/>
                  </a:lnTo>
                  <a:lnTo>
                    <a:pt x="111874" y="52146"/>
                  </a:lnTo>
                  <a:lnTo>
                    <a:pt x="213029" y="52146"/>
                  </a:lnTo>
                  <a:lnTo>
                    <a:pt x="212725" y="70040"/>
                  </a:lnTo>
                  <a:lnTo>
                    <a:pt x="211785" y="90805"/>
                  </a:lnTo>
                  <a:lnTo>
                    <a:pt x="209727" y="114782"/>
                  </a:lnTo>
                  <a:lnTo>
                    <a:pt x="206070" y="142316"/>
                  </a:lnTo>
                  <a:lnTo>
                    <a:pt x="237337" y="144843"/>
                  </a:lnTo>
                  <a:lnTo>
                    <a:pt x="241427" y="113703"/>
                  </a:lnTo>
                  <a:lnTo>
                    <a:pt x="243547" y="86855"/>
                  </a:lnTo>
                  <a:lnTo>
                    <a:pt x="244373" y="64033"/>
                  </a:lnTo>
                  <a:lnTo>
                    <a:pt x="244525" y="52146"/>
                  </a:lnTo>
                  <a:lnTo>
                    <a:pt x="244602" y="26631"/>
                  </a:lnTo>
                  <a:close/>
                </a:path>
                <a:path w="340360" h="276860">
                  <a:moveTo>
                    <a:pt x="259130" y="194056"/>
                  </a:moveTo>
                  <a:lnTo>
                    <a:pt x="257784" y="176517"/>
                  </a:lnTo>
                  <a:lnTo>
                    <a:pt x="257314" y="170459"/>
                  </a:lnTo>
                  <a:lnTo>
                    <a:pt x="238404" y="172567"/>
                  </a:lnTo>
                  <a:lnTo>
                    <a:pt x="218935" y="174244"/>
                  </a:lnTo>
                  <a:lnTo>
                    <a:pt x="199161" y="175539"/>
                  </a:lnTo>
                  <a:lnTo>
                    <a:pt x="179349" y="176517"/>
                  </a:lnTo>
                  <a:lnTo>
                    <a:pt x="179349" y="100457"/>
                  </a:lnTo>
                  <a:lnTo>
                    <a:pt x="148183" y="100457"/>
                  </a:lnTo>
                  <a:lnTo>
                    <a:pt x="148183" y="177419"/>
                  </a:lnTo>
                  <a:lnTo>
                    <a:pt x="98145" y="178028"/>
                  </a:lnTo>
                  <a:lnTo>
                    <a:pt x="101282" y="203644"/>
                  </a:lnTo>
                  <a:lnTo>
                    <a:pt x="137642" y="203504"/>
                  </a:lnTo>
                  <a:lnTo>
                    <a:pt x="177292" y="202260"/>
                  </a:lnTo>
                  <a:lnTo>
                    <a:pt x="218389" y="199301"/>
                  </a:lnTo>
                  <a:lnTo>
                    <a:pt x="259130" y="194056"/>
                  </a:lnTo>
                  <a:close/>
                </a:path>
                <a:path w="340360" h="276860">
                  <a:moveTo>
                    <a:pt x="340017" y="104902"/>
                  </a:moveTo>
                  <a:lnTo>
                    <a:pt x="302704" y="104902"/>
                  </a:lnTo>
                  <a:lnTo>
                    <a:pt x="302704" y="0"/>
                  </a:lnTo>
                  <a:lnTo>
                    <a:pt x="270725" y="0"/>
                  </a:lnTo>
                  <a:lnTo>
                    <a:pt x="270725" y="257606"/>
                  </a:lnTo>
                  <a:lnTo>
                    <a:pt x="302704" y="257606"/>
                  </a:lnTo>
                  <a:lnTo>
                    <a:pt x="302704" y="131724"/>
                  </a:lnTo>
                  <a:lnTo>
                    <a:pt x="340017" y="131724"/>
                  </a:lnTo>
                  <a:lnTo>
                    <a:pt x="340017" y="10490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099754" y="2230368"/>
            <a:ext cx="1312545" cy="263525"/>
            <a:chOff x="5099754" y="2230368"/>
            <a:chExt cx="1312545" cy="263525"/>
          </a:xfrm>
        </p:grpSpPr>
        <p:sp>
          <p:nvSpPr>
            <p:cNvPr id="12" name="object 12"/>
            <p:cNvSpPr/>
            <p:nvPr/>
          </p:nvSpPr>
          <p:spPr>
            <a:xfrm>
              <a:off x="5099754" y="2230368"/>
              <a:ext cx="241935" cy="257810"/>
            </a:xfrm>
            <a:custGeom>
              <a:avLst/>
              <a:gdLst/>
              <a:ahLst/>
              <a:cxnLst/>
              <a:rect l="l" t="t" r="r" b="b"/>
              <a:pathLst>
                <a:path w="241935" h="257810">
                  <a:moveTo>
                    <a:pt x="203239" y="0"/>
                  </a:moveTo>
                  <a:lnTo>
                    <a:pt x="171467" y="0"/>
                  </a:lnTo>
                  <a:lnTo>
                    <a:pt x="171467" y="257201"/>
                  </a:lnTo>
                  <a:lnTo>
                    <a:pt x="203239" y="257201"/>
                  </a:lnTo>
                  <a:lnTo>
                    <a:pt x="203239" y="126987"/>
                  </a:lnTo>
                  <a:lnTo>
                    <a:pt x="241466" y="126987"/>
                  </a:lnTo>
                  <a:lnTo>
                    <a:pt x="241466" y="100661"/>
                  </a:lnTo>
                  <a:lnTo>
                    <a:pt x="203239" y="100661"/>
                  </a:lnTo>
                  <a:lnTo>
                    <a:pt x="203239" y="0"/>
                  </a:lnTo>
                  <a:close/>
                </a:path>
                <a:path w="241935" h="257810">
                  <a:moveTo>
                    <a:pt x="135156" y="26728"/>
                  </a:moveTo>
                  <a:lnTo>
                    <a:pt x="13717" y="26728"/>
                  </a:lnTo>
                  <a:lnTo>
                    <a:pt x="13717" y="52852"/>
                  </a:lnTo>
                  <a:lnTo>
                    <a:pt x="102880" y="52852"/>
                  </a:lnTo>
                  <a:lnTo>
                    <a:pt x="92989" y="94121"/>
                  </a:lnTo>
                  <a:lnTo>
                    <a:pt x="72621" y="130038"/>
                  </a:lnTo>
                  <a:lnTo>
                    <a:pt x="41662" y="160848"/>
                  </a:lnTo>
                  <a:lnTo>
                    <a:pt x="0" y="186799"/>
                  </a:lnTo>
                  <a:lnTo>
                    <a:pt x="17852" y="211208"/>
                  </a:lnTo>
                  <a:lnTo>
                    <a:pt x="62954" y="183104"/>
                  </a:lnTo>
                  <a:lnTo>
                    <a:pt x="96122" y="149873"/>
                  </a:lnTo>
                  <a:lnTo>
                    <a:pt x="118470" y="112246"/>
                  </a:lnTo>
                  <a:lnTo>
                    <a:pt x="131110" y="70954"/>
                  </a:lnTo>
                  <a:lnTo>
                    <a:pt x="135156" y="2672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4864" y="2241665"/>
              <a:ext cx="234910" cy="2461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591175" y="2230373"/>
              <a:ext cx="821055" cy="263525"/>
            </a:xfrm>
            <a:custGeom>
              <a:avLst/>
              <a:gdLst/>
              <a:ahLst/>
              <a:cxnLst/>
              <a:rect l="l" t="t" r="r" b="b"/>
              <a:pathLst>
                <a:path w="821054" h="263525">
                  <a:moveTo>
                    <a:pt x="161988" y="180340"/>
                  </a:moveTo>
                  <a:lnTo>
                    <a:pt x="134200" y="163144"/>
                  </a:lnTo>
                  <a:lnTo>
                    <a:pt x="113576" y="139280"/>
                  </a:lnTo>
                  <a:lnTo>
                    <a:pt x="111823" y="135458"/>
                  </a:lnTo>
                  <a:lnTo>
                    <a:pt x="100749" y="111315"/>
                  </a:lnTo>
                  <a:lnTo>
                    <a:pt x="96329" y="81800"/>
                  </a:lnTo>
                  <a:lnTo>
                    <a:pt x="96329" y="68287"/>
                  </a:lnTo>
                  <a:lnTo>
                    <a:pt x="151904" y="68287"/>
                  </a:lnTo>
                  <a:lnTo>
                    <a:pt x="151904" y="42964"/>
                  </a:lnTo>
                  <a:lnTo>
                    <a:pt x="96227" y="42964"/>
                  </a:lnTo>
                  <a:lnTo>
                    <a:pt x="96227" y="5448"/>
                  </a:lnTo>
                  <a:lnTo>
                    <a:pt x="64655" y="5448"/>
                  </a:lnTo>
                  <a:lnTo>
                    <a:pt x="64655" y="42964"/>
                  </a:lnTo>
                  <a:lnTo>
                    <a:pt x="8178" y="42964"/>
                  </a:lnTo>
                  <a:lnTo>
                    <a:pt x="8178" y="68287"/>
                  </a:lnTo>
                  <a:lnTo>
                    <a:pt x="64858" y="68287"/>
                  </a:lnTo>
                  <a:lnTo>
                    <a:pt x="64858" y="81800"/>
                  </a:lnTo>
                  <a:lnTo>
                    <a:pt x="60515" y="112649"/>
                  </a:lnTo>
                  <a:lnTo>
                    <a:pt x="47866" y="141770"/>
                  </a:lnTo>
                  <a:lnTo>
                    <a:pt x="27495" y="166560"/>
                  </a:lnTo>
                  <a:lnTo>
                    <a:pt x="0" y="184480"/>
                  </a:lnTo>
                  <a:lnTo>
                    <a:pt x="17246" y="208991"/>
                  </a:lnTo>
                  <a:lnTo>
                    <a:pt x="38277" y="196596"/>
                  </a:lnTo>
                  <a:lnTo>
                    <a:pt x="56095" y="179641"/>
                  </a:lnTo>
                  <a:lnTo>
                    <a:pt x="70459" y="158978"/>
                  </a:lnTo>
                  <a:lnTo>
                    <a:pt x="81102" y="135458"/>
                  </a:lnTo>
                  <a:lnTo>
                    <a:pt x="91846" y="157594"/>
                  </a:lnTo>
                  <a:lnTo>
                    <a:pt x="106222" y="177025"/>
                  </a:lnTo>
                  <a:lnTo>
                    <a:pt x="123952" y="193001"/>
                  </a:lnTo>
                  <a:lnTo>
                    <a:pt x="144741" y="204749"/>
                  </a:lnTo>
                  <a:lnTo>
                    <a:pt x="161988" y="180340"/>
                  </a:lnTo>
                  <a:close/>
                </a:path>
                <a:path w="821054" h="263525">
                  <a:moveTo>
                    <a:pt x="211721" y="0"/>
                  </a:moveTo>
                  <a:lnTo>
                    <a:pt x="180047" y="0"/>
                  </a:lnTo>
                  <a:lnTo>
                    <a:pt x="180047" y="257606"/>
                  </a:lnTo>
                  <a:lnTo>
                    <a:pt x="211721" y="257606"/>
                  </a:lnTo>
                  <a:lnTo>
                    <a:pt x="211721" y="0"/>
                  </a:lnTo>
                  <a:close/>
                </a:path>
                <a:path w="821054" h="263525">
                  <a:moveTo>
                    <a:pt x="334276" y="16141"/>
                  </a:moveTo>
                  <a:lnTo>
                    <a:pt x="302501" y="16141"/>
                  </a:lnTo>
                  <a:lnTo>
                    <a:pt x="235940" y="263461"/>
                  </a:lnTo>
                  <a:lnTo>
                    <a:pt x="267703" y="263461"/>
                  </a:lnTo>
                  <a:lnTo>
                    <a:pt x="334276" y="16141"/>
                  </a:lnTo>
                  <a:close/>
                </a:path>
                <a:path w="821054" h="263525">
                  <a:moveTo>
                    <a:pt x="467626" y="117411"/>
                  </a:moveTo>
                  <a:lnTo>
                    <a:pt x="430060" y="87833"/>
                  </a:lnTo>
                  <a:lnTo>
                    <a:pt x="417906" y="46596"/>
                  </a:lnTo>
                  <a:lnTo>
                    <a:pt x="417906" y="15227"/>
                  </a:lnTo>
                  <a:lnTo>
                    <a:pt x="387045" y="15227"/>
                  </a:lnTo>
                  <a:lnTo>
                    <a:pt x="387045" y="46596"/>
                  </a:lnTo>
                  <a:lnTo>
                    <a:pt x="383895" y="68846"/>
                  </a:lnTo>
                  <a:lnTo>
                    <a:pt x="374319" y="90411"/>
                  </a:lnTo>
                  <a:lnTo>
                    <a:pt x="358063" y="109397"/>
                  </a:lnTo>
                  <a:lnTo>
                    <a:pt x="334899" y="123863"/>
                  </a:lnTo>
                  <a:lnTo>
                    <a:pt x="351942" y="148374"/>
                  </a:lnTo>
                  <a:lnTo>
                    <a:pt x="368833" y="138925"/>
                  </a:lnTo>
                  <a:lnTo>
                    <a:pt x="382905" y="126542"/>
                  </a:lnTo>
                  <a:lnTo>
                    <a:pt x="394182" y="111760"/>
                  </a:lnTo>
                  <a:lnTo>
                    <a:pt x="402678" y="95110"/>
                  </a:lnTo>
                  <a:lnTo>
                    <a:pt x="410883" y="109829"/>
                  </a:lnTo>
                  <a:lnTo>
                    <a:pt x="421614" y="122732"/>
                  </a:lnTo>
                  <a:lnTo>
                    <a:pt x="434873" y="133464"/>
                  </a:lnTo>
                  <a:lnTo>
                    <a:pt x="450684" y="141719"/>
                  </a:lnTo>
                  <a:lnTo>
                    <a:pt x="467626" y="117411"/>
                  </a:lnTo>
                  <a:close/>
                </a:path>
                <a:path w="821054" h="263525">
                  <a:moveTo>
                    <a:pt x="557796" y="168440"/>
                  </a:moveTo>
                  <a:lnTo>
                    <a:pt x="381190" y="168440"/>
                  </a:lnTo>
                  <a:lnTo>
                    <a:pt x="381190" y="193967"/>
                  </a:lnTo>
                  <a:lnTo>
                    <a:pt x="526237" y="193967"/>
                  </a:lnTo>
                  <a:lnTo>
                    <a:pt x="526237" y="257606"/>
                  </a:lnTo>
                  <a:lnTo>
                    <a:pt x="557796" y="257606"/>
                  </a:lnTo>
                  <a:lnTo>
                    <a:pt x="557796" y="168440"/>
                  </a:lnTo>
                  <a:close/>
                </a:path>
                <a:path w="821054" h="263525">
                  <a:moveTo>
                    <a:pt x="557796" y="203"/>
                  </a:moveTo>
                  <a:lnTo>
                    <a:pt x="527646" y="203"/>
                  </a:lnTo>
                  <a:lnTo>
                    <a:pt x="527646" y="64452"/>
                  </a:lnTo>
                  <a:lnTo>
                    <a:pt x="501827" y="64452"/>
                  </a:lnTo>
                  <a:lnTo>
                    <a:pt x="501827" y="4533"/>
                  </a:lnTo>
                  <a:lnTo>
                    <a:pt x="472376" y="4533"/>
                  </a:lnTo>
                  <a:lnTo>
                    <a:pt x="472376" y="154724"/>
                  </a:lnTo>
                  <a:lnTo>
                    <a:pt x="501827" y="154724"/>
                  </a:lnTo>
                  <a:lnTo>
                    <a:pt x="501827" y="90474"/>
                  </a:lnTo>
                  <a:lnTo>
                    <a:pt x="527646" y="90474"/>
                  </a:lnTo>
                  <a:lnTo>
                    <a:pt x="527646" y="156133"/>
                  </a:lnTo>
                  <a:lnTo>
                    <a:pt x="557796" y="156133"/>
                  </a:lnTo>
                  <a:lnTo>
                    <a:pt x="557796" y="90474"/>
                  </a:lnTo>
                  <a:lnTo>
                    <a:pt x="557796" y="64452"/>
                  </a:lnTo>
                  <a:lnTo>
                    <a:pt x="557796" y="203"/>
                  </a:lnTo>
                  <a:close/>
                </a:path>
                <a:path w="821054" h="263525">
                  <a:moveTo>
                    <a:pt x="733018" y="116700"/>
                  </a:moveTo>
                  <a:lnTo>
                    <a:pt x="691019" y="89268"/>
                  </a:lnTo>
                  <a:lnTo>
                    <a:pt x="672401" y="40957"/>
                  </a:lnTo>
                  <a:lnTo>
                    <a:pt x="672401" y="13614"/>
                  </a:lnTo>
                  <a:lnTo>
                    <a:pt x="640727" y="13614"/>
                  </a:lnTo>
                  <a:lnTo>
                    <a:pt x="640727" y="38023"/>
                  </a:lnTo>
                  <a:lnTo>
                    <a:pt x="636714" y="64947"/>
                  </a:lnTo>
                  <a:lnTo>
                    <a:pt x="624967" y="89281"/>
                  </a:lnTo>
                  <a:lnTo>
                    <a:pt x="605459" y="109385"/>
                  </a:lnTo>
                  <a:lnTo>
                    <a:pt x="578192" y="123659"/>
                  </a:lnTo>
                  <a:lnTo>
                    <a:pt x="595337" y="148678"/>
                  </a:lnTo>
                  <a:lnTo>
                    <a:pt x="615962" y="138772"/>
                  </a:lnTo>
                  <a:lnTo>
                    <a:pt x="633158" y="125247"/>
                  </a:lnTo>
                  <a:lnTo>
                    <a:pt x="646874" y="108585"/>
                  </a:lnTo>
                  <a:lnTo>
                    <a:pt x="657059" y="89268"/>
                  </a:lnTo>
                  <a:lnTo>
                    <a:pt x="667054" y="106184"/>
                  </a:lnTo>
                  <a:lnTo>
                    <a:pt x="680288" y="120789"/>
                  </a:lnTo>
                  <a:lnTo>
                    <a:pt x="696671" y="132664"/>
                  </a:lnTo>
                  <a:lnTo>
                    <a:pt x="716064" y="141414"/>
                  </a:lnTo>
                  <a:lnTo>
                    <a:pt x="733018" y="116700"/>
                  </a:lnTo>
                  <a:close/>
                </a:path>
                <a:path w="821054" h="263525">
                  <a:moveTo>
                    <a:pt x="786879" y="208483"/>
                  </a:moveTo>
                  <a:lnTo>
                    <a:pt x="780884" y="187934"/>
                  </a:lnTo>
                  <a:lnTo>
                    <a:pt x="777240" y="184683"/>
                  </a:lnTo>
                  <a:lnTo>
                    <a:pt x="763727" y="172643"/>
                  </a:lnTo>
                  <a:lnTo>
                    <a:pt x="755713" y="169837"/>
                  </a:lnTo>
                  <a:lnTo>
                    <a:pt x="755713" y="208483"/>
                  </a:lnTo>
                  <a:lnTo>
                    <a:pt x="752068" y="218897"/>
                  </a:lnTo>
                  <a:lnTo>
                    <a:pt x="741413" y="226390"/>
                  </a:lnTo>
                  <a:lnTo>
                    <a:pt x="724128" y="230924"/>
                  </a:lnTo>
                  <a:lnTo>
                    <a:pt x="700633" y="232486"/>
                  </a:lnTo>
                  <a:lnTo>
                    <a:pt x="676998" y="230924"/>
                  </a:lnTo>
                  <a:lnTo>
                    <a:pt x="659536" y="226390"/>
                  </a:lnTo>
                  <a:lnTo>
                    <a:pt x="648728" y="218897"/>
                  </a:lnTo>
                  <a:lnTo>
                    <a:pt x="645058" y="208483"/>
                  </a:lnTo>
                  <a:lnTo>
                    <a:pt x="648728" y="198386"/>
                  </a:lnTo>
                  <a:lnTo>
                    <a:pt x="659536" y="190906"/>
                  </a:lnTo>
                  <a:lnTo>
                    <a:pt x="676998" y="186270"/>
                  </a:lnTo>
                  <a:lnTo>
                    <a:pt x="700633" y="184683"/>
                  </a:lnTo>
                  <a:lnTo>
                    <a:pt x="724128" y="186270"/>
                  </a:lnTo>
                  <a:lnTo>
                    <a:pt x="741413" y="190906"/>
                  </a:lnTo>
                  <a:lnTo>
                    <a:pt x="752068" y="198386"/>
                  </a:lnTo>
                  <a:lnTo>
                    <a:pt x="755713" y="208483"/>
                  </a:lnTo>
                  <a:lnTo>
                    <a:pt x="755713" y="169837"/>
                  </a:lnTo>
                  <a:lnTo>
                    <a:pt x="736574" y="163106"/>
                  </a:lnTo>
                  <a:lnTo>
                    <a:pt x="700633" y="159867"/>
                  </a:lnTo>
                  <a:lnTo>
                    <a:pt x="664273" y="163106"/>
                  </a:lnTo>
                  <a:lnTo>
                    <a:pt x="636778" y="172643"/>
                  </a:lnTo>
                  <a:lnTo>
                    <a:pt x="619404" y="187934"/>
                  </a:lnTo>
                  <a:lnTo>
                    <a:pt x="613384" y="208483"/>
                  </a:lnTo>
                  <a:lnTo>
                    <a:pt x="619404" y="229285"/>
                  </a:lnTo>
                  <a:lnTo>
                    <a:pt x="636778" y="244665"/>
                  </a:lnTo>
                  <a:lnTo>
                    <a:pt x="664273" y="254190"/>
                  </a:lnTo>
                  <a:lnTo>
                    <a:pt x="700633" y="257403"/>
                  </a:lnTo>
                  <a:lnTo>
                    <a:pt x="736574" y="254190"/>
                  </a:lnTo>
                  <a:lnTo>
                    <a:pt x="763727" y="244665"/>
                  </a:lnTo>
                  <a:lnTo>
                    <a:pt x="777316" y="232486"/>
                  </a:lnTo>
                  <a:lnTo>
                    <a:pt x="780884" y="229285"/>
                  </a:lnTo>
                  <a:lnTo>
                    <a:pt x="786879" y="208483"/>
                  </a:lnTo>
                  <a:close/>
                </a:path>
                <a:path w="821054" h="263525">
                  <a:moveTo>
                    <a:pt x="820559" y="62534"/>
                  </a:moveTo>
                  <a:lnTo>
                    <a:pt x="784555" y="62534"/>
                  </a:lnTo>
                  <a:lnTo>
                    <a:pt x="784555" y="0"/>
                  </a:lnTo>
                  <a:lnTo>
                    <a:pt x="752678" y="0"/>
                  </a:lnTo>
                  <a:lnTo>
                    <a:pt x="752678" y="154114"/>
                  </a:lnTo>
                  <a:lnTo>
                    <a:pt x="784555" y="154114"/>
                  </a:lnTo>
                  <a:lnTo>
                    <a:pt x="784555" y="88963"/>
                  </a:lnTo>
                  <a:lnTo>
                    <a:pt x="820559" y="88963"/>
                  </a:lnTo>
                  <a:lnTo>
                    <a:pt x="820559" y="6253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475934" y="2230368"/>
            <a:ext cx="723900" cy="257810"/>
            <a:chOff x="6475934" y="2230368"/>
            <a:chExt cx="723900" cy="25781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5934" y="2239547"/>
              <a:ext cx="235717" cy="2484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715087" y="2230373"/>
              <a:ext cx="484505" cy="257810"/>
            </a:xfrm>
            <a:custGeom>
              <a:avLst/>
              <a:gdLst/>
              <a:ahLst/>
              <a:cxnLst/>
              <a:rect l="l" t="t" r="r" b="b"/>
              <a:pathLst>
                <a:path w="484504" h="257810">
                  <a:moveTo>
                    <a:pt x="159766" y="173685"/>
                  </a:moveTo>
                  <a:lnTo>
                    <a:pt x="113385" y="127800"/>
                  </a:lnTo>
                  <a:lnTo>
                    <a:pt x="97028" y="61925"/>
                  </a:lnTo>
                  <a:lnTo>
                    <a:pt x="97028" y="20675"/>
                  </a:lnTo>
                  <a:lnTo>
                    <a:pt x="65354" y="20675"/>
                  </a:lnTo>
                  <a:lnTo>
                    <a:pt x="65354" y="61925"/>
                  </a:lnTo>
                  <a:lnTo>
                    <a:pt x="60909" y="97409"/>
                  </a:lnTo>
                  <a:lnTo>
                    <a:pt x="48183" y="130606"/>
                  </a:lnTo>
                  <a:lnTo>
                    <a:pt x="27711" y="158572"/>
                  </a:lnTo>
                  <a:lnTo>
                    <a:pt x="0" y="178333"/>
                  </a:lnTo>
                  <a:lnTo>
                    <a:pt x="19570" y="203949"/>
                  </a:lnTo>
                  <a:lnTo>
                    <a:pt x="40068" y="190271"/>
                  </a:lnTo>
                  <a:lnTo>
                    <a:pt x="57302" y="172021"/>
                  </a:lnTo>
                  <a:lnTo>
                    <a:pt x="71158" y="149987"/>
                  </a:lnTo>
                  <a:lnTo>
                    <a:pt x="81495" y="124968"/>
                  </a:lnTo>
                  <a:lnTo>
                    <a:pt x="91414" y="148399"/>
                  </a:lnTo>
                  <a:lnTo>
                    <a:pt x="104609" y="169037"/>
                  </a:lnTo>
                  <a:lnTo>
                    <a:pt x="121005" y="186169"/>
                  </a:lnTo>
                  <a:lnTo>
                    <a:pt x="140500" y="199110"/>
                  </a:lnTo>
                  <a:lnTo>
                    <a:pt x="159766" y="173685"/>
                  </a:lnTo>
                  <a:close/>
                </a:path>
                <a:path w="484504" h="257810">
                  <a:moveTo>
                    <a:pt x="246608" y="101066"/>
                  </a:moveTo>
                  <a:lnTo>
                    <a:pt x="206870" y="101066"/>
                  </a:lnTo>
                  <a:lnTo>
                    <a:pt x="206870" y="0"/>
                  </a:lnTo>
                  <a:lnTo>
                    <a:pt x="175094" y="0"/>
                  </a:lnTo>
                  <a:lnTo>
                    <a:pt x="175094" y="257606"/>
                  </a:lnTo>
                  <a:lnTo>
                    <a:pt x="206870" y="257606"/>
                  </a:lnTo>
                  <a:lnTo>
                    <a:pt x="206870" y="127990"/>
                  </a:lnTo>
                  <a:lnTo>
                    <a:pt x="246608" y="127990"/>
                  </a:lnTo>
                  <a:lnTo>
                    <a:pt x="246608" y="101066"/>
                  </a:lnTo>
                  <a:close/>
                </a:path>
                <a:path w="484504" h="257810">
                  <a:moveTo>
                    <a:pt x="484454" y="201676"/>
                  </a:moveTo>
                  <a:lnTo>
                    <a:pt x="381774" y="201676"/>
                  </a:lnTo>
                  <a:lnTo>
                    <a:pt x="381774" y="141986"/>
                  </a:lnTo>
                  <a:lnTo>
                    <a:pt x="458038" y="141986"/>
                  </a:lnTo>
                  <a:lnTo>
                    <a:pt x="458038" y="116586"/>
                  </a:lnTo>
                  <a:lnTo>
                    <a:pt x="309054" y="116586"/>
                  </a:lnTo>
                  <a:lnTo>
                    <a:pt x="309054" y="44196"/>
                  </a:lnTo>
                  <a:lnTo>
                    <a:pt x="456018" y="44196"/>
                  </a:lnTo>
                  <a:lnTo>
                    <a:pt x="456018" y="18796"/>
                  </a:lnTo>
                  <a:lnTo>
                    <a:pt x="277291" y="18796"/>
                  </a:lnTo>
                  <a:lnTo>
                    <a:pt x="277291" y="44196"/>
                  </a:lnTo>
                  <a:lnTo>
                    <a:pt x="277291" y="116586"/>
                  </a:lnTo>
                  <a:lnTo>
                    <a:pt x="277291" y="141986"/>
                  </a:lnTo>
                  <a:lnTo>
                    <a:pt x="350316" y="141986"/>
                  </a:lnTo>
                  <a:lnTo>
                    <a:pt x="350316" y="201676"/>
                  </a:lnTo>
                  <a:lnTo>
                    <a:pt x="248742" y="201676"/>
                  </a:lnTo>
                  <a:lnTo>
                    <a:pt x="248742" y="227076"/>
                  </a:lnTo>
                  <a:lnTo>
                    <a:pt x="484454" y="227076"/>
                  </a:lnTo>
                  <a:lnTo>
                    <a:pt x="484454" y="2016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265985" y="2230368"/>
            <a:ext cx="724535" cy="257810"/>
            <a:chOff x="7265985" y="2230368"/>
            <a:chExt cx="724535" cy="257810"/>
          </a:xfrm>
        </p:grpSpPr>
        <p:sp>
          <p:nvSpPr>
            <p:cNvPr id="19" name="object 19"/>
            <p:cNvSpPr/>
            <p:nvPr/>
          </p:nvSpPr>
          <p:spPr>
            <a:xfrm>
              <a:off x="7265985" y="2230368"/>
              <a:ext cx="223520" cy="257810"/>
            </a:xfrm>
            <a:custGeom>
              <a:avLst/>
              <a:gdLst/>
              <a:ahLst/>
              <a:cxnLst/>
              <a:rect l="l" t="t" r="r" b="b"/>
              <a:pathLst>
                <a:path w="223520" h="257810">
                  <a:moveTo>
                    <a:pt x="223412" y="125373"/>
                  </a:moveTo>
                  <a:lnTo>
                    <a:pt x="192851" y="125373"/>
                  </a:lnTo>
                  <a:lnTo>
                    <a:pt x="192851" y="257605"/>
                  </a:lnTo>
                  <a:lnTo>
                    <a:pt x="223412" y="257605"/>
                  </a:lnTo>
                  <a:lnTo>
                    <a:pt x="223412" y="125373"/>
                  </a:lnTo>
                  <a:close/>
                </a:path>
                <a:path w="223520" h="257810">
                  <a:moveTo>
                    <a:pt x="165113" y="6858"/>
                  </a:moveTo>
                  <a:lnTo>
                    <a:pt x="135560" y="6858"/>
                  </a:lnTo>
                  <a:lnTo>
                    <a:pt x="135560" y="245703"/>
                  </a:lnTo>
                  <a:lnTo>
                    <a:pt x="165113" y="245703"/>
                  </a:lnTo>
                  <a:lnTo>
                    <a:pt x="165113" y="125373"/>
                  </a:lnTo>
                  <a:lnTo>
                    <a:pt x="223412" y="125373"/>
                  </a:lnTo>
                  <a:lnTo>
                    <a:pt x="223412" y="99653"/>
                  </a:lnTo>
                  <a:lnTo>
                    <a:pt x="165113" y="99653"/>
                  </a:lnTo>
                  <a:lnTo>
                    <a:pt x="165113" y="6858"/>
                  </a:lnTo>
                  <a:close/>
                </a:path>
                <a:path w="223520" h="257810">
                  <a:moveTo>
                    <a:pt x="223412" y="0"/>
                  </a:moveTo>
                  <a:lnTo>
                    <a:pt x="192851" y="0"/>
                  </a:lnTo>
                  <a:lnTo>
                    <a:pt x="192851" y="99653"/>
                  </a:lnTo>
                  <a:lnTo>
                    <a:pt x="223412" y="99653"/>
                  </a:lnTo>
                  <a:lnTo>
                    <a:pt x="223412" y="0"/>
                  </a:lnTo>
                  <a:close/>
                </a:path>
                <a:path w="223520" h="257810">
                  <a:moveTo>
                    <a:pt x="113673" y="32276"/>
                  </a:moveTo>
                  <a:lnTo>
                    <a:pt x="11902" y="32276"/>
                  </a:lnTo>
                  <a:lnTo>
                    <a:pt x="11902" y="57996"/>
                  </a:lnTo>
                  <a:lnTo>
                    <a:pt x="82707" y="57996"/>
                  </a:lnTo>
                  <a:lnTo>
                    <a:pt x="75586" y="94652"/>
                  </a:lnTo>
                  <a:lnTo>
                    <a:pt x="60228" y="127402"/>
                  </a:lnTo>
                  <a:lnTo>
                    <a:pt x="35433" y="156390"/>
                  </a:lnTo>
                  <a:lnTo>
                    <a:pt x="0" y="181755"/>
                  </a:lnTo>
                  <a:lnTo>
                    <a:pt x="18357" y="203845"/>
                  </a:lnTo>
                  <a:lnTo>
                    <a:pt x="64071" y="169193"/>
                  </a:lnTo>
                  <a:lnTo>
                    <a:pt x="93361" y="128537"/>
                  </a:lnTo>
                  <a:lnTo>
                    <a:pt x="108978" y="82643"/>
                  </a:lnTo>
                  <a:lnTo>
                    <a:pt x="113673" y="3227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0894" y="2230570"/>
              <a:ext cx="222504" cy="25256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5600" y="2234302"/>
              <a:ext cx="234911" cy="251553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8059163" y="2230368"/>
            <a:ext cx="727710" cy="257810"/>
            <a:chOff x="8059163" y="2230368"/>
            <a:chExt cx="727710" cy="257810"/>
          </a:xfrm>
        </p:grpSpPr>
        <p:sp>
          <p:nvSpPr>
            <p:cNvPr id="23" name="object 23"/>
            <p:cNvSpPr/>
            <p:nvPr/>
          </p:nvSpPr>
          <p:spPr>
            <a:xfrm>
              <a:off x="8059163" y="2230368"/>
              <a:ext cx="217170" cy="257810"/>
            </a:xfrm>
            <a:custGeom>
              <a:avLst/>
              <a:gdLst/>
              <a:ahLst/>
              <a:cxnLst/>
              <a:rect l="l" t="t" r="r" b="b"/>
              <a:pathLst>
                <a:path w="217170" h="257810">
                  <a:moveTo>
                    <a:pt x="216553" y="0"/>
                  </a:moveTo>
                  <a:lnTo>
                    <a:pt x="184882" y="0"/>
                  </a:lnTo>
                  <a:lnTo>
                    <a:pt x="184882" y="63745"/>
                  </a:lnTo>
                  <a:lnTo>
                    <a:pt x="141107" y="63745"/>
                  </a:lnTo>
                  <a:lnTo>
                    <a:pt x="141107" y="89768"/>
                  </a:lnTo>
                  <a:lnTo>
                    <a:pt x="184882" y="89768"/>
                  </a:lnTo>
                  <a:lnTo>
                    <a:pt x="184882" y="153715"/>
                  </a:lnTo>
                  <a:lnTo>
                    <a:pt x="216553" y="153715"/>
                  </a:lnTo>
                  <a:lnTo>
                    <a:pt x="216553" y="0"/>
                  </a:lnTo>
                  <a:close/>
                </a:path>
                <a:path w="217170" h="257810">
                  <a:moveTo>
                    <a:pt x="95315" y="40950"/>
                  </a:moveTo>
                  <a:lnTo>
                    <a:pt x="63039" y="40950"/>
                  </a:lnTo>
                  <a:lnTo>
                    <a:pt x="63039" y="44480"/>
                  </a:lnTo>
                  <a:lnTo>
                    <a:pt x="58962" y="69395"/>
                  </a:lnTo>
                  <a:lnTo>
                    <a:pt x="46914" y="92579"/>
                  </a:lnTo>
                  <a:lnTo>
                    <a:pt x="27168" y="112038"/>
                  </a:lnTo>
                  <a:lnTo>
                    <a:pt x="0" y="125776"/>
                  </a:lnTo>
                  <a:lnTo>
                    <a:pt x="16339" y="150790"/>
                  </a:lnTo>
                  <a:lnTo>
                    <a:pt x="37527" y="141033"/>
                  </a:lnTo>
                  <a:lnTo>
                    <a:pt x="55197" y="127579"/>
                  </a:lnTo>
                  <a:lnTo>
                    <a:pt x="69274" y="111004"/>
                  </a:lnTo>
                  <a:lnTo>
                    <a:pt x="79682" y="91886"/>
                  </a:lnTo>
                  <a:lnTo>
                    <a:pt x="113497" y="91886"/>
                  </a:lnTo>
                  <a:lnTo>
                    <a:pt x="110684" y="89175"/>
                  </a:lnTo>
                  <a:lnTo>
                    <a:pt x="99184" y="67513"/>
                  </a:lnTo>
                  <a:lnTo>
                    <a:pt x="95365" y="44480"/>
                  </a:lnTo>
                  <a:lnTo>
                    <a:pt x="95315" y="40950"/>
                  </a:lnTo>
                  <a:close/>
                </a:path>
                <a:path w="217170" h="257810">
                  <a:moveTo>
                    <a:pt x="113497" y="91886"/>
                  </a:moveTo>
                  <a:lnTo>
                    <a:pt x="79682" y="91886"/>
                  </a:lnTo>
                  <a:lnTo>
                    <a:pt x="89803" y="109145"/>
                  </a:lnTo>
                  <a:lnTo>
                    <a:pt x="103309" y="124125"/>
                  </a:lnTo>
                  <a:lnTo>
                    <a:pt x="120106" y="136324"/>
                  </a:lnTo>
                  <a:lnTo>
                    <a:pt x="140099" y="145243"/>
                  </a:lnTo>
                  <a:lnTo>
                    <a:pt x="155934" y="120632"/>
                  </a:lnTo>
                  <a:lnTo>
                    <a:pt x="129655" y="107452"/>
                  </a:lnTo>
                  <a:lnTo>
                    <a:pt x="113497" y="91886"/>
                  </a:lnTo>
                  <a:close/>
                </a:path>
                <a:path w="217170" h="257810">
                  <a:moveTo>
                    <a:pt x="148672" y="15532"/>
                  </a:moveTo>
                  <a:lnTo>
                    <a:pt x="9279" y="15532"/>
                  </a:lnTo>
                  <a:lnTo>
                    <a:pt x="9279" y="40950"/>
                  </a:lnTo>
                  <a:lnTo>
                    <a:pt x="148672" y="40950"/>
                  </a:lnTo>
                  <a:lnTo>
                    <a:pt x="148672" y="15532"/>
                  </a:lnTo>
                  <a:close/>
                </a:path>
                <a:path w="217170" h="257810">
                  <a:moveTo>
                    <a:pt x="216553" y="165920"/>
                  </a:moveTo>
                  <a:lnTo>
                    <a:pt x="40748" y="165920"/>
                  </a:lnTo>
                  <a:lnTo>
                    <a:pt x="40748" y="191438"/>
                  </a:lnTo>
                  <a:lnTo>
                    <a:pt x="184882" y="191438"/>
                  </a:lnTo>
                  <a:lnTo>
                    <a:pt x="184882" y="257605"/>
                  </a:lnTo>
                  <a:lnTo>
                    <a:pt x="216553" y="257605"/>
                  </a:lnTo>
                  <a:lnTo>
                    <a:pt x="216553" y="16592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03568" y="2230368"/>
              <a:ext cx="483248" cy="257201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8850719" y="2230576"/>
            <a:ext cx="295275" cy="292100"/>
          </a:xfrm>
          <a:custGeom>
            <a:avLst/>
            <a:gdLst/>
            <a:ahLst/>
            <a:cxnLst/>
            <a:rect l="l" t="t" r="r" b="b"/>
            <a:pathLst>
              <a:path w="295275" h="292100">
                <a:moveTo>
                  <a:pt x="151803" y="83820"/>
                </a:moveTo>
                <a:lnTo>
                  <a:pt x="55079" y="83820"/>
                </a:lnTo>
                <a:lnTo>
                  <a:pt x="55079" y="39128"/>
                </a:lnTo>
                <a:lnTo>
                  <a:pt x="148577" y="39128"/>
                </a:lnTo>
                <a:lnTo>
                  <a:pt x="148577" y="14020"/>
                </a:lnTo>
                <a:lnTo>
                  <a:pt x="23304" y="14020"/>
                </a:lnTo>
                <a:lnTo>
                  <a:pt x="23304" y="109639"/>
                </a:lnTo>
                <a:lnTo>
                  <a:pt x="151803" y="109639"/>
                </a:lnTo>
                <a:lnTo>
                  <a:pt x="151803" y="83820"/>
                </a:lnTo>
                <a:close/>
              </a:path>
              <a:path w="295275" h="292100">
                <a:moveTo>
                  <a:pt x="170561" y="155130"/>
                </a:moveTo>
                <a:lnTo>
                  <a:pt x="169151" y="131622"/>
                </a:lnTo>
                <a:lnTo>
                  <a:pt x="126199" y="135242"/>
                </a:lnTo>
                <a:lnTo>
                  <a:pt x="82423" y="137134"/>
                </a:lnTo>
                <a:lnTo>
                  <a:pt x="39725" y="137909"/>
                </a:lnTo>
                <a:lnTo>
                  <a:pt x="0" y="138188"/>
                </a:lnTo>
                <a:lnTo>
                  <a:pt x="3530" y="164299"/>
                </a:lnTo>
                <a:lnTo>
                  <a:pt x="35814" y="164160"/>
                </a:lnTo>
                <a:lnTo>
                  <a:pt x="52781" y="163880"/>
                </a:lnTo>
                <a:lnTo>
                  <a:pt x="70205" y="163398"/>
                </a:lnTo>
                <a:lnTo>
                  <a:pt x="70205" y="249631"/>
                </a:lnTo>
                <a:lnTo>
                  <a:pt x="101879" y="249631"/>
                </a:lnTo>
                <a:lnTo>
                  <a:pt x="101879" y="163398"/>
                </a:lnTo>
                <a:lnTo>
                  <a:pt x="101879" y="161988"/>
                </a:lnTo>
                <a:lnTo>
                  <a:pt x="119024" y="160845"/>
                </a:lnTo>
                <a:lnTo>
                  <a:pt x="136220" y="159346"/>
                </a:lnTo>
                <a:lnTo>
                  <a:pt x="153416" y="157467"/>
                </a:lnTo>
                <a:lnTo>
                  <a:pt x="170561" y="155130"/>
                </a:lnTo>
                <a:close/>
              </a:path>
              <a:path w="295275" h="292100">
                <a:moveTo>
                  <a:pt x="216458" y="0"/>
                </a:moveTo>
                <a:lnTo>
                  <a:pt x="184988" y="0"/>
                </a:lnTo>
                <a:lnTo>
                  <a:pt x="184988" y="257403"/>
                </a:lnTo>
                <a:lnTo>
                  <a:pt x="216458" y="257403"/>
                </a:lnTo>
                <a:lnTo>
                  <a:pt x="216458" y="0"/>
                </a:lnTo>
                <a:close/>
              </a:path>
              <a:path w="295275" h="292100">
                <a:moveTo>
                  <a:pt x="294843" y="211607"/>
                </a:moveTo>
                <a:lnTo>
                  <a:pt x="258622" y="211607"/>
                </a:lnTo>
                <a:lnTo>
                  <a:pt x="243903" y="291592"/>
                </a:lnTo>
                <a:lnTo>
                  <a:pt x="271132" y="291592"/>
                </a:lnTo>
                <a:lnTo>
                  <a:pt x="294843" y="211607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9228069" y="2230368"/>
            <a:ext cx="466725" cy="257810"/>
            <a:chOff x="9228069" y="2230368"/>
            <a:chExt cx="466725" cy="257810"/>
          </a:xfrm>
        </p:grpSpPr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8069" y="2241968"/>
              <a:ext cx="235314" cy="24620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476507" y="2230368"/>
              <a:ext cx="217804" cy="254635"/>
            </a:xfrm>
            <a:custGeom>
              <a:avLst/>
              <a:gdLst/>
              <a:ahLst/>
              <a:cxnLst/>
              <a:rect l="l" t="t" r="r" b="b"/>
              <a:pathLst>
                <a:path w="217804" h="254635">
                  <a:moveTo>
                    <a:pt x="209997" y="0"/>
                  </a:moveTo>
                  <a:lnTo>
                    <a:pt x="178225" y="0"/>
                  </a:lnTo>
                  <a:lnTo>
                    <a:pt x="178225" y="130113"/>
                  </a:lnTo>
                  <a:lnTo>
                    <a:pt x="209997" y="130113"/>
                  </a:lnTo>
                  <a:lnTo>
                    <a:pt x="209997" y="0"/>
                  </a:lnTo>
                  <a:close/>
                </a:path>
                <a:path w="217804" h="254635">
                  <a:moveTo>
                    <a:pt x="68486" y="8169"/>
                  </a:moveTo>
                  <a:lnTo>
                    <a:pt x="41133" y="12541"/>
                  </a:lnTo>
                  <a:lnTo>
                    <a:pt x="19416" y="24610"/>
                  </a:lnTo>
                  <a:lnTo>
                    <a:pt x="5112" y="43034"/>
                  </a:lnTo>
                  <a:lnTo>
                    <a:pt x="0" y="66469"/>
                  </a:lnTo>
                  <a:lnTo>
                    <a:pt x="5112" y="89872"/>
                  </a:lnTo>
                  <a:lnTo>
                    <a:pt x="19416" y="108226"/>
                  </a:lnTo>
                  <a:lnTo>
                    <a:pt x="41133" y="120225"/>
                  </a:lnTo>
                  <a:lnTo>
                    <a:pt x="68486" y="124566"/>
                  </a:lnTo>
                  <a:lnTo>
                    <a:pt x="95593" y="120225"/>
                  </a:lnTo>
                  <a:lnTo>
                    <a:pt x="117178" y="108226"/>
                  </a:lnTo>
                  <a:lnTo>
                    <a:pt x="124478" y="98846"/>
                  </a:lnTo>
                  <a:lnTo>
                    <a:pt x="68486" y="98846"/>
                  </a:lnTo>
                  <a:lnTo>
                    <a:pt x="53388" y="96581"/>
                  </a:lnTo>
                  <a:lnTo>
                    <a:pt x="41429" y="90108"/>
                  </a:lnTo>
                  <a:lnTo>
                    <a:pt x="33593" y="79910"/>
                  </a:lnTo>
                  <a:lnTo>
                    <a:pt x="30864" y="66469"/>
                  </a:lnTo>
                  <a:lnTo>
                    <a:pt x="33593" y="53145"/>
                  </a:lnTo>
                  <a:lnTo>
                    <a:pt x="41429" y="43018"/>
                  </a:lnTo>
                  <a:lnTo>
                    <a:pt x="53388" y="36597"/>
                  </a:lnTo>
                  <a:lnTo>
                    <a:pt x="68486" y="34394"/>
                  </a:lnTo>
                  <a:lnTo>
                    <a:pt x="124764" y="34394"/>
                  </a:lnTo>
                  <a:lnTo>
                    <a:pt x="117178" y="24610"/>
                  </a:lnTo>
                  <a:lnTo>
                    <a:pt x="95593" y="12541"/>
                  </a:lnTo>
                  <a:lnTo>
                    <a:pt x="68486" y="8169"/>
                  </a:lnTo>
                  <a:close/>
                </a:path>
                <a:path w="217804" h="254635">
                  <a:moveTo>
                    <a:pt x="124764" y="34394"/>
                  </a:moveTo>
                  <a:lnTo>
                    <a:pt x="68486" y="34394"/>
                  </a:lnTo>
                  <a:lnTo>
                    <a:pt x="83439" y="36597"/>
                  </a:lnTo>
                  <a:lnTo>
                    <a:pt x="95303" y="43034"/>
                  </a:lnTo>
                  <a:lnTo>
                    <a:pt x="103095" y="53145"/>
                  </a:lnTo>
                  <a:lnTo>
                    <a:pt x="105906" y="66469"/>
                  </a:lnTo>
                  <a:lnTo>
                    <a:pt x="103095" y="79910"/>
                  </a:lnTo>
                  <a:lnTo>
                    <a:pt x="95290" y="90108"/>
                  </a:lnTo>
                  <a:lnTo>
                    <a:pt x="83439" y="96581"/>
                  </a:lnTo>
                  <a:lnTo>
                    <a:pt x="68486" y="98846"/>
                  </a:lnTo>
                  <a:lnTo>
                    <a:pt x="124478" y="98846"/>
                  </a:lnTo>
                  <a:lnTo>
                    <a:pt x="131462" y="89872"/>
                  </a:lnTo>
                  <a:lnTo>
                    <a:pt x="136670" y="66469"/>
                  </a:lnTo>
                  <a:lnTo>
                    <a:pt x="131450" y="43018"/>
                  </a:lnTo>
                  <a:lnTo>
                    <a:pt x="124764" y="34394"/>
                  </a:lnTo>
                  <a:close/>
                </a:path>
                <a:path w="217804" h="254635">
                  <a:moveTo>
                    <a:pt x="209997" y="141410"/>
                  </a:moveTo>
                  <a:lnTo>
                    <a:pt x="38832" y="141410"/>
                  </a:lnTo>
                  <a:lnTo>
                    <a:pt x="38832" y="166121"/>
                  </a:lnTo>
                  <a:lnTo>
                    <a:pt x="178427" y="166121"/>
                  </a:lnTo>
                  <a:lnTo>
                    <a:pt x="178427" y="185386"/>
                  </a:lnTo>
                  <a:lnTo>
                    <a:pt x="39639" y="185386"/>
                  </a:lnTo>
                  <a:lnTo>
                    <a:pt x="39639" y="254579"/>
                  </a:lnTo>
                  <a:lnTo>
                    <a:pt x="217763" y="254579"/>
                  </a:lnTo>
                  <a:lnTo>
                    <a:pt x="217763" y="229463"/>
                  </a:lnTo>
                  <a:lnTo>
                    <a:pt x="70503" y="229463"/>
                  </a:lnTo>
                  <a:lnTo>
                    <a:pt x="70503" y="208787"/>
                  </a:lnTo>
                  <a:lnTo>
                    <a:pt x="209997" y="208787"/>
                  </a:lnTo>
                  <a:lnTo>
                    <a:pt x="209997" y="14141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9784766" y="2230373"/>
            <a:ext cx="715010" cy="257810"/>
          </a:xfrm>
          <a:custGeom>
            <a:avLst/>
            <a:gdLst/>
            <a:ahLst/>
            <a:cxnLst/>
            <a:rect l="l" t="t" r="r" b="b"/>
            <a:pathLst>
              <a:path w="715009" h="257810">
                <a:moveTo>
                  <a:pt x="109943" y="192849"/>
                </a:moveTo>
                <a:lnTo>
                  <a:pt x="107797" y="173380"/>
                </a:lnTo>
                <a:lnTo>
                  <a:pt x="107124" y="167233"/>
                </a:lnTo>
                <a:lnTo>
                  <a:pt x="88760" y="170027"/>
                </a:lnTo>
                <a:lnTo>
                  <a:pt x="70650" y="171856"/>
                </a:lnTo>
                <a:lnTo>
                  <a:pt x="51536" y="172923"/>
                </a:lnTo>
                <a:lnTo>
                  <a:pt x="30162" y="173380"/>
                </a:lnTo>
                <a:lnTo>
                  <a:pt x="30162" y="123253"/>
                </a:lnTo>
                <a:lnTo>
                  <a:pt x="85534" y="123253"/>
                </a:lnTo>
                <a:lnTo>
                  <a:pt x="85534" y="98844"/>
                </a:lnTo>
                <a:lnTo>
                  <a:pt x="30162" y="98844"/>
                </a:lnTo>
                <a:lnTo>
                  <a:pt x="30162" y="54673"/>
                </a:lnTo>
                <a:lnTo>
                  <a:pt x="96227" y="54673"/>
                </a:lnTo>
                <a:lnTo>
                  <a:pt x="96227" y="29451"/>
                </a:lnTo>
                <a:lnTo>
                  <a:pt x="0" y="29451"/>
                </a:lnTo>
                <a:lnTo>
                  <a:pt x="0" y="199110"/>
                </a:lnTo>
                <a:lnTo>
                  <a:pt x="16954" y="199110"/>
                </a:lnTo>
                <a:lnTo>
                  <a:pt x="43700" y="198882"/>
                </a:lnTo>
                <a:lnTo>
                  <a:pt x="66929" y="198056"/>
                </a:lnTo>
                <a:lnTo>
                  <a:pt x="88404" y="196202"/>
                </a:lnTo>
                <a:lnTo>
                  <a:pt x="109943" y="192849"/>
                </a:lnTo>
                <a:close/>
              </a:path>
              <a:path w="715009" h="257810">
                <a:moveTo>
                  <a:pt x="159766" y="5041"/>
                </a:moveTo>
                <a:lnTo>
                  <a:pt x="130124" y="5041"/>
                </a:lnTo>
                <a:lnTo>
                  <a:pt x="130124" y="95313"/>
                </a:lnTo>
                <a:lnTo>
                  <a:pt x="98247" y="95313"/>
                </a:lnTo>
                <a:lnTo>
                  <a:pt x="98247" y="120942"/>
                </a:lnTo>
                <a:lnTo>
                  <a:pt x="130124" y="120942"/>
                </a:lnTo>
                <a:lnTo>
                  <a:pt x="130124" y="245300"/>
                </a:lnTo>
                <a:lnTo>
                  <a:pt x="159766" y="245300"/>
                </a:lnTo>
                <a:lnTo>
                  <a:pt x="159766" y="5041"/>
                </a:lnTo>
                <a:close/>
              </a:path>
              <a:path w="715009" h="257810">
                <a:moveTo>
                  <a:pt x="213728" y="0"/>
                </a:moveTo>
                <a:lnTo>
                  <a:pt x="183172" y="0"/>
                </a:lnTo>
                <a:lnTo>
                  <a:pt x="183172" y="257606"/>
                </a:lnTo>
                <a:lnTo>
                  <a:pt x="213728" y="257606"/>
                </a:lnTo>
                <a:lnTo>
                  <a:pt x="213728" y="0"/>
                </a:lnTo>
                <a:close/>
              </a:path>
              <a:path w="715009" h="257810">
                <a:moveTo>
                  <a:pt x="461365" y="124561"/>
                </a:moveTo>
                <a:lnTo>
                  <a:pt x="424065" y="112217"/>
                </a:lnTo>
                <a:lnTo>
                  <a:pt x="394639" y="91313"/>
                </a:lnTo>
                <a:lnTo>
                  <a:pt x="387324" y="81191"/>
                </a:lnTo>
                <a:lnTo>
                  <a:pt x="375361" y="64681"/>
                </a:lnTo>
                <a:lnTo>
                  <a:pt x="368465" y="35204"/>
                </a:lnTo>
                <a:lnTo>
                  <a:pt x="368465" y="16243"/>
                </a:lnTo>
                <a:lnTo>
                  <a:pt x="334784" y="16243"/>
                </a:lnTo>
                <a:lnTo>
                  <a:pt x="334784" y="35204"/>
                </a:lnTo>
                <a:lnTo>
                  <a:pt x="327736" y="64566"/>
                </a:lnTo>
                <a:lnTo>
                  <a:pt x="308444" y="91160"/>
                </a:lnTo>
                <a:lnTo>
                  <a:pt x="279222" y="112102"/>
                </a:lnTo>
                <a:lnTo>
                  <a:pt x="242392" y="124561"/>
                </a:lnTo>
                <a:lnTo>
                  <a:pt x="256311" y="150990"/>
                </a:lnTo>
                <a:lnTo>
                  <a:pt x="287007" y="141046"/>
                </a:lnTo>
                <a:lnTo>
                  <a:pt x="313817" y="125552"/>
                </a:lnTo>
                <a:lnTo>
                  <a:pt x="335724" y="105321"/>
                </a:lnTo>
                <a:lnTo>
                  <a:pt x="351726" y="81191"/>
                </a:lnTo>
                <a:lnTo>
                  <a:pt x="367614" y="105473"/>
                </a:lnTo>
                <a:lnTo>
                  <a:pt x="389483" y="125742"/>
                </a:lnTo>
                <a:lnTo>
                  <a:pt x="416331" y="141185"/>
                </a:lnTo>
                <a:lnTo>
                  <a:pt x="447141" y="150990"/>
                </a:lnTo>
                <a:lnTo>
                  <a:pt x="461365" y="124561"/>
                </a:lnTo>
                <a:close/>
              </a:path>
              <a:path w="715009" h="257810">
                <a:moveTo>
                  <a:pt x="470941" y="198704"/>
                </a:moveTo>
                <a:lnTo>
                  <a:pt x="235229" y="198704"/>
                </a:lnTo>
                <a:lnTo>
                  <a:pt x="235229" y="224929"/>
                </a:lnTo>
                <a:lnTo>
                  <a:pt x="470941" y="224929"/>
                </a:lnTo>
                <a:lnTo>
                  <a:pt x="470941" y="198704"/>
                </a:lnTo>
                <a:close/>
              </a:path>
              <a:path w="715009" h="257810">
                <a:moveTo>
                  <a:pt x="688619" y="135636"/>
                </a:moveTo>
                <a:lnTo>
                  <a:pt x="539953" y="135636"/>
                </a:lnTo>
                <a:lnTo>
                  <a:pt x="539953" y="101346"/>
                </a:lnTo>
                <a:lnTo>
                  <a:pt x="680453" y="101346"/>
                </a:lnTo>
                <a:lnTo>
                  <a:pt x="680453" y="77216"/>
                </a:lnTo>
                <a:lnTo>
                  <a:pt x="539953" y="77216"/>
                </a:lnTo>
                <a:lnTo>
                  <a:pt x="539953" y="45466"/>
                </a:lnTo>
                <a:lnTo>
                  <a:pt x="686308" y="45466"/>
                </a:lnTo>
                <a:lnTo>
                  <a:pt x="686308" y="20066"/>
                </a:lnTo>
                <a:lnTo>
                  <a:pt x="507771" y="20066"/>
                </a:lnTo>
                <a:lnTo>
                  <a:pt x="507771" y="45466"/>
                </a:lnTo>
                <a:lnTo>
                  <a:pt x="507771" y="77216"/>
                </a:lnTo>
                <a:lnTo>
                  <a:pt x="507771" y="101346"/>
                </a:lnTo>
                <a:lnTo>
                  <a:pt x="507771" y="135636"/>
                </a:lnTo>
                <a:lnTo>
                  <a:pt x="507771" y="159766"/>
                </a:lnTo>
                <a:lnTo>
                  <a:pt x="688619" y="159766"/>
                </a:lnTo>
                <a:lnTo>
                  <a:pt x="688619" y="135636"/>
                </a:lnTo>
                <a:close/>
              </a:path>
              <a:path w="715009" h="257810">
                <a:moveTo>
                  <a:pt x="714743" y="200520"/>
                </a:moveTo>
                <a:lnTo>
                  <a:pt x="479031" y="200520"/>
                </a:lnTo>
                <a:lnTo>
                  <a:pt x="479031" y="226441"/>
                </a:lnTo>
                <a:lnTo>
                  <a:pt x="714743" y="226441"/>
                </a:lnTo>
                <a:lnTo>
                  <a:pt x="714743" y="20052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10567719" y="2230368"/>
            <a:ext cx="1191895" cy="258445"/>
            <a:chOff x="10567719" y="2230368"/>
            <a:chExt cx="1191895" cy="258445"/>
          </a:xfrm>
        </p:grpSpPr>
        <p:sp>
          <p:nvSpPr>
            <p:cNvPr id="31" name="object 31"/>
            <p:cNvSpPr/>
            <p:nvPr/>
          </p:nvSpPr>
          <p:spPr>
            <a:xfrm>
              <a:off x="10567708" y="2230373"/>
              <a:ext cx="458470" cy="258445"/>
            </a:xfrm>
            <a:custGeom>
              <a:avLst/>
              <a:gdLst/>
              <a:ahLst/>
              <a:cxnLst/>
              <a:rect l="l" t="t" r="r" b="b"/>
              <a:pathLst>
                <a:path w="458470" h="258444">
                  <a:moveTo>
                    <a:pt x="167843" y="6261"/>
                  </a:moveTo>
                  <a:lnTo>
                    <a:pt x="137985" y="6261"/>
                  </a:lnTo>
                  <a:lnTo>
                    <a:pt x="137985" y="98945"/>
                  </a:lnTo>
                  <a:lnTo>
                    <a:pt x="105905" y="98945"/>
                  </a:lnTo>
                  <a:lnTo>
                    <a:pt x="109816" y="82334"/>
                  </a:lnTo>
                  <a:lnTo>
                    <a:pt x="112420" y="65189"/>
                  </a:lnTo>
                  <a:lnTo>
                    <a:pt x="113880" y="47548"/>
                  </a:lnTo>
                  <a:lnTo>
                    <a:pt x="114388" y="29451"/>
                  </a:lnTo>
                  <a:lnTo>
                    <a:pt x="13525" y="29451"/>
                  </a:lnTo>
                  <a:lnTo>
                    <a:pt x="13525" y="55168"/>
                  </a:lnTo>
                  <a:lnTo>
                    <a:pt x="83312" y="55168"/>
                  </a:lnTo>
                  <a:lnTo>
                    <a:pt x="82537" y="63855"/>
                  </a:lnTo>
                  <a:lnTo>
                    <a:pt x="81407" y="72351"/>
                  </a:lnTo>
                  <a:lnTo>
                    <a:pt x="79883" y="80645"/>
                  </a:lnTo>
                  <a:lnTo>
                    <a:pt x="77978" y="88760"/>
                  </a:lnTo>
                  <a:lnTo>
                    <a:pt x="812" y="93205"/>
                  </a:lnTo>
                  <a:lnTo>
                    <a:pt x="4648" y="120434"/>
                  </a:lnTo>
                  <a:lnTo>
                    <a:pt x="69100" y="113880"/>
                  </a:lnTo>
                  <a:lnTo>
                    <a:pt x="57962" y="133261"/>
                  </a:lnTo>
                  <a:lnTo>
                    <a:pt x="43027" y="151358"/>
                  </a:lnTo>
                  <a:lnTo>
                    <a:pt x="23850" y="168186"/>
                  </a:lnTo>
                  <a:lnTo>
                    <a:pt x="0" y="183769"/>
                  </a:lnTo>
                  <a:lnTo>
                    <a:pt x="17957" y="205663"/>
                  </a:lnTo>
                  <a:lnTo>
                    <a:pt x="45148" y="187833"/>
                  </a:lnTo>
                  <a:lnTo>
                    <a:pt x="66979" y="168287"/>
                  </a:lnTo>
                  <a:lnTo>
                    <a:pt x="83972" y="147167"/>
                  </a:lnTo>
                  <a:lnTo>
                    <a:pt x="96634" y="124561"/>
                  </a:lnTo>
                  <a:lnTo>
                    <a:pt x="137985" y="124561"/>
                  </a:lnTo>
                  <a:lnTo>
                    <a:pt x="137985" y="245605"/>
                  </a:lnTo>
                  <a:lnTo>
                    <a:pt x="167843" y="245605"/>
                  </a:lnTo>
                  <a:lnTo>
                    <a:pt x="167843" y="124561"/>
                  </a:lnTo>
                  <a:lnTo>
                    <a:pt x="167843" y="113880"/>
                  </a:lnTo>
                  <a:lnTo>
                    <a:pt x="167843" y="98945"/>
                  </a:lnTo>
                  <a:lnTo>
                    <a:pt x="167843" y="6261"/>
                  </a:lnTo>
                  <a:close/>
                </a:path>
                <a:path w="458470" h="258444">
                  <a:moveTo>
                    <a:pt x="222402" y="0"/>
                  </a:moveTo>
                  <a:lnTo>
                    <a:pt x="192455" y="0"/>
                  </a:lnTo>
                  <a:lnTo>
                    <a:pt x="192455" y="257606"/>
                  </a:lnTo>
                  <a:lnTo>
                    <a:pt x="222402" y="257606"/>
                  </a:lnTo>
                  <a:lnTo>
                    <a:pt x="222402" y="0"/>
                  </a:lnTo>
                  <a:close/>
                </a:path>
                <a:path w="458470" h="258444">
                  <a:moveTo>
                    <a:pt x="386626" y="109740"/>
                  </a:moveTo>
                  <a:lnTo>
                    <a:pt x="381584" y="72034"/>
                  </a:lnTo>
                  <a:lnTo>
                    <a:pt x="369506" y="47307"/>
                  </a:lnTo>
                  <a:lnTo>
                    <a:pt x="367576" y="43357"/>
                  </a:lnTo>
                  <a:lnTo>
                    <a:pt x="355968" y="33388"/>
                  </a:lnTo>
                  <a:lnTo>
                    <a:pt x="355968" y="109740"/>
                  </a:lnTo>
                  <a:lnTo>
                    <a:pt x="353314" y="136245"/>
                  </a:lnTo>
                  <a:lnTo>
                    <a:pt x="345859" y="155917"/>
                  </a:lnTo>
                  <a:lnTo>
                    <a:pt x="334352" y="168160"/>
                  </a:lnTo>
                  <a:lnTo>
                    <a:pt x="319557" y="172377"/>
                  </a:lnTo>
                  <a:lnTo>
                    <a:pt x="304520" y="168160"/>
                  </a:lnTo>
                  <a:lnTo>
                    <a:pt x="292900" y="155917"/>
                  </a:lnTo>
                  <a:lnTo>
                    <a:pt x="285394" y="136245"/>
                  </a:lnTo>
                  <a:lnTo>
                    <a:pt x="282740" y="109740"/>
                  </a:lnTo>
                  <a:lnTo>
                    <a:pt x="285394" y="83388"/>
                  </a:lnTo>
                  <a:lnTo>
                    <a:pt x="292900" y="63766"/>
                  </a:lnTo>
                  <a:lnTo>
                    <a:pt x="304520" y="51523"/>
                  </a:lnTo>
                  <a:lnTo>
                    <a:pt x="319557" y="47307"/>
                  </a:lnTo>
                  <a:lnTo>
                    <a:pt x="334352" y="51523"/>
                  </a:lnTo>
                  <a:lnTo>
                    <a:pt x="345859" y="63766"/>
                  </a:lnTo>
                  <a:lnTo>
                    <a:pt x="353314" y="83388"/>
                  </a:lnTo>
                  <a:lnTo>
                    <a:pt x="355968" y="109740"/>
                  </a:lnTo>
                  <a:lnTo>
                    <a:pt x="355968" y="33388"/>
                  </a:lnTo>
                  <a:lnTo>
                    <a:pt x="346329" y="25107"/>
                  </a:lnTo>
                  <a:lnTo>
                    <a:pt x="319557" y="18656"/>
                  </a:lnTo>
                  <a:lnTo>
                    <a:pt x="292506" y="25107"/>
                  </a:lnTo>
                  <a:lnTo>
                    <a:pt x="271145" y="43357"/>
                  </a:lnTo>
                  <a:lnTo>
                    <a:pt x="257162" y="72034"/>
                  </a:lnTo>
                  <a:lnTo>
                    <a:pt x="252171" y="109740"/>
                  </a:lnTo>
                  <a:lnTo>
                    <a:pt x="257162" y="147675"/>
                  </a:lnTo>
                  <a:lnTo>
                    <a:pt x="271145" y="176453"/>
                  </a:lnTo>
                  <a:lnTo>
                    <a:pt x="292506" y="194691"/>
                  </a:lnTo>
                  <a:lnTo>
                    <a:pt x="319557" y="201028"/>
                  </a:lnTo>
                  <a:lnTo>
                    <a:pt x="346329" y="194691"/>
                  </a:lnTo>
                  <a:lnTo>
                    <a:pt x="367576" y="176453"/>
                  </a:lnTo>
                  <a:lnTo>
                    <a:pt x="369557" y="172377"/>
                  </a:lnTo>
                  <a:lnTo>
                    <a:pt x="381584" y="147675"/>
                  </a:lnTo>
                  <a:lnTo>
                    <a:pt x="386626" y="109740"/>
                  </a:lnTo>
                  <a:close/>
                </a:path>
                <a:path w="458470" h="258444">
                  <a:moveTo>
                    <a:pt x="458444" y="0"/>
                  </a:moveTo>
                  <a:lnTo>
                    <a:pt x="426466" y="0"/>
                  </a:lnTo>
                  <a:lnTo>
                    <a:pt x="426466" y="258216"/>
                  </a:lnTo>
                  <a:lnTo>
                    <a:pt x="458444" y="258216"/>
                  </a:lnTo>
                  <a:lnTo>
                    <a:pt x="458444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55418" y="2246608"/>
              <a:ext cx="235716" cy="20868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301832" y="2230373"/>
              <a:ext cx="457834" cy="258445"/>
            </a:xfrm>
            <a:custGeom>
              <a:avLst/>
              <a:gdLst/>
              <a:ahLst/>
              <a:cxnLst/>
              <a:rect l="l" t="t" r="r" b="b"/>
              <a:pathLst>
                <a:path w="457834" h="258444">
                  <a:moveTo>
                    <a:pt x="166827" y="4445"/>
                  </a:moveTo>
                  <a:lnTo>
                    <a:pt x="136677" y="4445"/>
                  </a:lnTo>
                  <a:lnTo>
                    <a:pt x="136677" y="97028"/>
                  </a:lnTo>
                  <a:lnTo>
                    <a:pt x="111760" y="97028"/>
                  </a:lnTo>
                  <a:lnTo>
                    <a:pt x="105841" y="64579"/>
                  </a:lnTo>
                  <a:lnTo>
                    <a:pt x="98513" y="49428"/>
                  </a:lnTo>
                  <a:lnTo>
                    <a:pt x="94043" y="40182"/>
                  </a:lnTo>
                  <a:lnTo>
                    <a:pt x="82905" y="30124"/>
                  </a:lnTo>
                  <a:lnTo>
                    <a:pt x="82905" y="111353"/>
                  </a:lnTo>
                  <a:lnTo>
                    <a:pt x="81038" y="138087"/>
                  </a:lnTo>
                  <a:lnTo>
                    <a:pt x="75653" y="157530"/>
                  </a:lnTo>
                  <a:lnTo>
                    <a:pt x="67081" y="169405"/>
                  </a:lnTo>
                  <a:lnTo>
                    <a:pt x="55676" y="173380"/>
                  </a:lnTo>
                  <a:lnTo>
                    <a:pt x="44564" y="169405"/>
                  </a:lnTo>
                  <a:lnTo>
                    <a:pt x="36233" y="157530"/>
                  </a:lnTo>
                  <a:lnTo>
                    <a:pt x="31051" y="138087"/>
                  </a:lnTo>
                  <a:lnTo>
                    <a:pt x="29349" y="111353"/>
                  </a:lnTo>
                  <a:lnTo>
                    <a:pt x="31051" y="84721"/>
                  </a:lnTo>
                  <a:lnTo>
                    <a:pt x="36233" y="65303"/>
                  </a:lnTo>
                  <a:lnTo>
                    <a:pt x="44564" y="53416"/>
                  </a:lnTo>
                  <a:lnTo>
                    <a:pt x="55676" y="49428"/>
                  </a:lnTo>
                  <a:lnTo>
                    <a:pt x="67081" y="53416"/>
                  </a:lnTo>
                  <a:lnTo>
                    <a:pt x="75653" y="65303"/>
                  </a:lnTo>
                  <a:lnTo>
                    <a:pt x="81038" y="84721"/>
                  </a:lnTo>
                  <a:lnTo>
                    <a:pt x="82905" y="111353"/>
                  </a:lnTo>
                  <a:lnTo>
                    <a:pt x="82905" y="30124"/>
                  </a:lnTo>
                  <a:lnTo>
                    <a:pt x="77076" y="24853"/>
                  </a:lnTo>
                  <a:lnTo>
                    <a:pt x="55676" y="19570"/>
                  </a:lnTo>
                  <a:lnTo>
                    <a:pt x="32715" y="25895"/>
                  </a:lnTo>
                  <a:lnTo>
                    <a:pt x="15125" y="44170"/>
                  </a:lnTo>
                  <a:lnTo>
                    <a:pt x="3911" y="73088"/>
                  </a:lnTo>
                  <a:lnTo>
                    <a:pt x="0" y="111353"/>
                  </a:lnTo>
                  <a:lnTo>
                    <a:pt x="3911" y="149834"/>
                  </a:lnTo>
                  <a:lnTo>
                    <a:pt x="15125" y="178917"/>
                  </a:lnTo>
                  <a:lnTo>
                    <a:pt x="32715" y="197319"/>
                  </a:lnTo>
                  <a:lnTo>
                    <a:pt x="55676" y="203746"/>
                  </a:lnTo>
                  <a:lnTo>
                    <a:pt x="77470" y="198145"/>
                  </a:lnTo>
                  <a:lnTo>
                    <a:pt x="94640" y="182054"/>
                  </a:lnTo>
                  <a:lnTo>
                    <a:pt x="98628" y="173380"/>
                  </a:lnTo>
                  <a:lnTo>
                    <a:pt x="106400" y="156514"/>
                  </a:lnTo>
                  <a:lnTo>
                    <a:pt x="111963" y="122555"/>
                  </a:lnTo>
                  <a:lnTo>
                    <a:pt x="136677" y="122555"/>
                  </a:lnTo>
                  <a:lnTo>
                    <a:pt x="136677" y="245300"/>
                  </a:lnTo>
                  <a:lnTo>
                    <a:pt x="166827" y="245300"/>
                  </a:lnTo>
                  <a:lnTo>
                    <a:pt x="166827" y="122555"/>
                  </a:lnTo>
                  <a:lnTo>
                    <a:pt x="166827" y="97028"/>
                  </a:lnTo>
                  <a:lnTo>
                    <a:pt x="166827" y="4445"/>
                  </a:lnTo>
                  <a:close/>
                </a:path>
                <a:path w="457834" h="258444">
                  <a:moveTo>
                    <a:pt x="219786" y="0"/>
                  </a:moveTo>
                  <a:lnTo>
                    <a:pt x="189318" y="0"/>
                  </a:lnTo>
                  <a:lnTo>
                    <a:pt x="189318" y="257606"/>
                  </a:lnTo>
                  <a:lnTo>
                    <a:pt x="219786" y="257606"/>
                  </a:lnTo>
                  <a:lnTo>
                    <a:pt x="219786" y="0"/>
                  </a:lnTo>
                  <a:close/>
                </a:path>
                <a:path w="457834" h="258444">
                  <a:moveTo>
                    <a:pt x="400443" y="174904"/>
                  </a:moveTo>
                  <a:lnTo>
                    <a:pt x="373075" y="156311"/>
                  </a:lnTo>
                  <a:lnTo>
                    <a:pt x="352983" y="129540"/>
                  </a:lnTo>
                  <a:lnTo>
                    <a:pt x="351205" y="124866"/>
                  </a:lnTo>
                  <a:lnTo>
                    <a:pt x="340614" y="97193"/>
                  </a:lnTo>
                  <a:lnTo>
                    <a:pt x="336397" y="61925"/>
                  </a:lnTo>
                  <a:lnTo>
                    <a:pt x="336397" y="20675"/>
                  </a:lnTo>
                  <a:lnTo>
                    <a:pt x="304215" y="20675"/>
                  </a:lnTo>
                  <a:lnTo>
                    <a:pt x="304215" y="61925"/>
                  </a:lnTo>
                  <a:lnTo>
                    <a:pt x="299783" y="97764"/>
                  </a:lnTo>
                  <a:lnTo>
                    <a:pt x="287096" y="131254"/>
                  </a:lnTo>
                  <a:lnTo>
                    <a:pt x="266573" y="159397"/>
                  </a:lnTo>
                  <a:lnTo>
                    <a:pt x="238658" y="179235"/>
                  </a:lnTo>
                  <a:lnTo>
                    <a:pt x="258622" y="204952"/>
                  </a:lnTo>
                  <a:lnTo>
                    <a:pt x="279222" y="191147"/>
                  </a:lnTo>
                  <a:lnTo>
                    <a:pt x="296468" y="172669"/>
                  </a:lnTo>
                  <a:lnTo>
                    <a:pt x="310248" y="150304"/>
                  </a:lnTo>
                  <a:lnTo>
                    <a:pt x="320459" y="124866"/>
                  </a:lnTo>
                  <a:lnTo>
                    <a:pt x="330530" y="148844"/>
                  </a:lnTo>
                  <a:lnTo>
                    <a:pt x="344043" y="169799"/>
                  </a:lnTo>
                  <a:lnTo>
                    <a:pt x="360946" y="187134"/>
                  </a:lnTo>
                  <a:lnTo>
                    <a:pt x="381177" y="200215"/>
                  </a:lnTo>
                  <a:lnTo>
                    <a:pt x="400443" y="174904"/>
                  </a:lnTo>
                  <a:close/>
                </a:path>
                <a:path w="457834" h="258444">
                  <a:moveTo>
                    <a:pt x="457327" y="0"/>
                  </a:moveTo>
                  <a:lnTo>
                    <a:pt x="425856" y="0"/>
                  </a:lnTo>
                  <a:lnTo>
                    <a:pt x="425856" y="83312"/>
                  </a:lnTo>
                  <a:lnTo>
                    <a:pt x="371894" y="83312"/>
                  </a:lnTo>
                  <a:lnTo>
                    <a:pt x="371894" y="108927"/>
                  </a:lnTo>
                  <a:lnTo>
                    <a:pt x="425856" y="108927"/>
                  </a:lnTo>
                  <a:lnTo>
                    <a:pt x="425856" y="258216"/>
                  </a:lnTo>
                  <a:lnTo>
                    <a:pt x="457327" y="258216"/>
                  </a:lnTo>
                  <a:lnTo>
                    <a:pt x="457327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1845283" y="2230368"/>
            <a:ext cx="724535" cy="257810"/>
            <a:chOff x="11845283" y="2230368"/>
            <a:chExt cx="724535" cy="257810"/>
          </a:xfrm>
        </p:grpSpPr>
        <p:sp>
          <p:nvSpPr>
            <p:cNvPr id="35" name="object 35"/>
            <p:cNvSpPr/>
            <p:nvPr/>
          </p:nvSpPr>
          <p:spPr>
            <a:xfrm>
              <a:off x="11845283" y="2230368"/>
              <a:ext cx="218440" cy="257810"/>
            </a:xfrm>
            <a:custGeom>
              <a:avLst/>
              <a:gdLst/>
              <a:ahLst/>
              <a:cxnLst/>
              <a:rect l="l" t="t" r="r" b="b"/>
              <a:pathLst>
                <a:path w="218440" h="257810">
                  <a:moveTo>
                    <a:pt x="217663" y="0"/>
                  </a:moveTo>
                  <a:lnTo>
                    <a:pt x="185992" y="0"/>
                  </a:lnTo>
                  <a:lnTo>
                    <a:pt x="185992" y="49826"/>
                  </a:lnTo>
                  <a:lnTo>
                    <a:pt x="134653" y="49826"/>
                  </a:lnTo>
                  <a:lnTo>
                    <a:pt x="134653" y="75849"/>
                  </a:lnTo>
                  <a:lnTo>
                    <a:pt x="185992" y="75849"/>
                  </a:lnTo>
                  <a:lnTo>
                    <a:pt x="185992" y="151496"/>
                  </a:lnTo>
                  <a:lnTo>
                    <a:pt x="217663" y="151496"/>
                  </a:lnTo>
                  <a:lnTo>
                    <a:pt x="217663" y="0"/>
                  </a:lnTo>
                  <a:close/>
                </a:path>
                <a:path w="218440" h="257810">
                  <a:moveTo>
                    <a:pt x="96123" y="13918"/>
                  </a:moveTo>
                  <a:lnTo>
                    <a:pt x="64250" y="13918"/>
                  </a:lnTo>
                  <a:lnTo>
                    <a:pt x="64250" y="38227"/>
                  </a:lnTo>
                  <a:lnTo>
                    <a:pt x="60126" y="65411"/>
                  </a:lnTo>
                  <a:lnTo>
                    <a:pt x="48049" y="89881"/>
                  </a:lnTo>
                  <a:lnTo>
                    <a:pt x="28010" y="109983"/>
                  </a:lnTo>
                  <a:lnTo>
                    <a:pt x="0" y="124062"/>
                  </a:lnTo>
                  <a:lnTo>
                    <a:pt x="16945" y="149580"/>
                  </a:lnTo>
                  <a:lnTo>
                    <a:pt x="38497" y="139391"/>
                  </a:lnTo>
                  <a:lnTo>
                    <a:pt x="56370" y="125486"/>
                  </a:lnTo>
                  <a:lnTo>
                    <a:pt x="70517" y="108347"/>
                  </a:lnTo>
                  <a:lnTo>
                    <a:pt x="80892" y="88457"/>
                  </a:lnTo>
                  <a:lnTo>
                    <a:pt x="114488" y="88457"/>
                  </a:lnTo>
                  <a:lnTo>
                    <a:pt x="111265" y="85292"/>
                  </a:lnTo>
                  <a:lnTo>
                    <a:pt x="99850" y="62420"/>
                  </a:lnTo>
                  <a:lnTo>
                    <a:pt x="96123" y="36815"/>
                  </a:lnTo>
                  <a:lnTo>
                    <a:pt x="96123" y="13918"/>
                  </a:lnTo>
                  <a:close/>
                </a:path>
                <a:path w="218440" h="257810">
                  <a:moveTo>
                    <a:pt x="114488" y="88457"/>
                  </a:moveTo>
                  <a:lnTo>
                    <a:pt x="80892" y="88457"/>
                  </a:lnTo>
                  <a:lnTo>
                    <a:pt x="90776" y="105714"/>
                  </a:lnTo>
                  <a:lnTo>
                    <a:pt x="103902" y="120531"/>
                  </a:lnTo>
                  <a:lnTo>
                    <a:pt x="120224" y="132625"/>
                  </a:lnTo>
                  <a:lnTo>
                    <a:pt x="139696" y="141712"/>
                  </a:lnTo>
                  <a:lnTo>
                    <a:pt x="156741" y="116900"/>
                  </a:lnTo>
                  <a:lnTo>
                    <a:pt x="130263" y="103947"/>
                  </a:lnTo>
                  <a:lnTo>
                    <a:pt x="114488" y="88457"/>
                  </a:lnTo>
                  <a:close/>
                </a:path>
                <a:path w="218440" h="257810">
                  <a:moveTo>
                    <a:pt x="130416" y="158456"/>
                  </a:moveTo>
                  <a:lnTo>
                    <a:pt x="93713" y="161798"/>
                  </a:lnTo>
                  <a:lnTo>
                    <a:pt x="66078" y="171505"/>
                  </a:lnTo>
                  <a:lnTo>
                    <a:pt x="48674" y="187093"/>
                  </a:lnTo>
                  <a:lnTo>
                    <a:pt x="42666" y="208080"/>
                  </a:lnTo>
                  <a:lnTo>
                    <a:pt x="48674" y="229077"/>
                  </a:lnTo>
                  <a:lnTo>
                    <a:pt x="66078" y="244581"/>
                  </a:lnTo>
                  <a:lnTo>
                    <a:pt x="93713" y="254164"/>
                  </a:lnTo>
                  <a:lnTo>
                    <a:pt x="130416" y="257403"/>
                  </a:lnTo>
                  <a:lnTo>
                    <a:pt x="167179" y="254164"/>
                  </a:lnTo>
                  <a:lnTo>
                    <a:pt x="194855" y="244581"/>
                  </a:lnTo>
                  <a:lnTo>
                    <a:pt x="208461" y="232489"/>
                  </a:lnTo>
                  <a:lnTo>
                    <a:pt x="130416" y="232489"/>
                  </a:lnTo>
                  <a:lnTo>
                    <a:pt x="106461" y="230931"/>
                  </a:lnTo>
                  <a:lnTo>
                    <a:pt x="88785" y="226224"/>
                  </a:lnTo>
                  <a:lnTo>
                    <a:pt x="77879" y="218547"/>
                  </a:lnTo>
                  <a:lnTo>
                    <a:pt x="74236" y="208080"/>
                  </a:lnTo>
                  <a:lnTo>
                    <a:pt x="77879" y="197337"/>
                  </a:lnTo>
                  <a:lnTo>
                    <a:pt x="88785" y="189535"/>
                  </a:lnTo>
                  <a:lnTo>
                    <a:pt x="106461" y="184777"/>
                  </a:lnTo>
                  <a:lnTo>
                    <a:pt x="130416" y="183167"/>
                  </a:lnTo>
                  <a:lnTo>
                    <a:pt x="207907" y="183167"/>
                  </a:lnTo>
                  <a:lnTo>
                    <a:pt x="194855" y="171505"/>
                  </a:lnTo>
                  <a:lnTo>
                    <a:pt x="167179" y="161798"/>
                  </a:lnTo>
                  <a:lnTo>
                    <a:pt x="130416" y="158456"/>
                  </a:lnTo>
                  <a:close/>
                </a:path>
                <a:path w="218440" h="257810">
                  <a:moveTo>
                    <a:pt x="207907" y="183167"/>
                  </a:moveTo>
                  <a:lnTo>
                    <a:pt x="130416" y="183167"/>
                  </a:lnTo>
                  <a:lnTo>
                    <a:pt x="154418" y="184777"/>
                  </a:lnTo>
                  <a:lnTo>
                    <a:pt x="172123" y="189535"/>
                  </a:lnTo>
                  <a:lnTo>
                    <a:pt x="183095" y="197337"/>
                  </a:lnTo>
                  <a:lnTo>
                    <a:pt x="186900" y="208080"/>
                  </a:lnTo>
                  <a:lnTo>
                    <a:pt x="183095" y="218547"/>
                  </a:lnTo>
                  <a:lnTo>
                    <a:pt x="172123" y="226224"/>
                  </a:lnTo>
                  <a:lnTo>
                    <a:pt x="154418" y="230931"/>
                  </a:lnTo>
                  <a:lnTo>
                    <a:pt x="130416" y="232489"/>
                  </a:lnTo>
                  <a:lnTo>
                    <a:pt x="208461" y="232489"/>
                  </a:lnTo>
                  <a:lnTo>
                    <a:pt x="212300" y="229077"/>
                  </a:lnTo>
                  <a:lnTo>
                    <a:pt x="218369" y="208080"/>
                  </a:lnTo>
                  <a:lnTo>
                    <a:pt x="212300" y="187093"/>
                  </a:lnTo>
                  <a:lnTo>
                    <a:pt x="207907" y="18316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090797" y="2234302"/>
              <a:ext cx="478709" cy="252663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12652278" y="2230368"/>
            <a:ext cx="465455" cy="258445"/>
            <a:chOff x="12652278" y="2230368"/>
            <a:chExt cx="465455" cy="258445"/>
          </a:xfrm>
        </p:grpSpPr>
        <p:sp>
          <p:nvSpPr>
            <p:cNvPr id="38" name="object 38"/>
            <p:cNvSpPr/>
            <p:nvPr/>
          </p:nvSpPr>
          <p:spPr>
            <a:xfrm>
              <a:off x="12652273" y="2230373"/>
              <a:ext cx="201295" cy="258445"/>
            </a:xfrm>
            <a:custGeom>
              <a:avLst/>
              <a:gdLst/>
              <a:ahLst/>
              <a:cxnLst/>
              <a:rect l="l" t="t" r="r" b="b"/>
              <a:pathLst>
                <a:path w="201295" h="258444">
                  <a:moveTo>
                    <a:pt x="125577" y="20980"/>
                  </a:moveTo>
                  <a:lnTo>
                    <a:pt x="94208" y="20980"/>
                  </a:lnTo>
                  <a:lnTo>
                    <a:pt x="94208" y="84836"/>
                  </a:lnTo>
                  <a:lnTo>
                    <a:pt x="31775" y="84836"/>
                  </a:lnTo>
                  <a:lnTo>
                    <a:pt x="31775" y="21336"/>
                  </a:lnTo>
                  <a:lnTo>
                    <a:pt x="0" y="21336"/>
                  </a:lnTo>
                  <a:lnTo>
                    <a:pt x="0" y="84836"/>
                  </a:lnTo>
                  <a:lnTo>
                    <a:pt x="0" y="110236"/>
                  </a:lnTo>
                  <a:lnTo>
                    <a:pt x="0" y="171196"/>
                  </a:lnTo>
                  <a:lnTo>
                    <a:pt x="0" y="197866"/>
                  </a:lnTo>
                  <a:lnTo>
                    <a:pt x="125577" y="197866"/>
                  </a:lnTo>
                  <a:lnTo>
                    <a:pt x="125577" y="171272"/>
                  </a:lnTo>
                  <a:lnTo>
                    <a:pt x="125577" y="110248"/>
                  </a:lnTo>
                  <a:lnTo>
                    <a:pt x="94208" y="110248"/>
                  </a:lnTo>
                  <a:lnTo>
                    <a:pt x="94208" y="171196"/>
                  </a:lnTo>
                  <a:lnTo>
                    <a:pt x="31775" y="171196"/>
                  </a:lnTo>
                  <a:lnTo>
                    <a:pt x="31775" y="110236"/>
                  </a:lnTo>
                  <a:lnTo>
                    <a:pt x="125577" y="110236"/>
                  </a:lnTo>
                  <a:lnTo>
                    <a:pt x="125577" y="85432"/>
                  </a:lnTo>
                  <a:lnTo>
                    <a:pt x="125577" y="84836"/>
                  </a:lnTo>
                  <a:lnTo>
                    <a:pt x="125577" y="20980"/>
                  </a:lnTo>
                  <a:close/>
                </a:path>
                <a:path w="201295" h="258444">
                  <a:moveTo>
                    <a:pt x="201015" y="0"/>
                  </a:moveTo>
                  <a:lnTo>
                    <a:pt x="169049" y="0"/>
                  </a:lnTo>
                  <a:lnTo>
                    <a:pt x="169049" y="258216"/>
                  </a:lnTo>
                  <a:lnTo>
                    <a:pt x="201015" y="258216"/>
                  </a:lnTo>
                  <a:lnTo>
                    <a:pt x="201015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882562" y="2253869"/>
              <a:ext cx="234910" cy="201020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89343" y="758964"/>
              <a:ext cx="768985" cy="465455"/>
            </a:xfrm>
            <a:custGeom>
              <a:avLst/>
              <a:gdLst/>
              <a:ahLst/>
              <a:cxnLst/>
              <a:rect l="l" t="t" r="r" b="b"/>
              <a:pathLst>
                <a:path w="768985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68985" h="465455">
                  <a:moveTo>
                    <a:pt x="768489" y="305663"/>
                  </a:moveTo>
                  <a:lnTo>
                    <a:pt x="761428" y="257200"/>
                  </a:lnTo>
                  <a:lnTo>
                    <a:pt x="741311" y="216408"/>
                  </a:lnTo>
                  <a:lnTo>
                    <a:pt x="710095" y="185077"/>
                  </a:lnTo>
                  <a:lnTo>
                    <a:pt x="669747" y="164973"/>
                  </a:lnTo>
                  <a:lnTo>
                    <a:pt x="622211" y="157873"/>
                  </a:lnTo>
                  <a:lnTo>
                    <a:pt x="593255" y="160718"/>
                  </a:lnTo>
                  <a:lnTo>
                    <a:pt x="567537" y="168643"/>
                  </a:lnTo>
                  <a:lnTo>
                    <a:pt x="546163" y="180721"/>
                  </a:lnTo>
                  <a:lnTo>
                    <a:pt x="530288" y="196024"/>
                  </a:lnTo>
                  <a:lnTo>
                    <a:pt x="526719" y="196024"/>
                  </a:lnTo>
                  <a:lnTo>
                    <a:pt x="539242" y="82664"/>
                  </a:lnTo>
                  <a:lnTo>
                    <a:pt x="742759" y="82664"/>
                  </a:lnTo>
                  <a:lnTo>
                    <a:pt x="742759" y="6146"/>
                  </a:lnTo>
                  <a:lnTo>
                    <a:pt x="460959" y="6146"/>
                  </a:lnTo>
                  <a:lnTo>
                    <a:pt x="435914" y="264655"/>
                  </a:lnTo>
                  <a:lnTo>
                    <a:pt x="522465" y="264655"/>
                  </a:lnTo>
                  <a:lnTo>
                    <a:pt x="534403" y="248259"/>
                  </a:lnTo>
                  <a:lnTo>
                    <a:pt x="550367" y="236537"/>
                  </a:lnTo>
                  <a:lnTo>
                    <a:pt x="570268" y="229501"/>
                  </a:lnTo>
                  <a:lnTo>
                    <a:pt x="594029" y="227164"/>
                  </a:lnTo>
                  <a:lnTo>
                    <a:pt x="627341" y="233235"/>
                  </a:lnTo>
                  <a:lnTo>
                    <a:pt x="653503" y="249936"/>
                  </a:lnTo>
                  <a:lnTo>
                    <a:pt x="670560" y="275475"/>
                  </a:lnTo>
                  <a:lnTo>
                    <a:pt x="676567" y="308076"/>
                  </a:lnTo>
                  <a:lnTo>
                    <a:pt x="670674" y="340334"/>
                  </a:lnTo>
                  <a:lnTo>
                    <a:pt x="653948" y="365582"/>
                  </a:lnTo>
                  <a:lnTo>
                    <a:pt x="628281" y="382016"/>
                  </a:lnTo>
                  <a:lnTo>
                    <a:pt x="595604" y="387883"/>
                  </a:lnTo>
                  <a:lnTo>
                    <a:pt x="567321" y="383578"/>
                  </a:lnTo>
                  <a:lnTo>
                    <a:pt x="543966" y="371475"/>
                  </a:lnTo>
                  <a:lnTo>
                    <a:pt x="527697" y="352831"/>
                  </a:lnTo>
                  <a:lnTo>
                    <a:pt x="520674" y="328904"/>
                  </a:lnTo>
                  <a:lnTo>
                    <a:pt x="428307" y="328904"/>
                  </a:lnTo>
                  <a:lnTo>
                    <a:pt x="437222" y="372313"/>
                  </a:lnTo>
                  <a:lnTo>
                    <a:pt x="460463" y="408863"/>
                  </a:lnTo>
                  <a:lnTo>
                    <a:pt x="495973" y="436956"/>
                  </a:lnTo>
                  <a:lnTo>
                    <a:pt x="541705" y="454977"/>
                  </a:lnTo>
                  <a:lnTo>
                    <a:pt x="595604" y="461340"/>
                  </a:lnTo>
                  <a:lnTo>
                    <a:pt x="644144" y="456107"/>
                  </a:lnTo>
                  <a:lnTo>
                    <a:pt x="686193" y="441147"/>
                  </a:lnTo>
                  <a:lnTo>
                    <a:pt x="720712" y="417537"/>
                  </a:lnTo>
                  <a:lnTo>
                    <a:pt x="746620" y="386372"/>
                  </a:lnTo>
                  <a:lnTo>
                    <a:pt x="762901" y="348716"/>
                  </a:lnTo>
                  <a:lnTo>
                    <a:pt x="768489" y="30566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18453" y="1115928"/>
              <a:ext cx="106235" cy="10371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84299" y="740142"/>
              <a:ext cx="4595495" cy="504190"/>
            </a:xfrm>
            <a:custGeom>
              <a:avLst/>
              <a:gdLst/>
              <a:ahLst/>
              <a:cxnLst/>
              <a:rect l="l" t="t" r="r" b="b"/>
              <a:pathLst>
                <a:path w="4595495" h="504190">
                  <a:moveTo>
                    <a:pt x="198132" y="54876"/>
                  </a:moveTo>
                  <a:lnTo>
                    <a:pt x="0" y="54876"/>
                  </a:lnTo>
                  <a:lnTo>
                    <a:pt x="0" y="103136"/>
                  </a:lnTo>
                  <a:lnTo>
                    <a:pt x="0" y="325386"/>
                  </a:lnTo>
                  <a:lnTo>
                    <a:pt x="0" y="374916"/>
                  </a:lnTo>
                  <a:lnTo>
                    <a:pt x="198132" y="374916"/>
                  </a:lnTo>
                  <a:lnTo>
                    <a:pt x="198132" y="325412"/>
                  </a:lnTo>
                  <a:lnTo>
                    <a:pt x="198132" y="103403"/>
                  </a:lnTo>
                  <a:lnTo>
                    <a:pt x="139915" y="103403"/>
                  </a:lnTo>
                  <a:lnTo>
                    <a:pt x="139915" y="325386"/>
                  </a:lnTo>
                  <a:lnTo>
                    <a:pt x="58216" y="325386"/>
                  </a:lnTo>
                  <a:lnTo>
                    <a:pt x="58216" y="103136"/>
                  </a:lnTo>
                  <a:lnTo>
                    <a:pt x="198132" y="103136"/>
                  </a:lnTo>
                  <a:lnTo>
                    <a:pt x="198132" y="54876"/>
                  </a:lnTo>
                  <a:close/>
                </a:path>
                <a:path w="4595495" h="504190">
                  <a:moveTo>
                    <a:pt x="419557" y="245694"/>
                  </a:moveTo>
                  <a:lnTo>
                    <a:pt x="359956" y="245694"/>
                  </a:lnTo>
                  <a:lnTo>
                    <a:pt x="359956" y="504012"/>
                  </a:lnTo>
                  <a:lnTo>
                    <a:pt x="419557" y="504012"/>
                  </a:lnTo>
                  <a:lnTo>
                    <a:pt x="419557" y="245694"/>
                  </a:lnTo>
                  <a:close/>
                </a:path>
                <a:path w="4595495" h="504190">
                  <a:moveTo>
                    <a:pt x="419557" y="0"/>
                  </a:moveTo>
                  <a:lnTo>
                    <a:pt x="359956" y="0"/>
                  </a:lnTo>
                  <a:lnTo>
                    <a:pt x="359956" y="194576"/>
                  </a:lnTo>
                  <a:lnTo>
                    <a:pt x="306285" y="194576"/>
                  </a:lnTo>
                  <a:lnTo>
                    <a:pt x="306285" y="9156"/>
                  </a:lnTo>
                  <a:lnTo>
                    <a:pt x="247472" y="9156"/>
                  </a:lnTo>
                  <a:lnTo>
                    <a:pt x="247472" y="194576"/>
                  </a:lnTo>
                  <a:lnTo>
                    <a:pt x="247472" y="245376"/>
                  </a:lnTo>
                  <a:lnTo>
                    <a:pt x="247472" y="480326"/>
                  </a:lnTo>
                  <a:lnTo>
                    <a:pt x="306285" y="480326"/>
                  </a:lnTo>
                  <a:lnTo>
                    <a:pt x="306285" y="245376"/>
                  </a:lnTo>
                  <a:lnTo>
                    <a:pt x="419557" y="245376"/>
                  </a:lnTo>
                  <a:lnTo>
                    <a:pt x="419557" y="194779"/>
                  </a:lnTo>
                  <a:lnTo>
                    <a:pt x="419557" y="194576"/>
                  </a:lnTo>
                  <a:lnTo>
                    <a:pt x="419557" y="0"/>
                  </a:lnTo>
                  <a:close/>
                </a:path>
                <a:path w="4595495" h="504190">
                  <a:moveTo>
                    <a:pt x="783272" y="237794"/>
                  </a:moveTo>
                  <a:lnTo>
                    <a:pt x="730072" y="215938"/>
                  </a:lnTo>
                  <a:lnTo>
                    <a:pt x="699325" y="191223"/>
                  </a:lnTo>
                  <a:lnTo>
                    <a:pt x="691108" y="184619"/>
                  </a:lnTo>
                  <a:lnTo>
                    <a:pt x="667105" y="146773"/>
                  </a:lnTo>
                  <a:lnTo>
                    <a:pt x="658749" y="105384"/>
                  </a:lnTo>
                  <a:lnTo>
                    <a:pt x="766102" y="105384"/>
                  </a:lnTo>
                  <a:lnTo>
                    <a:pt x="766102" y="56045"/>
                  </a:lnTo>
                  <a:lnTo>
                    <a:pt x="659333" y="56045"/>
                  </a:lnTo>
                  <a:lnTo>
                    <a:pt x="659333" y="203"/>
                  </a:lnTo>
                  <a:lnTo>
                    <a:pt x="596392" y="203"/>
                  </a:lnTo>
                  <a:lnTo>
                    <a:pt x="596392" y="56045"/>
                  </a:lnTo>
                  <a:lnTo>
                    <a:pt x="489038" y="56045"/>
                  </a:lnTo>
                  <a:lnTo>
                    <a:pt x="489038" y="105384"/>
                  </a:lnTo>
                  <a:lnTo>
                    <a:pt x="596392" y="105384"/>
                  </a:lnTo>
                  <a:lnTo>
                    <a:pt x="588213" y="150304"/>
                  </a:lnTo>
                  <a:lnTo>
                    <a:pt x="564642" y="191427"/>
                  </a:lnTo>
                  <a:lnTo>
                    <a:pt x="526148" y="225437"/>
                  </a:lnTo>
                  <a:lnTo>
                    <a:pt x="473240" y="249047"/>
                  </a:lnTo>
                  <a:lnTo>
                    <a:pt x="503440" y="297586"/>
                  </a:lnTo>
                  <a:lnTo>
                    <a:pt x="545388" y="280365"/>
                  </a:lnTo>
                  <a:lnTo>
                    <a:pt x="580504" y="256247"/>
                  </a:lnTo>
                  <a:lnTo>
                    <a:pt x="608507" y="226212"/>
                  </a:lnTo>
                  <a:lnTo>
                    <a:pt x="629145" y="191223"/>
                  </a:lnTo>
                  <a:lnTo>
                    <a:pt x="650443" y="222529"/>
                  </a:lnTo>
                  <a:lnTo>
                    <a:pt x="678599" y="249288"/>
                  </a:lnTo>
                  <a:lnTo>
                    <a:pt x="713320" y="270649"/>
                  </a:lnTo>
                  <a:lnTo>
                    <a:pt x="754265" y="285750"/>
                  </a:lnTo>
                  <a:lnTo>
                    <a:pt x="783272" y="237794"/>
                  </a:lnTo>
                  <a:close/>
                </a:path>
                <a:path w="4595495" h="504190">
                  <a:moveTo>
                    <a:pt x="887069" y="393"/>
                  </a:moveTo>
                  <a:lnTo>
                    <a:pt x="824903" y="393"/>
                  </a:lnTo>
                  <a:lnTo>
                    <a:pt x="824903" y="306082"/>
                  </a:lnTo>
                  <a:lnTo>
                    <a:pt x="887069" y="306082"/>
                  </a:lnTo>
                  <a:lnTo>
                    <a:pt x="887069" y="393"/>
                  </a:lnTo>
                  <a:close/>
                </a:path>
                <a:path w="4595495" h="504190">
                  <a:moveTo>
                    <a:pt x="888644" y="409282"/>
                  </a:moveTo>
                  <a:lnTo>
                    <a:pt x="880795" y="376593"/>
                  </a:lnTo>
                  <a:lnTo>
                    <a:pt x="869340" y="363105"/>
                  </a:lnTo>
                  <a:lnTo>
                    <a:pt x="858481" y="350342"/>
                  </a:lnTo>
                  <a:lnTo>
                    <a:pt x="827468" y="333489"/>
                  </a:lnTo>
                  <a:lnTo>
                    <a:pt x="827468" y="409282"/>
                  </a:lnTo>
                  <a:lnTo>
                    <a:pt x="820026" y="429387"/>
                  </a:lnTo>
                  <a:lnTo>
                    <a:pt x="798512" y="443966"/>
                  </a:lnTo>
                  <a:lnTo>
                    <a:pt x="763752" y="452856"/>
                  </a:lnTo>
                  <a:lnTo>
                    <a:pt x="716572" y="455853"/>
                  </a:lnTo>
                  <a:lnTo>
                    <a:pt x="669340" y="452856"/>
                  </a:lnTo>
                  <a:lnTo>
                    <a:pt x="634898" y="443966"/>
                  </a:lnTo>
                  <a:lnTo>
                    <a:pt x="613803" y="429387"/>
                  </a:lnTo>
                  <a:lnTo>
                    <a:pt x="606653" y="409282"/>
                  </a:lnTo>
                  <a:lnTo>
                    <a:pt x="613803" y="389585"/>
                  </a:lnTo>
                  <a:lnTo>
                    <a:pt x="634898" y="375094"/>
                  </a:lnTo>
                  <a:lnTo>
                    <a:pt x="669340" y="366166"/>
                  </a:lnTo>
                  <a:lnTo>
                    <a:pt x="716572" y="363105"/>
                  </a:lnTo>
                  <a:lnTo>
                    <a:pt x="763752" y="366166"/>
                  </a:lnTo>
                  <a:lnTo>
                    <a:pt x="798512" y="375094"/>
                  </a:lnTo>
                  <a:lnTo>
                    <a:pt x="820026" y="389585"/>
                  </a:lnTo>
                  <a:lnTo>
                    <a:pt x="827468" y="409282"/>
                  </a:lnTo>
                  <a:lnTo>
                    <a:pt x="827468" y="333489"/>
                  </a:lnTo>
                  <a:lnTo>
                    <a:pt x="822896" y="331000"/>
                  </a:lnTo>
                  <a:lnTo>
                    <a:pt x="775195" y="319049"/>
                  </a:lnTo>
                  <a:lnTo>
                    <a:pt x="716572" y="314960"/>
                  </a:lnTo>
                  <a:lnTo>
                    <a:pt x="657555" y="319049"/>
                  </a:lnTo>
                  <a:lnTo>
                    <a:pt x="609650" y="331000"/>
                  </a:lnTo>
                  <a:lnTo>
                    <a:pt x="574001" y="350342"/>
                  </a:lnTo>
                  <a:lnTo>
                    <a:pt x="551764" y="376593"/>
                  </a:lnTo>
                  <a:lnTo>
                    <a:pt x="544093" y="409282"/>
                  </a:lnTo>
                  <a:lnTo>
                    <a:pt x="551764" y="442150"/>
                  </a:lnTo>
                  <a:lnTo>
                    <a:pt x="574001" y="468464"/>
                  </a:lnTo>
                  <a:lnTo>
                    <a:pt x="609650" y="487768"/>
                  </a:lnTo>
                  <a:lnTo>
                    <a:pt x="657555" y="499643"/>
                  </a:lnTo>
                  <a:lnTo>
                    <a:pt x="716572" y="503618"/>
                  </a:lnTo>
                  <a:lnTo>
                    <a:pt x="775195" y="499643"/>
                  </a:lnTo>
                  <a:lnTo>
                    <a:pt x="822896" y="487768"/>
                  </a:lnTo>
                  <a:lnTo>
                    <a:pt x="858481" y="468464"/>
                  </a:lnTo>
                  <a:lnTo>
                    <a:pt x="869175" y="455853"/>
                  </a:lnTo>
                  <a:lnTo>
                    <a:pt x="880795" y="442150"/>
                  </a:lnTo>
                  <a:lnTo>
                    <a:pt x="888644" y="409282"/>
                  </a:lnTo>
                  <a:close/>
                </a:path>
                <a:path w="4595495" h="504190">
                  <a:moveTo>
                    <a:pt x="1377454" y="228714"/>
                  </a:moveTo>
                  <a:lnTo>
                    <a:pt x="1325638" y="203377"/>
                  </a:lnTo>
                  <a:lnTo>
                    <a:pt x="1294777" y="173062"/>
                  </a:lnTo>
                  <a:lnTo>
                    <a:pt x="1288478" y="166878"/>
                  </a:lnTo>
                  <a:lnTo>
                    <a:pt x="1266139" y="122123"/>
                  </a:lnTo>
                  <a:lnTo>
                    <a:pt x="1258849" y="72034"/>
                  </a:lnTo>
                  <a:lnTo>
                    <a:pt x="1258849" y="27228"/>
                  </a:lnTo>
                  <a:lnTo>
                    <a:pt x="1196492" y="27228"/>
                  </a:lnTo>
                  <a:lnTo>
                    <a:pt x="1196492" y="74790"/>
                  </a:lnTo>
                  <a:lnTo>
                    <a:pt x="1191272" y="117665"/>
                  </a:lnTo>
                  <a:lnTo>
                    <a:pt x="1176108" y="157556"/>
                  </a:lnTo>
                  <a:lnTo>
                    <a:pt x="1150975" y="192798"/>
                  </a:lnTo>
                  <a:lnTo>
                    <a:pt x="1115872" y="221742"/>
                  </a:lnTo>
                  <a:lnTo>
                    <a:pt x="1070775" y="242735"/>
                  </a:lnTo>
                  <a:lnTo>
                    <a:pt x="1103934" y="292658"/>
                  </a:lnTo>
                  <a:lnTo>
                    <a:pt x="1146098" y="272719"/>
                  </a:lnTo>
                  <a:lnTo>
                    <a:pt x="1181074" y="245516"/>
                  </a:lnTo>
                  <a:lnTo>
                    <a:pt x="1208747" y="211988"/>
                  </a:lnTo>
                  <a:lnTo>
                    <a:pt x="1229055" y="173062"/>
                  </a:lnTo>
                  <a:lnTo>
                    <a:pt x="1248384" y="206832"/>
                  </a:lnTo>
                  <a:lnTo>
                    <a:pt x="1274064" y="235826"/>
                  </a:lnTo>
                  <a:lnTo>
                    <a:pt x="1306004" y="259486"/>
                  </a:lnTo>
                  <a:lnTo>
                    <a:pt x="1344104" y="277266"/>
                  </a:lnTo>
                  <a:lnTo>
                    <a:pt x="1377454" y="228714"/>
                  </a:lnTo>
                  <a:close/>
                </a:path>
                <a:path w="4595495" h="504190">
                  <a:moveTo>
                    <a:pt x="1496644" y="0"/>
                  </a:moveTo>
                  <a:lnTo>
                    <a:pt x="1434680" y="0"/>
                  </a:lnTo>
                  <a:lnTo>
                    <a:pt x="1434680" y="97485"/>
                  </a:lnTo>
                  <a:lnTo>
                    <a:pt x="1334236" y="97485"/>
                  </a:lnTo>
                  <a:lnTo>
                    <a:pt x="1334236" y="148399"/>
                  </a:lnTo>
                  <a:lnTo>
                    <a:pt x="1434680" y="148399"/>
                  </a:lnTo>
                  <a:lnTo>
                    <a:pt x="1434680" y="296405"/>
                  </a:lnTo>
                  <a:lnTo>
                    <a:pt x="1496644" y="296405"/>
                  </a:lnTo>
                  <a:lnTo>
                    <a:pt x="1496644" y="0"/>
                  </a:lnTo>
                  <a:close/>
                </a:path>
                <a:path w="4595495" h="504190">
                  <a:moveTo>
                    <a:pt x="1498028" y="407111"/>
                  </a:moveTo>
                  <a:lnTo>
                    <a:pt x="1490383" y="373456"/>
                  </a:lnTo>
                  <a:lnTo>
                    <a:pt x="1478000" y="358368"/>
                  </a:lnTo>
                  <a:lnTo>
                    <a:pt x="1468196" y="346430"/>
                  </a:lnTo>
                  <a:lnTo>
                    <a:pt x="1436458" y="328676"/>
                  </a:lnTo>
                  <a:lnTo>
                    <a:pt x="1436458" y="407111"/>
                  </a:lnTo>
                  <a:lnTo>
                    <a:pt x="1429016" y="427596"/>
                  </a:lnTo>
                  <a:lnTo>
                    <a:pt x="1407541" y="442607"/>
                  </a:lnTo>
                  <a:lnTo>
                    <a:pt x="1372908" y="451827"/>
                  </a:lnTo>
                  <a:lnTo>
                    <a:pt x="1325943" y="454875"/>
                  </a:lnTo>
                  <a:lnTo>
                    <a:pt x="1279080" y="451827"/>
                  </a:lnTo>
                  <a:lnTo>
                    <a:pt x="1244485" y="442607"/>
                  </a:lnTo>
                  <a:lnTo>
                    <a:pt x="1223149" y="427596"/>
                  </a:lnTo>
                  <a:lnTo>
                    <a:pt x="1216025" y="407111"/>
                  </a:lnTo>
                  <a:lnTo>
                    <a:pt x="1223149" y="386092"/>
                  </a:lnTo>
                  <a:lnTo>
                    <a:pt x="1244485" y="370827"/>
                  </a:lnTo>
                  <a:lnTo>
                    <a:pt x="1279080" y="361518"/>
                  </a:lnTo>
                  <a:lnTo>
                    <a:pt x="1325943" y="358368"/>
                  </a:lnTo>
                  <a:lnTo>
                    <a:pt x="1372908" y="361518"/>
                  </a:lnTo>
                  <a:lnTo>
                    <a:pt x="1407541" y="370827"/>
                  </a:lnTo>
                  <a:lnTo>
                    <a:pt x="1429016" y="386092"/>
                  </a:lnTo>
                  <a:lnTo>
                    <a:pt x="1436458" y="407111"/>
                  </a:lnTo>
                  <a:lnTo>
                    <a:pt x="1436458" y="328676"/>
                  </a:lnTo>
                  <a:lnTo>
                    <a:pt x="1432636" y="326529"/>
                  </a:lnTo>
                  <a:lnTo>
                    <a:pt x="1384833" y="314236"/>
                  </a:lnTo>
                  <a:lnTo>
                    <a:pt x="1325943" y="310019"/>
                  </a:lnTo>
                  <a:lnTo>
                    <a:pt x="1267142" y="314236"/>
                  </a:lnTo>
                  <a:lnTo>
                    <a:pt x="1219415" y="326529"/>
                  </a:lnTo>
                  <a:lnTo>
                    <a:pt x="1183919" y="346430"/>
                  </a:lnTo>
                  <a:lnTo>
                    <a:pt x="1161808" y="373456"/>
                  </a:lnTo>
                  <a:lnTo>
                    <a:pt x="1154252" y="407111"/>
                  </a:lnTo>
                  <a:lnTo>
                    <a:pt x="1161808" y="440817"/>
                  </a:lnTo>
                  <a:lnTo>
                    <a:pt x="1183919" y="467741"/>
                  </a:lnTo>
                  <a:lnTo>
                    <a:pt x="1219415" y="487464"/>
                  </a:lnTo>
                  <a:lnTo>
                    <a:pt x="1267142" y="499567"/>
                  </a:lnTo>
                  <a:lnTo>
                    <a:pt x="1325943" y="503618"/>
                  </a:lnTo>
                  <a:lnTo>
                    <a:pt x="1384833" y="499567"/>
                  </a:lnTo>
                  <a:lnTo>
                    <a:pt x="1432636" y="487464"/>
                  </a:lnTo>
                  <a:lnTo>
                    <a:pt x="1468196" y="467741"/>
                  </a:lnTo>
                  <a:lnTo>
                    <a:pt x="1478800" y="454875"/>
                  </a:lnTo>
                  <a:lnTo>
                    <a:pt x="1490383" y="440817"/>
                  </a:lnTo>
                  <a:lnTo>
                    <a:pt x="1498028" y="407111"/>
                  </a:lnTo>
                  <a:close/>
                </a:path>
                <a:path w="4595495" h="504190">
                  <a:moveTo>
                    <a:pt x="1960803" y="409282"/>
                  </a:moveTo>
                  <a:lnTo>
                    <a:pt x="1953018" y="376910"/>
                  </a:lnTo>
                  <a:lnTo>
                    <a:pt x="1942592" y="364883"/>
                  </a:lnTo>
                  <a:lnTo>
                    <a:pt x="1930603" y="351066"/>
                  </a:lnTo>
                  <a:lnTo>
                    <a:pt x="1898840" y="334365"/>
                  </a:lnTo>
                  <a:lnTo>
                    <a:pt x="1898840" y="409282"/>
                  </a:lnTo>
                  <a:lnTo>
                    <a:pt x="1891220" y="428663"/>
                  </a:lnTo>
                  <a:lnTo>
                    <a:pt x="1869414" y="442836"/>
                  </a:lnTo>
                  <a:lnTo>
                    <a:pt x="1834095" y="451523"/>
                  </a:lnTo>
                  <a:lnTo>
                    <a:pt x="1785962" y="454482"/>
                  </a:lnTo>
                  <a:lnTo>
                    <a:pt x="1737448" y="451523"/>
                  </a:lnTo>
                  <a:lnTo>
                    <a:pt x="1702117" y="442836"/>
                  </a:lnTo>
                  <a:lnTo>
                    <a:pt x="1680591" y="428663"/>
                  </a:lnTo>
                  <a:lnTo>
                    <a:pt x="1673479" y="409282"/>
                  </a:lnTo>
                  <a:lnTo>
                    <a:pt x="1680591" y="389839"/>
                  </a:lnTo>
                  <a:lnTo>
                    <a:pt x="1702117" y="376059"/>
                  </a:lnTo>
                  <a:lnTo>
                    <a:pt x="1737448" y="367804"/>
                  </a:lnTo>
                  <a:lnTo>
                    <a:pt x="1785962" y="364883"/>
                  </a:lnTo>
                  <a:lnTo>
                    <a:pt x="1834095" y="367804"/>
                  </a:lnTo>
                  <a:lnTo>
                    <a:pt x="1869414" y="376059"/>
                  </a:lnTo>
                  <a:lnTo>
                    <a:pt x="1891220" y="389839"/>
                  </a:lnTo>
                  <a:lnTo>
                    <a:pt x="1898840" y="409282"/>
                  </a:lnTo>
                  <a:lnTo>
                    <a:pt x="1898840" y="334365"/>
                  </a:lnTo>
                  <a:lnTo>
                    <a:pt x="1894598" y="332130"/>
                  </a:lnTo>
                  <a:lnTo>
                    <a:pt x="1846033" y="320497"/>
                  </a:lnTo>
                  <a:lnTo>
                    <a:pt x="1785962" y="316534"/>
                  </a:lnTo>
                  <a:lnTo>
                    <a:pt x="1725637" y="320497"/>
                  </a:lnTo>
                  <a:lnTo>
                    <a:pt x="1676819" y="332130"/>
                  </a:lnTo>
                  <a:lnTo>
                    <a:pt x="1640611" y="351066"/>
                  </a:lnTo>
                  <a:lnTo>
                    <a:pt x="1618081" y="376910"/>
                  </a:lnTo>
                  <a:lnTo>
                    <a:pt x="1610321" y="409282"/>
                  </a:lnTo>
                  <a:lnTo>
                    <a:pt x="1618081" y="441744"/>
                  </a:lnTo>
                  <a:lnTo>
                    <a:pt x="1640611" y="467601"/>
                  </a:lnTo>
                  <a:lnTo>
                    <a:pt x="1676819" y="486498"/>
                  </a:lnTo>
                  <a:lnTo>
                    <a:pt x="1725637" y="498094"/>
                  </a:lnTo>
                  <a:lnTo>
                    <a:pt x="1785962" y="502031"/>
                  </a:lnTo>
                  <a:lnTo>
                    <a:pt x="1846033" y="498094"/>
                  </a:lnTo>
                  <a:lnTo>
                    <a:pt x="1894598" y="486498"/>
                  </a:lnTo>
                  <a:lnTo>
                    <a:pt x="1930603" y="467601"/>
                  </a:lnTo>
                  <a:lnTo>
                    <a:pt x="1941982" y="454482"/>
                  </a:lnTo>
                  <a:lnTo>
                    <a:pt x="1953018" y="441744"/>
                  </a:lnTo>
                  <a:lnTo>
                    <a:pt x="1960803" y="409282"/>
                  </a:lnTo>
                  <a:close/>
                </a:path>
                <a:path w="4595495" h="504190">
                  <a:moveTo>
                    <a:pt x="1964753" y="131038"/>
                  </a:moveTo>
                  <a:lnTo>
                    <a:pt x="1678406" y="131038"/>
                  </a:lnTo>
                  <a:lnTo>
                    <a:pt x="1678406" y="8686"/>
                  </a:lnTo>
                  <a:lnTo>
                    <a:pt x="1616646" y="8686"/>
                  </a:lnTo>
                  <a:lnTo>
                    <a:pt x="1616646" y="181165"/>
                  </a:lnTo>
                  <a:lnTo>
                    <a:pt x="1964753" y="181165"/>
                  </a:lnTo>
                  <a:lnTo>
                    <a:pt x="1964753" y="131038"/>
                  </a:lnTo>
                  <a:close/>
                </a:path>
                <a:path w="4595495" h="504190">
                  <a:moveTo>
                    <a:pt x="2017242" y="229514"/>
                  </a:moveTo>
                  <a:lnTo>
                    <a:pt x="1556842" y="229514"/>
                  </a:lnTo>
                  <a:lnTo>
                    <a:pt x="1556842" y="280022"/>
                  </a:lnTo>
                  <a:lnTo>
                    <a:pt x="2017242" y="280022"/>
                  </a:lnTo>
                  <a:lnTo>
                    <a:pt x="2017242" y="229514"/>
                  </a:lnTo>
                  <a:close/>
                </a:path>
                <a:path w="4595495" h="504190">
                  <a:moveTo>
                    <a:pt x="2382316" y="63144"/>
                  </a:moveTo>
                  <a:lnTo>
                    <a:pt x="2183193" y="63144"/>
                  </a:lnTo>
                  <a:lnTo>
                    <a:pt x="2183193" y="113474"/>
                  </a:lnTo>
                  <a:lnTo>
                    <a:pt x="2321725" y="113474"/>
                  </a:lnTo>
                  <a:lnTo>
                    <a:pt x="2314117" y="162140"/>
                  </a:lnTo>
                  <a:lnTo>
                    <a:pt x="2299690" y="207391"/>
                  </a:lnTo>
                  <a:lnTo>
                    <a:pt x="2277745" y="249262"/>
                  </a:lnTo>
                  <a:lnTo>
                    <a:pt x="2247595" y="287883"/>
                  </a:lnTo>
                  <a:lnTo>
                    <a:pt x="2208555" y="323303"/>
                  </a:lnTo>
                  <a:lnTo>
                    <a:pt x="2159914" y="355612"/>
                  </a:lnTo>
                  <a:lnTo>
                    <a:pt x="2195830" y="398830"/>
                  </a:lnTo>
                  <a:lnTo>
                    <a:pt x="2244902" y="366496"/>
                  </a:lnTo>
                  <a:lnTo>
                    <a:pt x="2285263" y="331025"/>
                  </a:lnTo>
                  <a:lnTo>
                    <a:pt x="2317597" y="292633"/>
                  </a:lnTo>
                  <a:lnTo>
                    <a:pt x="2342578" y="251485"/>
                  </a:lnTo>
                  <a:lnTo>
                    <a:pt x="2360853" y="207784"/>
                  </a:lnTo>
                  <a:lnTo>
                    <a:pt x="2373122" y="161696"/>
                  </a:lnTo>
                  <a:lnTo>
                    <a:pt x="2380056" y="113423"/>
                  </a:lnTo>
                  <a:lnTo>
                    <a:pt x="2382316" y="63144"/>
                  </a:lnTo>
                  <a:close/>
                </a:path>
                <a:path w="4595495" h="504190">
                  <a:moveTo>
                    <a:pt x="2597023" y="0"/>
                  </a:moveTo>
                  <a:lnTo>
                    <a:pt x="2537218" y="0"/>
                  </a:lnTo>
                  <a:lnTo>
                    <a:pt x="2537218" y="194970"/>
                  </a:lnTo>
                  <a:lnTo>
                    <a:pt x="2482951" y="194970"/>
                  </a:lnTo>
                  <a:lnTo>
                    <a:pt x="2482951" y="13423"/>
                  </a:lnTo>
                  <a:lnTo>
                    <a:pt x="2425141" y="13423"/>
                  </a:lnTo>
                  <a:lnTo>
                    <a:pt x="2425141" y="480720"/>
                  </a:lnTo>
                  <a:lnTo>
                    <a:pt x="2482951" y="480720"/>
                  </a:lnTo>
                  <a:lnTo>
                    <a:pt x="2482951" y="245300"/>
                  </a:lnTo>
                  <a:lnTo>
                    <a:pt x="2537218" y="245300"/>
                  </a:lnTo>
                  <a:lnTo>
                    <a:pt x="2537218" y="504012"/>
                  </a:lnTo>
                  <a:lnTo>
                    <a:pt x="2597023" y="504012"/>
                  </a:lnTo>
                  <a:lnTo>
                    <a:pt x="2597023" y="245300"/>
                  </a:lnTo>
                  <a:lnTo>
                    <a:pt x="2597023" y="194970"/>
                  </a:lnTo>
                  <a:lnTo>
                    <a:pt x="2597023" y="0"/>
                  </a:lnTo>
                  <a:close/>
                </a:path>
                <a:path w="4595495" h="504190">
                  <a:moveTo>
                    <a:pt x="2948305" y="248259"/>
                  </a:moveTo>
                  <a:lnTo>
                    <a:pt x="2896832" y="221488"/>
                  </a:lnTo>
                  <a:lnTo>
                    <a:pt x="2863456" y="187477"/>
                  </a:lnTo>
                  <a:lnTo>
                    <a:pt x="2859798" y="183756"/>
                  </a:lnTo>
                  <a:lnTo>
                    <a:pt x="2837408" y="138506"/>
                  </a:lnTo>
                  <a:lnTo>
                    <a:pt x="2829903" y="89204"/>
                  </a:lnTo>
                  <a:lnTo>
                    <a:pt x="2829903" y="30988"/>
                  </a:lnTo>
                  <a:lnTo>
                    <a:pt x="2767736" y="30988"/>
                  </a:lnTo>
                  <a:lnTo>
                    <a:pt x="2767647" y="89204"/>
                  </a:lnTo>
                  <a:lnTo>
                    <a:pt x="2762580" y="131965"/>
                  </a:lnTo>
                  <a:lnTo>
                    <a:pt x="2747645" y="172631"/>
                  </a:lnTo>
                  <a:lnTo>
                    <a:pt x="2722994" y="208610"/>
                  </a:lnTo>
                  <a:lnTo>
                    <a:pt x="2688679" y="238099"/>
                  </a:lnTo>
                  <a:lnTo>
                    <a:pt x="2644787" y="259308"/>
                  </a:lnTo>
                  <a:lnTo>
                    <a:pt x="2677947" y="308648"/>
                  </a:lnTo>
                  <a:lnTo>
                    <a:pt x="2718816" y="288188"/>
                  </a:lnTo>
                  <a:lnTo>
                    <a:pt x="2752814" y="260565"/>
                  </a:lnTo>
                  <a:lnTo>
                    <a:pt x="2779814" y="226695"/>
                  </a:lnTo>
                  <a:lnTo>
                    <a:pt x="2799702" y="187477"/>
                  </a:lnTo>
                  <a:lnTo>
                    <a:pt x="2819057" y="222567"/>
                  </a:lnTo>
                  <a:lnTo>
                    <a:pt x="2844749" y="252996"/>
                  </a:lnTo>
                  <a:lnTo>
                    <a:pt x="2876575" y="277939"/>
                  </a:lnTo>
                  <a:lnTo>
                    <a:pt x="2914358" y="296608"/>
                  </a:lnTo>
                  <a:lnTo>
                    <a:pt x="2948305" y="248259"/>
                  </a:lnTo>
                  <a:close/>
                </a:path>
                <a:path w="4595495" h="504190">
                  <a:moveTo>
                    <a:pt x="3069069" y="393"/>
                  </a:moveTo>
                  <a:lnTo>
                    <a:pt x="3007106" y="393"/>
                  </a:lnTo>
                  <a:lnTo>
                    <a:pt x="3007106" y="111493"/>
                  </a:lnTo>
                  <a:lnTo>
                    <a:pt x="2906865" y="111493"/>
                  </a:lnTo>
                  <a:lnTo>
                    <a:pt x="2906865" y="162013"/>
                  </a:lnTo>
                  <a:lnTo>
                    <a:pt x="3007106" y="162013"/>
                  </a:lnTo>
                  <a:lnTo>
                    <a:pt x="3007106" y="374548"/>
                  </a:lnTo>
                  <a:lnTo>
                    <a:pt x="3069069" y="374548"/>
                  </a:lnTo>
                  <a:lnTo>
                    <a:pt x="3069069" y="393"/>
                  </a:lnTo>
                  <a:close/>
                </a:path>
                <a:path w="4595495" h="504190">
                  <a:moveTo>
                    <a:pt x="3080131" y="444220"/>
                  </a:moveTo>
                  <a:lnTo>
                    <a:pt x="2799308" y="444220"/>
                  </a:lnTo>
                  <a:lnTo>
                    <a:pt x="2799308" y="334098"/>
                  </a:lnTo>
                  <a:lnTo>
                    <a:pt x="2736558" y="334098"/>
                  </a:lnTo>
                  <a:lnTo>
                    <a:pt x="2736558" y="494538"/>
                  </a:lnTo>
                  <a:lnTo>
                    <a:pt x="3080131" y="494538"/>
                  </a:lnTo>
                  <a:lnTo>
                    <a:pt x="3080131" y="444220"/>
                  </a:lnTo>
                  <a:close/>
                </a:path>
                <a:path w="4595495" h="504190">
                  <a:moveTo>
                    <a:pt x="3676231" y="0"/>
                  </a:moveTo>
                  <a:lnTo>
                    <a:pt x="3614267" y="0"/>
                  </a:lnTo>
                  <a:lnTo>
                    <a:pt x="3614267" y="66700"/>
                  </a:lnTo>
                  <a:lnTo>
                    <a:pt x="3512235" y="66700"/>
                  </a:lnTo>
                  <a:lnTo>
                    <a:pt x="3513798" y="55778"/>
                  </a:lnTo>
                  <a:lnTo>
                    <a:pt x="3514902" y="44627"/>
                  </a:lnTo>
                  <a:lnTo>
                    <a:pt x="3515576" y="33210"/>
                  </a:lnTo>
                  <a:lnTo>
                    <a:pt x="3515791" y="21513"/>
                  </a:lnTo>
                  <a:lnTo>
                    <a:pt x="3288055" y="21513"/>
                  </a:lnTo>
                  <a:lnTo>
                    <a:pt x="3288055" y="71640"/>
                  </a:lnTo>
                  <a:lnTo>
                    <a:pt x="3446919" y="71640"/>
                  </a:lnTo>
                  <a:lnTo>
                    <a:pt x="3435578" y="110096"/>
                  </a:lnTo>
                  <a:lnTo>
                    <a:pt x="3411702" y="144310"/>
                  </a:lnTo>
                  <a:lnTo>
                    <a:pt x="3374860" y="173710"/>
                  </a:lnTo>
                  <a:lnTo>
                    <a:pt x="3324644" y="197700"/>
                  </a:lnTo>
                  <a:lnTo>
                    <a:pt x="3260636" y="215696"/>
                  </a:lnTo>
                  <a:lnTo>
                    <a:pt x="3281946" y="266407"/>
                  </a:lnTo>
                  <a:lnTo>
                    <a:pt x="3334550" y="251802"/>
                  </a:lnTo>
                  <a:lnTo>
                    <a:pt x="3380752" y="232981"/>
                  </a:lnTo>
                  <a:lnTo>
                    <a:pt x="3420427" y="209892"/>
                  </a:lnTo>
                  <a:lnTo>
                    <a:pt x="3453422" y="182486"/>
                  </a:lnTo>
                  <a:lnTo>
                    <a:pt x="3479609" y="150698"/>
                  </a:lnTo>
                  <a:lnTo>
                    <a:pt x="3498824" y="114465"/>
                  </a:lnTo>
                  <a:lnTo>
                    <a:pt x="3614267" y="114465"/>
                  </a:lnTo>
                  <a:lnTo>
                    <a:pt x="3614267" y="163995"/>
                  </a:lnTo>
                  <a:lnTo>
                    <a:pt x="3492703" y="163995"/>
                  </a:lnTo>
                  <a:lnTo>
                    <a:pt x="3492703" y="211556"/>
                  </a:lnTo>
                  <a:lnTo>
                    <a:pt x="3614267" y="211556"/>
                  </a:lnTo>
                  <a:lnTo>
                    <a:pt x="3614267" y="255168"/>
                  </a:lnTo>
                  <a:lnTo>
                    <a:pt x="3676231" y="255168"/>
                  </a:lnTo>
                  <a:lnTo>
                    <a:pt x="3676231" y="114465"/>
                  </a:lnTo>
                  <a:lnTo>
                    <a:pt x="3676231" y="66700"/>
                  </a:lnTo>
                  <a:lnTo>
                    <a:pt x="3676231" y="0"/>
                  </a:lnTo>
                  <a:close/>
                </a:path>
                <a:path w="4595495" h="504190">
                  <a:moveTo>
                    <a:pt x="3689261" y="449541"/>
                  </a:moveTo>
                  <a:lnTo>
                    <a:pt x="3406660" y="449541"/>
                  </a:lnTo>
                  <a:lnTo>
                    <a:pt x="3406660" y="407911"/>
                  </a:lnTo>
                  <a:lnTo>
                    <a:pt x="3676231" y="407911"/>
                  </a:lnTo>
                  <a:lnTo>
                    <a:pt x="3676231" y="274891"/>
                  </a:lnTo>
                  <a:lnTo>
                    <a:pt x="3343910" y="274891"/>
                  </a:lnTo>
                  <a:lnTo>
                    <a:pt x="3343910" y="324040"/>
                  </a:lnTo>
                  <a:lnTo>
                    <a:pt x="3613874" y="324040"/>
                  </a:lnTo>
                  <a:lnTo>
                    <a:pt x="3613874" y="361530"/>
                  </a:lnTo>
                  <a:lnTo>
                    <a:pt x="3344697" y="361530"/>
                  </a:lnTo>
                  <a:lnTo>
                    <a:pt x="3344697" y="499275"/>
                  </a:lnTo>
                  <a:lnTo>
                    <a:pt x="3689261" y="499275"/>
                  </a:lnTo>
                  <a:lnTo>
                    <a:pt x="3689261" y="449541"/>
                  </a:lnTo>
                  <a:close/>
                </a:path>
                <a:path w="4595495" h="504190">
                  <a:moveTo>
                    <a:pt x="4018432" y="52095"/>
                  </a:moveTo>
                  <a:lnTo>
                    <a:pt x="3758730" y="52095"/>
                  </a:lnTo>
                  <a:lnTo>
                    <a:pt x="3758730" y="102031"/>
                  </a:lnTo>
                  <a:lnTo>
                    <a:pt x="3956672" y="102031"/>
                  </a:lnTo>
                  <a:lnTo>
                    <a:pt x="3956062" y="137033"/>
                  </a:lnTo>
                  <a:lnTo>
                    <a:pt x="3954221" y="177660"/>
                  </a:lnTo>
                  <a:lnTo>
                    <a:pt x="3950208" y="224574"/>
                  </a:lnTo>
                  <a:lnTo>
                    <a:pt x="3943058" y="278447"/>
                  </a:lnTo>
                  <a:lnTo>
                    <a:pt x="4004233" y="283387"/>
                  </a:lnTo>
                  <a:lnTo>
                    <a:pt x="4012222" y="222465"/>
                  </a:lnTo>
                  <a:lnTo>
                    <a:pt x="4016362" y="169938"/>
                  </a:lnTo>
                  <a:lnTo>
                    <a:pt x="4017988" y="125285"/>
                  </a:lnTo>
                  <a:lnTo>
                    <a:pt x="4018432" y="88011"/>
                  </a:lnTo>
                  <a:lnTo>
                    <a:pt x="4018432" y="52095"/>
                  </a:lnTo>
                  <a:close/>
                </a:path>
                <a:path w="4595495" h="504190">
                  <a:moveTo>
                    <a:pt x="4046855" y="379691"/>
                  </a:moveTo>
                  <a:lnTo>
                    <a:pt x="4044213" y="345351"/>
                  </a:lnTo>
                  <a:lnTo>
                    <a:pt x="4043299" y="333502"/>
                  </a:lnTo>
                  <a:lnTo>
                    <a:pt x="4006316" y="337629"/>
                  </a:lnTo>
                  <a:lnTo>
                    <a:pt x="3968216" y="340906"/>
                  </a:lnTo>
                  <a:lnTo>
                    <a:pt x="3929519" y="343446"/>
                  </a:lnTo>
                  <a:lnTo>
                    <a:pt x="3890759" y="345351"/>
                  </a:lnTo>
                  <a:lnTo>
                    <a:pt x="3890759" y="196557"/>
                  </a:lnTo>
                  <a:lnTo>
                    <a:pt x="3829774" y="196557"/>
                  </a:lnTo>
                  <a:lnTo>
                    <a:pt x="3829774" y="347129"/>
                  </a:lnTo>
                  <a:lnTo>
                    <a:pt x="3731895" y="348310"/>
                  </a:lnTo>
                  <a:lnTo>
                    <a:pt x="3738016" y="398437"/>
                  </a:lnTo>
                  <a:lnTo>
                    <a:pt x="3784562" y="398437"/>
                  </a:lnTo>
                  <a:lnTo>
                    <a:pt x="3834485" y="397649"/>
                  </a:lnTo>
                  <a:lnTo>
                    <a:pt x="3886733" y="395719"/>
                  </a:lnTo>
                  <a:lnTo>
                    <a:pt x="3940251" y="392303"/>
                  </a:lnTo>
                  <a:lnTo>
                    <a:pt x="3993972" y="387070"/>
                  </a:lnTo>
                  <a:lnTo>
                    <a:pt x="4046855" y="379691"/>
                  </a:lnTo>
                  <a:close/>
                </a:path>
                <a:path w="4595495" h="504190">
                  <a:moveTo>
                    <a:pt x="4205122" y="205232"/>
                  </a:moveTo>
                  <a:lnTo>
                    <a:pt x="4132110" y="205232"/>
                  </a:lnTo>
                  <a:lnTo>
                    <a:pt x="4132110" y="0"/>
                  </a:lnTo>
                  <a:lnTo>
                    <a:pt x="4069550" y="0"/>
                  </a:lnTo>
                  <a:lnTo>
                    <a:pt x="4069550" y="504012"/>
                  </a:lnTo>
                  <a:lnTo>
                    <a:pt x="4132110" y="504012"/>
                  </a:lnTo>
                  <a:lnTo>
                    <a:pt x="4132110" y="257733"/>
                  </a:lnTo>
                  <a:lnTo>
                    <a:pt x="4205122" y="257733"/>
                  </a:lnTo>
                  <a:lnTo>
                    <a:pt x="4205122" y="205232"/>
                  </a:lnTo>
                  <a:close/>
                </a:path>
                <a:path w="4595495" h="504190">
                  <a:moveTo>
                    <a:pt x="4595228" y="137414"/>
                  </a:moveTo>
                  <a:lnTo>
                    <a:pt x="4564278" y="137414"/>
                  </a:lnTo>
                  <a:lnTo>
                    <a:pt x="4564278" y="360540"/>
                  </a:lnTo>
                  <a:lnTo>
                    <a:pt x="4595228" y="360540"/>
                  </a:lnTo>
                  <a:lnTo>
                    <a:pt x="4595228" y="13741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34853" y="896844"/>
              <a:ext cx="445415" cy="18471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00385" y="942277"/>
              <a:ext cx="206118" cy="13919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331341" y="899311"/>
              <a:ext cx="97790" cy="179705"/>
            </a:xfrm>
            <a:custGeom>
              <a:avLst/>
              <a:gdLst/>
              <a:ahLst/>
              <a:cxnLst/>
              <a:rect l="l" t="t" r="r" b="b"/>
              <a:pathLst>
                <a:path w="97790" h="179705">
                  <a:moveTo>
                    <a:pt x="36017" y="0"/>
                  </a:moveTo>
                  <a:lnTo>
                    <a:pt x="0" y="0"/>
                  </a:lnTo>
                  <a:lnTo>
                    <a:pt x="0" y="179616"/>
                  </a:lnTo>
                  <a:lnTo>
                    <a:pt x="36017" y="179616"/>
                  </a:lnTo>
                  <a:lnTo>
                    <a:pt x="36017" y="0"/>
                  </a:lnTo>
                  <a:close/>
                </a:path>
                <a:path w="97790" h="179705">
                  <a:moveTo>
                    <a:pt x="97561" y="0"/>
                  </a:moveTo>
                  <a:lnTo>
                    <a:pt x="61544" y="0"/>
                  </a:lnTo>
                  <a:lnTo>
                    <a:pt x="61544" y="179616"/>
                  </a:lnTo>
                  <a:lnTo>
                    <a:pt x="97561" y="179616"/>
                  </a:lnTo>
                  <a:lnTo>
                    <a:pt x="9756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509814" y="899300"/>
              <a:ext cx="272216" cy="18225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02147" y="890880"/>
              <a:ext cx="307805" cy="19067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30155" y="942277"/>
              <a:ext cx="422465" cy="13919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77464" y="942452"/>
              <a:ext cx="121022" cy="13647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718258" y="942452"/>
              <a:ext cx="263621" cy="139103"/>
            </a:xfrm>
            <a:prstGeom prst="rect">
              <a:avLst/>
            </a:prstGeom>
          </p:spPr>
        </p:pic>
      </p:grpSp>
      <p:sp>
        <p:nvSpPr>
          <p:cNvPr id="53" name="object 53"/>
          <p:cNvSpPr/>
          <p:nvPr/>
        </p:nvSpPr>
        <p:spPr>
          <a:xfrm>
            <a:off x="2047515" y="2122635"/>
            <a:ext cx="0" cy="476250"/>
          </a:xfrm>
          <a:custGeom>
            <a:avLst/>
            <a:gdLst/>
            <a:ahLst/>
            <a:cxnLst/>
            <a:rect l="l" t="t" r="r" b="b"/>
            <a:pathLst>
              <a:path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ln w="40152">
            <a:solidFill>
              <a:srgbClr val="3F6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157119" y="6823717"/>
            <a:ext cx="10451465" cy="0"/>
          </a:xfrm>
          <a:custGeom>
            <a:avLst/>
            <a:gdLst/>
            <a:ahLst/>
            <a:cxnLst/>
            <a:rect l="l" t="t" r="r" b="b"/>
            <a:pathLst>
              <a:path w="10451465">
                <a:moveTo>
                  <a:pt x="0" y="0"/>
                </a:moveTo>
                <a:lnTo>
                  <a:pt x="10451331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157119" y="6128392"/>
            <a:ext cx="10451465" cy="0"/>
          </a:xfrm>
          <a:custGeom>
            <a:avLst/>
            <a:gdLst/>
            <a:ahLst/>
            <a:cxnLst/>
            <a:rect l="l" t="t" r="r" b="b"/>
            <a:pathLst>
              <a:path w="10451465">
                <a:moveTo>
                  <a:pt x="0" y="0"/>
                </a:moveTo>
                <a:lnTo>
                  <a:pt x="10451331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157119" y="5433067"/>
            <a:ext cx="10451465" cy="0"/>
          </a:xfrm>
          <a:custGeom>
            <a:avLst/>
            <a:gdLst/>
            <a:ahLst/>
            <a:cxnLst/>
            <a:rect l="l" t="t" r="r" b="b"/>
            <a:pathLst>
              <a:path w="10451465">
                <a:moveTo>
                  <a:pt x="0" y="0"/>
                </a:moveTo>
                <a:lnTo>
                  <a:pt x="10451331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157119" y="4737742"/>
            <a:ext cx="10451465" cy="0"/>
          </a:xfrm>
          <a:custGeom>
            <a:avLst/>
            <a:gdLst/>
            <a:ahLst/>
            <a:cxnLst/>
            <a:rect l="l" t="t" r="r" b="b"/>
            <a:pathLst>
              <a:path w="10451465">
                <a:moveTo>
                  <a:pt x="0" y="0"/>
                </a:moveTo>
                <a:lnTo>
                  <a:pt x="10451331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157119" y="4042417"/>
            <a:ext cx="10451465" cy="0"/>
          </a:xfrm>
          <a:custGeom>
            <a:avLst/>
            <a:gdLst/>
            <a:ahLst/>
            <a:cxnLst/>
            <a:rect l="l" t="t" r="r" b="b"/>
            <a:pathLst>
              <a:path w="10451465">
                <a:moveTo>
                  <a:pt x="0" y="0"/>
                </a:moveTo>
                <a:lnTo>
                  <a:pt x="10451331" y="0"/>
                </a:lnTo>
              </a:path>
            </a:pathLst>
          </a:custGeom>
          <a:ln w="9525">
            <a:solidFill>
              <a:srgbClr val="BABB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4157119" y="3342330"/>
            <a:ext cx="10451465" cy="3486150"/>
            <a:chOff x="4157119" y="3342330"/>
            <a:chExt cx="10451465" cy="3486150"/>
          </a:xfrm>
        </p:grpSpPr>
        <p:sp>
          <p:nvSpPr>
            <p:cNvPr id="60" name="object 60"/>
            <p:cNvSpPr/>
            <p:nvPr/>
          </p:nvSpPr>
          <p:spPr>
            <a:xfrm>
              <a:off x="4157119" y="3347092"/>
              <a:ext cx="10451465" cy="0"/>
            </a:xfrm>
            <a:custGeom>
              <a:avLst/>
              <a:gdLst/>
              <a:ahLst/>
              <a:cxnLst/>
              <a:rect l="l" t="t" r="r" b="b"/>
              <a:pathLst>
                <a:path w="10451465">
                  <a:moveTo>
                    <a:pt x="0" y="0"/>
                  </a:moveTo>
                  <a:lnTo>
                    <a:pt x="10451331" y="0"/>
                  </a:lnTo>
                </a:path>
              </a:pathLst>
            </a:custGeom>
            <a:ln w="9525">
              <a:solidFill>
                <a:srgbClr val="BABB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157119" y="3344861"/>
              <a:ext cx="10451465" cy="3479165"/>
            </a:xfrm>
            <a:custGeom>
              <a:avLst/>
              <a:gdLst/>
              <a:ahLst/>
              <a:cxnLst/>
              <a:rect l="l" t="t" r="r" b="b"/>
              <a:pathLst>
                <a:path w="10451465" h="3479165">
                  <a:moveTo>
                    <a:pt x="6132" y="3478066"/>
                  </a:moveTo>
                  <a:lnTo>
                    <a:pt x="6132" y="0"/>
                  </a:lnTo>
                </a:path>
                <a:path w="10451465" h="3479165">
                  <a:moveTo>
                    <a:pt x="0" y="3478856"/>
                  </a:moveTo>
                  <a:lnTo>
                    <a:pt x="10451331" y="3478856"/>
                  </a:lnTo>
                </a:path>
              </a:pathLst>
            </a:custGeom>
            <a:ln w="9525">
              <a:solidFill>
                <a:srgbClr val="BABB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2" name="object 6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900337" y="6737392"/>
            <a:ext cx="127920" cy="171926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3694216" y="6041780"/>
            <a:ext cx="332740" cy="172085"/>
            <a:chOff x="3694216" y="6041780"/>
            <a:chExt cx="332740" cy="172085"/>
          </a:xfrm>
        </p:grpSpPr>
        <p:pic>
          <p:nvPicPr>
            <p:cNvPr id="64" name="object 6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94216" y="6041780"/>
              <a:ext cx="127920" cy="171926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847473" y="6176939"/>
              <a:ext cx="36195" cy="35560"/>
            </a:xfrm>
            <a:custGeom>
              <a:avLst/>
              <a:gdLst/>
              <a:ahLst/>
              <a:cxnLst/>
              <a:rect l="l" t="t" r="r" b="b"/>
              <a:pathLst>
                <a:path w="36195" h="35560">
                  <a:moveTo>
                    <a:pt x="27527" y="35432"/>
                  </a:moveTo>
                  <a:lnTo>
                    <a:pt x="17907" y="35432"/>
                  </a:lnTo>
                  <a:lnTo>
                    <a:pt x="8096" y="35432"/>
                  </a:lnTo>
                  <a:lnTo>
                    <a:pt x="0" y="27431"/>
                  </a:lnTo>
                  <a:lnTo>
                    <a:pt x="190" y="17621"/>
                  </a:lnTo>
                  <a:lnTo>
                    <a:pt x="0" y="7810"/>
                  </a:lnTo>
                  <a:lnTo>
                    <a:pt x="8096" y="0"/>
                  </a:lnTo>
                  <a:lnTo>
                    <a:pt x="27527" y="0"/>
                  </a:lnTo>
                  <a:lnTo>
                    <a:pt x="35718" y="7810"/>
                  </a:lnTo>
                  <a:lnTo>
                    <a:pt x="35718" y="27431"/>
                  </a:lnTo>
                  <a:lnTo>
                    <a:pt x="27527" y="35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10624" y="6041780"/>
              <a:ext cx="116300" cy="168783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3684024" y="5346166"/>
            <a:ext cx="345440" cy="172085"/>
            <a:chOff x="3684024" y="5346166"/>
            <a:chExt cx="345440" cy="172085"/>
          </a:xfrm>
        </p:grpSpPr>
        <p:pic>
          <p:nvPicPr>
            <p:cNvPr id="68" name="object 6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684024" y="5346166"/>
              <a:ext cx="128016" cy="171926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837281" y="5481326"/>
              <a:ext cx="36195" cy="35560"/>
            </a:xfrm>
            <a:custGeom>
              <a:avLst/>
              <a:gdLst/>
              <a:ahLst/>
              <a:cxnLst/>
              <a:rect l="l" t="t" r="r" b="b"/>
              <a:pathLst>
                <a:path w="36195" h="35560">
                  <a:moveTo>
                    <a:pt x="27622" y="35432"/>
                  </a:moveTo>
                  <a:lnTo>
                    <a:pt x="18002" y="35432"/>
                  </a:lnTo>
                  <a:lnTo>
                    <a:pt x="11053" y="34029"/>
                  </a:lnTo>
                  <a:lnTo>
                    <a:pt x="5345" y="30206"/>
                  </a:lnTo>
                  <a:lnTo>
                    <a:pt x="1513" y="24543"/>
                  </a:lnTo>
                  <a:lnTo>
                    <a:pt x="190" y="17621"/>
                  </a:lnTo>
                  <a:lnTo>
                    <a:pt x="0" y="7810"/>
                  </a:lnTo>
                  <a:lnTo>
                    <a:pt x="8191" y="0"/>
                  </a:lnTo>
                  <a:lnTo>
                    <a:pt x="27622" y="0"/>
                  </a:lnTo>
                  <a:lnTo>
                    <a:pt x="35718" y="7810"/>
                  </a:lnTo>
                  <a:lnTo>
                    <a:pt x="35814" y="17621"/>
                  </a:lnTo>
                  <a:lnTo>
                    <a:pt x="35718" y="27431"/>
                  </a:lnTo>
                  <a:lnTo>
                    <a:pt x="27622" y="35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898146" y="5348452"/>
              <a:ext cx="131159" cy="166497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3687072" y="4650554"/>
            <a:ext cx="340995" cy="172085"/>
            <a:chOff x="3687072" y="4650554"/>
            <a:chExt cx="340995" cy="172085"/>
          </a:xfrm>
        </p:grpSpPr>
        <p:pic>
          <p:nvPicPr>
            <p:cNvPr id="72" name="object 7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687072" y="4650554"/>
              <a:ext cx="127920" cy="17192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3840329" y="4785713"/>
              <a:ext cx="36195" cy="35560"/>
            </a:xfrm>
            <a:custGeom>
              <a:avLst/>
              <a:gdLst/>
              <a:ahLst/>
              <a:cxnLst/>
              <a:rect l="l" t="t" r="r" b="b"/>
              <a:pathLst>
                <a:path w="36195" h="35560">
                  <a:moveTo>
                    <a:pt x="27527" y="35432"/>
                  </a:moveTo>
                  <a:lnTo>
                    <a:pt x="17907" y="35432"/>
                  </a:lnTo>
                  <a:lnTo>
                    <a:pt x="8096" y="35432"/>
                  </a:lnTo>
                  <a:lnTo>
                    <a:pt x="0" y="27431"/>
                  </a:lnTo>
                  <a:lnTo>
                    <a:pt x="95" y="17621"/>
                  </a:lnTo>
                  <a:lnTo>
                    <a:pt x="0" y="7810"/>
                  </a:lnTo>
                  <a:lnTo>
                    <a:pt x="8096" y="0"/>
                  </a:lnTo>
                  <a:lnTo>
                    <a:pt x="27527" y="0"/>
                  </a:lnTo>
                  <a:lnTo>
                    <a:pt x="35623" y="7810"/>
                  </a:lnTo>
                  <a:lnTo>
                    <a:pt x="35718" y="17621"/>
                  </a:lnTo>
                  <a:lnTo>
                    <a:pt x="35623" y="27431"/>
                  </a:lnTo>
                  <a:lnTo>
                    <a:pt x="27527" y="35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01575" y="4650554"/>
              <a:ext cx="126301" cy="171069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3687548" y="3954940"/>
            <a:ext cx="340995" cy="172085"/>
            <a:chOff x="3687548" y="3954940"/>
            <a:chExt cx="340995" cy="172085"/>
          </a:xfrm>
        </p:grpSpPr>
        <p:pic>
          <p:nvPicPr>
            <p:cNvPr id="76" name="object 7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687548" y="3954940"/>
              <a:ext cx="127920" cy="17192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3840805" y="4090100"/>
              <a:ext cx="36195" cy="35560"/>
            </a:xfrm>
            <a:custGeom>
              <a:avLst/>
              <a:gdLst/>
              <a:ahLst/>
              <a:cxnLst/>
              <a:rect l="l" t="t" r="r" b="b"/>
              <a:pathLst>
                <a:path w="36195" h="35560">
                  <a:moveTo>
                    <a:pt x="27527" y="35432"/>
                  </a:moveTo>
                  <a:lnTo>
                    <a:pt x="18002" y="35432"/>
                  </a:lnTo>
                  <a:lnTo>
                    <a:pt x="11013" y="34029"/>
                  </a:lnTo>
                  <a:lnTo>
                    <a:pt x="5310" y="30206"/>
                  </a:lnTo>
                  <a:lnTo>
                    <a:pt x="1500" y="24543"/>
                  </a:lnTo>
                  <a:lnTo>
                    <a:pt x="190" y="17621"/>
                  </a:lnTo>
                  <a:lnTo>
                    <a:pt x="0" y="7810"/>
                  </a:lnTo>
                  <a:lnTo>
                    <a:pt x="8096" y="0"/>
                  </a:lnTo>
                  <a:lnTo>
                    <a:pt x="27527" y="0"/>
                  </a:lnTo>
                  <a:lnTo>
                    <a:pt x="35718" y="7810"/>
                  </a:lnTo>
                  <a:lnTo>
                    <a:pt x="35718" y="27431"/>
                  </a:lnTo>
                  <a:lnTo>
                    <a:pt x="27527" y="354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901956" y="3954940"/>
              <a:ext cx="126396" cy="171069"/>
            </a:xfrm>
            <a:prstGeom prst="rect">
              <a:avLst/>
            </a:prstGeom>
          </p:spPr>
        </p:pic>
      </p:grpSp>
      <p:pic>
        <p:nvPicPr>
          <p:cNvPr id="79" name="object 7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942818" y="3261612"/>
            <a:ext cx="70008" cy="166496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813092" y="6954075"/>
            <a:ext cx="184023" cy="206692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9188951" y="6954265"/>
            <a:ext cx="393700" cy="207645"/>
            <a:chOff x="9188951" y="6954265"/>
            <a:chExt cx="393700" cy="207645"/>
          </a:xfrm>
        </p:grpSpPr>
        <p:pic>
          <p:nvPicPr>
            <p:cNvPr id="82" name="object 8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188951" y="6954265"/>
              <a:ext cx="171259" cy="20764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387547" y="6954265"/>
              <a:ext cx="194881" cy="207073"/>
            </a:xfrm>
            <a:prstGeom prst="rect">
              <a:avLst/>
            </a:prstGeom>
          </p:spPr>
        </p:pic>
      </p:grpSp>
      <p:sp>
        <p:nvSpPr>
          <p:cNvPr id="84" name="object 84"/>
          <p:cNvSpPr/>
          <p:nvPr/>
        </p:nvSpPr>
        <p:spPr>
          <a:xfrm>
            <a:off x="12909994" y="6954621"/>
            <a:ext cx="55244" cy="118110"/>
          </a:xfrm>
          <a:custGeom>
            <a:avLst/>
            <a:gdLst/>
            <a:ahLst/>
            <a:cxnLst/>
            <a:rect l="l" t="t" r="r" b="b"/>
            <a:pathLst>
              <a:path w="55245" h="118109">
                <a:moveTo>
                  <a:pt x="54673" y="46990"/>
                </a:moveTo>
                <a:lnTo>
                  <a:pt x="25615" y="46990"/>
                </a:lnTo>
                <a:lnTo>
                  <a:pt x="25615" y="0"/>
                </a:lnTo>
                <a:lnTo>
                  <a:pt x="0" y="0"/>
                </a:lnTo>
                <a:lnTo>
                  <a:pt x="0" y="46990"/>
                </a:lnTo>
                <a:lnTo>
                  <a:pt x="0" y="68580"/>
                </a:lnTo>
                <a:lnTo>
                  <a:pt x="0" y="118110"/>
                </a:lnTo>
                <a:lnTo>
                  <a:pt x="25615" y="118110"/>
                </a:lnTo>
                <a:lnTo>
                  <a:pt x="25615" y="68580"/>
                </a:lnTo>
                <a:lnTo>
                  <a:pt x="54673" y="68580"/>
                </a:lnTo>
                <a:lnTo>
                  <a:pt x="54673" y="469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2778740" y="6964781"/>
            <a:ext cx="157480" cy="194310"/>
          </a:xfrm>
          <a:custGeom>
            <a:avLst/>
            <a:gdLst/>
            <a:ahLst/>
            <a:cxnLst/>
            <a:rect l="l" t="t" r="r" b="b"/>
            <a:pathLst>
              <a:path w="157479" h="194309">
                <a:moveTo>
                  <a:pt x="99250" y="254"/>
                </a:moveTo>
                <a:lnTo>
                  <a:pt x="73723" y="254"/>
                </a:lnTo>
                <a:lnTo>
                  <a:pt x="73723" y="27940"/>
                </a:lnTo>
                <a:lnTo>
                  <a:pt x="25336" y="27940"/>
                </a:lnTo>
                <a:lnTo>
                  <a:pt x="25336" y="0"/>
                </a:lnTo>
                <a:lnTo>
                  <a:pt x="0" y="0"/>
                </a:lnTo>
                <a:lnTo>
                  <a:pt x="0" y="27940"/>
                </a:lnTo>
                <a:lnTo>
                  <a:pt x="0" y="48260"/>
                </a:lnTo>
                <a:lnTo>
                  <a:pt x="0" y="77470"/>
                </a:lnTo>
                <a:lnTo>
                  <a:pt x="0" y="97790"/>
                </a:lnTo>
                <a:lnTo>
                  <a:pt x="99250" y="97790"/>
                </a:lnTo>
                <a:lnTo>
                  <a:pt x="99250" y="77470"/>
                </a:lnTo>
                <a:lnTo>
                  <a:pt x="25336" y="77470"/>
                </a:lnTo>
                <a:lnTo>
                  <a:pt x="25336" y="48260"/>
                </a:lnTo>
                <a:lnTo>
                  <a:pt x="73723" y="48260"/>
                </a:lnTo>
                <a:lnTo>
                  <a:pt x="73723" y="76923"/>
                </a:lnTo>
                <a:lnTo>
                  <a:pt x="99250" y="76923"/>
                </a:lnTo>
                <a:lnTo>
                  <a:pt x="99250" y="48260"/>
                </a:lnTo>
                <a:lnTo>
                  <a:pt x="99250" y="28346"/>
                </a:lnTo>
                <a:lnTo>
                  <a:pt x="99250" y="27940"/>
                </a:lnTo>
                <a:lnTo>
                  <a:pt x="99250" y="254"/>
                </a:lnTo>
                <a:close/>
              </a:path>
              <a:path w="157479" h="194309">
                <a:moveTo>
                  <a:pt x="156870" y="118110"/>
                </a:moveTo>
                <a:lnTo>
                  <a:pt x="22669" y="118110"/>
                </a:lnTo>
                <a:lnTo>
                  <a:pt x="22669" y="138430"/>
                </a:lnTo>
                <a:lnTo>
                  <a:pt x="22669" y="173990"/>
                </a:lnTo>
                <a:lnTo>
                  <a:pt x="22669" y="194310"/>
                </a:lnTo>
                <a:lnTo>
                  <a:pt x="156870" y="194310"/>
                </a:lnTo>
                <a:lnTo>
                  <a:pt x="156870" y="173990"/>
                </a:lnTo>
                <a:lnTo>
                  <a:pt x="156870" y="139026"/>
                </a:lnTo>
                <a:lnTo>
                  <a:pt x="131635" y="139026"/>
                </a:lnTo>
                <a:lnTo>
                  <a:pt x="131635" y="173990"/>
                </a:lnTo>
                <a:lnTo>
                  <a:pt x="47904" y="173990"/>
                </a:lnTo>
                <a:lnTo>
                  <a:pt x="47904" y="138430"/>
                </a:lnTo>
                <a:lnTo>
                  <a:pt x="156870" y="138430"/>
                </a:lnTo>
                <a:lnTo>
                  <a:pt x="156870" y="1181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539377" y="4499580"/>
            <a:ext cx="1167130" cy="2323465"/>
          </a:xfrm>
          <a:custGeom>
            <a:avLst/>
            <a:gdLst/>
            <a:ahLst/>
            <a:cxnLst/>
            <a:rect l="l" t="t" r="r" b="b"/>
            <a:pathLst>
              <a:path w="1167129" h="2323465">
                <a:moveTo>
                  <a:pt x="1167064" y="2323347"/>
                </a:moveTo>
                <a:lnTo>
                  <a:pt x="0" y="2323347"/>
                </a:lnTo>
                <a:lnTo>
                  <a:pt x="0" y="116706"/>
                </a:lnTo>
                <a:lnTo>
                  <a:pt x="8884" y="72044"/>
                </a:lnTo>
                <a:lnTo>
                  <a:pt x="34183" y="34182"/>
                </a:lnTo>
                <a:lnTo>
                  <a:pt x="72045" y="8883"/>
                </a:lnTo>
                <a:lnTo>
                  <a:pt x="116706" y="0"/>
                </a:lnTo>
                <a:lnTo>
                  <a:pt x="1050358" y="0"/>
                </a:lnTo>
                <a:lnTo>
                  <a:pt x="1095020" y="8883"/>
                </a:lnTo>
                <a:lnTo>
                  <a:pt x="1132882" y="34182"/>
                </a:lnTo>
                <a:lnTo>
                  <a:pt x="1158180" y="72044"/>
                </a:lnTo>
                <a:lnTo>
                  <a:pt x="1167064" y="116706"/>
                </a:lnTo>
                <a:lnTo>
                  <a:pt x="1167064" y="2323347"/>
                </a:lnTo>
                <a:close/>
              </a:path>
            </a:pathLst>
          </a:custGeom>
          <a:solidFill>
            <a:srgbClr val="ACB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023154" y="4165685"/>
            <a:ext cx="1167130" cy="2657475"/>
          </a:xfrm>
          <a:custGeom>
            <a:avLst/>
            <a:gdLst/>
            <a:ahLst/>
            <a:cxnLst/>
            <a:rect l="l" t="t" r="r" b="b"/>
            <a:pathLst>
              <a:path w="1167129" h="2657475">
                <a:moveTo>
                  <a:pt x="1167064" y="2657241"/>
                </a:moveTo>
                <a:lnTo>
                  <a:pt x="0" y="2657241"/>
                </a:lnTo>
                <a:lnTo>
                  <a:pt x="0" y="116706"/>
                </a:lnTo>
                <a:lnTo>
                  <a:pt x="8883" y="72044"/>
                </a:lnTo>
                <a:lnTo>
                  <a:pt x="34182" y="34182"/>
                </a:lnTo>
                <a:lnTo>
                  <a:pt x="72044" y="8883"/>
                </a:lnTo>
                <a:lnTo>
                  <a:pt x="116706" y="0"/>
                </a:lnTo>
                <a:lnTo>
                  <a:pt x="1050357" y="0"/>
                </a:lnTo>
                <a:lnTo>
                  <a:pt x="1095019" y="8883"/>
                </a:lnTo>
                <a:lnTo>
                  <a:pt x="1132881" y="34182"/>
                </a:lnTo>
                <a:lnTo>
                  <a:pt x="1158180" y="72044"/>
                </a:lnTo>
                <a:lnTo>
                  <a:pt x="1167064" y="116706"/>
                </a:lnTo>
                <a:lnTo>
                  <a:pt x="1167064" y="2657241"/>
                </a:lnTo>
                <a:close/>
              </a:path>
            </a:pathLst>
          </a:custGeom>
          <a:solidFill>
            <a:srgbClr val="ACB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1506930" y="4231768"/>
            <a:ext cx="1167130" cy="2591435"/>
          </a:xfrm>
          <a:custGeom>
            <a:avLst/>
            <a:gdLst/>
            <a:ahLst/>
            <a:cxnLst/>
            <a:rect l="l" t="t" r="r" b="b"/>
            <a:pathLst>
              <a:path w="1167129" h="2591434">
                <a:moveTo>
                  <a:pt x="1167064" y="2591159"/>
                </a:moveTo>
                <a:lnTo>
                  <a:pt x="0" y="2591159"/>
                </a:lnTo>
                <a:lnTo>
                  <a:pt x="0" y="116706"/>
                </a:lnTo>
                <a:lnTo>
                  <a:pt x="8883" y="72045"/>
                </a:lnTo>
                <a:lnTo>
                  <a:pt x="34182" y="34182"/>
                </a:lnTo>
                <a:lnTo>
                  <a:pt x="72045" y="8883"/>
                </a:lnTo>
                <a:lnTo>
                  <a:pt x="116706" y="0"/>
                </a:lnTo>
                <a:lnTo>
                  <a:pt x="1050358" y="0"/>
                </a:lnTo>
                <a:lnTo>
                  <a:pt x="1095020" y="8884"/>
                </a:lnTo>
                <a:lnTo>
                  <a:pt x="1132882" y="34183"/>
                </a:lnTo>
                <a:lnTo>
                  <a:pt x="1158181" y="72045"/>
                </a:lnTo>
                <a:lnTo>
                  <a:pt x="1167064" y="116706"/>
                </a:lnTo>
                <a:lnTo>
                  <a:pt x="1167064" y="2591159"/>
                </a:lnTo>
                <a:close/>
              </a:path>
            </a:pathLst>
          </a:custGeom>
          <a:solidFill>
            <a:srgbClr val="ACB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091573" y="3727449"/>
            <a:ext cx="1167130" cy="3095625"/>
          </a:xfrm>
          <a:custGeom>
            <a:avLst/>
            <a:gdLst/>
            <a:ahLst/>
            <a:cxnLst/>
            <a:rect l="l" t="t" r="r" b="b"/>
            <a:pathLst>
              <a:path w="1167129" h="3095625">
                <a:moveTo>
                  <a:pt x="1167064" y="3095478"/>
                </a:moveTo>
                <a:lnTo>
                  <a:pt x="0" y="3095478"/>
                </a:lnTo>
                <a:lnTo>
                  <a:pt x="0" y="116706"/>
                </a:lnTo>
                <a:lnTo>
                  <a:pt x="8884" y="72044"/>
                </a:lnTo>
                <a:lnTo>
                  <a:pt x="34183" y="34182"/>
                </a:lnTo>
                <a:lnTo>
                  <a:pt x="72045" y="8883"/>
                </a:lnTo>
                <a:lnTo>
                  <a:pt x="116706" y="0"/>
                </a:lnTo>
                <a:lnTo>
                  <a:pt x="1050358" y="0"/>
                </a:lnTo>
                <a:lnTo>
                  <a:pt x="1095020" y="8883"/>
                </a:lnTo>
                <a:lnTo>
                  <a:pt x="1132882" y="34182"/>
                </a:lnTo>
                <a:lnTo>
                  <a:pt x="1158180" y="72044"/>
                </a:lnTo>
                <a:lnTo>
                  <a:pt x="1167064" y="116706"/>
                </a:lnTo>
                <a:lnTo>
                  <a:pt x="1167064" y="3095478"/>
                </a:lnTo>
                <a:close/>
              </a:path>
            </a:pathLst>
          </a:custGeom>
          <a:solidFill>
            <a:srgbClr val="3E63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9575351" y="3633541"/>
            <a:ext cx="1167130" cy="3189605"/>
          </a:xfrm>
          <a:custGeom>
            <a:avLst/>
            <a:gdLst/>
            <a:ahLst/>
            <a:cxnLst/>
            <a:rect l="l" t="t" r="r" b="b"/>
            <a:pathLst>
              <a:path w="1167129" h="3189604">
                <a:moveTo>
                  <a:pt x="1167064" y="3189386"/>
                </a:moveTo>
                <a:lnTo>
                  <a:pt x="0" y="3189386"/>
                </a:lnTo>
                <a:lnTo>
                  <a:pt x="0" y="116706"/>
                </a:lnTo>
                <a:lnTo>
                  <a:pt x="8883" y="72045"/>
                </a:lnTo>
                <a:lnTo>
                  <a:pt x="34182" y="34183"/>
                </a:lnTo>
                <a:lnTo>
                  <a:pt x="72044" y="8884"/>
                </a:lnTo>
                <a:lnTo>
                  <a:pt x="116706" y="0"/>
                </a:lnTo>
                <a:lnTo>
                  <a:pt x="1050357" y="0"/>
                </a:lnTo>
                <a:lnTo>
                  <a:pt x="1095019" y="8883"/>
                </a:lnTo>
                <a:lnTo>
                  <a:pt x="1132882" y="34182"/>
                </a:lnTo>
                <a:lnTo>
                  <a:pt x="1158181" y="72045"/>
                </a:lnTo>
                <a:lnTo>
                  <a:pt x="1167064" y="116706"/>
                </a:lnTo>
                <a:lnTo>
                  <a:pt x="1167064" y="3189386"/>
                </a:lnTo>
                <a:close/>
              </a:path>
            </a:pathLst>
          </a:custGeom>
          <a:solidFill>
            <a:srgbClr val="3E63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3059126" y="3623107"/>
            <a:ext cx="1167130" cy="3200400"/>
          </a:xfrm>
          <a:custGeom>
            <a:avLst/>
            <a:gdLst/>
            <a:ahLst/>
            <a:cxnLst/>
            <a:rect l="l" t="t" r="r" b="b"/>
            <a:pathLst>
              <a:path w="1167130" h="3200400">
                <a:moveTo>
                  <a:pt x="1167064" y="3199819"/>
                </a:moveTo>
                <a:lnTo>
                  <a:pt x="0" y="3199819"/>
                </a:lnTo>
                <a:lnTo>
                  <a:pt x="0" y="116706"/>
                </a:lnTo>
                <a:lnTo>
                  <a:pt x="8884" y="72044"/>
                </a:lnTo>
                <a:lnTo>
                  <a:pt x="34183" y="34182"/>
                </a:lnTo>
                <a:lnTo>
                  <a:pt x="72045" y="8883"/>
                </a:lnTo>
                <a:lnTo>
                  <a:pt x="116706" y="0"/>
                </a:lnTo>
                <a:lnTo>
                  <a:pt x="1050358" y="0"/>
                </a:lnTo>
                <a:lnTo>
                  <a:pt x="1095020" y="8883"/>
                </a:lnTo>
                <a:lnTo>
                  <a:pt x="1132882" y="34182"/>
                </a:lnTo>
                <a:lnTo>
                  <a:pt x="1158180" y="72044"/>
                </a:lnTo>
                <a:lnTo>
                  <a:pt x="1167064" y="116706"/>
                </a:lnTo>
                <a:lnTo>
                  <a:pt x="1167064" y="3199819"/>
                </a:lnTo>
                <a:close/>
              </a:path>
            </a:pathLst>
          </a:custGeom>
          <a:solidFill>
            <a:srgbClr val="3E63B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2" name="object 92"/>
          <p:cNvGrpSpPr/>
          <p:nvPr/>
        </p:nvGrpSpPr>
        <p:grpSpPr>
          <a:xfrm>
            <a:off x="4803536" y="4178694"/>
            <a:ext cx="639445" cy="172085"/>
            <a:chOff x="4803536" y="4178694"/>
            <a:chExt cx="639445" cy="172085"/>
          </a:xfrm>
        </p:grpSpPr>
        <p:pic>
          <p:nvPicPr>
            <p:cNvPr id="93" name="object 9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803536" y="4178694"/>
              <a:ext cx="128016" cy="171926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956793" y="4313758"/>
              <a:ext cx="36195" cy="35560"/>
            </a:xfrm>
            <a:custGeom>
              <a:avLst/>
              <a:gdLst/>
              <a:ahLst/>
              <a:cxnLst/>
              <a:rect l="l" t="t" r="r" b="b"/>
              <a:pathLst>
                <a:path w="36195" h="35560">
                  <a:moveTo>
                    <a:pt x="27622" y="35528"/>
                  </a:moveTo>
                  <a:lnTo>
                    <a:pt x="18002" y="35528"/>
                  </a:lnTo>
                  <a:lnTo>
                    <a:pt x="11053" y="34124"/>
                  </a:lnTo>
                  <a:lnTo>
                    <a:pt x="5345" y="30301"/>
                  </a:lnTo>
                  <a:lnTo>
                    <a:pt x="1513" y="24638"/>
                  </a:lnTo>
                  <a:lnTo>
                    <a:pt x="190" y="17716"/>
                  </a:lnTo>
                  <a:lnTo>
                    <a:pt x="0" y="7905"/>
                  </a:lnTo>
                  <a:lnTo>
                    <a:pt x="8191" y="0"/>
                  </a:lnTo>
                  <a:lnTo>
                    <a:pt x="27622" y="0"/>
                  </a:lnTo>
                  <a:lnTo>
                    <a:pt x="35718" y="7905"/>
                  </a:lnTo>
                  <a:lnTo>
                    <a:pt x="35813" y="17716"/>
                  </a:lnTo>
                  <a:lnTo>
                    <a:pt x="35718" y="27527"/>
                  </a:lnTo>
                  <a:lnTo>
                    <a:pt x="27622" y="35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018134" y="4178694"/>
              <a:ext cx="126206" cy="171069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167105" y="4178694"/>
              <a:ext cx="126301" cy="171069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315981" y="4178694"/>
              <a:ext cx="126396" cy="171069"/>
            </a:xfrm>
            <a:prstGeom prst="rect">
              <a:avLst/>
            </a:prstGeom>
          </p:spPr>
        </p:pic>
      </p:grpSp>
      <p:grpSp>
        <p:nvGrpSpPr>
          <p:cNvPr id="98" name="object 98"/>
          <p:cNvGrpSpPr/>
          <p:nvPr/>
        </p:nvGrpSpPr>
        <p:grpSpPr>
          <a:xfrm>
            <a:off x="8293313" y="3844799"/>
            <a:ext cx="628015" cy="172085"/>
            <a:chOff x="8293313" y="3844799"/>
            <a:chExt cx="628015" cy="172085"/>
          </a:xfrm>
        </p:grpSpPr>
        <p:pic>
          <p:nvPicPr>
            <p:cNvPr id="99" name="object 9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293313" y="3844799"/>
              <a:ext cx="127920" cy="171926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8446571" y="3979864"/>
              <a:ext cx="36195" cy="35560"/>
            </a:xfrm>
            <a:custGeom>
              <a:avLst/>
              <a:gdLst/>
              <a:ahLst/>
              <a:cxnLst/>
              <a:rect l="l" t="t" r="r" b="b"/>
              <a:pathLst>
                <a:path w="36195" h="35560">
                  <a:moveTo>
                    <a:pt x="27527" y="35528"/>
                  </a:moveTo>
                  <a:lnTo>
                    <a:pt x="17906" y="35528"/>
                  </a:lnTo>
                  <a:lnTo>
                    <a:pt x="8096" y="35528"/>
                  </a:lnTo>
                  <a:lnTo>
                    <a:pt x="0" y="27527"/>
                  </a:lnTo>
                  <a:lnTo>
                    <a:pt x="95" y="17716"/>
                  </a:lnTo>
                  <a:lnTo>
                    <a:pt x="0" y="7905"/>
                  </a:lnTo>
                  <a:lnTo>
                    <a:pt x="8096" y="0"/>
                  </a:lnTo>
                  <a:lnTo>
                    <a:pt x="27527" y="0"/>
                  </a:lnTo>
                  <a:lnTo>
                    <a:pt x="35623" y="7905"/>
                  </a:lnTo>
                  <a:lnTo>
                    <a:pt x="35718" y="17716"/>
                  </a:lnTo>
                  <a:lnTo>
                    <a:pt x="35623" y="27527"/>
                  </a:lnTo>
                  <a:lnTo>
                    <a:pt x="27527" y="35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505054" y="3847085"/>
              <a:ext cx="114776" cy="166497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641452" y="3844799"/>
              <a:ext cx="126301" cy="171069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790042" y="3847085"/>
              <a:ext cx="131159" cy="166497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11778901" y="3910882"/>
            <a:ext cx="622935" cy="172085"/>
            <a:chOff x="11778901" y="3910882"/>
            <a:chExt cx="622935" cy="172085"/>
          </a:xfrm>
        </p:grpSpPr>
        <p:pic>
          <p:nvPicPr>
            <p:cNvPr id="105" name="object 10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778901" y="3910882"/>
              <a:ext cx="128016" cy="171926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1932158" y="4045947"/>
              <a:ext cx="36195" cy="35560"/>
            </a:xfrm>
            <a:custGeom>
              <a:avLst/>
              <a:gdLst/>
              <a:ahLst/>
              <a:cxnLst/>
              <a:rect l="l" t="t" r="r" b="b"/>
              <a:pathLst>
                <a:path w="36195" h="35560">
                  <a:moveTo>
                    <a:pt x="27622" y="35528"/>
                  </a:moveTo>
                  <a:lnTo>
                    <a:pt x="18002" y="35528"/>
                  </a:lnTo>
                  <a:lnTo>
                    <a:pt x="11053" y="34124"/>
                  </a:lnTo>
                  <a:lnTo>
                    <a:pt x="5345" y="30301"/>
                  </a:lnTo>
                  <a:lnTo>
                    <a:pt x="1513" y="24638"/>
                  </a:lnTo>
                  <a:lnTo>
                    <a:pt x="190" y="17716"/>
                  </a:lnTo>
                  <a:lnTo>
                    <a:pt x="0" y="7905"/>
                  </a:lnTo>
                  <a:lnTo>
                    <a:pt x="8191" y="0"/>
                  </a:lnTo>
                  <a:lnTo>
                    <a:pt x="27622" y="0"/>
                  </a:lnTo>
                  <a:lnTo>
                    <a:pt x="35718" y="7905"/>
                  </a:lnTo>
                  <a:lnTo>
                    <a:pt x="35814" y="17716"/>
                  </a:lnTo>
                  <a:lnTo>
                    <a:pt x="35718" y="27527"/>
                  </a:lnTo>
                  <a:lnTo>
                    <a:pt x="27622" y="35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990737" y="3913168"/>
              <a:ext cx="114776" cy="166497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2126658" y="3913168"/>
              <a:ext cx="131159" cy="16649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282202" y="3913168"/>
              <a:ext cx="119634" cy="168783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6430314" y="3406563"/>
            <a:ext cx="490220" cy="172085"/>
            <a:chOff x="6430314" y="3406563"/>
            <a:chExt cx="490220" cy="172085"/>
          </a:xfrm>
        </p:grpSpPr>
        <p:pic>
          <p:nvPicPr>
            <p:cNvPr id="111" name="object 11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430314" y="3406563"/>
              <a:ext cx="127920" cy="171926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6583571" y="3541627"/>
              <a:ext cx="36195" cy="35560"/>
            </a:xfrm>
            <a:custGeom>
              <a:avLst/>
              <a:gdLst/>
              <a:ahLst/>
              <a:cxnLst/>
              <a:rect l="l" t="t" r="r" b="b"/>
              <a:pathLst>
                <a:path w="36195" h="35560">
                  <a:moveTo>
                    <a:pt x="27527" y="35528"/>
                  </a:moveTo>
                  <a:lnTo>
                    <a:pt x="17906" y="35528"/>
                  </a:lnTo>
                  <a:lnTo>
                    <a:pt x="8096" y="35528"/>
                  </a:lnTo>
                  <a:lnTo>
                    <a:pt x="0" y="27527"/>
                  </a:lnTo>
                  <a:lnTo>
                    <a:pt x="95" y="17716"/>
                  </a:lnTo>
                  <a:lnTo>
                    <a:pt x="0" y="7905"/>
                  </a:lnTo>
                  <a:lnTo>
                    <a:pt x="8096" y="0"/>
                  </a:lnTo>
                  <a:lnTo>
                    <a:pt x="27527" y="0"/>
                  </a:lnTo>
                  <a:lnTo>
                    <a:pt x="35623" y="7905"/>
                  </a:lnTo>
                  <a:lnTo>
                    <a:pt x="35718" y="17716"/>
                  </a:lnTo>
                  <a:lnTo>
                    <a:pt x="35623" y="27527"/>
                  </a:lnTo>
                  <a:lnTo>
                    <a:pt x="27527" y="35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644626" y="3406563"/>
              <a:ext cx="126492" cy="171069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793693" y="3406563"/>
              <a:ext cx="126301" cy="171069"/>
            </a:xfrm>
            <a:prstGeom prst="rect">
              <a:avLst/>
            </a:prstGeom>
          </p:spPr>
        </p:pic>
      </p:grpSp>
      <p:grpSp>
        <p:nvGrpSpPr>
          <p:cNvPr id="115" name="object 115"/>
          <p:cNvGrpSpPr/>
          <p:nvPr/>
        </p:nvGrpSpPr>
        <p:grpSpPr>
          <a:xfrm>
            <a:off x="9867513" y="3312655"/>
            <a:ext cx="584200" cy="172085"/>
            <a:chOff x="9867513" y="3312655"/>
            <a:chExt cx="584200" cy="172085"/>
          </a:xfrm>
        </p:grpSpPr>
        <p:pic>
          <p:nvPicPr>
            <p:cNvPr id="116" name="object 11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867513" y="3312655"/>
              <a:ext cx="127920" cy="171926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10020770" y="3447719"/>
              <a:ext cx="36195" cy="35560"/>
            </a:xfrm>
            <a:custGeom>
              <a:avLst/>
              <a:gdLst/>
              <a:ahLst/>
              <a:cxnLst/>
              <a:rect l="l" t="t" r="r" b="b"/>
              <a:pathLst>
                <a:path w="36195" h="35560">
                  <a:moveTo>
                    <a:pt x="27527" y="35528"/>
                  </a:moveTo>
                  <a:lnTo>
                    <a:pt x="18002" y="35528"/>
                  </a:lnTo>
                  <a:lnTo>
                    <a:pt x="11013" y="34124"/>
                  </a:lnTo>
                  <a:lnTo>
                    <a:pt x="5310" y="30301"/>
                  </a:lnTo>
                  <a:lnTo>
                    <a:pt x="1500" y="24638"/>
                  </a:lnTo>
                  <a:lnTo>
                    <a:pt x="190" y="17716"/>
                  </a:lnTo>
                  <a:lnTo>
                    <a:pt x="0" y="7905"/>
                  </a:lnTo>
                  <a:lnTo>
                    <a:pt x="8096" y="0"/>
                  </a:lnTo>
                  <a:lnTo>
                    <a:pt x="27527" y="0"/>
                  </a:lnTo>
                  <a:lnTo>
                    <a:pt x="35718" y="7905"/>
                  </a:lnTo>
                  <a:lnTo>
                    <a:pt x="35718" y="27527"/>
                  </a:lnTo>
                  <a:lnTo>
                    <a:pt x="27527" y="35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082397" y="3312655"/>
              <a:ext cx="126301" cy="171069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231272" y="3314941"/>
              <a:ext cx="69913" cy="16649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0336238" y="3314941"/>
              <a:ext cx="114871" cy="166497"/>
            </a:xfrm>
            <a:prstGeom prst="rect">
              <a:avLst/>
            </a:prstGeom>
          </p:spPr>
        </p:pic>
      </p:grpSp>
      <p:grpSp>
        <p:nvGrpSpPr>
          <p:cNvPr id="121" name="object 121"/>
          <p:cNvGrpSpPr/>
          <p:nvPr/>
        </p:nvGrpSpPr>
        <p:grpSpPr>
          <a:xfrm>
            <a:off x="13401202" y="3302221"/>
            <a:ext cx="481965" cy="172085"/>
            <a:chOff x="13401202" y="3302221"/>
            <a:chExt cx="481965" cy="172085"/>
          </a:xfrm>
        </p:grpSpPr>
        <p:pic>
          <p:nvPicPr>
            <p:cNvPr id="122" name="object 12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401202" y="3302221"/>
              <a:ext cx="127920" cy="171926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13554459" y="3437286"/>
              <a:ext cx="36195" cy="35560"/>
            </a:xfrm>
            <a:custGeom>
              <a:avLst/>
              <a:gdLst/>
              <a:ahLst/>
              <a:cxnLst/>
              <a:rect l="l" t="t" r="r" b="b"/>
              <a:pathLst>
                <a:path w="36194" h="35560">
                  <a:moveTo>
                    <a:pt x="27527" y="35528"/>
                  </a:moveTo>
                  <a:lnTo>
                    <a:pt x="17906" y="35528"/>
                  </a:lnTo>
                  <a:lnTo>
                    <a:pt x="8096" y="35528"/>
                  </a:lnTo>
                  <a:lnTo>
                    <a:pt x="0" y="27527"/>
                  </a:lnTo>
                  <a:lnTo>
                    <a:pt x="95" y="17716"/>
                  </a:lnTo>
                  <a:lnTo>
                    <a:pt x="0" y="7905"/>
                  </a:lnTo>
                  <a:lnTo>
                    <a:pt x="8096" y="0"/>
                  </a:lnTo>
                  <a:lnTo>
                    <a:pt x="27527" y="0"/>
                  </a:lnTo>
                  <a:lnTo>
                    <a:pt x="35623" y="7905"/>
                  </a:lnTo>
                  <a:lnTo>
                    <a:pt x="35718" y="17716"/>
                  </a:lnTo>
                  <a:lnTo>
                    <a:pt x="35623" y="27527"/>
                  </a:lnTo>
                  <a:lnTo>
                    <a:pt x="27527" y="35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3615990" y="3302221"/>
              <a:ext cx="126396" cy="171069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3766581" y="3302221"/>
              <a:ext cx="116395" cy="168782"/>
            </a:xfrm>
            <a:prstGeom prst="rect">
              <a:avLst/>
            </a:prstGeom>
          </p:spPr>
        </p:pic>
      </p:grpSp>
      <p:pic>
        <p:nvPicPr>
          <p:cNvPr id="126" name="object 126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8270343" y="7705670"/>
            <a:ext cx="235435" cy="235435"/>
          </a:xfrm>
          <a:prstGeom prst="rect">
            <a:avLst/>
          </a:prstGeom>
        </p:spPr>
      </p:pic>
      <p:grpSp>
        <p:nvGrpSpPr>
          <p:cNvPr id="127" name="object 127"/>
          <p:cNvGrpSpPr/>
          <p:nvPr/>
        </p:nvGrpSpPr>
        <p:grpSpPr>
          <a:xfrm>
            <a:off x="8564760" y="7718338"/>
            <a:ext cx="480695" cy="208915"/>
            <a:chOff x="8564760" y="7718338"/>
            <a:chExt cx="480695" cy="208915"/>
          </a:xfrm>
        </p:grpSpPr>
        <p:pic>
          <p:nvPicPr>
            <p:cNvPr id="128" name="object 12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564760" y="7740151"/>
              <a:ext cx="70008" cy="166496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668392" y="7718338"/>
              <a:ext cx="376904" cy="208597"/>
            </a:xfrm>
            <a:prstGeom prst="rect">
              <a:avLst/>
            </a:prstGeom>
          </p:spPr>
        </p:pic>
      </p:grpSp>
      <p:pic>
        <p:nvPicPr>
          <p:cNvPr id="130" name="object 130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9185917" y="7705670"/>
            <a:ext cx="235435" cy="235435"/>
          </a:xfrm>
          <a:prstGeom prst="rect">
            <a:avLst/>
          </a:prstGeom>
        </p:spPr>
      </p:pic>
      <p:grpSp>
        <p:nvGrpSpPr>
          <p:cNvPr id="131" name="object 131"/>
          <p:cNvGrpSpPr/>
          <p:nvPr/>
        </p:nvGrpSpPr>
        <p:grpSpPr>
          <a:xfrm>
            <a:off x="9482049" y="7718338"/>
            <a:ext cx="513080" cy="208915"/>
            <a:chOff x="9482049" y="7718338"/>
            <a:chExt cx="513080" cy="208915"/>
          </a:xfrm>
        </p:grpSpPr>
        <p:pic>
          <p:nvPicPr>
            <p:cNvPr id="132" name="object 13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482049" y="7737865"/>
              <a:ext cx="116395" cy="168782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617876" y="7718338"/>
              <a:ext cx="376904" cy="208597"/>
            </a:xfrm>
            <a:prstGeom prst="rect">
              <a:avLst/>
            </a:prstGeom>
          </p:spPr>
        </p:pic>
      </p:grpSp>
      <p:grpSp>
        <p:nvGrpSpPr>
          <p:cNvPr id="134" name="object 134"/>
          <p:cNvGrpSpPr/>
          <p:nvPr/>
        </p:nvGrpSpPr>
        <p:grpSpPr>
          <a:xfrm>
            <a:off x="2313284" y="8326407"/>
            <a:ext cx="13662025" cy="1332865"/>
            <a:chOff x="2313284" y="8326407"/>
            <a:chExt cx="13662025" cy="1332865"/>
          </a:xfrm>
        </p:grpSpPr>
        <p:sp>
          <p:nvSpPr>
            <p:cNvPr id="135" name="object 135"/>
            <p:cNvSpPr/>
            <p:nvPr/>
          </p:nvSpPr>
          <p:spPr>
            <a:xfrm>
              <a:off x="2313279" y="8326412"/>
              <a:ext cx="13662025" cy="1332865"/>
            </a:xfrm>
            <a:custGeom>
              <a:avLst/>
              <a:gdLst/>
              <a:ahLst/>
              <a:cxnLst/>
              <a:rect l="l" t="t" r="r" b="b"/>
              <a:pathLst>
                <a:path w="13662025" h="1332865">
                  <a:moveTo>
                    <a:pt x="13661428" y="174917"/>
                  </a:moveTo>
                  <a:lnTo>
                    <a:pt x="7220953" y="174917"/>
                  </a:lnTo>
                  <a:lnTo>
                    <a:pt x="6872198" y="0"/>
                  </a:lnTo>
                  <a:lnTo>
                    <a:pt x="6523749" y="174917"/>
                  </a:lnTo>
                  <a:lnTo>
                    <a:pt x="0" y="174917"/>
                  </a:lnTo>
                  <a:lnTo>
                    <a:pt x="0" y="816292"/>
                  </a:lnTo>
                  <a:lnTo>
                    <a:pt x="0" y="1332725"/>
                  </a:lnTo>
                  <a:lnTo>
                    <a:pt x="13661428" y="1332725"/>
                  </a:lnTo>
                  <a:lnTo>
                    <a:pt x="13661428" y="816292"/>
                  </a:lnTo>
                  <a:lnTo>
                    <a:pt x="13661428" y="174917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272310" y="8946639"/>
              <a:ext cx="223008" cy="252561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4534243" y="8946438"/>
              <a:ext cx="534670" cy="257810"/>
            </a:xfrm>
            <a:custGeom>
              <a:avLst/>
              <a:gdLst/>
              <a:ahLst/>
              <a:cxnLst/>
              <a:rect l="l" t="t" r="r" b="b"/>
              <a:pathLst>
                <a:path w="534670" h="257809">
                  <a:moveTo>
                    <a:pt x="123151" y="18567"/>
                  </a:moveTo>
                  <a:lnTo>
                    <a:pt x="91490" y="18567"/>
                  </a:lnTo>
                  <a:lnTo>
                    <a:pt x="91490" y="57861"/>
                  </a:lnTo>
                  <a:lnTo>
                    <a:pt x="31369" y="57861"/>
                  </a:lnTo>
                  <a:lnTo>
                    <a:pt x="31369" y="18491"/>
                  </a:lnTo>
                  <a:lnTo>
                    <a:pt x="0" y="18491"/>
                  </a:lnTo>
                  <a:lnTo>
                    <a:pt x="0" y="57861"/>
                  </a:lnTo>
                  <a:lnTo>
                    <a:pt x="0" y="81991"/>
                  </a:lnTo>
                  <a:lnTo>
                    <a:pt x="0" y="122631"/>
                  </a:lnTo>
                  <a:lnTo>
                    <a:pt x="0" y="148031"/>
                  </a:lnTo>
                  <a:lnTo>
                    <a:pt x="123151" y="148031"/>
                  </a:lnTo>
                  <a:lnTo>
                    <a:pt x="123151" y="122859"/>
                  </a:lnTo>
                  <a:lnTo>
                    <a:pt x="123151" y="122631"/>
                  </a:lnTo>
                  <a:lnTo>
                    <a:pt x="123151" y="82410"/>
                  </a:lnTo>
                  <a:lnTo>
                    <a:pt x="91490" y="82410"/>
                  </a:lnTo>
                  <a:lnTo>
                    <a:pt x="91490" y="122631"/>
                  </a:lnTo>
                  <a:lnTo>
                    <a:pt x="31369" y="122631"/>
                  </a:lnTo>
                  <a:lnTo>
                    <a:pt x="31369" y="81991"/>
                  </a:lnTo>
                  <a:lnTo>
                    <a:pt x="123151" y="81991"/>
                  </a:lnTo>
                  <a:lnTo>
                    <a:pt x="123151" y="57899"/>
                  </a:lnTo>
                  <a:lnTo>
                    <a:pt x="123151" y="18567"/>
                  </a:lnTo>
                  <a:close/>
                </a:path>
                <a:path w="534670" h="257809">
                  <a:moveTo>
                    <a:pt x="204762" y="226771"/>
                  </a:moveTo>
                  <a:lnTo>
                    <a:pt x="61023" y="226771"/>
                  </a:lnTo>
                  <a:lnTo>
                    <a:pt x="61023" y="170891"/>
                  </a:lnTo>
                  <a:lnTo>
                    <a:pt x="29451" y="170891"/>
                  </a:lnTo>
                  <a:lnTo>
                    <a:pt x="29451" y="226771"/>
                  </a:lnTo>
                  <a:lnTo>
                    <a:pt x="29451" y="252171"/>
                  </a:lnTo>
                  <a:lnTo>
                    <a:pt x="204762" y="252171"/>
                  </a:lnTo>
                  <a:lnTo>
                    <a:pt x="204762" y="226771"/>
                  </a:lnTo>
                  <a:close/>
                </a:path>
                <a:path w="534670" h="257809">
                  <a:moveTo>
                    <a:pt x="230682" y="74371"/>
                  </a:moveTo>
                  <a:lnTo>
                    <a:pt x="194665" y="74371"/>
                  </a:lnTo>
                  <a:lnTo>
                    <a:pt x="194665" y="711"/>
                  </a:lnTo>
                  <a:lnTo>
                    <a:pt x="162801" y="711"/>
                  </a:lnTo>
                  <a:lnTo>
                    <a:pt x="162801" y="74371"/>
                  </a:lnTo>
                  <a:lnTo>
                    <a:pt x="162801" y="101041"/>
                  </a:lnTo>
                  <a:lnTo>
                    <a:pt x="162801" y="189941"/>
                  </a:lnTo>
                  <a:lnTo>
                    <a:pt x="194665" y="189941"/>
                  </a:lnTo>
                  <a:lnTo>
                    <a:pt x="194665" y="101041"/>
                  </a:lnTo>
                  <a:lnTo>
                    <a:pt x="230682" y="101041"/>
                  </a:lnTo>
                  <a:lnTo>
                    <a:pt x="230682" y="74371"/>
                  </a:lnTo>
                  <a:close/>
                </a:path>
                <a:path w="534670" h="257809">
                  <a:moveTo>
                    <a:pt x="424497" y="32283"/>
                  </a:moveTo>
                  <a:lnTo>
                    <a:pt x="322732" y="32283"/>
                  </a:lnTo>
                  <a:lnTo>
                    <a:pt x="322732" y="58000"/>
                  </a:lnTo>
                  <a:lnTo>
                    <a:pt x="393534" y="58000"/>
                  </a:lnTo>
                  <a:lnTo>
                    <a:pt x="386410" y="94653"/>
                  </a:lnTo>
                  <a:lnTo>
                    <a:pt x="371055" y="127406"/>
                  </a:lnTo>
                  <a:lnTo>
                    <a:pt x="346265" y="156400"/>
                  </a:lnTo>
                  <a:lnTo>
                    <a:pt x="310832" y="181762"/>
                  </a:lnTo>
                  <a:lnTo>
                    <a:pt x="329184" y="203847"/>
                  </a:lnTo>
                  <a:lnTo>
                    <a:pt x="374904" y="169202"/>
                  </a:lnTo>
                  <a:lnTo>
                    <a:pt x="404190" y="128536"/>
                  </a:lnTo>
                  <a:lnTo>
                    <a:pt x="419811" y="82651"/>
                  </a:lnTo>
                  <a:lnTo>
                    <a:pt x="424497" y="32283"/>
                  </a:lnTo>
                  <a:close/>
                </a:path>
                <a:path w="534670" h="257809">
                  <a:moveTo>
                    <a:pt x="534238" y="0"/>
                  </a:moveTo>
                  <a:lnTo>
                    <a:pt x="503682" y="0"/>
                  </a:lnTo>
                  <a:lnTo>
                    <a:pt x="503682" y="99656"/>
                  </a:lnTo>
                  <a:lnTo>
                    <a:pt x="475945" y="99656"/>
                  </a:lnTo>
                  <a:lnTo>
                    <a:pt x="475945" y="6858"/>
                  </a:lnTo>
                  <a:lnTo>
                    <a:pt x="446392" y="6858"/>
                  </a:lnTo>
                  <a:lnTo>
                    <a:pt x="446392" y="245706"/>
                  </a:lnTo>
                  <a:lnTo>
                    <a:pt x="475945" y="245706"/>
                  </a:lnTo>
                  <a:lnTo>
                    <a:pt x="475945" y="125374"/>
                  </a:lnTo>
                  <a:lnTo>
                    <a:pt x="503682" y="125374"/>
                  </a:lnTo>
                  <a:lnTo>
                    <a:pt x="503682" y="257606"/>
                  </a:lnTo>
                  <a:lnTo>
                    <a:pt x="534238" y="257606"/>
                  </a:lnTo>
                  <a:lnTo>
                    <a:pt x="534238" y="125374"/>
                  </a:lnTo>
                  <a:lnTo>
                    <a:pt x="534238" y="99656"/>
                  </a:lnTo>
                  <a:lnTo>
                    <a:pt x="5342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098748" y="8946639"/>
              <a:ext cx="222504" cy="252561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5420817" y="8946437"/>
              <a:ext cx="217170" cy="257810"/>
            </a:xfrm>
            <a:custGeom>
              <a:avLst/>
              <a:gdLst/>
              <a:ahLst/>
              <a:cxnLst/>
              <a:rect l="l" t="t" r="r" b="b"/>
              <a:pathLst>
                <a:path w="217170" h="257809">
                  <a:moveTo>
                    <a:pt x="216553" y="0"/>
                  </a:moveTo>
                  <a:lnTo>
                    <a:pt x="184882" y="0"/>
                  </a:lnTo>
                  <a:lnTo>
                    <a:pt x="184882" y="63745"/>
                  </a:lnTo>
                  <a:lnTo>
                    <a:pt x="141107" y="63745"/>
                  </a:lnTo>
                  <a:lnTo>
                    <a:pt x="141107" y="89768"/>
                  </a:lnTo>
                  <a:lnTo>
                    <a:pt x="184882" y="89768"/>
                  </a:lnTo>
                  <a:lnTo>
                    <a:pt x="184882" y="153715"/>
                  </a:lnTo>
                  <a:lnTo>
                    <a:pt x="216553" y="153715"/>
                  </a:lnTo>
                  <a:lnTo>
                    <a:pt x="216553" y="0"/>
                  </a:lnTo>
                  <a:close/>
                </a:path>
                <a:path w="217170" h="257809">
                  <a:moveTo>
                    <a:pt x="95315" y="40950"/>
                  </a:moveTo>
                  <a:lnTo>
                    <a:pt x="63039" y="40950"/>
                  </a:lnTo>
                  <a:lnTo>
                    <a:pt x="63039" y="44480"/>
                  </a:lnTo>
                  <a:lnTo>
                    <a:pt x="58962" y="69395"/>
                  </a:lnTo>
                  <a:lnTo>
                    <a:pt x="46914" y="92579"/>
                  </a:lnTo>
                  <a:lnTo>
                    <a:pt x="27168" y="112038"/>
                  </a:lnTo>
                  <a:lnTo>
                    <a:pt x="0" y="125776"/>
                  </a:lnTo>
                  <a:lnTo>
                    <a:pt x="16339" y="150790"/>
                  </a:lnTo>
                  <a:lnTo>
                    <a:pt x="37527" y="141033"/>
                  </a:lnTo>
                  <a:lnTo>
                    <a:pt x="55197" y="127579"/>
                  </a:lnTo>
                  <a:lnTo>
                    <a:pt x="69273" y="111004"/>
                  </a:lnTo>
                  <a:lnTo>
                    <a:pt x="79681" y="91886"/>
                  </a:lnTo>
                  <a:lnTo>
                    <a:pt x="113498" y="91886"/>
                  </a:lnTo>
                  <a:lnTo>
                    <a:pt x="110684" y="89175"/>
                  </a:lnTo>
                  <a:lnTo>
                    <a:pt x="99184" y="67513"/>
                  </a:lnTo>
                  <a:lnTo>
                    <a:pt x="95365" y="44480"/>
                  </a:lnTo>
                  <a:lnTo>
                    <a:pt x="95315" y="40950"/>
                  </a:lnTo>
                  <a:close/>
                </a:path>
                <a:path w="217170" h="257809">
                  <a:moveTo>
                    <a:pt x="113498" y="91886"/>
                  </a:moveTo>
                  <a:lnTo>
                    <a:pt x="79681" y="91886"/>
                  </a:lnTo>
                  <a:lnTo>
                    <a:pt x="89802" y="109145"/>
                  </a:lnTo>
                  <a:lnTo>
                    <a:pt x="103309" y="124125"/>
                  </a:lnTo>
                  <a:lnTo>
                    <a:pt x="120105" y="136324"/>
                  </a:lnTo>
                  <a:lnTo>
                    <a:pt x="140098" y="145243"/>
                  </a:lnTo>
                  <a:lnTo>
                    <a:pt x="155934" y="120632"/>
                  </a:lnTo>
                  <a:lnTo>
                    <a:pt x="129654" y="107452"/>
                  </a:lnTo>
                  <a:lnTo>
                    <a:pt x="113498" y="91886"/>
                  </a:lnTo>
                  <a:close/>
                </a:path>
                <a:path w="217170" h="257809">
                  <a:moveTo>
                    <a:pt x="148672" y="15532"/>
                  </a:moveTo>
                  <a:lnTo>
                    <a:pt x="9279" y="15532"/>
                  </a:lnTo>
                  <a:lnTo>
                    <a:pt x="9279" y="40950"/>
                  </a:lnTo>
                  <a:lnTo>
                    <a:pt x="148672" y="40950"/>
                  </a:lnTo>
                  <a:lnTo>
                    <a:pt x="148672" y="15532"/>
                  </a:lnTo>
                  <a:close/>
                </a:path>
                <a:path w="217170" h="257809">
                  <a:moveTo>
                    <a:pt x="216553" y="165920"/>
                  </a:moveTo>
                  <a:lnTo>
                    <a:pt x="40748" y="165920"/>
                  </a:lnTo>
                  <a:lnTo>
                    <a:pt x="40748" y="191438"/>
                  </a:lnTo>
                  <a:lnTo>
                    <a:pt x="184882" y="191438"/>
                  </a:lnTo>
                  <a:lnTo>
                    <a:pt x="184882" y="257605"/>
                  </a:lnTo>
                  <a:lnTo>
                    <a:pt x="216553" y="257605"/>
                  </a:lnTo>
                  <a:lnTo>
                    <a:pt x="216553" y="1659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673984" y="8950573"/>
              <a:ext cx="234910" cy="253066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5995746" y="8945740"/>
              <a:ext cx="810260" cy="259079"/>
            </a:xfrm>
            <a:custGeom>
              <a:avLst/>
              <a:gdLst/>
              <a:ahLst/>
              <a:cxnLst/>
              <a:rect l="l" t="t" r="r" b="b"/>
              <a:pathLst>
                <a:path w="810259" h="259079">
                  <a:moveTo>
                    <a:pt x="204647" y="109435"/>
                  </a:moveTo>
                  <a:lnTo>
                    <a:pt x="198615" y="90639"/>
                  </a:lnTo>
                  <a:lnTo>
                    <a:pt x="196888" y="89255"/>
                  </a:lnTo>
                  <a:lnTo>
                    <a:pt x="181368" y="76923"/>
                  </a:lnTo>
                  <a:lnTo>
                    <a:pt x="171767" y="73990"/>
                  </a:lnTo>
                  <a:lnTo>
                    <a:pt x="171767" y="109435"/>
                  </a:lnTo>
                  <a:lnTo>
                    <a:pt x="168160" y="118021"/>
                  </a:lnTo>
                  <a:lnTo>
                    <a:pt x="157772" y="124231"/>
                  </a:lnTo>
                  <a:lnTo>
                    <a:pt x="140766" y="127990"/>
                  </a:lnTo>
                  <a:lnTo>
                    <a:pt x="117297" y="129209"/>
                  </a:lnTo>
                  <a:lnTo>
                    <a:pt x="93726" y="127990"/>
                  </a:lnTo>
                  <a:lnTo>
                    <a:pt x="76708" y="124231"/>
                  </a:lnTo>
                  <a:lnTo>
                    <a:pt x="66408" y="118021"/>
                  </a:lnTo>
                  <a:lnTo>
                    <a:pt x="63042" y="109435"/>
                  </a:lnTo>
                  <a:lnTo>
                    <a:pt x="66408" y="100660"/>
                  </a:lnTo>
                  <a:lnTo>
                    <a:pt x="76708" y="94361"/>
                  </a:lnTo>
                  <a:lnTo>
                    <a:pt x="93726" y="90538"/>
                  </a:lnTo>
                  <a:lnTo>
                    <a:pt x="117297" y="89255"/>
                  </a:lnTo>
                  <a:lnTo>
                    <a:pt x="140766" y="90538"/>
                  </a:lnTo>
                  <a:lnTo>
                    <a:pt x="157772" y="94361"/>
                  </a:lnTo>
                  <a:lnTo>
                    <a:pt x="168160" y="100660"/>
                  </a:lnTo>
                  <a:lnTo>
                    <a:pt x="171767" y="109435"/>
                  </a:lnTo>
                  <a:lnTo>
                    <a:pt x="171767" y="73990"/>
                  </a:lnTo>
                  <a:lnTo>
                    <a:pt x="153911" y="68516"/>
                  </a:lnTo>
                  <a:lnTo>
                    <a:pt x="117297" y="65659"/>
                  </a:lnTo>
                  <a:lnTo>
                    <a:pt x="80581" y="68516"/>
                  </a:lnTo>
                  <a:lnTo>
                    <a:pt x="53098" y="76923"/>
                  </a:lnTo>
                  <a:lnTo>
                    <a:pt x="35915" y="90639"/>
                  </a:lnTo>
                  <a:lnTo>
                    <a:pt x="30060" y="109435"/>
                  </a:lnTo>
                  <a:lnTo>
                    <a:pt x="35915" y="128054"/>
                  </a:lnTo>
                  <a:lnTo>
                    <a:pt x="53098" y="141693"/>
                  </a:lnTo>
                  <a:lnTo>
                    <a:pt x="80581" y="150101"/>
                  </a:lnTo>
                  <a:lnTo>
                    <a:pt x="117297" y="153009"/>
                  </a:lnTo>
                  <a:lnTo>
                    <a:pt x="153911" y="150101"/>
                  </a:lnTo>
                  <a:lnTo>
                    <a:pt x="181368" y="141693"/>
                  </a:lnTo>
                  <a:lnTo>
                    <a:pt x="197167" y="129209"/>
                  </a:lnTo>
                  <a:lnTo>
                    <a:pt x="198615" y="128054"/>
                  </a:lnTo>
                  <a:lnTo>
                    <a:pt x="204647" y="109435"/>
                  </a:lnTo>
                  <a:close/>
                </a:path>
                <a:path w="810259" h="259079">
                  <a:moveTo>
                    <a:pt x="222199" y="28346"/>
                  </a:moveTo>
                  <a:lnTo>
                    <a:pt x="133032" y="28346"/>
                  </a:lnTo>
                  <a:lnTo>
                    <a:pt x="133032" y="0"/>
                  </a:lnTo>
                  <a:lnTo>
                    <a:pt x="101561" y="0"/>
                  </a:lnTo>
                  <a:lnTo>
                    <a:pt x="101561" y="28346"/>
                  </a:lnTo>
                  <a:lnTo>
                    <a:pt x="11595" y="28346"/>
                  </a:lnTo>
                  <a:lnTo>
                    <a:pt x="11595" y="53962"/>
                  </a:lnTo>
                  <a:lnTo>
                    <a:pt x="222199" y="53962"/>
                  </a:lnTo>
                  <a:lnTo>
                    <a:pt x="222199" y="28346"/>
                  </a:lnTo>
                  <a:close/>
                </a:path>
                <a:path w="810259" h="259079">
                  <a:moveTo>
                    <a:pt x="235712" y="167335"/>
                  </a:moveTo>
                  <a:lnTo>
                    <a:pt x="0" y="167335"/>
                  </a:lnTo>
                  <a:lnTo>
                    <a:pt x="0" y="193154"/>
                  </a:lnTo>
                  <a:lnTo>
                    <a:pt x="101561" y="193154"/>
                  </a:lnTo>
                  <a:lnTo>
                    <a:pt x="101561" y="258711"/>
                  </a:lnTo>
                  <a:lnTo>
                    <a:pt x="133032" y="258711"/>
                  </a:lnTo>
                  <a:lnTo>
                    <a:pt x="133032" y="193154"/>
                  </a:lnTo>
                  <a:lnTo>
                    <a:pt x="235712" y="193154"/>
                  </a:lnTo>
                  <a:lnTo>
                    <a:pt x="235712" y="167335"/>
                  </a:lnTo>
                  <a:close/>
                </a:path>
                <a:path w="810259" h="259079">
                  <a:moveTo>
                    <a:pt x="530402" y="20459"/>
                  </a:moveTo>
                  <a:lnTo>
                    <a:pt x="347840" y="20459"/>
                  </a:lnTo>
                  <a:lnTo>
                    <a:pt x="347840" y="45859"/>
                  </a:lnTo>
                  <a:lnTo>
                    <a:pt x="347840" y="119532"/>
                  </a:lnTo>
                  <a:lnTo>
                    <a:pt x="347840" y="144919"/>
                  </a:lnTo>
                  <a:lnTo>
                    <a:pt x="530402" y="144919"/>
                  </a:lnTo>
                  <a:lnTo>
                    <a:pt x="530402" y="120027"/>
                  </a:lnTo>
                  <a:lnTo>
                    <a:pt x="530402" y="119532"/>
                  </a:lnTo>
                  <a:lnTo>
                    <a:pt x="530402" y="45986"/>
                  </a:lnTo>
                  <a:lnTo>
                    <a:pt x="499135" y="45986"/>
                  </a:lnTo>
                  <a:lnTo>
                    <a:pt x="499135" y="119532"/>
                  </a:lnTo>
                  <a:lnTo>
                    <a:pt x="379006" y="119532"/>
                  </a:lnTo>
                  <a:lnTo>
                    <a:pt x="379006" y="45859"/>
                  </a:lnTo>
                  <a:lnTo>
                    <a:pt x="530402" y="45859"/>
                  </a:lnTo>
                  <a:lnTo>
                    <a:pt x="530402" y="20459"/>
                  </a:lnTo>
                  <a:close/>
                </a:path>
                <a:path w="810259" h="259079">
                  <a:moveTo>
                    <a:pt x="557631" y="201117"/>
                  </a:moveTo>
                  <a:lnTo>
                    <a:pt x="454952" y="201117"/>
                  </a:lnTo>
                  <a:lnTo>
                    <a:pt x="454952" y="144932"/>
                  </a:lnTo>
                  <a:lnTo>
                    <a:pt x="423481" y="144932"/>
                  </a:lnTo>
                  <a:lnTo>
                    <a:pt x="423481" y="201117"/>
                  </a:lnTo>
                  <a:lnTo>
                    <a:pt x="321906" y="201117"/>
                  </a:lnTo>
                  <a:lnTo>
                    <a:pt x="321906" y="227139"/>
                  </a:lnTo>
                  <a:lnTo>
                    <a:pt x="557631" y="227139"/>
                  </a:lnTo>
                  <a:lnTo>
                    <a:pt x="557631" y="201117"/>
                  </a:lnTo>
                  <a:close/>
                </a:path>
                <a:path w="810259" h="259079">
                  <a:moveTo>
                    <a:pt x="783564" y="80149"/>
                  </a:moveTo>
                  <a:lnTo>
                    <a:pt x="635088" y="80149"/>
                  </a:lnTo>
                  <a:lnTo>
                    <a:pt x="635088" y="35699"/>
                  </a:lnTo>
                  <a:lnTo>
                    <a:pt x="781240" y="35699"/>
                  </a:lnTo>
                  <a:lnTo>
                    <a:pt x="781240" y="10312"/>
                  </a:lnTo>
                  <a:lnTo>
                    <a:pt x="603427" y="10312"/>
                  </a:lnTo>
                  <a:lnTo>
                    <a:pt x="603427" y="35699"/>
                  </a:lnTo>
                  <a:lnTo>
                    <a:pt x="603427" y="80149"/>
                  </a:lnTo>
                  <a:lnTo>
                    <a:pt x="603427" y="105562"/>
                  </a:lnTo>
                  <a:lnTo>
                    <a:pt x="783564" y="105562"/>
                  </a:lnTo>
                  <a:lnTo>
                    <a:pt x="783564" y="80149"/>
                  </a:lnTo>
                  <a:close/>
                </a:path>
                <a:path w="810259" h="259079">
                  <a:moveTo>
                    <a:pt x="785177" y="227469"/>
                  </a:moveTo>
                  <a:lnTo>
                    <a:pt x="634796" y="227469"/>
                  </a:lnTo>
                  <a:lnTo>
                    <a:pt x="634796" y="176669"/>
                  </a:lnTo>
                  <a:lnTo>
                    <a:pt x="603427" y="176669"/>
                  </a:lnTo>
                  <a:lnTo>
                    <a:pt x="603427" y="227469"/>
                  </a:lnTo>
                  <a:lnTo>
                    <a:pt x="603427" y="252869"/>
                  </a:lnTo>
                  <a:lnTo>
                    <a:pt x="785177" y="252869"/>
                  </a:lnTo>
                  <a:lnTo>
                    <a:pt x="785177" y="227469"/>
                  </a:lnTo>
                  <a:close/>
                </a:path>
                <a:path w="810259" h="259079">
                  <a:moveTo>
                    <a:pt x="809790" y="128905"/>
                  </a:moveTo>
                  <a:lnTo>
                    <a:pt x="574471" y="128905"/>
                  </a:lnTo>
                  <a:lnTo>
                    <a:pt x="574471" y="154317"/>
                  </a:lnTo>
                  <a:lnTo>
                    <a:pt x="809790" y="154317"/>
                  </a:lnTo>
                  <a:lnTo>
                    <a:pt x="809790" y="1289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889673" y="8945630"/>
              <a:ext cx="241466" cy="253570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7147166" y="8946438"/>
              <a:ext cx="3036570" cy="258445"/>
            </a:xfrm>
            <a:custGeom>
              <a:avLst/>
              <a:gdLst/>
              <a:ahLst/>
              <a:cxnLst/>
              <a:rect l="l" t="t" r="r" b="b"/>
              <a:pathLst>
                <a:path w="3036570" h="258445">
                  <a:moveTo>
                    <a:pt x="213334" y="203"/>
                  </a:moveTo>
                  <a:lnTo>
                    <a:pt x="181660" y="203"/>
                  </a:lnTo>
                  <a:lnTo>
                    <a:pt x="181660" y="43675"/>
                  </a:lnTo>
                  <a:lnTo>
                    <a:pt x="129819" y="43675"/>
                  </a:lnTo>
                  <a:lnTo>
                    <a:pt x="130746" y="37490"/>
                  </a:lnTo>
                  <a:lnTo>
                    <a:pt x="131406" y="31165"/>
                  </a:lnTo>
                  <a:lnTo>
                    <a:pt x="131800" y="24701"/>
                  </a:lnTo>
                  <a:lnTo>
                    <a:pt x="131940" y="18059"/>
                  </a:lnTo>
                  <a:lnTo>
                    <a:pt x="13627" y="18059"/>
                  </a:lnTo>
                  <a:lnTo>
                    <a:pt x="13627" y="43878"/>
                  </a:lnTo>
                  <a:lnTo>
                    <a:pt x="97434" y="43878"/>
                  </a:lnTo>
                  <a:lnTo>
                    <a:pt x="88557" y="71069"/>
                  </a:lnTo>
                  <a:lnTo>
                    <a:pt x="69405" y="94754"/>
                  </a:lnTo>
                  <a:lnTo>
                    <a:pt x="39928" y="114338"/>
                  </a:lnTo>
                  <a:lnTo>
                    <a:pt x="0" y="129209"/>
                  </a:lnTo>
                  <a:lnTo>
                    <a:pt x="12611" y="154228"/>
                  </a:lnTo>
                  <a:lnTo>
                    <a:pt x="51244" y="140055"/>
                  </a:lnTo>
                  <a:lnTo>
                    <a:pt x="82664" y="121043"/>
                  </a:lnTo>
                  <a:lnTo>
                    <a:pt x="106591" y="97256"/>
                  </a:lnTo>
                  <a:lnTo>
                    <a:pt x="122758" y="68795"/>
                  </a:lnTo>
                  <a:lnTo>
                    <a:pt x="181660" y="68795"/>
                  </a:lnTo>
                  <a:lnTo>
                    <a:pt x="181660" y="96735"/>
                  </a:lnTo>
                  <a:lnTo>
                    <a:pt x="120230" y="96735"/>
                  </a:lnTo>
                  <a:lnTo>
                    <a:pt x="120230" y="122351"/>
                  </a:lnTo>
                  <a:lnTo>
                    <a:pt x="181660" y="122351"/>
                  </a:lnTo>
                  <a:lnTo>
                    <a:pt x="181660" y="150799"/>
                  </a:lnTo>
                  <a:lnTo>
                    <a:pt x="213334" y="150799"/>
                  </a:lnTo>
                  <a:lnTo>
                    <a:pt x="213334" y="68795"/>
                  </a:lnTo>
                  <a:lnTo>
                    <a:pt x="213334" y="43675"/>
                  </a:lnTo>
                  <a:lnTo>
                    <a:pt x="213334" y="203"/>
                  </a:lnTo>
                  <a:close/>
                </a:path>
                <a:path w="3036570" h="258445">
                  <a:moveTo>
                    <a:pt x="215049" y="204863"/>
                  </a:moveTo>
                  <a:lnTo>
                    <a:pt x="208749" y="183553"/>
                  </a:lnTo>
                  <a:lnTo>
                    <a:pt x="203352" y="178638"/>
                  </a:lnTo>
                  <a:lnTo>
                    <a:pt x="191084" y="167449"/>
                  </a:lnTo>
                  <a:lnTo>
                    <a:pt x="183375" y="164604"/>
                  </a:lnTo>
                  <a:lnTo>
                    <a:pt x="183375" y="204863"/>
                  </a:lnTo>
                  <a:lnTo>
                    <a:pt x="179425" y="216166"/>
                  </a:lnTo>
                  <a:lnTo>
                    <a:pt x="168402" y="224409"/>
                  </a:lnTo>
                  <a:lnTo>
                    <a:pt x="151003" y="229463"/>
                  </a:lnTo>
                  <a:lnTo>
                    <a:pt x="128003" y="231178"/>
                  </a:lnTo>
                  <a:lnTo>
                    <a:pt x="104635" y="229463"/>
                  </a:lnTo>
                  <a:lnTo>
                    <a:pt x="87058" y="224409"/>
                  </a:lnTo>
                  <a:lnTo>
                    <a:pt x="76022" y="216166"/>
                  </a:lnTo>
                  <a:lnTo>
                    <a:pt x="72224" y="204863"/>
                  </a:lnTo>
                  <a:lnTo>
                    <a:pt x="76022" y="193535"/>
                  </a:lnTo>
                  <a:lnTo>
                    <a:pt x="87058" y="185280"/>
                  </a:lnTo>
                  <a:lnTo>
                    <a:pt x="104635" y="180251"/>
                  </a:lnTo>
                  <a:lnTo>
                    <a:pt x="128003" y="178638"/>
                  </a:lnTo>
                  <a:lnTo>
                    <a:pt x="151003" y="180251"/>
                  </a:lnTo>
                  <a:lnTo>
                    <a:pt x="168402" y="185280"/>
                  </a:lnTo>
                  <a:lnTo>
                    <a:pt x="179425" y="193535"/>
                  </a:lnTo>
                  <a:lnTo>
                    <a:pt x="183375" y="204863"/>
                  </a:lnTo>
                  <a:lnTo>
                    <a:pt x="183375" y="164604"/>
                  </a:lnTo>
                  <a:lnTo>
                    <a:pt x="163626" y="157276"/>
                  </a:lnTo>
                  <a:lnTo>
                    <a:pt x="128003" y="153720"/>
                  </a:lnTo>
                  <a:lnTo>
                    <a:pt x="92024" y="157276"/>
                  </a:lnTo>
                  <a:lnTo>
                    <a:pt x="64414" y="167449"/>
                  </a:lnTo>
                  <a:lnTo>
                    <a:pt x="46736" y="183553"/>
                  </a:lnTo>
                  <a:lnTo>
                    <a:pt x="40551" y="204863"/>
                  </a:lnTo>
                  <a:lnTo>
                    <a:pt x="46736" y="226326"/>
                  </a:lnTo>
                  <a:lnTo>
                    <a:pt x="64414" y="242582"/>
                  </a:lnTo>
                  <a:lnTo>
                    <a:pt x="92024" y="252857"/>
                  </a:lnTo>
                  <a:lnTo>
                    <a:pt x="128003" y="256400"/>
                  </a:lnTo>
                  <a:lnTo>
                    <a:pt x="163626" y="252857"/>
                  </a:lnTo>
                  <a:lnTo>
                    <a:pt x="191084" y="242582"/>
                  </a:lnTo>
                  <a:lnTo>
                    <a:pt x="203466" y="231178"/>
                  </a:lnTo>
                  <a:lnTo>
                    <a:pt x="208749" y="226326"/>
                  </a:lnTo>
                  <a:lnTo>
                    <a:pt x="215049" y="204863"/>
                  </a:lnTo>
                  <a:close/>
                </a:path>
                <a:path w="3036570" h="258445">
                  <a:moveTo>
                    <a:pt x="419392" y="4445"/>
                  </a:moveTo>
                  <a:lnTo>
                    <a:pt x="389242" y="4445"/>
                  </a:lnTo>
                  <a:lnTo>
                    <a:pt x="389242" y="97040"/>
                  </a:lnTo>
                  <a:lnTo>
                    <a:pt x="364324" y="97040"/>
                  </a:lnTo>
                  <a:lnTo>
                    <a:pt x="358406" y="64579"/>
                  </a:lnTo>
                  <a:lnTo>
                    <a:pt x="351078" y="49428"/>
                  </a:lnTo>
                  <a:lnTo>
                    <a:pt x="346608" y="40182"/>
                  </a:lnTo>
                  <a:lnTo>
                    <a:pt x="335470" y="30124"/>
                  </a:lnTo>
                  <a:lnTo>
                    <a:pt x="335470" y="111353"/>
                  </a:lnTo>
                  <a:lnTo>
                    <a:pt x="333603" y="138087"/>
                  </a:lnTo>
                  <a:lnTo>
                    <a:pt x="328218" y="157543"/>
                  </a:lnTo>
                  <a:lnTo>
                    <a:pt x="319646" y="169418"/>
                  </a:lnTo>
                  <a:lnTo>
                    <a:pt x="308241" y="173393"/>
                  </a:lnTo>
                  <a:lnTo>
                    <a:pt x="297129" y="169418"/>
                  </a:lnTo>
                  <a:lnTo>
                    <a:pt x="288798" y="157543"/>
                  </a:lnTo>
                  <a:lnTo>
                    <a:pt x="283616" y="138087"/>
                  </a:lnTo>
                  <a:lnTo>
                    <a:pt x="281914" y="111353"/>
                  </a:lnTo>
                  <a:lnTo>
                    <a:pt x="283616" y="84734"/>
                  </a:lnTo>
                  <a:lnTo>
                    <a:pt x="288798" y="65303"/>
                  </a:lnTo>
                  <a:lnTo>
                    <a:pt x="297129" y="53416"/>
                  </a:lnTo>
                  <a:lnTo>
                    <a:pt x="308241" y="49428"/>
                  </a:lnTo>
                  <a:lnTo>
                    <a:pt x="319646" y="53416"/>
                  </a:lnTo>
                  <a:lnTo>
                    <a:pt x="328218" y="65303"/>
                  </a:lnTo>
                  <a:lnTo>
                    <a:pt x="333603" y="84734"/>
                  </a:lnTo>
                  <a:lnTo>
                    <a:pt x="335470" y="111353"/>
                  </a:lnTo>
                  <a:lnTo>
                    <a:pt x="335470" y="30124"/>
                  </a:lnTo>
                  <a:lnTo>
                    <a:pt x="329641" y="24853"/>
                  </a:lnTo>
                  <a:lnTo>
                    <a:pt x="308241" y="19570"/>
                  </a:lnTo>
                  <a:lnTo>
                    <a:pt x="285280" y="25895"/>
                  </a:lnTo>
                  <a:lnTo>
                    <a:pt x="267690" y="44170"/>
                  </a:lnTo>
                  <a:lnTo>
                    <a:pt x="256476" y="73088"/>
                  </a:lnTo>
                  <a:lnTo>
                    <a:pt x="252564" y="111353"/>
                  </a:lnTo>
                  <a:lnTo>
                    <a:pt x="256476" y="149834"/>
                  </a:lnTo>
                  <a:lnTo>
                    <a:pt x="267690" y="178930"/>
                  </a:lnTo>
                  <a:lnTo>
                    <a:pt x="285280" y="197332"/>
                  </a:lnTo>
                  <a:lnTo>
                    <a:pt x="308241" y="203746"/>
                  </a:lnTo>
                  <a:lnTo>
                    <a:pt x="330034" y="198158"/>
                  </a:lnTo>
                  <a:lnTo>
                    <a:pt x="347205" y="182067"/>
                  </a:lnTo>
                  <a:lnTo>
                    <a:pt x="351193" y="173393"/>
                  </a:lnTo>
                  <a:lnTo>
                    <a:pt x="358965" y="156514"/>
                  </a:lnTo>
                  <a:lnTo>
                    <a:pt x="364528" y="122555"/>
                  </a:lnTo>
                  <a:lnTo>
                    <a:pt x="389242" y="122555"/>
                  </a:lnTo>
                  <a:lnTo>
                    <a:pt x="389242" y="245300"/>
                  </a:lnTo>
                  <a:lnTo>
                    <a:pt x="419392" y="245300"/>
                  </a:lnTo>
                  <a:lnTo>
                    <a:pt x="419392" y="122555"/>
                  </a:lnTo>
                  <a:lnTo>
                    <a:pt x="419392" y="97040"/>
                  </a:lnTo>
                  <a:lnTo>
                    <a:pt x="419392" y="4445"/>
                  </a:lnTo>
                  <a:close/>
                </a:path>
                <a:path w="3036570" h="258445">
                  <a:moveTo>
                    <a:pt x="472351" y="0"/>
                  </a:moveTo>
                  <a:lnTo>
                    <a:pt x="441883" y="0"/>
                  </a:lnTo>
                  <a:lnTo>
                    <a:pt x="441883" y="257606"/>
                  </a:lnTo>
                  <a:lnTo>
                    <a:pt x="472351" y="257606"/>
                  </a:lnTo>
                  <a:lnTo>
                    <a:pt x="472351" y="0"/>
                  </a:lnTo>
                  <a:close/>
                </a:path>
                <a:path w="3036570" h="258445">
                  <a:moveTo>
                    <a:pt x="661771" y="174904"/>
                  </a:moveTo>
                  <a:lnTo>
                    <a:pt x="634403" y="156311"/>
                  </a:lnTo>
                  <a:lnTo>
                    <a:pt x="614311" y="129540"/>
                  </a:lnTo>
                  <a:lnTo>
                    <a:pt x="612533" y="124879"/>
                  </a:lnTo>
                  <a:lnTo>
                    <a:pt x="601941" y="97205"/>
                  </a:lnTo>
                  <a:lnTo>
                    <a:pt x="597725" y="61937"/>
                  </a:lnTo>
                  <a:lnTo>
                    <a:pt x="597725" y="20688"/>
                  </a:lnTo>
                  <a:lnTo>
                    <a:pt x="565543" y="20688"/>
                  </a:lnTo>
                  <a:lnTo>
                    <a:pt x="565543" y="61937"/>
                  </a:lnTo>
                  <a:lnTo>
                    <a:pt x="561111" y="97764"/>
                  </a:lnTo>
                  <a:lnTo>
                    <a:pt x="548424" y="131254"/>
                  </a:lnTo>
                  <a:lnTo>
                    <a:pt x="527900" y="159410"/>
                  </a:lnTo>
                  <a:lnTo>
                    <a:pt x="499986" y="179235"/>
                  </a:lnTo>
                  <a:lnTo>
                    <a:pt x="519950" y="204965"/>
                  </a:lnTo>
                  <a:lnTo>
                    <a:pt x="540550" y="191160"/>
                  </a:lnTo>
                  <a:lnTo>
                    <a:pt x="557796" y="172669"/>
                  </a:lnTo>
                  <a:lnTo>
                    <a:pt x="571576" y="150304"/>
                  </a:lnTo>
                  <a:lnTo>
                    <a:pt x="581787" y="124879"/>
                  </a:lnTo>
                  <a:lnTo>
                    <a:pt x="591858" y="148844"/>
                  </a:lnTo>
                  <a:lnTo>
                    <a:pt x="605370" y="169811"/>
                  </a:lnTo>
                  <a:lnTo>
                    <a:pt x="622274" y="187147"/>
                  </a:lnTo>
                  <a:lnTo>
                    <a:pt x="642505" y="200215"/>
                  </a:lnTo>
                  <a:lnTo>
                    <a:pt x="661771" y="174904"/>
                  </a:lnTo>
                  <a:close/>
                </a:path>
                <a:path w="3036570" h="258445">
                  <a:moveTo>
                    <a:pt x="718654" y="0"/>
                  </a:moveTo>
                  <a:lnTo>
                    <a:pt x="687184" y="0"/>
                  </a:lnTo>
                  <a:lnTo>
                    <a:pt x="687184" y="83312"/>
                  </a:lnTo>
                  <a:lnTo>
                    <a:pt x="633222" y="83312"/>
                  </a:lnTo>
                  <a:lnTo>
                    <a:pt x="633222" y="108940"/>
                  </a:lnTo>
                  <a:lnTo>
                    <a:pt x="687184" y="108940"/>
                  </a:lnTo>
                  <a:lnTo>
                    <a:pt x="687184" y="258216"/>
                  </a:lnTo>
                  <a:lnTo>
                    <a:pt x="718654" y="258216"/>
                  </a:lnTo>
                  <a:lnTo>
                    <a:pt x="718654" y="0"/>
                  </a:lnTo>
                  <a:close/>
                </a:path>
                <a:path w="3036570" h="258445">
                  <a:moveTo>
                    <a:pt x="1030592" y="214033"/>
                  </a:moveTo>
                  <a:lnTo>
                    <a:pt x="1024509" y="195414"/>
                  </a:lnTo>
                  <a:lnTo>
                    <a:pt x="1022908" y="194170"/>
                  </a:lnTo>
                  <a:lnTo>
                    <a:pt x="1007008" y="181787"/>
                  </a:lnTo>
                  <a:lnTo>
                    <a:pt x="998918" y="179374"/>
                  </a:lnTo>
                  <a:lnTo>
                    <a:pt x="998918" y="214033"/>
                  </a:lnTo>
                  <a:lnTo>
                    <a:pt x="995070" y="222694"/>
                  </a:lnTo>
                  <a:lnTo>
                    <a:pt x="983996" y="228866"/>
                  </a:lnTo>
                  <a:lnTo>
                    <a:pt x="965949" y="232537"/>
                  </a:lnTo>
                  <a:lnTo>
                    <a:pt x="941222" y="233705"/>
                  </a:lnTo>
                  <a:lnTo>
                    <a:pt x="916254" y="232537"/>
                  </a:lnTo>
                  <a:lnTo>
                    <a:pt x="898220" y="228866"/>
                  </a:lnTo>
                  <a:lnTo>
                    <a:pt x="887310" y="222694"/>
                  </a:lnTo>
                  <a:lnTo>
                    <a:pt x="883729" y="214033"/>
                  </a:lnTo>
                  <a:lnTo>
                    <a:pt x="887310" y="205359"/>
                  </a:lnTo>
                  <a:lnTo>
                    <a:pt x="898220" y="199148"/>
                  </a:lnTo>
                  <a:lnTo>
                    <a:pt x="916254" y="195414"/>
                  </a:lnTo>
                  <a:lnTo>
                    <a:pt x="941222" y="194170"/>
                  </a:lnTo>
                  <a:lnTo>
                    <a:pt x="965962" y="195414"/>
                  </a:lnTo>
                  <a:lnTo>
                    <a:pt x="983996" y="199148"/>
                  </a:lnTo>
                  <a:lnTo>
                    <a:pt x="995070" y="205359"/>
                  </a:lnTo>
                  <a:lnTo>
                    <a:pt x="998918" y="214033"/>
                  </a:lnTo>
                  <a:lnTo>
                    <a:pt x="998918" y="179374"/>
                  </a:lnTo>
                  <a:lnTo>
                    <a:pt x="978954" y="173418"/>
                  </a:lnTo>
                  <a:lnTo>
                    <a:pt x="941222" y="170561"/>
                  </a:lnTo>
                  <a:lnTo>
                    <a:pt x="903414" y="173418"/>
                  </a:lnTo>
                  <a:lnTo>
                    <a:pt x="875195" y="181787"/>
                  </a:lnTo>
                  <a:lnTo>
                    <a:pt x="857554" y="195414"/>
                  </a:lnTo>
                  <a:lnTo>
                    <a:pt x="851458" y="214033"/>
                  </a:lnTo>
                  <a:lnTo>
                    <a:pt x="857554" y="232702"/>
                  </a:lnTo>
                  <a:lnTo>
                    <a:pt x="875195" y="246316"/>
                  </a:lnTo>
                  <a:lnTo>
                    <a:pt x="903414" y="254635"/>
                  </a:lnTo>
                  <a:lnTo>
                    <a:pt x="941222" y="257403"/>
                  </a:lnTo>
                  <a:lnTo>
                    <a:pt x="978954" y="254635"/>
                  </a:lnTo>
                  <a:lnTo>
                    <a:pt x="1007008" y="246316"/>
                  </a:lnTo>
                  <a:lnTo>
                    <a:pt x="1023226" y="233705"/>
                  </a:lnTo>
                  <a:lnTo>
                    <a:pt x="1024509" y="232702"/>
                  </a:lnTo>
                  <a:lnTo>
                    <a:pt x="1030592" y="214033"/>
                  </a:lnTo>
                  <a:close/>
                </a:path>
                <a:path w="3036570" h="258445">
                  <a:moveTo>
                    <a:pt x="1047432" y="91592"/>
                  </a:moveTo>
                  <a:lnTo>
                    <a:pt x="1011643" y="86321"/>
                  </a:lnTo>
                  <a:lnTo>
                    <a:pt x="984834" y="76796"/>
                  </a:lnTo>
                  <a:lnTo>
                    <a:pt x="982853" y="75349"/>
                  </a:lnTo>
                  <a:lnTo>
                    <a:pt x="967308" y="63995"/>
                  </a:lnTo>
                  <a:lnTo>
                    <a:pt x="959383" y="48920"/>
                  </a:lnTo>
                  <a:lnTo>
                    <a:pt x="1035939" y="48920"/>
                  </a:lnTo>
                  <a:lnTo>
                    <a:pt x="1035939" y="23812"/>
                  </a:lnTo>
                  <a:lnTo>
                    <a:pt x="957059" y="23812"/>
                  </a:lnTo>
                  <a:lnTo>
                    <a:pt x="957059" y="304"/>
                  </a:lnTo>
                  <a:lnTo>
                    <a:pt x="925588" y="304"/>
                  </a:lnTo>
                  <a:lnTo>
                    <a:pt x="925588" y="23812"/>
                  </a:lnTo>
                  <a:lnTo>
                    <a:pt x="847217" y="23812"/>
                  </a:lnTo>
                  <a:lnTo>
                    <a:pt x="847217" y="48920"/>
                  </a:lnTo>
                  <a:lnTo>
                    <a:pt x="923175" y="48920"/>
                  </a:lnTo>
                  <a:lnTo>
                    <a:pt x="915200" y="63995"/>
                  </a:lnTo>
                  <a:lnTo>
                    <a:pt x="897686" y="76796"/>
                  </a:lnTo>
                  <a:lnTo>
                    <a:pt x="870927" y="86321"/>
                  </a:lnTo>
                  <a:lnTo>
                    <a:pt x="835215" y="91592"/>
                  </a:lnTo>
                  <a:lnTo>
                    <a:pt x="845007" y="115798"/>
                  </a:lnTo>
                  <a:lnTo>
                    <a:pt x="877138" y="111048"/>
                  </a:lnTo>
                  <a:lnTo>
                    <a:pt x="904316" y="102565"/>
                  </a:lnTo>
                  <a:lnTo>
                    <a:pt x="925918" y="90589"/>
                  </a:lnTo>
                  <a:lnTo>
                    <a:pt x="941324" y="75349"/>
                  </a:lnTo>
                  <a:lnTo>
                    <a:pt x="956678" y="90589"/>
                  </a:lnTo>
                  <a:lnTo>
                    <a:pt x="978281" y="102565"/>
                  </a:lnTo>
                  <a:lnTo>
                    <a:pt x="1005535" y="111048"/>
                  </a:lnTo>
                  <a:lnTo>
                    <a:pt x="1037856" y="115798"/>
                  </a:lnTo>
                  <a:lnTo>
                    <a:pt x="1047432" y="91592"/>
                  </a:lnTo>
                  <a:close/>
                </a:path>
                <a:path w="3036570" h="258445">
                  <a:moveTo>
                    <a:pt x="1059027" y="130517"/>
                  </a:moveTo>
                  <a:lnTo>
                    <a:pt x="957059" y="130517"/>
                  </a:lnTo>
                  <a:lnTo>
                    <a:pt x="957059" y="103289"/>
                  </a:lnTo>
                  <a:lnTo>
                    <a:pt x="925588" y="103289"/>
                  </a:lnTo>
                  <a:lnTo>
                    <a:pt x="925588" y="130517"/>
                  </a:lnTo>
                  <a:lnTo>
                    <a:pt x="824128" y="130517"/>
                  </a:lnTo>
                  <a:lnTo>
                    <a:pt x="824128" y="156146"/>
                  </a:lnTo>
                  <a:lnTo>
                    <a:pt x="1059027" y="156146"/>
                  </a:lnTo>
                  <a:lnTo>
                    <a:pt x="1059027" y="130517"/>
                  </a:lnTo>
                  <a:close/>
                </a:path>
                <a:path w="3036570" h="258445">
                  <a:moveTo>
                    <a:pt x="1232014" y="118922"/>
                  </a:moveTo>
                  <a:lnTo>
                    <a:pt x="1189774" y="90081"/>
                  </a:lnTo>
                  <a:lnTo>
                    <a:pt x="1171397" y="42367"/>
                  </a:lnTo>
                  <a:lnTo>
                    <a:pt x="1171397" y="40043"/>
                  </a:lnTo>
                  <a:lnTo>
                    <a:pt x="1224749" y="40043"/>
                  </a:lnTo>
                  <a:lnTo>
                    <a:pt x="1224749" y="14325"/>
                  </a:lnTo>
                  <a:lnTo>
                    <a:pt x="1085354" y="14325"/>
                  </a:lnTo>
                  <a:lnTo>
                    <a:pt x="1085354" y="40043"/>
                  </a:lnTo>
                  <a:lnTo>
                    <a:pt x="1139113" y="40043"/>
                  </a:lnTo>
                  <a:lnTo>
                    <a:pt x="1139088" y="42367"/>
                  </a:lnTo>
                  <a:lnTo>
                    <a:pt x="1135037" y="67411"/>
                  </a:lnTo>
                  <a:lnTo>
                    <a:pt x="1122997" y="90741"/>
                  </a:lnTo>
                  <a:lnTo>
                    <a:pt x="1103249" y="110236"/>
                  </a:lnTo>
                  <a:lnTo>
                    <a:pt x="1076083" y="123964"/>
                  </a:lnTo>
                  <a:lnTo>
                    <a:pt x="1092415" y="148983"/>
                  </a:lnTo>
                  <a:lnTo>
                    <a:pt x="1113561" y="139242"/>
                  </a:lnTo>
                  <a:lnTo>
                    <a:pt x="1131227" y="125806"/>
                  </a:lnTo>
                  <a:lnTo>
                    <a:pt x="1145298" y="109232"/>
                  </a:lnTo>
                  <a:lnTo>
                    <a:pt x="1155661" y="90081"/>
                  </a:lnTo>
                  <a:lnTo>
                    <a:pt x="1165821" y="107416"/>
                  </a:lnTo>
                  <a:lnTo>
                    <a:pt x="1179334" y="122491"/>
                  </a:lnTo>
                  <a:lnTo>
                    <a:pt x="1196136" y="134823"/>
                  </a:lnTo>
                  <a:lnTo>
                    <a:pt x="1216177" y="143941"/>
                  </a:lnTo>
                  <a:lnTo>
                    <a:pt x="1232014" y="118922"/>
                  </a:lnTo>
                  <a:close/>
                </a:path>
                <a:path w="3036570" h="258445">
                  <a:moveTo>
                    <a:pt x="1292631" y="160883"/>
                  </a:moveTo>
                  <a:lnTo>
                    <a:pt x="1261567" y="160883"/>
                  </a:lnTo>
                  <a:lnTo>
                    <a:pt x="1261567" y="185991"/>
                  </a:lnTo>
                  <a:lnTo>
                    <a:pt x="1261567" y="228968"/>
                  </a:lnTo>
                  <a:lnTo>
                    <a:pt x="1152740" y="228968"/>
                  </a:lnTo>
                  <a:lnTo>
                    <a:pt x="1152740" y="185991"/>
                  </a:lnTo>
                  <a:lnTo>
                    <a:pt x="1261567" y="185991"/>
                  </a:lnTo>
                  <a:lnTo>
                    <a:pt x="1261567" y="160883"/>
                  </a:lnTo>
                  <a:lnTo>
                    <a:pt x="1121067" y="160883"/>
                  </a:lnTo>
                  <a:lnTo>
                    <a:pt x="1121067" y="254584"/>
                  </a:lnTo>
                  <a:lnTo>
                    <a:pt x="1292631" y="254584"/>
                  </a:lnTo>
                  <a:lnTo>
                    <a:pt x="1292631" y="228968"/>
                  </a:lnTo>
                  <a:lnTo>
                    <a:pt x="1292631" y="185991"/>
                  </a:lnTo>
                  <a:lnTo>
                    <a:pt x="1292631" y="160883"/>
                  </a:lnTo>
                  <a:close/>
                </a:path>
                <a:path w="3036570" h="258445">
                  <a:moveTo>
                    <a:pt x="1292631" y="0"/>
                  </a:moveTo>
                  <a:lnTo>
                    <a:pt x="1260957" y="0"/>
                  </a:lnTo>
                  <a:lnTo>
                    <a:pt x="1260957" y="61125"/>
                  </a:lnTo>
                  <a:lnTo>
                    <a:pt x="1216380" y="61125"/>
                  </a:lnTo>
                  <a:lnTo>
                    <a:pt x="1216380" y="87147"/>
                  </a:lnTo>
                  <a:lnTo>
                    <a:pt x="1260957" y="87147"/>
                  </a:lnTo>
                  <a:lnTo>
                    <a:pt x="1260957" y="149682"/>
                  </a:lnTo>
                  <a:lnTo>
                    <a:pt x="1292631" y="149682"/>
                  </a:lnTo>
                  <a:lnTo>
                    <a:pt x="1292631" y="0"/>
                  </a:lnTo>
                  <a:close/>
                </a:path>
                <a:path w="3036570" h="258445">
                  <a:moveTo>
                    <a:pt x="1382598" y="141922"/>
                  </a:moveTo>
                  <a:lnTo>
                    <a:pt x="1380782" y="133438"/>
                  </a:lnTo>
                  <a:lnTo>
                    <a:pt x="1375981" y="126479"/>
                  </a:lnTo>
                  <a:lnTo>
                    <a:pt x="1368971" y="121767"/>
                  </a:lnTo>
                  <a:lnTo>
                    <a:pt x="1360512" y="120027"/>
                  </a:lnTo>
                  <a:lnTo>
                    <a:pt x="1351889" y="121767"/>
                  </a:lnTo>
                  <a:lnTo>
                    <a:pt x="1344815" y="126479"/>
                  </a:lnTo>
                  <a:lnTo>
                    <a:pt x="1340078" y="133438"/>
                  </a:lnTo>
                  <a:lnTo>
                    <a:pt x="1338427" y="141922"/>
                  </a:lnTo>
                  <a:lnTo>
                    <a:pt x="1340078" y="150520"/>
                  </a:lnTo>
                  <a:lnTo>
                    <a:pt x="1344815" y="157543"/>
                  </a:lnTo>
                  <a:lnTo>
                    <a:pt x="1351889" y="162267"/>
                  </a:lnTo>
                  <a:lnTo>
                    <a:pt x="1360512" y="164007"/>
                  </a:lnTo>
                  <a:lnTo>
                    <a:pt x="1368971" y="162267"/>
                  </a:lnTo>
                  <a:lnTo>
                    <a:pt x="1375981" y="157543"/>
                  </a:lnTo>
                  <a:lnTo>
                    <a:pt x="1380782" y="150520"/>
                  </a:lnTo>
                  <a:lnTo>
                    <a:pt x="1382598" y="141922"/>
                  </a:lnTo>
                  <a:close/>
                </a:path>
                <a:path w="3036570" h="258445">
                  <a:moveTo>
                    <a:pt x="1539240" y="117411"/>
                  </a:moveTo>
                  <a:lnTo>
                    <a:pt x="1501673" y="87833"/>
                  </a:lnTo>
                  <a:lnTo>
                    <a:pt x="1489519" y="46609"/>
                  </a:lnTo>
                  <a:lnTo>
                    <a:pt x="1489519" y="15240"/>
                  </a:lnTo>
                  <a:lnTo>
                    <a:pt x="1458658" y="15240"/>
                  </a:lnTo>
                  <a:lnTo>
                    <a:pt x="1458658" y="46609"/>
                  </a:lnTo>
                  <a:lnTo>
                    <a:pt x="1455508" y="68846"/>
                  </a:lnTo>
                  <a:lnTo>
                    <a:pt x="1445933" y="90411"/>
                  </a:lnTo>
                  <a:lnTo>
                    <a:pt x="1429677" y="109397"/>
                  </a:lnTo>
                  <a:lnTo>
                    <a:pt x="1406512" y="123863"/>
                  </a:lnTo>
                  <a:lnTo>
                    <a:pt x="1423555" y="148374"/>
                  </a:lnTo>
                  <a:lnTo>
                    <a:pt x="1440446" y="138938"/>
                  </a:lnTo>
                  <a:lnTo>
                    <a:pt x="1454518" y="126555"/>
                  </a:lnTo>
                  <a:lnTo>
                    <a:pt x="1465795" y="111772"/>
                  </a:lnTo>
                  <a:lnTo>
                    <a:pt x="1474292" y="95123"/>
                  </a:lnTo>
                  <a:lnTo>
                    <a:pt x="1482496" y="109829"/>
                  </a:lnTo>
                  <a:lnTo>
                    <a:pt x="1493227" y="122732"/>
                  </a:lnTo>
                  <a:lnTo>
                    <a:pt x="1506486" y="133477"/>
                  </a:lnTo>
                  <a:lnTo>
                    <a:pt x="1522298" y="141719"/>
                  </a:lnTo>
                  <a:lnTo>
                    <a:pt x="1539240" y="117411"/>
                  </a:lnTo>
                  <a:close/>
                </a:path>
                <a:path w="3036570" h="258445">
                  <a:moveTo>
                    <a:pt x="1629410" y="168452"/>
                  </a:moveTo>
                  <a:lnTo>
                    <a:pt x="1452803" y="168452"/>
                  </a:lnTo>
                  <a:lnTo>
                    <a:pt x="1452803" y="193967"/>
                  </a:lnTo>
                  <a:lnTo>
                    <a:pt x="1597850" y="193967"/>
                  </a:lnTo>
                  <a:lnTo>
                    <a:pt x="1597850" y="257606"/>
                  </a:lnTo>
                  <a:lnTo>
                    <a:pt x="1629410" y="257606"/>
                  </a:lnTo>
                  <a:lnTo>
                    <a:pt x="1629410" y="168452"/>
                  </a:lnTo>
                  <a:close/>
                </a:path>
                <a:path w="3036570" h="258445">
                  <a:moveTo>
                    <a:pt x="1629410" y="203"/>
                  </a:moveTo>
                  <a:lnTo>
                    <a:pt x="1599260" y="203"/>
                  </a:lnTo>
                  <a:lnTo>
                    <a:pt x="1599260" y="64452"/>
                  </a:lnTo>
                  <a:lnTo>
                    <a:pt x="1573441" y="64452"/>
                  </a:lnTo>
                  <a:lnTo>
                    <a:pt x="1573441" y="4546"/>
                  </a:lnTo>
                  <a:lnTo>
                    <a:pt x="1543989" y="4546"/>
                  </a:lnTo>
                  <a:lnTo>
                    <a:pt x="1543989" y="154724"/>
                  </a:lnTo>
                  <a:lnTo>
                    <a:pt x="1573441" y="154724"/>
                  </a:lnTo>
                  <a:lnTo>
                    <a:pt x="1573441" y="90474"/>
                  </a:lnTo>
                  <a:lnTo>
                    <a:pt x="1599260" y="90474"/>
                  </a:lnTo>
                  <a:lnTo>
                    <a:pt x="1599260" y="156146"/>
                  </a:lnTo>
                  <a:lnTo>
                    <a:pt x="1629410" y="156146"/>
                  </a:lnTo>
                  <a:lnTo>
                    <a:pt x="1629410" y="90474"/>
                  </a:lnTo>
                  <a:lnTo>
                    <a:pt x="1629410" y="64452"/>
                  </a:lnTo>
                  <a:lnTo>
                    <a:pt x="1629410" y="203"/>
                  </a:lnTo>
                  <a:close/>
                </a:path>
                <a:path w="3036570" h="258445">
                  <a:moveTo>
                    <a:pt x="1813394" y="116700"/>
                  </a:moveTo>
                  <a:lnTo>
                    <a:pt x="1771396" y="89268"/>
                  </a:lnTo>
                  <a:lnTo>
                    <a:pt x="1752777" y="40957"/>
                  </a:lnTo>
                  <a:lnTo>
                    <a:pt x="1752777" y="13627"/>
                  </a:lnTo>
                  <a:lnTo>
                    <a:pt x="1721104" y="13627"/>
                  </a:lnTo>
                  <a:lnTo>
                    <a:pt x="1721104" y="38036"/>
                  </a:lnTo>
                  <a:lnTo>
                    <a:pt x="1717090" y="64960"/>
                  </a:lnTo>
                  <a:lnTo>
                    <a:pt x="1705343" y="89281"/>
                  </a:lnTo>
                  <a:lnTo>
                    <a:pt x="1685836" y="109385"/>
                  </a:lnTo>
                  <a:lnTo>
                    <a:pt x="1658569" y="123659"/>
                  </a:lnTo>
                  <a:lnTo>
                    <a:pt x="1675714" y="148678"/>
                  </a:lnTo>
                  <a:lnTo>
                    <a:pt x="1696339" y="138772"/>
                  </a:lnTo>
                  <a:lnTo>
                    <a:pt x="1713534" y="125247"/>
                  </a:lnTo>
                  <a:lnTo>
                    <a:pt x="1727250" y="108597"/>
                  </a:lnTo>
                  <a:lnTo>
                    <a:pt x="1737436" y="89268"/>
                  </a:lnTo>
                  <a:lnTo>
                    <a:pt x="1747431" y="106184"/>
                  </a:lnTo>
                  <a:lnTo>
                    <a:pt x="1760664" y="120789"/>
                  </a:lnTo>
                  <a:lnTo>
                    <a:pt x="1777047" y="132676"/>
                  </a:lnTo>
                  <a:lnTo>
                    <a:pt x="1796440" y="141414"/>
                  </a:lnTo>
                  <a:lnTo>
                    <a:pt x="1813394" y="116700"/>
                  </a:lnTo>
                  <a:close/>
                </a:path>
                <a:path w="3036570" h="258445">
                  <a:moveTo>
                    <a:pt x="1867255" y="208495"/>
                  </a:moveTo>
                  <a:lnTo>
                    <a:pt x="1861261" y="187947"/>
                  </a:lnTo>
                  <a:lnTo>
                    <a:pt x="1857616" y="184683"/>
                  </a:lnTo>
                  <a:lnTo>
                    <a:pt x="1844103" y="172643"/>
                  </a:lnTo>
                  <a:lnTo>
                    <a:pt x="1836089" y="169837"/>
                  </a:lnTo>
                  <a:lnTo>
                    <a:pt x="1836089" y="208495"/>
                  </a:lnTo>
                  <a:lnTo>
                    <a:pt x="1832444" y="218909"/>
                  </a:lnTo>
                  <a:lnTo>
                    <a:pt x="1821789" y="226390"/>
                  </a:lnTo>
                  <a:lnTo>
                    <a:pt x="1804517" y="230924"/>
                  </a:lnTo>
                  <a:lnTo>
                    <a:pt x="1781009" y="232498"/>
                  </a:lnTo>
                  <a:lnTo>
                    <a:pt x="1757375" y="230924"/>
                  </a:lnTo>
                  <a:lnTo>
                    <a:pt x="1739912" y="226390"/>
                  </a:lnTo>
                  <a:lnTo>
                    <a:pt x="1729105" y="218909"/>
                  </a:lnTo>
                  <a:lnTo>
                    <a:pt x="1725434" y="208495"/>
                  </a:lnTo>
                  <a:lnTo>
                    <a:pt x="1729105" y="198386"/>
                  </a:lnTo>
                  <a:lnTo>
                    <a:pt x="1739912" y="190919"/>
                  </a:lnTo>
                  <a:lnTo>
                    <a:pt x="1757375" y="186283"/>
                  </a:lnTo>
                  <a:lnTo>
                    <a:pt x="1781009" y="184683"/>
                  </a:lnTo>
                  <a:lnTo>
                    <a:pt x="1804517" y="186283"/>
                  </a:lnTo>
                  <a:lnTo>
                    <a:pt x="1821789" y="190919"/>
                  </a:lnTo>
                  <a:lnTo>
                    <a:pt x="1832444" y="198386"/>
                  </a:lnTo>
                  <a:lnTo>
                    <a:pt x="1836089" y="208495"/>
                  </a:lnTo>
                  <a:lnTo>
                    <a:pt x="1836089" y="169837"/>
                  </a:lnTo>
                  <a:lnTo>
                    <a:pt x="1816950" y="163118"/>
                  </a:lnTo>
                  <a:lnTo>
                    <a:pt x="1781009" y="159867"/>
                  </a:lnTo>
                  <a:lnTo>
                    <a:pt x="1744649" y="163118"/>
                  </a:lnTo>
                  <a:lnTo>
                    <a:pt x="1717154" y="172643"/>
                  </a:lnTo>
                  <a:lnTo>
                    <a:pt x="1699780" y="187947"/>
                  </a:lnTo>
                  <a:lnTo>
                    <a:pt x="1693760" y="208495"/>
                  </a:lnTo>
                  <a:lnTo>
                    <a:pt x="1699780" y="229298"/>
                  </a:lnTo>
                  <a:lnTo>
                    <a:pt x="1717154" y="244678"/>
                  </a:lnTo>
                  <a:lnTo>
                    <a:pt x="1744649" y="254190"/>
                  </a:lnTo>
                  <a:lnTo>
                    <a:pt x="1781009" y="257403"/>
                  </a:lnTo>
                  <a:lnTo>
                    <a:pt x="1816950" y="254190"/>
                  </a:lnTo>
                  <a:lnTo>
                    <a:pt x="1844103" y="244678"/>
                  </a:lnTo>
                  <a:lnTo>
                    <a:pt x="1857692" y="232498"/>
                  </a:lnTo>
                  <a:lnTo>
                    <a:pt x="1861261" y="229298"/>
                  </a:lnTo>
                  <a:lnTo>
                    <a:pt x="1867255" y="208495"/>
                  </a:lnTo>
                  <a:close/>
                </a:path>
                <a:path w="3036570" h="258445">
                  <a:moveTo>
                    <a:pt x="1900936" y="62534"/>
                  </a:moveTo>
                  <a:lnTo>
                    <a:pt x="1864931" y="62534"/>
                  </a:lnTo>
                  <a:lnTo>
                    <a:pt x="1864931" y="0"/>
                  </a:lnTo>
                  <a:lnTo>
                    <a:pt x="1833054" y="0"/>
                  </a:lnTo>
                  <a:lnTo>
                    <a:pt x="1833054" y="154127"/>
                  </a:lnTo>
                  <a:lnTo>
                    <a:pt x="1864931" y="154127"/>
                  </a:lnTo>
                  <a:lnTo>
                    <a:pt x="1864931" y="88963"/>
                  </a:lnTo>
                  <a:lnTo>
                    <a:pt x="1900936" y="88963"/>
                  </a:lnTo>
                  <a:lnTo>
                    <a:pt x="1900936" y="62534"/>
                  </a:lnTo>
                  <a:close/>
                </a:path>
                <a:path w="3036570" h="258445">
                  <a:moveTo>
                    <a:pt x="1967407" y="141922"/>
                  </a:moveTo>
                  <a:lnTo>
                    <a:pt x="1965591" y="133438"/>
                  </a:lnTo>
                  <a:lnTo>
                    <a:pt x="1960791" y="126479"/>
                  </a:lnTo>
                  <a:lnTo>
                    <a:pt x="1953780" y="121767"/>
                  </a:lnTo>
                  <a:lnTo>
                    <a:pt x="1945322" y="120027"/>
                  </a:lnTo>
                  <a:lnTo>
                    <a:pt x="1936686" y="121767"/>
                  </a:lnTo>
                  <a:lnTo>
                    <a:pt x="1929625" y="126479"/>
                  </a:lnTo>
                  <a:lnTo>
                    <a:pt x="1924875" y="133438"/>
                  </a:lnTo>
                  <a:lnTo>
                    <a:pt x="1923224" y="141922"/>
                  </a:lnTo>
                  <a:lnTo>
                    <a:pt x="1924875" y="150520"/>
                  </a:lnTo>
                  <a:lnTo>
                    <a:pt x="1929625" y="157543"/>
                  </a:lnTo>
                  <a:lnTo>
                    <a:pt x="1936686" y="162267"/>
                  </a:lnTo>
                  <a:lnTo>
                    <a:pt x="1945322" y="164007"/>
                  </a:lnTo>
                  <a:lnTo>
                    <a:pt x="1953780" y="162267"/>
                  </a:lnTo>
                  <a:lnTo>
                    <a:pt x="1960791" y="157543"/>
                  </a:lnTo>
                  <a:lnTo>
                    <a:pt x="1965591" y="150520"/>
                  </a:lnTo>
                  <a:lnTo>
                    <a:pt x="1967407" y="141922"/>
                  </a:lnTo>
                  <a:close/>
                </a:path>
                <a:path w="3036570" h="258445">
                  <a:moveTo>
                    <a:pt x="2115680" y="141617"/>
                  </a:moveTo>
                  <a:lnTo>
                    <a:pt x="2113280" y="122250"/>
                  </a:lnTo>
                  <a:lnTo>
                    <a:pt x="2112556" y="116395"/>
                  </a:lnTo>
                  <a:lnTo>
                    <a:pt x="2094179" y="119176"/>
                  </a:lnTo>
                  <a:lnTo>
                    <a:pt x="2075929" y="120954"/>
                  </a:lnTo>
                  <a:lnTo>
                    <a:pt x="2056599" y="121920"/>
                  </a:lnTo>
                  <a:lnTo>
                    <a:pt x="2034984" y="122250"/>
                  </a:lnTo>
                  <a:lnTo>
                    <a:pt x="2034984" y="93802"/>
                  </a:lnTo>
                  <a:lnTo>
                    <a:pt x="2092883" y="93802"/>
                  </a:lnTo>
                  <a:lnTo>
                    <a:pt x="2092883" y="69494"/>
                  </a:lnTo>
                  <a:lnTo>
                    <a:pt x="2034984" y="69494"/>
                  </a:lnTo>
                  <a:lnTo>
                    <a:pt x="2034984" y="42976"/>
                  </a:lnTo>
                  <a:lnTo>
                    <a:pt x="2102662" y="42976"/>
                  </a:lnTo>
                  <a:lnTo>
                    <a:pt x="2102662" y="17551"/>
                  </a:lnTo>
                  <a:lnTo>
                    <a:pt x="2004529" y="17551"/>
                  </a:lnTo>
                  <a:lnTo>
                    <a:pt x="2004529" y="147472"/>
                  </a:lnTo>
                  <a:lnTo>
                    <a:pt x="2021573" y="147472"/>
                  </a:lnTo>
                  <a:lnTo>
                    <a:pt x="2048954" y="147256"/>
                  </a:lnTo>
                  <a:lnTo>
                    <a:pt x="2072487" y="146431"/>
                  </a:lnTo>
                  <a:lnTo>
                    <a:pt x="2094077" y="144653"/>
                  </a:lnTo>
                  <a:lnTo>
                    <a:pt x="2115680" y="141617"/>
                  </a:lnTo>
                  <a:close/>
                </a:path>
                <a:path w="3036570" h="258445">
                  <a:moveTo>
                    <a:pt x="2163381" y="5346"/>
                  </a:moveTo>
                  <a:lnTo>
                    <a:pt x="2133231" y="5346"/>
                  </a:lnTo>
                  <a:lnTo>
                    <a:pt x="2133231" y="66268"/>
                  </a:lnTo>
                  <a:lnTo>
                    <a:pt x="2104174" y="66268"/>
                  </a:lnTo>
                  <a:lnTo>
                    <a:pt x="2104174" y="91897"/>
                  </a:lnTo>
                  <a:lnTo>
                    <a:pt x="2133231" y="91897"/>
                  </a:lnTo>
                  <a:lnTo>
                    <a:pt x="2133231" y="158356"/>
                  </a:lnTo>
                  <a:lnTo>
                    <a:pt x="2163381" y="158356"/>
                  </a:lnTo>
                  <a:lnTo>
                    <a:pt x="2163381" y="5346"/>
                  </a:lnTo>
                  <a:close/>
                </a:path>
                <a:path w="3036570" h="258445">
                  <a:moveTo>
                    <a:pt x="2214219" y="171069"/>
                  </a:moveTo>
                  <a:lnTo>
                    <a:pt x="2036800" y="171069"/>
                  </a:lnTo>
                  <a:lnTo>
                    <a:pt x="2036800" y="196481"/>
                  </a:lnTo>
                  <a:lnTo>
                    <a:pt x="2182647" y="196481"/>
                  </a:lnTo>
                  <a:lnTo>
                    <a:pt x="2182647" y="257606"/>
                  </a:lnTo>
                  <a:lnTo>
                    <a:pt x="2214219" y="257606"/>
                  </a:lnTo>
                  <a:lnTo>
                    <a:pt x="2214219" y="171069"/>
                  </a:lnTo>
                  <a:close/>
                </a:path>
                <a:path w="3036570" h="258445">
                  <a:moveTo>
                    <a:pt x="2214219" y="203"/>
                  </a:moveTo>
                  <a:lnTo>
                    <a:pt x="2184057" y="203"/>
                  </a:lnTo>
                  <a:lnTo>
                    <a:pt x="2184057" y="160172"/>
                  </a:lnTo>
                  <a:lnTo>
                    <a:pt x="2214219" y="160172"/>
                  </a:lnTo>
                  <a:lnTo>
                    <a:pt x="2214219" y="203"/>
                  </a:lnTo>
                  <a:close/>
                </a:path>
                <a:path w="3036570" h="258445">
                  <a:moveTo>
                    <a:pt x="2472436" y="124574"/>
                  </a:moveTo>
                  <a:lnTo>
                    <a:pt x="2435136" y="112229"/>
                  </a:lnTo>
                  <a:lnTo>
                    <a:pt x="2398382" y="81203"/>
                  </a:lnTo>
                  <a:lnTo>
                    <a:pt x="2379535" y="35204"/>
                  </a:lnTo>
                  <a:lnTo>
                    <a:pt x="2379535" y="16243"/>
                  </a:lnTo>
                  <a:lnTo>
                    <a:pt x="2345842" y="16243"/>
                  </a:lnTo>
                  <a:lnTo>
                    <a:pt x="2345842" y="35204"/>
                  </a:lnTo>
                  <a:lnTo>
                    <a:pt x="2338806" y="64579"/>
                  </a:lnTo>
                  <a:lnTo>
                    <a:pt x="2319515" y="91160"/>
                  </a:lnTo>
                  <a:lnTo>
                    <a:pt x="2290292" y="112115"/>
                  </a:lnTo>
                  <a:lnTo>
                    <a:pt x="2253462" y="124574"/>
                  </a:lnTo>
                  <a:lnTo>
                    <a:pt x="2267381" y="151003"/>
                  </a:lnTo>
                  <a:lnTo>
                    <a:pt x="2298077" y="141058"/>
                  </a:lnTo>
                  <a:lnTo>
                    <a:pt x="2324887" y="125552"/>
                  </a:lnTo>
                  <a:lnTo>
                    <a:pt x="2346795" y="105321"/>
                  </a:lnTo>
                  <a:lnTo>
                    <a:pt x="2362797" y="81203"/>
                  </a:lnTo>
                  <a:lnTo>
                    <a:pt x="2378684" y="105486"/>
                  </a:lnTo>
                  <a:lnTo>
                    <a:pt x="2400554" y="125742"/>
                  </a:lnTo>
                  <a:lnTo>
                    <a:pt x="2427401" y="141185"/>
                  </a:lnTo>
                  <a:lnTo>
                    <a:pt x="2458212" y="151003"/>
                  </a:lnTo>
                  <a:lnTo>
                    <a:pt x="2472436" y="124574"/>
                  </a:lnTo>
                  <a:close/>
                </a:path>
                <a:path w="3036570" h="258445">
                  <a:moveTo>
                    <a:pt x="2482011" y="198704"/>
                  </a:moveTo>
                  <a:lnTo>
                    <a:pt x="2246299" y="198704"/>
                  </a:lnTo>
                  <a:lnTo>
                    <a:pt x="2246299" y="224929"/>
                  </a:lnTo>
                  <a:lnTo>
                    <a:pt x="2482011" y="224929"/>
                  </a:lnTo>
                  <a:lnTo>
                    <a:pt x="2482011" y="198704"/>
                  </a:lnTo>
                  <a:close/>
                </a:path>
                <a:path w="3036570" h="258445">
                  <a:moveTo>
                    <a:pt x="2708452" y="135331"/>
                  </a:moveTo>
                  <a:lnTo>
                    <a:pt x="2559774" y="135331"/>
                  </a:lnTo>
                  <a:lnTo>
                    <a:pt x="2559774" y="102311"/>
                  </a:lnTo>
                  <a:lnTo>
                    <a:pt x="2700286" y="102311"/>
                  </a:lnTo>
                  <a:lnTo>
                    <a:pt x="2700286" y="76911"/>
                  </a:lnTo>
                  <a:lnTo>
                    <a:pt x="2559774" y="76911"/>
                  </a:lnTo>
                  <a:lnTo>
                    <a:pt x="2559774" y="46431"/>
                  </a:lnTo>
                  <a:lnTo>
                    <a:pt x="2706128" y="46431"/>
                  </a:lnTo>
                  <a:lnTo>
                    <a:pt x="2706128" y="19761"/>
                  </a:lnTo>
                  <a:lnTo>
                    <a:pt x="2527604" y="19761"/>
                  </a:lnTo>
                  <a:lnTo>
                    <a:pt x="2527604" y="46431"/>
                  </a:lnTo>
                  <a:lnTo>
                    <a:pt x="2527604" y="76911"/>
                  </a:lnTo>
                  <a:lnTo>
                    <a:pt x="2527604" y="102311"/>
                  </a:lnTo>
                  <a:lnTo>
                    <a:pt x="2527604" y="135331"/>
                  </a:lnTo>
                  <a:lnTo>
                    <a:pt x="2527604" y="160731"/>
                  </a:lnTo>
                  <a:lnTo>
                    <a:pt x="2708452" y="160731"/>
                  </a:lnTo>
                  <a:lnTo>
                    <a:pt x="2708452" y="135331"/>
                  </a:lnTo>
                  <a:close/>
                </a:path>
                <a:path w="3036570" h="258445">
                  <a:moveTo>
                    <a:pt x="2734576" y="200520"/>
                  </a:moveTo>
                  <a:lnTo>
                    <a:pt x="2498852" y="200520"/>
                  </a:lnTo>
                  <a:lnTo>
                    <a:pt x="2498852" y="226441"/>
                  </a:lnTo>
                  <a:lnTo>
                    <a:pt x="2734576" y="226441"/>
                  </a:lnTo>
                  <a:lnTo>
                    <a:pt x="2734576" y="200520"/>
                  </a:lnTo>
                  <a:close/>
                </a:path>
                <a:path w="3036570" h="258445">
                  <a:moveTo>
                    <a:pt x="2975381" y="118922"/>
                  </a:moveTo>
                  <a:lnTo>
                    <a:pt x="2949105" y="105575"/>
                  </a:lnTo>
                  <a:lnTo>
                    <a:pt x="2933154" y="90081"/>
                  </a:lnTo>
                  <a:lnTo>
                    <a:pt x="2930131" y="87147"/>
                  </a:lnTo>
                  <a:lnTo>
                    <a:pt x="2918637" y="65481"/>
                  </a:lnTo>
                  <a:lnTo>
                    <a:pt x="2914764" y="42367"/>
                  </a:lnTo>
                  <a:lnTo>
                    <a:pt x="2914764" y="40043"/>
                  </a:lnTo>
                  <a:lnTo>
                    <a:pt x="2968129" y="40043"/>
                  </a:lnTo>
                  <a:lnTo>
                    <a:pt x="2968129" y="14325"/>
                  </a:lnTo>
                  <a:lnTo>
                    <a:pt x="2828734" y="14325"/>
                  </a:lnTo>
                  <a:lnTo>
                    <a:pt x="2828734" y="40043"/>
                  </a:lnTo>
                  <a:lnTo>
                    <a:pt x="2882493" y="40043"/>
                  </a:lnTo>
                  <a:lnTo>
                    <a:pt x="2882455" y="42367"/>
                  </a:lnTo>
                  <a:lnTo>
                    <a:pt x="2878417" y="67411"/>
                  </a:lnTo>
                  <a:lnTo>
                    <a:pt x="2866364" y="90741"/>
                  </a:lnTo>
                  <a:lnTo>
                    <a:pt x="2846616" y="110236"/>
                  </a:lnTo>
                  <a:lnTo>
                    <a:pt x="2819450" y="123964"/>
                  </a:lnTo>
                  <a:lnTo>
                    <a:pt x="2835795" y="148983"/>
                  </a:lnTo>
                  <a:lnTo>
                    <a:pt x="2856928" y="139242"/>
                  </a:lnTo>
                  <a:lnTo>
                    <a:pt x="2874594" y="125806"/>
                  </a:lnTo>
                  <a:lnTo>
                    <a:pt x="2888665" y="109232"/>
                  </a:lnTo>
                  <a:lnTo>
                    <a:pt x="2899029" y="90081"/>
                  </a:lnTo>
                  <a:lnTo>
                    <a:pt x="2909201" y="107416"/>
                  </a:lnTo>
                  <a:lnTo>
                    <a:pt x="2922714" y="122491"/>
                  </a:lnTo>
                  <a:lnTo>
                    <a:pt x="2939516" y="134823"/>
                  </a:lnTo>
                  <a:lnTo>
                    <a:pt x="2959544" y="143941"/>
                  </a:lnTo>
                  <a:lnTo>
                    <a:pt x="2975381" y="118922"/>
                  </a:lnTo>
                  <a:close/>
                </a:path>
                <a:path w="3036570" h="258445">
                  <a:moveTo>
                    <a:pt x="3036011" y="160883"/>
                  </a:moveTo>
                  <a:lnTo>
                    <a:pt x="3004934" y="160883"/>
                  </a:lnTo>
                  <a:lnTo>
                    <a:pt x="3004934" y="185991"/>
                  </a:lnTo>
                  <a:lnTo>
                    <a:pt x="3004934" y="228968"/>
                  </a:lnTo>
                  <a:lnTo>
                    <a:pt x="2896108" y="228968"/>
                  </a:lnTo>
                  <a:lnTo>
                    <a:pt x="2896108" y="185991"/>
                  </a:lnTo>
                  <a:lnTo>
                    <a:pt x="3004934" y="185991"/>
                  </a:lnTo>
                  <a:lnTo>
                    <a:pt x="3004934" y="160883"/>
                  </a:lnTo>
                  <a:lnTo>
                    <a:pt x="2864434" y="160883"/>
                  </a:lnTo>
                  <a:lnTo>
                    <a:pt x="2864434" y="254584"/>
                  </a:lnTo>
                  <a:lnTo>
                    <a:pt x="3036011" y="254584"/>
                  </a:lnTo>
                  <a:lnTo>
                    <a:pt x="3036011" y="228968"/>
                  </a:lnTo>
                  <a:lnTo>
                    <a:pt x="3036011" y="185991"/>
                  </a:lnTo>
                  <a:lnTo>
                    <a:pt x="3036011" y="160883"/>
                  </a:lnTo>
                  <a:close/>
                </a:path>
                <a:path w="3036570" h="258445">
                  <a:moveTo>
                    <a:pt x="3036011" y="0"/>
                  </a:moveTo>
                  <a:lnTo>
                    <a:pt x="3004337" y="0"/>
                  </a:lnTo>
                  <a:lnTo>
                    <a:pt x="3004337" y="61125"/>
                  </a:lnTo>
                  <a:lnTo>
                    <a:pt x="2959747" y="61125"/>
                  </a:lnTo>
                  <a:lnTo>
                    <a:pt x="2959747" y="87147"/>
                  </a:lnTo>
                  <a:lnTo>
                    <a:pt x="3004337" y="87147"/>
                  </a:lnTo>
                  <a:lnTo>
                    <a:pt x="3004337" y="149682"/>
                  </a:lnTo>
                  <a:lnTo>
                    <a:pt x="3036011" y="149682"/>
                  </a:lnTo>
                  <a:lnTo>
                    <a:pt x="30360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0219790" y="8954607"/>
              <a:ext cx="234911" cy="249435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10471035" y="8946438"/>
              <a:ext cx="562610" cy="257810"/>
            </a:xfrm>
            <a:custGeom>
              <a:avLst/>
              <a:gdLst/>
              <a:ahLst/>
              <a:cxnLst/>
              <a:rect l="l" t="t" r="r" b="b"/>
              <a:pathLst>
                <a:path w="562609" h="257809">
                  <a:moveTo>
                    <a:pt x="135153" y="26733"/>
                  </a:moveTo>
                  <a:lnTo>
                    <a:pt x="13716" y="26733"/>
                  </a:lnTo>
                  <a:lnTo>
                    <a:pt x="13716" y="52857"/>
                  </a:lnTo>
                  <a:lnTo>
                    <a:pt x="102882" y="52857"/>
                  </a:lnTo>
                  <a:lnTo>
                    <a:pt x="92989" y="94132"/>
                  </a:lnTo>
                  <a:lnTo>
                    <a:pt x="72618" y="130048"/>
                  </a:lnTo>
                  <a:lnTo>
                    <a:pt x="41656" y="160858"/>
                  </a:lnTo>
                  <a:lnTo>
                    <a:pt x="0" y="186804"/>
                  </a:lnTo>
                  <a:lnTo>
                    <a:pt x="17856" y="211213"/>
                  </a:lnTo>
                  <a:lnTo>
                    <a:pt x="62953" y="183108"/>
                  </a:lnTo>
                  <a:lnTo>
                    <a:pt x="96126" y="149872"/>
                  </a:lnTo>
                  <a:lnTo>
                    <a:pt x="118465" y="112255"/>
                  </a:lnTo>
                  <a:lnTo>
                    <a:pt x="131114" y="70954"/>
                  </a:lnTo>
                  <a:lnTo>
                    <a:pt x="135153" y="26733"/>
                  </a:lnTo>
                  <a:close/>
                </a:path>
                <a:path w="562609" h="257809">
                  <a:moveTo>
                    <a:pt x="241465" y="100672"/>
                  </a:moveTo>
                  <a:lnTo>
                    <a:pt x="203238" y="100672"/>
                  </a:lnTo>
                  <a:lnTo>
                    <a:pt x="203238" y="0"/>
                  </a:lnTo>
                  <a:lnTo>
                    <a:pt x="171462" y="0"/>
                  </a:lnTo>
                  <a:lnTo>
                    <a:pt x="171462" y="257213"/>
                  </a:lnTo>
                  <a:lnTo>
                    <a:pt x="203238" y="257213"/>
                  </a:lnTo>
                  <a:lnTo>
                    <a:pt x="203238" y="126987"/>
                  </a:lnTo>
                  <a:lnTo>
                    <a:pt x="241465" y="126987"/>
                  </a:lnTo>
                  <a:lnTo>
                    <a:pt x="241465" y="100672"/>
                  </a:lnTo>
                  <a:close/>
                </a:path>
                <a:path w="562609" h="257809">
                  <a:moveTo>
                    <a:pt x="474980" y="116700"/>
                  </a:moveTo>
                  <a:lnTo>
                    <a:pt x="432981" y="89268"/>
                  </a:lnTo>
                  <a:lnTo>
                    <a:pt x="414362" y="40957"/>
                  </a:lnTo>
                  <a:lnTo>
                    <a:pt x="414362" y="13627"/>
                  </a:lnTo>
                  <a:lnTo>
                    <a:pt x="382689" y="13627"/>
                  </a:lnTo>
                  <a:lnTo>
                    <a:pt x="382689" y="38036"/>
                  </a:lnTo>
                  <a:lnTo>
                    <a:pt x="378675" y="64960"/>
                  </a:lnTo>
                  <a:lnTo>
                    <a:pt x="366928" y="89281"/>
                  </a:lnTo>
                  <a:lnTo>
                    <a:pt x="347421" y="109385"/>
                  </a:lnTo>
                  <a:lnTo>
                    <a:pt x="320154" y="123659"/>
                  </a:lnTo>
                  <a:lnTo>
                    <a:pt x="337299" y="148678"/>
                  </a:lnTo>
                  <a:lnTo>
                    <a:pt x="357924" y="138772"/>
                  </a:lnTo>
                  <a:lnTo>
                    <a:pt x="375119" y="125247"/>
                  </a:lnTo>
                  <a:lnTo>
                    <a:pt x="388835" y="108597"/>
                  </a:lnTo>
                  <a:lnTo>
                    <a:pt x="399021" y="89268"/>
                  </a:lnTo>
                  <a:lnTo>
                    <a:pt x="409016" y="106184"/>
                  </a:lnTo>
                  <a:lnTo>
                    <a:pt x="422249" y="120789"/>
                  </a:lnTo>
                  <a:lnTo>
                    <a:pt x="438632" y="132676"/>
                  </a:lnTo>
                  <a:lnTo>
                    <a:pt x="458038" y="141414"/>
                  </a:lnTo>
                  <a:lnTo>
                    <a:pt x="474980" y="116700"/>
                  </a:lnTo>
                  <a:close/>
                </a:path>
                <a:path w="562609" h="257809">
                  <a:moveTo>
                    <a:pt x="528840" y="208495"/>
                  </a:moveTo>
                  <a:lnTo>
                    <a:pt x="522846" y="187947"/>
                  </a:lnTo>
                  <a:lnTo>
                    <a:pt x="519201" y="184683"/>
                  </a:lnTo>
                  <a:lnTo>
                    <a:pt x="505688" y="172643"/>
                  </a:lnTo>
                  <a:lnTo>
                    <a:pt x="497674" y="169837"/>
                  </a:lnTo>
                  <a:lnTo>
                    <a:pt x="497674" y="208495"/>
                  </a:lnTo>
                  <a:lnTo>
                    <a:pt x="494030" y="218909"/>
                  </a:lnTo>
                  <a:lnTo>
                    <a:pt x="483374" y="226390"/>
                  </a:lnTo>
                  <a:lnTo>
                    <a:pt x="466102" y="230924"/>
                  </a:lnTo>
                  <a:lnTo>
                    <a:pt x="442595" y="232498"/>
                  </a:lnTo>
                  <a:lnTo>
                    <a:pt x="418960" y="230924"/>
                  </a:lnTo>
                  <a:lnTo>
                    <a:pt x="401497" y="226390"/>
                  </a:lnTo>
                  <a:lnTo>
                    <a:pt x="390690" y="218909"/>
                  </a:lnTo>
                  <a:lnTo>
                    <a:pt x="387019" y="208495"/>
                  </a:lnTo>
                  <a:lnTo>
                    <a:pt x="390690" y="198386"/>
                  </a:lnTo>
                  <a:lnTo>
                    <a:pt x="401497" y="190919"/>
                  </a:lnTo>
                  <a:lnTo>
                    <a:pt x="418960" y="186283"/>
                  </a:lnTo>
                  <a:lnTo>
                    <a:pt x="442595" y="184683"/>
                  </a:lnTo>
                  <a:lnTo>
                    <a:pt x="466102" y="186283"/>
                  </a:lnTo>
                  <a:lnTo>
                    <a:pt x="483374" y="190919"/>
                  </a:lnTo>
                  <a:lnTo>
                    <a:pt x="494030" y="198386"/>
                  </a:lnTo>
                  <a:lnTo>
                    <a:pt x="497674" y="208495"/>
                  </a:lnTo>
                  <a:lnTo>
                    <a:pt x="497674" y="169837"/>
                  </a:lnTo>
                  <a:lnTo>
                    <a:pt x="478536" y="163118"/>
                  </a:lnTo>
                  <a:lnTo>
                    <a:pt x="442595" y="159867"/>
                  </a:lnTo>
                  <a:lnTo>
                    <a:pt x="406234" y="163118"/>
                  </a:lnTo>
                  <a:lnTo>
                    <a:pt x="378739" y="172643"/>
                  </a:lnTo>
                  <a:lnTo>
                    <a:pt x="361365" y="187947"/>
                  </a:lnTo>
                  <a:lnTo>
                    <a:pt x="355346" y="208495"/>
                  </a:lnTo>
                  <a:lnTo>
                    <a:pt x="361365" y="229298"/>
                  </a:lnTo>
                  <a:lnTo>
                    <a:pt x="378739" y="244678"/>
                  </a:lnTo>
                  <a:lnTo>
                    <a:pt x="406234" y="254190"/>
                  </a:lnTo>
                  <a:lnTo>
                    <a:pt x="442595" y="257403"/>
                  </a:lnTo>
                  <a:lnTo>
                    <a:pt x="478536" y="254190"/>
                  </a:lnTo>
                  <a:lnTo>
                    <a:pt x="505688" y="244678"/>
                  </a:lnTo>
                  <a:lnTo>
                    <a:pt x="519277" y="232498"/>
                  </a:lnTo>
                  <a:lnTo>
                    <a:pt x="522846" y="229298"/>
                  </a:lnTo>
                  <a:lnTo>
                    <a:pt x="528840" y="208495"/>
                  </a:lnTo>
                  <a:close/>
                </a:path>
                <a:path w="562609" h="257809">
                  <a:moveTo>
                    <a:pt x="562521" y="62534"/>
                  </a:moveTo>
                  <a:lnTo>
                    <a:pt x="526516" y="62534"/>
                  </a:lnTo>
                  <a:lnTo>
                    <a:pt x="526516" y="0"/>
                  </a:lnTo>
                  <a:lnTo>
                    <a:pt x="494639" y="0"/>
                  </a:lnTo>
                  <a:lnTo>
                    <a:pt x="494639" y="154127"/>
                  </a:lnTo>
                  <a:lnTo>
                    <a:pt x="526516" y="154127"/>
                  </a:lnTo>
                  <a:lnTo>
                    <a:pt x="526516" y="88963"/>
                  </a:lnTo>
                  <a:lnTo>
                    <a:pt x="562521" y="88963"/>
                  </a:lnTo>
                  <a:lnTo>
                    <a:pt x="562521" y="625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6" name="object 146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1046679" y="8950573"/>
              <a:ext cx="234911" cy="253671"/>
            </a:xfrm>
            <a:prstGeom prst="rect">
              <a:avLst/>
            </a:prstGeom>
          </p:spPr>
        </p:pic>
        <p:sp>
          <p:nvSpPr>
            <p:cNvPr id="147" name="object 147"/>
            <p:cNvSpPr/>
            <p:nvPr/>
          </p:nvSpPr>
          <p:spPr>
            <a:xfrm>
              <a:off x="11297818" y="8946438"/>
              <a:ext cx="1043940" cy="258445"/>
            </a:xfrm>
            <a:custGeom>
              <a:avLst/>
              <a:gdLst/>
              <a:ahLst/>
              <a:cxnLst/>
              <a:rect l="l" t="t" r="r" b="b"/>
              <a:pathLst>
                <a:path w="1043940" h="258445">
                  <a:moveTo>
                    <a:pt x="141820" y="142430"/>
                  </a:moveTo>
                  <a:lnTo>
                    <a:pt x="136817" y="117919"/>
                  </a:lnTo>
                  <a:lnTo>
                    <a:pt x="129616" y="107721"/>
                  </a:lnTo>
                  <a:lnTo>
                    <a:pt x="123240" y="98717"/>
                  </a:lnTo>
                  <a:lnTo>
                    <a:pt x="111455" y="91516"/>
                  </a:lnTo>
                  <a:lnTo>
                    <a:pt x="111455" y="142430"/>
                  </a:lnTo>
                  <a:lnTo>
                    <a:pt x="108775" y="156768"/>
                  </a:lnTo>
                  <a:lnTo>
                    <a:pt x="101587" y="167640"/>
                  </a:lnTo>
                  <a:lnTo>
                    <a:pt x="90703" y="174510"/>
                  </a:lnTo>
                  <a:lnTo>
                    <a:pt x="76962" y="176822"/>
                  </a:lnTo>
                  <a:lnTo>
                    <a:pt x="63004" y="174510"/>
                  </a:lnTo>
                  <a:lnTo>
                    <a:pt x="51968" y="167640"/>
                  </a:lnTo>
                  <a:lnTo>
                    <a:pt x="44767" y="156768"/>
                  </a:lnTo>
                  <a:lnTo>
                    <a:pt x="42265" y="142430"/>
                  </a:lnTo>
                  <a:lnTo>
                    <a:pt x="44767" y="128193"/>
                  </a:lnTo>
                  <a:lnTo>
                    <a:pt x="51968" y="117246"/>
                  </a:lnTo>
                  <a:lnTo>
                    <a:pt x="63004" y="110210"/>
                  </a:lnTo>
                  <a:lnTo>
                    <a:pt x="76962" y="107721"/>
                  </a:lnTo>
                  <a:lnTo>
                    <a:pt x="90703" y="110210"/>
                  </a:lnTo>
                  <a:lnTo>
                    <a:pt x="101587" y="117246"/>
                  </a:lnTo>
                  <a:lnTo>
                    <a:pt x="108775" y="128193"/>
                  </a:lnTo>
                  <a:lnTo>
                    <a:pt x="111455" y="142430"/>
                  </a:lnTo>
                  <a:lnTo>
                    <a:pt x="111455" y="91516"/>
                  </a:lnTo>
                  <a:lnTo>
                    <a:pt x="102730" y="86182"/>
                  </a:lnTo>
                  <a:lnTo>
                    <a:pt x="76962" y="81699"/>
                  </a:lnTo>
                  <a:lnTo>
                    <a:pt x="50901" y="86182"/>
                  </a:lnTo>
                  <a:lnTo>
                    <a:pt x="30251" y="98717"/>
                  </a:lnTo>
                  <a:lnTo>
                    <a:pt x="16700" y="117919"/>
                  </a:lnTo>
                  <a:lnTo>
                    <a:pt x="11912" y="142430"/>
                  </a:lnTo>
                  <a:lnTo>
                    <a:pt x="16700" y="166916"/>
                  </a:lnTo>
                  <a:lnTo>
                    <a:pt x="30251" y="186080"/>
                  </a:lnTo>
                  <a:lnTo>
                    <a:pt x="50901" y="198577"/>
                  </a:lnTo>
                  <a:lnTo>
                    <a:pt x="76962" y="203047"/>
                  </a:lnTo>
                  <a:lnTo>
                    <a:pt x="102730" y="198577"/>
                  </a:lnTo>
                  <a:lnTo>
                    <a:pt x="123240" y="186080"/>
                  </a:lnTo>
                  <a:lnTo>
                    <a:pt x="129806" y="176822"/>
                  </a:lnTo>
                  <a:lnTo>
                    <a:pt x="136817" y="166916"/>
                  </a:lnTo>
                  <a:lnTo>
                    <a:pt x="141820" y="142430"/>
                  </a:lnTo>
                  <a:close/>
                </a:path>
                <a:path w="1043940" h="258445">
                  <a:moveTo>
                    <a:pt x="152107" y="39446"/>
                  </a:moveTo>
                  <a:lnTo>
                    <a:pt x="92595" y="39446"/>
                  </a:lnTo>
                  <a:lnTo>
                    <a:pt x="92595" y="3632"/>
                  </a:lnTo>
                  <a:lnTo>
                    <a:pt x="60921" y="3632"/>
                  </a:lnTo>
                  <a:lnTo>
                    <a:pt x="60921" y="39446"/>
                  </a:lnTo>
                  <a:lnTo>
                    <a:pt x="0" y="39446"/>
                  </a:lnTo>
                  <a:lnTo>
                    <a:pt x="0" y="65062"/>
                  </a:lnTo>
                  <a:lnTo>
                    <a:pt x="152107" y="65062"/>
                  </a:lnTo>
                  <a:lnTo>
                    <a:pt x="152107" y="39446"/>
                  </a:lnTo>
                  <a:close/>
                </a:path>
                <a:path w="1043940" h="258445">
                  <a:moveTo>
                    <a:pt x="243090" y="102679"/>
                  </a:moveTo>
                  <a:lnTo>
                    <a:pt x="203339" y="102679"/>
                  </a:lnTo>
                  <a:lnTo>
                    <a:pt x="203339" y="0"/>
                  </a:lnTo>
                  <a:lnTo>
                    <a:pt x="171970" y="0"/>
                  </a:lnTo>
                  <a:lnTo>
                    <a:pt x="171970" y="257606"/>
                  </a:lnTo>
                  <a:lnTo>
                    <a:pt x="203339" y="257606"/>
                  </a:lnTo>
                  <a:lnTo>
                    <a:pt x="203339" y="128803"/>
                  </a:lnTo>
                  <a:lnTo>
                    <a:pt x="243090" y="128803"/>
                  </a:lnTo>
                  <a:lnTo>
                    <a:pt x="243090" y="102679"/>
                  </a:lnTo>
                  <a:close/>
                </a:path>
                <a:path w="1043940" h="258445">
                  <a:moveTo>
                    <a:pt x="470128" y="0"/>
                  </a:moveTo>
                  <a:lnTo>
                    <a:pt x="438658" y="0"/>
                  </a:lnTo>
                  <a:lnTo>
                    <a:pt x="438658" y="59131"/>
                  </a:lnTo>
                  <a:lnTo>
                    <a:pt x="385203" y="59131"/>
                  </a:lnTo>
                  <a:lnTo>
                    <a:pt x="385203" y="48971"/>
                  </a:lnTo>
                  <a:lnTo>
                    <a:pt x="385203" y="23583"/>
                  </a:lnTo>
                  <a:lnTo>
                    <a:pt x="354241" y="23583"/>
                  </a:lnTo>
                  <a:lnTo>
                    <a:pt x="354241" y="169621"/>
                  </a:lnTo>
                  <a:lnTo>
                    <a:pt x="295338" y="169621"/>
                  </a:lnTo>
                  <a:lnTo>
                    <a:pt x="295338" y="48971"/>
                  </a:lnTo>
                  <a:lnTo>
                    <a:pt x="354241" y="48971"/>
                  </a:lnTo>
                  <a:lnTo>
                    <a:pt x="354241" y="23583"/>
                  </a:lnTo>
                  <a:lnTo>
                    <a:pt x="263766" y="23583"/>
                  </a:lnTo>
                  <a:lnTo>
                    <a:pt x="263766" y="48971"/>
                  </a:lnTo>
                  <a:lnTo>
                    <a:pt x="263766" y="169621"/>
                  </a:lnTo>
                  <a:lnTo>
                    <a:pt x="263766" y="193751"/>
                  </a:lnTo>
                  <a:lnTo>
                    <a:pt x="385203" y="193751"/>
                  </a:lnTo>
                  <a:lnTo>
                    <a:pt x="385203" y="169621"/>
                  </a:lnTo>
                  <a:lnTo>
                    <a:pt x="385203" y="155651"/>
                  </a:lnTo>
                  <a:lnTo>
                    <a:pt x="438658" y="155651"/>
                  </a:lnTo>
                  <a:lnTo>
                    <a:pt x="438658" y="258216"/>
                  </a:lnTo>
                  <a:lnTo>
                    <a:pt x="470128" y="258216"/>
                  </a:lnTo>
                  <a:lnTo>
                    <a:pt x="470128" y="155651"/>
                  </a:lnTo>
                  <a:lnTo>
                    <a:pt x="470128" y="155130"/>
                  </a:lnTo>
                  <a:lnTo>
                    <a:pt x="470128" y="130251"/>
                  </a:lnTo>
                  <a:lnTo>
                    <a:pt x="385203" y="130251"/>
                  </a:lnTo>
                  <a:lnTo>
                    <a:pt x="385203" y="85813"/>
                  </a:lnTo>
                  <a:lnTo>
                    <a:pt x="438658" y="85813"/>
                  </a:lnTo>
                  <a:lnTo>
                    <a:pt x="438658" y="129717"/>
                  </a:lnTo>
                  <a:lnTo>
                    <a:pt x="470128" y="129717"/>
                  </a:lnTo>
                  <a:lnTo>
                    <a:pt x="470128" y="85813"/>
                  </a:lnTo>
                  <a:lnTo>
                    <a:pt x="470128" y="85229"/>
                  </a:lnTo>
                  <a:lnTo>
                    <a:pt x="470128" y="59512"/>
                  </a:lnTo>
                  <a:lnTo>
                    <a:pt x="470128" y="59131"/>
                  </a:lnTo>
                  <a:lnTo>
                    <a:pt x="470128" y="0"/>
                  </a:lnTo>
                  <a:close/>
                </a:path>
                <a:path w="1043940" h="258445">
                  <a:moveTo>
                    <a:pt x="684834" y="27381"/>
                  </a:moveTo>
                  <a:lnTo>
                    <a:pt x="583565" y="27381"/>
                  </a:lnTo>
                  <a:lnTo>
                    <a:pt x="583565" y="52793"/>
                  </a:lnTo>
                  <a:lnTo>
                    <a:pt x="583565" y="165811"/>
                  </a:lnTo>
                  <a:lnTo>
                    <a:pt x="583565" y="191211"/>
                  </a:lnTo>
                  <a:lnTo>
                    <a:pt x="684834" y="191211"/>
                  </a:lnTo>
                  <a:lnTo>
                    <a:pt x="684834" y="166331"/>
                  </a:lnTo>
                  <a:lnTo>
                    <a:pt x="684834" y="165811"/>
                  </a:lnTo>
                  <a:lnTo>
                    <a:pt x="684834" y="52857"/>
                  </a:lnTo>
                  <a:lnTo>
                    <a:pt x="655078" y="52857"/>
                  </a:lnTo>
                  <a:lnTo>
                    <a:pt x="655078" y="165811"/>
                  </a:lnTo>
                  <a:lnTo>
                    <a:pt x="613321" y="165811"/>
                  </a:lnTo>
                  <a:lnTo>
                    <a:pt x="613321" y="52793"/>
                  </a:lnTo>
                  <a:lnTo>
                    <a:pt x="684834" y="52793"/>
                  </a:lnTo>
                  <a:lnTo>
                    <a:pt x="684834" y="27381"/>
                  </a:lnTo>
                  <a:close/>
                </a:path>
                <a:path w="1043940" h="258445">
                  <a:moveTo>
                    <a:pt x="798004" y="125577"/>
                  </a:moveTo>
                  <a:lnTo>
                    <a:pt x="767537" y="125577"/>
                  </a:lnTo>
                  <a:lnTo>
                    <a:pt x="767537" y="257606"/>
                  </a:lnTo>
                  <a:lnTo>
                    <a:pt x="798004" y="257606"/>
                  </a:lnTo>
                  <a:lnTo>
                    <a:pt x="798004" y="125577"/>
                  </a:lnTo>
                  <a:close/>
                </a:path>
                <a:path w="1043940" h="258445">
                  <a:moveTo>
                    <a:pt x="798004" y="99783"/>
                  </a:moveTo>
                  <a:lnTo>
                    <a:pt x="740105" y="99783"/>
                  </a:lnTo>
                  <a:lnTo>
                    <a:pt x="740105" y="4533"/>
                  </a:lnTo>
                  <a:lnTo>
                    <a:pt x="710044" y="4533"/>
                  </a:lnTo>
                  <a:lnTo>
                    <a:pt x="710044" y="99783"/>
                  </a:lnTo>
                  <a:lnTo>
                    <a:pt x="710044" y="125171"/>
                  </a:lnTo>
                  <a:lnTo>
                    <a:pt x="710044" y="245821"/>
                  </a:lnTo>
                  <a:lnTo>
                    <a:pt x="740105" y="245821"/>
                  </a:lnTo>
                  <a:lnTo>
                    <a:pt x="740105" y="125171"/>
                  </a:lnTo>
                  <a:lnTo>
                    <a:pt x="798004" y="125171"/>
                  </a:lnTo>
                  <a:lnTo>
                    <a:pt x="798004" y="99783"/>
                  </a:lnTo>
                  <a:close/>
                </a:path>
                <a:path w="1043940" h="258445">
                  <a:moveTo>
                    <a:pt x="798004" y="0"/>
                  </a:moveTo>
                  <a:lnTo>
                    <a:pt x="767537" y="0"/>
                  </a:lnTo>
                  <a:lnTo>
                    <a:pt x="767537" y="99555"/>
                  </a:lnTo>
                  <a:lnTo>
                    <a:pt x="798004" y="99555"/>
                  </a:lnTo>
                  <a:lnTo>
                    <a:pt x="798004" y="0"/>
                  </a:lnTo>
                  <a:close/>
                </a:path>
                <a:path w="1043940" h="258445">
                  <a:moveTo>
                    <a:pt x="989736" y="121551"/>
                  </a:moveTo>
                  <a:lnTo>
                    <a:pt x="962545" y="110375"/>
                  </a:lnTo>
                  <a:lnTo>
                    <a:pt x="946835" y="97739"/>
                  </a:lnTo>
                  <a:lnTo>
                    <a:pt x="942632" y="94361"/>
                  </a:lnTo>
                  <a:lnTo>
                    <a:pt x="930363" y="75018"/>
                  </a:lnTo>
                  <a:lnTo>
                    <a:pt x="926096" y="53860"/>
                  </a:lnTo>
                  <a:lnTo>
                    <a:pt x="980960" y="53860"/>
                  </a:lnTo>
                  <a:lnTo>
                    <a:pt x="980960" y="28651"/>
                  </a:lnTo>
                  <a:lnTo>
                    <a:pt x="926401" y="28651"/>
                  </a:lnTo>
                  <a:lnTo>
                    <a:pt x="926401" y="101"/>
                  </a:lnTo>
                  <a:lnTo>
                    <a:pt x="894219" y="101"/>
                  </a:lnTo>
                  <a:lnTo>
                    <a:pt x="894219" y="28651"/>
                  </a:lnTo>
                  <a:lnTo>
                    <a:pt x="839355" y="28651"/>
                  </a:lnTo>
                  <a:lnTo>
                    <a:pt x="839355" y="53860"/>
                  </a:lnTo>
                  <a:lnTo>
                    <a:pt x="894219" y="53860"/>
                  </a:lnTo>
                  <a:lnTo>
                    <a:pt x="890041" y="76822"/>
                  </a:lnTo>
                  <a:lnTo>
                    <a:pt x="878001" y="97840"/>
                  </a:lnTo>
                  <a:lnTo>
                    <a:pt x="858316" y="115227"/>
                  </a:lnTo>
                  <a:lnTo>
                    <a:pt x="831278" y="127292"/>
                  </a:lnTo>
                  <a:lnTo>
                    <a:pt x="846721" y="152107"/>
                  </a:lnTo>
                  <a:lnTo>
                    <a:pt x="868159" y="143306"/>
                  </a:lnTo>
                  <a:lnTo>
                    <a:pt x="886104" y="130975"/>
                  </a:lnTo>
                  <a:lnTo>
                    <a:pt x="900417" y="115620"/>
                  </a:lnTo>
                  <a:lnTo>
                    <a:pt x="910971" y="97739"/>
                  </a:lnTo>
                  <a:lnTo>
                    <a:pt x="921854" y="113741"/>
                  </a:lnTo>
                  <a:lnTo>
                    <a:pt x="936244" y="127419"/>
                  </a:lnTo>
                  <a:lnTo>
                    <a:pt x="953985" y="138341"/>
                  </a:lnTo>
                  <a:lnTo>
                    <a:pt x="974915" y="146050"/>
                  </a:lnTo>
                  <a:lnTo>
                    <a:pt x="989736" y="121551"/>
                  </a:lnTo>
                  <a:close/>
                </a:path>
                <a:path w="1043940" h="258445">
                  <a:moveTo>
                    <a:pt x="1042797" y="203"/>
                  </a:moveTo>
                  <a:lnTo>
                    <a:pt x="1011021" y="203"/>
                  </a:lnTo>
                  <a:lnTo>
                    <a:pt x="1011021" y="156438"/>
                  </a:lnTo>
                  <a:lnTo>
                    <a:pt x="1042797" y="156438"/>
                  </a:lnTo>
                  <a:lnTo>
                    <a:pt x="1042797" y="203"/>
                  </a:lnTo>
                  <a:close/>
                </a:path>
                <a:path w="1043940" h="258445">
                  <a:moveTo>
                    <a:pt x="1043597" y="209194"/>
                  </a:moveTo>
                  <a:lnTo>
                    <a:pt x="1037399" y="188810"/>
                  </a:lnTo>
                  <a:lnTo>
                    <a:pt x="1033678" y="185597"/>
                  </a:lnTo>
                  <a:lnTo>
                    <a:pt x="1019898" y="173672"/>
                  </a:lnTo>
                  <a:lnTo>
                    <a:pt x="1012329" y="171094"/>
                  </a:lnTo>
                  <a:lnTo>
                    <a:pt x="1012329" y="209194"/>
                  </a:lnTo>
                  <a:lnTo>
                    <a:pt x="1008519" y="219468"/>
                  </a:lnTo>
                  <a:lnTo>
                    <a:pt x="997534" y="226923"/>
                  </a:lnTo>
                  <a:lnTo>
                    <a:pt x="979766" y="231470"/>
                  </a:lnTo>
                  <a:lnTo>
                    <a:pt x="955649" y="232994"/>
                  </a:lnTo>
                  <a:lnTo>
                    <a:pt x="931506" y="231470"/>
                  </a:lnTo>
                  <a:lnTo>
                    <a:pt x="913904" y="226923"/>
                  </a:lnTo>
                  <a:lnTo>
                    <a:pt x="903122" y="219468"/>
                  </a:lnTo>
                  <a:lnTo>
                    <a:pt x="899464" y="209194"/>
                  </a:lnTo>
                  <a:lnTo>
                    <a:pt x="903122" y="199123"/>
                  </a:lnTo>
                  <a:lnTo>
                    <a:pt x="913904" y="191719"/>
                  </a:lnTo>
                  <a:lnTo>
                    <a:pt x="931506" y="187159"/>
                  </a:lnTo>
                  <a:lnTo>
                    <a:pt x="955649" y="185597"/>
                  </a:lnTo>
                  <a:lnTo>
                    <a:pt x="979766" y="187159"/>
                  </a:lnTo>
                  <a:lnTo>
                    <a:pt x="997534" y="191719"/>
                  </a:lnTo>
                  <a:lnTo>
                    <a:pt x="1008519" y="199123"/>
                  </a:lnTo>
                  <a:lnTo>
                    <a:pt x="1012329" y="209194"/>
                  </a:lnTo>
                  <a:lnTo>
                    <a:pt x="1012329" y="171094"/>
                  </a:lnTo>
                  <a:lnTo>
                    <a:pt x="992251" y="164236"/>
                  </a:lnTo>
                  <a:lnTo>
                    <a:pt x="955649" y="160985"/>
                  </a:lnTo>
                  <a:lnTo>
                    <a:pt x="918806" y="164236"/>
                  </a:lnTo>
                  <a:lnTo>
                    <a:pt x="891070" y="173672"/>
                  </a:lnTo>
                  <a:lnTo>
                    <a:pt x="873582" y="188810"/>
                  </a:lnTo>
                  <a:lnTo>
                    <a:pt x="867498" y="209194"/>
                  </a:lnTo>
                  <a:lnTo>
                    <a:pt x="873582" y="229679"/>
                  </a:lnTo>
                  <a:lnTo>
                    <a:pt x="891070" y="244843"/>
                  </a:lnTo>
                  <a:lnTo>
                    <a:pt x="918806" y="254228"/>
                  </a:lnTo>
                  <a:lnTo>
                    <a:pt x="955649" y="257403"/>
                  </a:lnTo>
                  <a:lnTo>
                    <a:pt x="992251" y="254228"/>
                  </a:lnTo>
                  <a:lnTo>
                    <a:pt x="1019898" y="244843"/>
                  </a:lnTo>
                  <a:lnTo>
                    <a:pt x="1033564" y="232994"/>
                  </a:lnTo>
                  <a:lnTo>
                    <a:pt x="1037399" y="229679"/>
                  </a:lnTo>
                  <a:lnTo>
                    <a:pt x="1043597" y="209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2450571" y="8946437"/>
              <a:ext cx="236625" cy="252763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12699492" y="8944724"/>
              <a:ext cx="1320165" cy="260350"/>
            </a:xfrm>
            <a:custGeom>
              <a:avLst/>
              <a:gdLst/>
              <a:ahLst/>
              <a:cxnLst/>
              <a:rect l="l" t="t" r="r" b="b"/>
              <a:pathLst>
                <a:path w="1320165" h="260350">
                  <a:moveTo>
                    <a:pt x="156146" y="122250"/>
                  </a:moveTo>
                  <a:lnTo>
                    <a:pt x="113880" y="93713"/>
                  </a:lnTo>
                  <a:lnTo>
                    <a:pt x="95567" y="45999"/>
                  </a:lnTo>
                  <a:lnTo>
                    <a:pt x="95516" y="44081"/>
                  </a:lnTo>
                  <a:lnTo>
                    <a:pt x="148882" y="44081"/>
                  </a:lnTo>
                  <a:lnTo>
                    <a:pt x="148882" y="18465"/>
                  </a:lnTo>
                  <a:lnTo>
                    <a:pt x="9486" y="18465"/>
                  </a:lnTo>
                  <a:lnTo>
                    <a:pt x="9486" y="44081"/>
                  </a:lnTo>
                  <a:lnTo>
                    <a:pt x="63246" y="44081"/>
                  </a:lnTo>
                  <a:lnTo>
                    <a:pt x="63246" y="45999"/>
                  </a:lnTo>
                  <a:lnTo>
                    <a:pt x="59194" y="71412"/>
                  </a:lnTo>
                  <a:lnTo>
                    <a:pt x="47167" y="95034"/>
                  </a:lnTo>
                  <a:lnTo>
                    <a:pt x="27368" y="114884"/>
                  </a:lnTo>
                  <a:lnTo>
                    <a:pt x="0" y="129006"/>
                  </a:lnTo>
                  <a:lnTo>
                    <a:pt x="16548" y="154127"/>
                  </a:lnTo>
                  <a:lnTo>
                    <a:pt x="37807" y="143992"/>
                  </a:lnTo>
                  <a:lnTo>
                    <a:pt x="55524" y="130162"/>
                  </a:lnTo>
                  <a:lnTo>
                    <a:pt x="69621" y="113207"/>
                  </a:lnTo>
                  <a:lnTo>
                    <a:pt x="79984" y="93713"/>
                  </a:lnTo>
                  <a:lnTo>
                    <a:pt x="90144" y="110985"/>
                  </a:lnTo>
                  <a:lnTo>
                    <a:pt x="103644" y="126022"/>
                  </a:lnTo>
                  <a:lnTo>
                    <a:pt x="120383" y="138315"/>
                  </a:lnTo>
                  <a:lnTo>
                    <a:pt x="140309" y="147370"/>
                  </a:lnTo>
                  <a:lnTo>
                    <a:pt x="156146" y="122250"/>
                  </a:lnTo>
                  <a:close/>
                </a:path>
                <a:path w="1320165" h="260350">
                  <a:moveTo>
                    <a:pt x="216763" y="1714"/>
                  </a:moveTo>
                  <a:lnTo>
                    <a:pt x="185089" y="1714"/>
                  </a:lnTo>
                  <a:lnTo>
                    <a:pt x="185089" y="65963"/>
                  </a:lnTo>
                  <a:lnTo>
                    <a:pt x="141008" y="65963"/>
                  </a:lnTo>
                  <a:lnTo>
                    <a:pt x="141008" y="91897"/>
                  </a:lnTo>
                  <a:lnTo>
                    <a:pt x="185089" y="91897"/>
                  </a:lnTo>
                  <a:lnTo>
                    <a:pt x="185089" y="154927"/>
                  </a:lnTo>
                  <a:lnTo>
                    <a:pt x="216763" y="154927"/>
                  </a:lnTo>
                  <a:lnTo>
                    <a:pt x="216763" y="1714"/>
                  </a:lnTo>
                  <a:close/>
                </a:path>
                <a:path w="1320165" h="260350">
                  <a:moveTo>
                    <a:pt x="217462" y="210400"/>
                  </a:moveTo>
                  <a:lnTo>
                    <a:pt x="211391" y="189687"/>
                  </a:lnTo>
                  <a:lnTo>
                    <a:pt x="206883" y="185699"/>
                  </a:lnTo>
                  <a:lnTo>
                    <a:pt x="193954" y="174269"/>
                  </a:lnTo>
                  <a:lnTo>
                    <a:pt x="185991" y="171500"/>
                  </a:lnTo>
                  <a:lnTo>
                    <a:pt x="185991" y="210400"/>
                  </a:lnTo>
                  <a:lnTo>
                    <a:pt x="182194" y="221030"/>
                  </a:lnTo>
                  <a:lnTo>
                    <a:pt x="171221" y="228752"/>
                  </a:lnTo>
                  <a:lnTo>
                    <a:pt x="153517" y="233426"/>
                  </a:lnTo>
                  <a:lnTo>
                    <a:pt x="129514" y="234911"/>
                  </a:lnTo>
                  <a:lnTo>
                    <a:pt x="105562" y="233426"/>
                  </a:lnTo>
                  <a:lnTo>
                    <a:pt x="87884" y="228752"/>
                  </a:lnTo>
                  <a:lnTo>
                    <a:pt x="76974" y="221030"/>
                  </a:lnTo>
                  <a:lnTo>
                    <a:pt x="73329" y="210400"/>
                  </a:lnTo>
                  <a:lnTo>
                    <a:pt x="76974" y="199732"/>
                  </a:lnTo>
                  <a:lnTo>
                    <a:pt x="87884" y="191998"/>
                  </a:lnTo>
                  <a:lnTo>
                    <a:pt x="105562" y="187286"/>
                  </a:lnTo>
                  <a:lnTo>
                    <a:pt x="129514" y="185699"/>
                  </a:lnTo>
                  <a:lnTo>
                    <a:pt x="153517" y="187286"/>
                  </a:lnTo>
                  <a:lnTo>
                    <a:pt x="171221" y="191998"/>
                  </a:lnTo>
                  <a:lnTo>
                    <a:pt x="182194" y="199732"/>
                  </a:lnTo>
                  <a:lnTo>
                    <a:pt x="185991" y="210400"/>
                  </a:lnTo>
                  <a:lnTo>
                    <a:pt x="185991" y="171500"/>
                  </a:lnTo>
                  <a:lnTo>
                    <a:pt x="166281" y="164642"/>
                  </a:lnTo>
                  <a:lnTo>
                    <a:pt x="129514" y="161290"/>
                  </a:lnTo>
                  <a:lnTo>
                    <a:pt x="92811" y="164642"/>
                  </a:lnTo>
                  <a:lnTo>
                    <a:pt x="65176" y="174269"/>
                  </a:lnTo>
                  <a:lnTo>
                    <a:pt x="47764" y="189687"/>
                  </a:lnTo>
                  <a:lnTo>
                    <a:pt x="41757" y="210400"/>
                  </a:lnTo>
                  <a:lnTo>
                    <a:pt x="47764" y="231127"/>
                  </a:lnTo>
                  <a:lnTo>
                    <a:pt x="65176" y="246545"/>
                  </a:lnTo>
                  <a:lnTo>
                    <a:pt x="92811" y="256159"/>
                  </a:lnTo>
                  <a:lnTo>
                    <a:pt x="129514" y="259524"/>
                  </a:lnTo>
                  <a:lnTo>
                    <a:pt x="166281" y="256159"/>
                  </a:lnTo>
                  <a:lnTo>
                    <a:pt x="193954" y="246545"/>
                  </a:lnTo>
                  <a:lnTo>
                    <a:pt x="207111" y="234911"/>
                  </a:lnTo>
                  <a:lnTo>
                    <a:pt x="211391" y="231127"/>
                  </a:lnTo>
                  <a:lnTo>
                    <a:pt x="217462" y="210400"/>
                  </a:lnTo>
                  <a:close/>
                </a:path>
                <a:path w="1320165" h="260350">
                  <a:moveTo>
                    <a:pt x="408393" y="118618"/>
                  </a:moveTo>
                  <a:lnTo>
                    <a:pt x="366141" y="90182"/>
                  </a:lnTo>
                  <a:lnTo>
                    <a:pt x="347776" y="38531"/>
                  </a:lnTo>
                  <a:lnTo>
                    <a:pt x="347776" y="15633"/>
                  </a:lnTo>
                  <a:lnTo>
                    <a:pt x="315912" y="15633"/>
                  </a:lnTo>
                  <a:lnTo>
                    <a:pt x="315912" y="39941"/>
                  </a:lnTo>
                  <a:lnTo>
                    <a:pt x="311785" y="67132"/>
                  </a:lnTo>
                  <a:lnTo>
                    <a:pt x="299707" y="91605"/>
                  </a:lnTo>
                  <a:lnTo>
                    <a:pt x="279666" y="111709"/>
                  </a:lnTo>
                  <a:lnTo>
                    <a:pt x="251663" y="125780"/>
                  </a:lnTo>
                  <a:lnTo>
                    <a:pt x="268605" y="151295"/>
                  </a:lnTo>
                  <a:lnTo>
                    <a:pt x="290156" y="141109"/>
                  </a:lnTo>
                  <a:lnTo>
                    <a:pt x="308025" y="127203"/>
                  </a:lnTo>
                  <a:lnTo>
                    <a:pt x="322173" y="110070"/>
                  </a:lnTo>
                  <a:lnTo>
                    <a:pt x="332549" y="90182"/>
                  </a:lnTo>
                  <a:lnTo>
                    <a:pt x="342430" y="107429"/>
                  </a:lnTo>
                  <a:lnTo>
                    <a:pt x="355561" y="122250"/>
                  </a:lnTo>
                  <a:lnTo>
                    <a:pt x="371881" y="134340"/>
                  </a:lnTo>
                  <a:lnTo>
                    <a:pt x="391350" y="143433"/>
                  </a:lnTo>
                  <a:lnTo>
                    <a:pt x="408393" y="118618"/>
                  </a:lnTo>
                  <a:close/>
                </a:path>
                <a:path w="1320165" h="260350">
                  <a:moveTo>
                    <a:pt x="469315" y="1714"/>
                  </a:moveTo>
                  <a:lnTo>
                    <a:pt x="437654" y="1714"/>
                  </a:lnTo>
                  <a:lnTo>
                    <a:pt x="437654" y="51549"/>
                  </a:lnTo>
                  <a:lnTo>
                    <a:pt x="386308" y="51549"/>
                  </a:lnTo>
                  <a:lnTo>
                    <a:pt x="386308" y="77571"/>
                  </a:lnTo>
                  <a:lnTo>
                    <a:pt x="437654" y="77571"/>
                  </a:lnTo>
                  <a:lnTo>
                    <a:pt x="437654" y="153212"/>
                  </a:lnTo>
                  <a:lnTo>
                    <a:pt x="469315" y="153212"/>
                  </a:lnTo>
                  <a:lnTo>
                    <a:pt x="469315" y="1714"/>
                  </a:lnTo>
                  <a:close/>
                </a:path>
                <a:path w="1320165" h="260350">
                  <a:moveTo>
                    <a:pt x="470027" y="209804"/>
                  </a:moveTo>
                  <a:lnTo>
                    <a:pt x="463956" y="188810"/>
                  </a:lnTo>
                  <a:lnTo>
                    <a:pt x="459562" y="184886"/>
                  </a:lnTo>
                  <a:lnTo>
                    <a:pt x="446519" y="173228"/>
                  </a:lnTo>
                  <a:lnTo>
                    <a:pt x="438556" y="170434"/>
                  </a:lnTo>
                  <a:lnTo>
                    <a:pt x="438556" y="209804"/>
                  </a:lnTo>
                  <a:lnTo>
                    <a:pt x="434759" y="220268"/>
                  </a:lnTo>
                  <a:lnTo>
                    <a:pt x="423786" y="227939"/>
                  </a:lnTo>
                  <a:lnTo>
                    <a:pt x="406082" y="232651"/>
                  </a:lnTo>
                  <a:lnTo>
                    <a:pt x="382079" y="234213"/>
                  </a:lnTo>
                  <a:lnTo>
                    <a:pt x="358114" y="232651"/>
                  </a:lnTo>
                  <a:lnTo>
                    <a:pt x="340448" y="227939"/>
                  </a:lnTo>
                  <a:lnTo>
                    <a:pt x="329539" y="220268"/>
                  </a:lnTo>
                  <a:lnTo>
                    <a:pt x="325894" y="209804"/>
                  </a:lnTo>
                  <a:lnTo>
                    <a:pt x="329539" y="199059"/>
                  </a:lnTo>
                  <a:lnTo>
                    <a:pt x="340448" y="191249"/>
                  </a:lnTo>
                  <a:lnTo>
                    <a:pt x="358114" y="186499"/>
                  </a:lnTo>
                  <a:lnTo>
                    <a:pt x="382079" y="184886"/>
                  </a:lnTo>
                  <a:lnTo>
                    <a:pt x="406082" y="186499"/>
                  </a:lnTo>
                  <a:lnTo>
                    <a:pt x="423786" y="191249"/>
                  </a:lnTo>
                  <a:lnTo>
                    <a:pt x="434759" y="199059"/>
                  </a:lnTo>
                  <a:lnTo>
                    <a:pt x="438556" y="209804"/>
                  </a:lnTo>
                  <a:lnTo>
                    <a:pt x="438556" y="170434"/>
                  </a:lnTo>
                  <a:lnTo>
                    <a:pt x="418833" y="163512"/>
                  </a:lnTo>
                  <a:lnTo>
                    <a:pt x="382079" y="160172"/>
                  </a:lnTo>
                  <a:lnTo>
                    <a:pt x="345376" y="163512"/>
                  </a:lnTo>
                  <a:lnTo>
                    <a:pt x="317741" y="173228"/>
                  </a:lnTo>
                  <a:lnTo>
                    <a:pt x="300329" y="188810"/>
                  </a:lnTo>
                  <a:lnTo>
                    <a:pt x="294322" y="209804"/>
                  </a:lnTo>
                  <a:lnTo>
                    <a:pt x="300329" y="230797"/>
                  </a:lnTo>
                  <a:lnTo>
                    <a:pt x="317741" y="246303"/>
                  </a:lnTo>
                  <a:lnTo>
                    <a:pt x="345376" y="255879"/>
                  </a:lnTo>
                  <a:lnTo>
                    <a:pt x="382079" y="259118"/>
                  </a:lnTo>
                  <a:lnTo>
                    <a:pt x="418833" y="255879"/>
                  </a:lnTo>
                  <a:lnTo>
                    <a:pt x="446519" y="246303"/>
                  </a:lnTo>
                  <a:lnTo>
                    <a:pt x="460121" y="234213"/>
                  </a:lnTo>
                  <a:lnTo>
                    <a:pt x="463956" y="230797"/>
                  </a:lnTo>
                  <a:lnTo>
                    <a:pt x="470027" y="209804"/>
                  </a:lnTo>
                  <a:close/>
                </a:path>
                <a:path w="1320165" h="260350">
                  <a:moveTo>
                    <a:pt x="648652" y="111455"/>
                  </a:moveTo>
                  <a:lnTo>
                    <a:pt x="643610" y="73748"/>
                  </a:lnTo>
                  <a:lnTo>
                    <a:pt x="631532" y="49022"/>
                  </a:lnTo>
                  <a:lnTo>
                    <a:pt x="629602" y="45072"/>
                  </a:lnTo>
                  <a:lnTo>
                    <a:pt x="617994" y="35102"/>
                  </a:lnTo>
                  <a:lnTo>
                    <a:pt x="617994" y="111455"/>
                  </a:lnTo>
                  <a:lnTo>
                    <a:pt x="615340" y="137972"/>
                  </a:lnTo>
                  <a:lnTo>
                    <a:pt x="607885" y="157645"/>
                  </a:lnTo>
                  <a:lnTo>
                    <a:pt x="596379" y="169887"/>
                  </a:lnTo>
                  <a:lnTo>
                    <a:pt x="581583" y="174091"/>
                  </a:lnTo>
                  <a:lnTo>
                    <a:pt x="566559" y="169887"/>
                  </a:lnTo>
                  <a:lnTo>
                    <a:pt x="554926" y="157645"/>
                  </a:lnTo>
                  <a:lnTo>
                    <a:pt x="547433" y="137972"/>
                  </a:lnTo>
                  <a:lnTo>
                    <a:pt x="544766" y="111455"/>
                  </a:lnTo>
                  <a:lnTo>
                    <a:pt x="547433" y="85102"/>
                  </a:lnTo>
                  <a:lnTo>
                    <a:pt x="554926" y="65493"/>
                  </a:lnTo>
                  <a:lnTo>
                    <a:pt x="566559" y="53251"/>
                  </a:lnTo>
                  <a:lnTo>
                    <a:pt x="581583" y="49022"/>
                  </a:lnTo>
                  <a:lnTo>
                    <a:pt x="596379" y="53251"/>
                  </a:lnTo>
                  <a:lnTo>
                    <a:pt x="607885" y="65493"/>
                  </a:lnTo>
                  <a:lnTo>
                    <a:pt x="615340" y="85102"/>
                  </a:lnTo>
                  <a:lnTo>
                    <a:pt x="617994" y="111455"/>
                  </a:lnTo>
                  <a:lnTo>
                    <a:pt x="617994" y="35102"/>
                  </a:lnTo>
                  <a:lnTo>
                    <a:pt x="608355" y="26822"/>
                  </a:lnTo>
                  <a:lnTo>
                    <a:pt x="581583" y="20383"/>
                  </a:lnTo>
                  <a:lnTo>
                    <a:pt x="554532" y="26822"/>
                  </a:lnTo>
                  <a:lnTo>
                    <a:pt x="533184" y="45072"/>
                  </a:lnTo>
                  <a:lnTo>
                    <a:pt x="519188" y="73748"/>
                  </a:lnTo>
                  <a:lnTo>
                    <a:pt x="514210" y="111455"/>
                  </a:lnTo>
                  <a:lnTo>
                    <a:pt x="519188" y="149390"/>
                  </a:lnTo>
                  <a:lnTo>
                    <a:pt x="533184" y="178168"/>
                  </a:lnTo>
                  <a:lnTo>
                    <a:pt x="554532" y="196405"/>
                  </a:lnTo>
                  <a:lnTo>
                    <a:pt x="581583" y="202742"/>
                  </a:lnTo>
                  <a:lnTo>
                    <a:pt x="608355" y="196405"/>
                  </a:lnTo>
                  <a:lnTo>
                    <a:pt x="629602" y="178168"/>
                  </a:lnTo>
                  <a:lnTo>
                    <a:pt x="631583" y="174091"/>
                  </a:lnTo>
                  <a:lnTo>
                    <a:pt x="643610" y="149390"/>
                  </a:lnTo>
                  <a:lnTo>
                    <a:pt x="648652" y="111455"/>
                  </a:lnTo>
                  <a:close/>
                </a:path>
                <a:path w="1320165" h="260350">
                  <a:moveTo>
                    <a:pt x="720471" y="1714"/>
                  </a:moveTo>
                  <a:lnTo>
                    <a:pt x="688492" y="1714"/>
                  </a:lnTo>
                  <a:lnTo>
                    <a:pt x="688492" y="259930"/>
                  </a:lnTo>
                  <a:lnTo>
                    <a:pt x="720471" y="259930"/>
                  </a:lnTo>
                  <a:lnTo>
                    <a:pt x="720471" y="1714"/>
                  </a:lnTo>
                  <a:close/>
                </a:path>
                <a:path w="1320165" h="260350">
                  <a:moveTo>
                    <a:pt x="967244" y="109143"/>
                  </a:moveTo>
                  <a:lnTo>
                    <a:pt x="962609" y="90271"/>
                  </a:lnTo>
                  <a:lnTo>
                    <a:pt x="959116" y="86347"/>
                  </a:lnTo>
                  <a:lnTo>
                    <a:pt x="949706" y="75730"/>
                  </a:lnTo>
                  <a:lnTo>
                    <a:pt x="937183" y="69824"/>
                  </a:lnTo>
                  <a:lnTo>
                    <a:pt x="937183" y="109143"/>
                  </a:lnTo>
                  <a:lnTo>
                    <a:pt x="934720" y="118503"/>
                  </a:lnTo>
                  <a:lnTo>
                    <a:pt x="928027" y="125425"/>
                  </a:lnTo>
                  <a:lnTo>
                    <a:pt x="917714" y="129705"/>
                  </a:lnTo>
                  <a:lnTo>
                    <a:pt x="904405" y="131127"/>
                  </a:lnTo>
                  <a:lnTo>
                    <a:pt x="890993" y="129705"/>
                  </a:lnTo>
                  <a:lnTo>
                    <a:pt x="880668" y="125425"/>
                  </a:lnTo>
                  <a:lnTo>
                    <a:pt x="874064" y="118503"/>
                  </a:lnTo>
                  <a:lnTo>
                    <a:pt x="871829" y="109143"/>
                  </a:lnTo>
                  <a:lnTo>
                    <a:pt x="874064" y="99555"/>
                  </a:lnTo>
                  <a:lnTo>
                    <a:pt x="880668" y="92405"/>
                  </a:lnTo>
                  <a:lnTo>
                    <a:pt x="890993" y="87934"/>
                  </a:lnTo>
                  <a:lnTo>
                    <a:pt x="904405" y="86347"/>
                  </a:lnTo>
                  <a:lnTo>
                    <a:pt x="917714" y="87934"/>
                  </a:lnTo>
                  <a:lnTo>
                    <a:pt x="928027" y="92405"/>
                  </a:lnTo>
                  <a:lnTo>
                    <a:pt x="934720" y="99555"/>
                  </a:lnTo>
                  <a:lnTo>
                    <a:pt x="937183" y="109143"/>
                  </a:lnTo>
                  <a:lnTo>
                    <a:pt x="937183" y="69824"/>
                  </a:lnTo>
                  <a:lnTo>
                    <a:pt x="929868" y="66357"/>
                  </a:lnTo>
                  <a:lnTo>
                    <a:pt x="904405" y="63042"/>
                  </a:lnTo>
                  <a:lnTo>
                    <a:pt x="878535" y="66357"/>
                  </a:lnTo>
                  <a:lnTo>
                    <a:pt x="858520" y="75730"/>
                  </a:lnTo>
                  <a:lnTo>
                    <a:pt x="845604" y="90271"/>
                  </a:lnTo>
                  <a:lnTo>
                    <a:pt x="841070" y="109143"/>
                  </a:lnTo>
                  <a:lnTo>
                    <a:pt x="845604" y="127965"/>
                  </a:lnTo>
                  <a:lnTo>
                    <a:pt x="858520" y="142443"/>
                  </a:lnTo>
                  <a:lnTo>
                    <a:pt x="878535" y="151752"/>
                  </a:lnTo>
                  <a:lnTo>
                    <a:pt x="904405" y="155028"/>
                  </a:lnTo>
                  <a:lnTo>
                    <a:pt x="929868" y="151752"/>
                  </a:lnTo>
                  <a:lnTo>
                    <a:pt x="949706" y="142443"/>
                  </a:lnTo>
                  <a:lnTo>
                    <a:pt x="959789" y="131127"/>
                  </a:lnTo>
                  <a:lnTo>
                    <a:pt x="962609" y="127965"/>
                  </a:lnTo>
                  <a:lnTo>
                    <a:pt x="967244" y="109143"/>
                  </a:lnTo>
                  <a:close/>
                </a:path>
                <a:path w="1320165" h="260350">
                  <a:moveTo>
                    <a:pt x="980757" y="27838"/>
                  </a:moveTo>
                  <a:lnTo>
                    <a:pt x="920140" y="27838"/>
                  </a:lnTo>
                  <a:lnTo>
                    <a:pt x="920140" y="0"/>
                  </a:lnTo>
                  <a:lnTo>
                    <a:pt x="888568" y="0"/>
                  </a:lnTo>
                  <a:lnTo>
                    <a:pt x="888568" y="27838"/>
                  </a:lnTo>
                  <a:lnTo>
                    <a:pt x="827747" y="27838"/>
                  </a:lnTo>
                  <a:lnTo>
                    <a:pt x="827747" y="52857"/>
                  </a:lnTo>
                  <a:lnTo>
                    <a:pt x="980757" y="52857"/>
                  </a:lnTo>
                  <a:lnTo>
                    <a:pt x="980757" y="27838"/>
                  </a:lnTo>
                  <a:close/>
                </a:path>
                <a:path w="1320165" h="260350">
                  <a:moveTo>
                    <a:pt x="1033818" y="213931"/>
                  </a:moveTo>
                  <a:lnTo>
                    <a:pt x="1027747" y="194729"/>
                  </a:lnTo>
                  <a:lnTo>
                    <a:pt x="1025372" y="192760"/>
                  </a:lnTo>
                  <a:lnTo>
                    <a:pt x="1010526" y="180403"/>
                  </a:lnTo>
                  <a:lnTo>
                    <a:pt x="1002042" y="177609"/>
                  </a:lnTo>
                  <a:lnTo>
                    <a:pt x="1002042" y="213931"/>
                  </a:lnTo>
                  <a:lnTo>
                    <a:pt x="998423" y="223024"/>
                  </a:lnTo>
                  <a:lnTo>
                    <a:pt x="987869" y="229717"/>
                  </a:lnTo>
                  <a:lnTo>
                    <a:pt x="970813" y="233845"/>
                  </a:lnTo>
                  <a:lnTo>
                    <a:pt x="947674" y="235216"/>
                  </a:lnTo>
                  <a:lnTo>
                    <a:pt x="924204" y="233845"/>
                  </a:lnTo>
                  <a:lnTo>
                    <a:pt x="906970" y="229717"/>
                  </a:lnTo>
                  <a:lnTo>
                    <a:pt x="896378" y="223024"/>
                  </a:lnTo>
                  <a:lnTo>
                    <a:pt x="892810" y="213931"/>
                  </a:lnTo>
                  <a:lnTo>
                    <a:pt x="896378" y="204622"/>
                  </a:lnTo>
                  <a:lnTo>
                    <a:pt x="906970" y="198018"/>
                  </a:lnTo>
                  <a:lnTo>
                    <a:pt x="924204" y="194068"/>
                  </a:lnTo>
                  <a:lnTo>
                    <a:pt x="947674" y="192760"/>
                  </a:lnTo>
                  <a:lnTo>
                    <a:pt x="970813" y="194068"/>
                  </a:lnTo>
                  <a:lnTo>
                    <a:pt x="987869" y="198018"/>
                  </a:lnTo>
                  <a:lnTo>
                    <a:pt x="998423" y="204622"/>
                  </a:lnTo>
                  <a:lnTo>
                    <a:pt x="1002042" y="213931"/>
                  </a:lnTo>
                  <a:lnTo>
                    <a:pt x="1002042" y="177609"/>
                  </a:lnTo>
                  <a:lnTo>
                    <a:pt x="983424" y="171437"/>
                  </a:lnTo>
                  <a:lnTo>
                    <a:pt x="947674" y="168351"/>
                  </a:lnTo>
                  <a:lnTo>
                    <a:pt x="911580" y="171437"/>
                  </a:lnTo>
                  <a:lnTo>
                    <a:pt x="884402" y="180403"/>
                  </a:lnTo>
                  <a:lnTo>
                    <a:pt x="867295" y="194729"/>
                  </a:lnTo>
                  <a:lnTo>
                    <a:pt x="861441" y="213931"/>
                  </a:lnTo>
                  <a:lnTo>
                    <a:pt x="867295" y="232930"/>
                  </a:lnTo>
                  <a:lnTo>
                    <a:pt x="884402" y="247154"/>
                  </a:lnTo>
                  <a:lnTo>
                    <a:pt x="911580" y="256082"/>
                  </a:lnTo>
                  <a:lnTo>
                    <a:pt x="947674" y="259118"/>
                  </a:lnTo>
                  <a:lnTo>
                    <a:pt x="983424" y="256082"/>
                  </a:lnTo>
                  <a:lnTo>
                    <a:pt x="1010526" y="247154"/>
                  </a:lnTo>
                  <a:lnTo>
                    <a:pt x="1024978" y="235216"/>
                  </a:lnTo>
                  <a:lnTo>
                    <a:pt x="1027747" y="232930"/>
                  </a:lnTo>
                  <a:lnTo>
                    <a:pt x="1033818" y="213931"/>
                  </a:lnTo>
                  <a:close/>
                </a:path>
                <a:path w="1320165" h="260350">
                  <a:moveTo>
                    <a:pt x="1065885" y="41757"/>
                  </a:moveTo>
                  <a:lnTo>
                    <a:pt x="1030986" y="41757"/>
                  </a:lnTo>
                  <a:lnTo>
                    <a:pt x="1030986" y="1714"/>
                  </a:lnTo>
                  <a:lnTo>
                    <a:pt x="999121" y="1714"/>
                  </a:lnTo>
                  <a:lnTo>
                    <a:pt x="999121" y="166230"/>
                  </a:lnTo>
                  <a:lnTo>
                    <a:pt x="1030986" y="166230"/>
                  </a:lnTo>
                  <a:lnTo>
                    <a:pt x="1030986" y="123063"/>
                  </a:lnTo>
                  <a:lnTo>
                    <a:pt x="1065885" y="123063"/>
                  </a:lnTo>
                  <a:lnTo>
                    <a:pt x="1065885" y="97040"/>
                  </a:lnTo>
                  <a:lnTo>
                    <a:pt x="1030986" y="97040"/>
                  </a:lnTo>
                  <a:lnTo>
                    <a:pt x="1030986" y="67678"/>
                  </a:lnTo>
                  <a:lnTo>
                    <a:pt x="1065885" y="67678"/>
                  </a:lnTo>
                  <a:lnTo>
                    <a:pt x="1065885" y="41757"/>
                  </a:lnTo>
                  <a:close/>
                </a:path>
                <a:path w="1320165" h="260350">
                  <a:moveTo>
                    <a:pt x="1232014" y="118414"/>
                  </a:moveTo>
                  <a:lnTo>
                    <a:pt x="1190015" y="90982"/>
                  </a:lnTo>
                  <a:lnTo>
                    <a:pt x="1171397" y="42672"/>
                  </a:lnTo>
                  <a:lnTo>
                    <a:pt x="1171397" y="15341"/>
                  </a:lnTo>
                  <a:lnTo>
                    <a:pt x="1139723" y="15341"/>
                  </a:lnTo>
                  <a:lnTo>
                    <a:pt x="1139723" y="39751"/>
                  </a:lnTo>
                  <a:lnTo>
                    <a:pt x="1135710" y="66675"/>
                  </a:lnTo>
                  <a:lnTo>
                    <a:pt x="1123962" y="90995"/>
                  </a:lnTo>
                  <a:lnTo>
                    <a:pt x="1104468" y="111099"/>
                  </a:lnTo>
                  <a:lnTo>
                    <a:pt x="1077188" y="125374"/>
                  </a:lnTo>
                  <a:lnTo>
                    <a:pt x="1094333" y="150393"/>
                  </a:lnTo>
                  <a:lnTo>
                    <a:pt x="1114958" y="140487"/>
                  </a:lnTo>
                  <a:lnTo>
                    <a:pt x="1132154" y="126961"/>
                  </a:lnTo>
                  <a:lnTo>
                    <a:pt x="1145882" y="110312"/>
                  </a:lnTo>
                  <a:lnTo>
                    <a:pt x="1156068" y="90982"/>
                  </a:lnTo>
                  <a:lnTo>
                    <a:pt x="1166050" y="107899"/>
                  </a:lnTo>
                  <a:lnTo>
                    <a:pt x="1179283" y="122504"/>
                  </a:lnTo>
                  <a:lnTo>
                    <a:pt x="1195666" y="134391"/>
                  </a:lnTo>
                  <a:lnTo>
                    <a:pt x="1215072" y="143129"/>
                  </a:lnTo>
                  <a:lnTo>
                    <a:pt x="1232014" y="118414"/>
                  </a:lnTo>
                  <a:close/>
                </a:path>
                <a:path w="1320165" h="260350">
                  <a:moveTo>
                    <a:pt x="1285875" y="210210"/>
                  </a:moveTo>
                  <a:lnTo>
                    <a:pt x="1279893" y="189661"/>
                  </a:lnTo>
                  <a:lnTo>
                    <a:pt x="1276235" y="186397"/>
                  </a:lnTo>
                  <a:lnTo>
                    <a:pt x="1262722" y="174358"/>
                  </a:lnTo>
                  <a:lnTo>
                    <a:pt x="1254709" y="171551"/>
                  </a:lnTo>
                  <a:lnTo>
                    <a:pt x="1254709" y="210210"/>
                  </a:lnTo>
                  <a:lnTo>
                    <a:pt x="1251064" y="220624"/>
                  </a:lnTo>
                  <a:lnTo>
                    <a:pt x="1240409" y="228104"/>
                  </a:lnTo>
                  <a:lnTo>
                    <a:pt x="1223137" y="232638"/>
                  </a:lnTo>
                  <a:lnTo>
                    <a:pt x="1199642" y="234213"/>
                  </a:lnTo>
                  <a:lnTo>
                    <a:pt x="1176007" y="232638"/>
                  </a:lnTo>
                  <a:lnTo>
                    <a:pt x="1158532" y="228104"/>
                  </a:lnTo>
                  <a:lnTo>
                    <a:pt x="1147724" y="220624"/>
                  </a:lnTo>
                  <a:lnTo>
                    <a:pt x="1144066" y="210210"/>
                  </a:lnTo>
                  <a:lnTo>
                    <a:pt x="1147724" y="200101"/>
                  </a:lnTo>
                  <a:lnTo>
                    <a:pt x="1158532" y="192633"/>
                  </a:lnTo>
                  <a:lnTo>
                    <a:pt x="1176007" y="187998"/>
                  </a:lnTo>
                  <a:lnTo>
                    <a:pt x="1199642" y="186397"/>
                  </a:lnTo>
                  <a:lnTo>
                    <a:pt x="1223137" y="187998"/>
                  </a:lnTo>
                  <a:lnTo>
                    <a:pt x="1240409" y="192633"/>
                  </a:lnTo>
                  <a:lnTo>
                    <a:pt x="1251064" y="200101"/>
                  </a:lnTo>
                  <a:lnTo>
                    <a:pt x="1254709" y="210210"/>
                  </a:lnTo>
                  <a:lnTo>
                    <a:pt x="1254709" y="171551"/>
                  </a:lnTo>
                  <a:lnTo>
                    <a:pt x="1235583" y="164833"/>
                  </a:lnTo>
                  <a:lnTo>
                    <a:pt x="1199642" y="161582"/>
                  </a:lnTo>
                  <a:lnTo>
                    <a:pt x="1163269" y="164833"/>
                  </a:lnTo>
                  <a:lnTo>
                    <a:pt x="1135773" y="174358"/>
                  </a:lnTo>
                  <a:lnTo>
                    <a:pt x="1118400" y="189661"/>
                  </a:lnTo>
                  <a:lnTo>
                    <a:pt x="1112393" y="210210"/>
                  </a:lnTo>
                  <a:lnTo>
                    <a:pt x="1118400" y="231013"/>
                  </a:lnTo>
                  <a:lnTo>
                    <a:pt x="1135773" y="246392"/>
                  </a:lnTo>
                  <a:lnTo>
                    <a:pt x="1163269" y="255905"/>
                  </a:lnTo>
                  <a:lnTo>
                    <a:pt x="1199642" y="259118"/>
                  </a:lnTo>
                  <a:lnTo>
                    <a:pt x="1235583" y="255905"/>
                  </a:lnTo>
                  <a:lnTo>
                    <a:pt x="1262722" y="246392"/>
                  </a:lnTo>
                  <a:lnTo>
                    <a:pt x="1276311" y="234213"/>
                  </a:lnTo>
                  <a:lnTo>
                    <a:pt x="1279893" y="231013"/>
                  </a:lnTo>
                  <a:lnTo>
                    <a:pt x="1285875" y="210210"/>
                  </a:lnTo>
                  <a:close/>
                </a:path>
                <a:path w="1320165" h="260350">
                  <a:moveTo>
                    <a:pt x="1319568" y="64249"/>
                  </a:moveTo>
                  <a:lnTo>
                    <a:pt x="1283550" y="64249"/>
                  </a:lnTo>
                  <a:lnTo>
                    <a:pt x="1283550" y="1714"/>
                  </a:lnTo>
                  <a:lnTo>
                    <a:pt x="1251686" y="1714"/>
                  </a:lnTo>
                  <a:lnTo>
                    <a:pt x="1251686" y="155841"/>
                  </a:lnTo>
                  <a:lnTo>
                    <a:pt x="1283550" y="155841"/>
                  </a:lnTo>
                  <a:lnTo>
                    <a:pt x="1283550" y="90678"/>
                  </a:lnTo>
                  <a:lnTo>
                    <a:pt x="1319568" y="90678"/>
                  </a:lnTo>
                  <a:lnTo>
                    <a:pt x="1319568" y="642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0" name="object 150"/>
          <p:cNvGrpSpPr/>
          <p:nvPr/>
        </p:nvGrpSpPr>
        <p:grpSpPr>
          <a:xfrm>
            <a:off x="17520184" y="9534877"/>
            <a:ext cx="292735" cy="199390"/>
            <a:chOff x="17520184" y="9534877"/>
            <a:chExt cx="292735" cy="199390"/>
          </a:xfrm>
        </p:grpSpPr>
        <p:pic>
          <p:nvPicPr>
            <p:cNvPr id="151" name="object 151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7520184" y="9534877"/>
              <a:ext cx="126171" cy="196646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7677047" y="9534877"/>
              <a:ext cx="135644" cy="1992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10345" cy="6503670"/>
            </a:xfrm>
            <a:custGeom>
              <a:avLst/>
              <a:gdLst/>
              <a:ahLst/>
              <a:cxnLst/>
              <a:rect l="l" t="t" r="r" b="b"/>
              <a:pathLst>
                <a:path w="9110345" h="6503670">
                  <a:moveTo>
                    <a:pt x="2424290" y="6503647"/>
                  </a:moveTo>
                  <a:lnTo>
                    <a:pt x="2368829" y="6503423"/>
                  </a:lnTo>
                  <a:lnTo>
                    <a:pt x="2258443" y="6501634"/>
                  </a:lnTo>
                  <a:lnTo>
                    <a:pt x="2148498" y="6498069"/>
                  </a:lnTo>
                  <a:lnTo>
                    <a:pt x="2039006" y="6492741"/>
                  </a:lnTo>
                  <a:lnTo>
                    <a:pt x="1929982" y="6485665"/>
                  </a:lnTo>
                  <a:lnTo>
                    <a:pt x="1821440" y="6476855"/>
                  </a:lnTo>
                  <a:lnTo>
                    <a:pt x="1713393" y="6466323"/>
                  </a:lnTo>
                  <a:lnTo>
                    <a:pt x="1605855" y="6454084"/>
                  </a:lnTo>
                  <a:lnTo>
                    <a:pt x="1498840" y="6440152"/>
                  </a:lnTo>
                  <a:lnTo>
                    <a:pt x="1392361" y="6424541"/>
                  </a:lnTo>
                  <a:lnTo>
                    <a:pt x="1286433" y="6407263"/>
                  </a:lnTo>
                  <a:lnTo>
                    <a:pt x="1181070" y="6388333"/>
                  </a:lnTo>
                  <a:lnTo>
                    <a:pt x="1076284" y="6367765"/>
                  </a:lnTo>
                  <a:lnTo>
                    <a:pt x="972090" y="6345573"/>
                  </a:lnTo>
                  <a:lnTo>
                    <a:pt x="868501" y="6321770"/>
                  </a:lnTo>
                  <a:lnTo>
                    <a:pt x="765532" y="6296369"/>
                  </a:lnTo>
                  <a:lnTo>
                    <a:pt x="663195" y="6269386"/>
                  </a:lnTo>
                  <a:lnTo>
                    <a:pt x="561506" y="6240833"/>
                  </a:lnTo>
                  <a:lnTo>
                    <a:pt x="460477" y="6210725"/>
                  </a:lnTo>
                  <a:lnTo>
                    <a:pt x="360123" y="6179074"/>
                  </a:lnTo>
                  <a:lnTo>
                    <a:pt x="260456" y="6145895"/>
                  </a:lnTo>
                  <a:lnTo>
                    <a:pt x="161492" y="6111202"/>
                  </a:lnTo>
                  <a:lnTo>
                    <a:pt x="63243" y="6075009"/>
                  </a:lnTo>
                  <a:lnTo>
                    <a:pt x="0" y="6050728"/>
                  </a:lnTo>
                  <a:lnTo>
                    <a:pt x="0" y="0"/>
                  </a:lnTo>
                  <a:lnTo>
                    <a:pt x="9109849" y="0"/>
                  </a:lnTo>
                  <a:lnTo>
                    <a:pt x="9108821" y="36203"/>
                  </a:lnTo>
                  <a:lnTo>
                    <a:pt x="9106818" y="91119"/>
                  </a:lnTo>
                  <a:lnTo>
                    <a:pt x="9104373" y="145923"/>
                  </a:lnTo>
                  <a:lnTo>
                    <a:pt x="9101490" y="200611"/>
                  </a:lnTo>
                  <a:lnTo>
                    <a:pt x="9098170" y="255182"/>
                  </a:lnTo>
                  <a:lnTo>
                    <a:pt x="9094414" y="309635"/>
                  </a:lnTo>
                  <a:lnTo>
                    <a:pt x="9090225" y="363967"/>
                  </a:lnTo>
                  <a:lnTo>
                    <a:pt x="9085604" y="418177"/>
                  </a:lnTo>
                  <a:lnTo>
                    <a:pt x="9080552" y="472264"/>
                  </a:lnTo>
                  <a:lnTo>
                    <a:pt x="9075072" y="526224"/>
                  </a:lnTo>
                  <a:lnTo>
                    <a:pt x="9069165" y="580058"/>
                  </a:lnTo>
                  <a:lnTo>
                    <a:pt x="9062833" y="633762"/>
                  </a:lnTo>
                  <a:lnTo>
                    <a:pt x="9056078" y="687336"/>
                  </a:lnTo>
                  <a:lnTo>
                    <a:pt x="9048901" y="740777"/>
                  </a:lnTo>
                  <a:lnTo>
                    <a:pt x="9041304" y="794084"/>
                  </a:lnTo>
                  <a:lnTo>
                    <a:pt x="9033289" y="847256"/>
                  </a:lnTo>
                  <a:lnTo>
                    <a:pt x="9024858" y="900289"/>
                  </a:lnTo>
                  <a:lnTo>
                    <a:pt x="9016012" y="953184"/>
                  </a:lnTo>
                  <a:lnTo>
                    <a:pt x="9006753" y="1005937"/>
                  </a:lnTo>
                  <a:lnTo>
                    <a:pt x="8997082" y="1058547"/>
                  </a:lnTo>
                  <a:lnTo>
                    <a:pt x="8987002" y="1111013"/>
                  </a:lnTo>
                  <a:lnTo>
                    <a:pt x="8976514" y="1163333"/>
                  </a:lnTo>
                  <a:lnTo>
                    <a:pt x="8965620" y="1215505"/>
                  </a:lnTo>
                  <a:lnTo>
                    <a:pt x="8954322" y="1267527"/>
                  </a:lnTo>
                  <a:lnTo>
                    <a:pt x="8942621" y="1319398"/>
                  </a:lnTo>
                  <a:lnTo>
                    <a:pt x="8930519" y="1371116"/>
                  </a:lnTo>
                  <a:lnTo>
                    <a:pt x="8918017" y="1422679"/>
                  </a:lnTo>
                  <a:lnTo>
                    <a:pt x="8905118" y="1474085"/>
                  </a:lnTo>
                  <a:lnTo>
                    <a:pt x="8891824" y="1525333"/>
                  </a:lnTo>
                  <a:lnTo>
                    <a:pt x="8878135" y="1576422"/>
                  </a:lnTo>
                  <a:lnTo>
                    <a:pt x="8864054" y="1627348"/>
                  </a:lnTo>
                  <a:lnTo>
                    <a:pt x="8849582" y="1678111"/>
                  </a:lnTo>
                  <a:lnTo>
                    <a:pt x="8834721" y="1728709"/>
                  </a:lnTo>
                  <a:lnTo>
                    <a:pt x="8819473" y="1779140"/>
                  </a:lnTo>
                  <a:lnTo>
                    <a:pt x="8803840" y="1829402"/>
                  </a:lnTo>
                  <a:lnTo>
                    <a:pt x="8787823" y="1879495"/>
                  </a:lnTo>
                  <a:lnTo>
                    <a:pt x="8771424" y="1929415"/>
                  </a:lnTo>
                  <a:lnTo>
                    <a:pt x="8754644" y="1979161"/>
                  </a:lnTo>
                  <a:lnTo>
                    <a:pt x="8737486" y="2028732"/>
                  </a:lnTo>
                  <a:lnTo>
                    <a:pt x="8719951" y="2078125"/>
                  </a:lnTo>
                  <a:lnTo>
                    <a:pt x="8702041" y="2127340"/>
                  </a:lnTo>
                  <a:lnTo>
                    <a:pt x="8683758" y="2176374"/>
                  </a:lnTo>
                  <a:lnTo>
                    <a:pt x="8665102" y="2225226"/>
                  </a:lnTo>
                  <a:lnTo>
                    <a:pt x="8646077" y="2273894"/>
                  </a:lnTo>
                  <a:lnTo>
                    <a:pt x="8626684" y="2322376"/>
                  </a:lnTo>
                  <a:lnTo>
                    <a:pt x="8606924" y="2370670"/>
                  </a:lnTo>
                  <a:lnTo>
                    <a:pt x="8586799" y="2418775"/>
                  </a:lnTo>
                  <a:lnTo>
                    <a:pt x="8566311" y="2466689"/>
                  </a:lnTo>
                  <a:lnTo>
                    <a:pt x="8545462" y="2514411"/>
                  </a:lnTo>
                  <a:lnTo>
                    <a:pt x="8524253" y="2561938"/>
                  </a:lnTo>
                  <a:lnTo>
                    <a:pt x="8502686" y="2609269"/>
                  </a:lnTo>
                  <a:lnTo>
                    <a:pt x="8480763" y="2656402"/>
                  </a:lnTo>
                  <a:lnTo>
                    <a:pt x="8458485" y="2703335"/>
                  </a:lnTo>
                  <a:lnTo>
                    <a:pt x="8435855" y="2750068"/>
                  </a:lnTo>
                  <a:lnTo>
                    <a:pt x="8412873" y="2796597"/>
                  </a:lnTo>
                  <a:lnTo>
                    <a:pt x="8389543" y="2842921"/>
                  </a:lnTo>
                  <a:lnTo>
                    <a:pt x="8365864" y="2889039"/>
                  </a:lnTo>
                  <a:lnTo>
                    <a:pt x="8341840" y="2934949"/>
                  </a:lnTo>
                  <a:lnTo>
                    <a:pt x="8317471" y="2980649"/>
                  </a:lnTo>
                  <a:lnTo>
                    <a:pt x="8292761" y="3026137"/>
                  </a:lnTo>
                  <a:lnTo>
                    <a:pt x="8267709" y="3071412"/>
                  </a:lnTo>
                  <a:lnTo>
                    <a:pt x="8242318" y="3116472"/>
                  </a:lnTo>
                  <a:lnTo>
                    <a:pt x="8216591" y="3161315"/>
                  </a:lnTo>
                  <a:lnTo>
                    <a:pt x="8190527" y="3205940"/>
                  </a:lnTo>
                  <a:lnTo>
                    <a:pt x="8164130" y="3250344"/>
                  </a:lnTo>
                  <a:lnTo>
                    <a:pt x="8137400" y="3294527"/>
                  </a:lnTo>
                  <a:lnTo>
                    <a:pt x="8110341" y="3338485"/>
                  </a:lnTo>
                  <a:lnTo>
                    <a:pt x="8082952" y="3382219"/>
                  </a:lnTo>
                  <a:lnTo>
                    <a:pt x="8055237" y="3425725"/>
                  </a:lnTo>
                  <a:lnTo>
                    <a:pt x="8027196" y="3469002"/>
                  </a:lnTo>
                  <a:lnTo>
                    <a:pt x="7998832" y="3512049"/>
                  </a:lnTo>
                  <a:lnTo>
                    <a:pt x="7970146" y="3554864"/>
                  </a:lnTo>
                  <a:lnTo>
                    <a:pt x="7941140" y="3597444"/>
                  </a:lnTo>
                  <a:lnTo>
                    <a:pt x="7911816" y="3639789"/>
                  </a:lnTo>
                  <a:lnTo>
                    <a:pt x="7882175" y="3681897"/>
                  </a:lnTo>
                  <a:lnTo>
                    <a:pt x="7852219" y="3723765"/>
                  </a:lnTo>
                  <a:lnTo>
                    <a:pt x="7821950" y="3765392"/>
                  </a:lnTo>
                  <a:lnTo>
                    <a:pt x="7791369" y="3806777"/>
                  </a:lnTo>
                  <a:lnTo>
                    <a:pt x="7760479" y="3847918"/>
                  </a:lnTo>
                  <a:lnTo>
                    <a:pt x="7729281" y="3888812"/>
                  </a:lnTo>
                  <a:lnTo>
                    <a:pt x="7697776" y="3929459"/>
                  </a:lnTo>
                  <a:lnTo>
                    <a:pt x="7665967" y="3969856"/>
                  </a:lnTo>
                  <a:lnTo>
                    <a:pt x="7633855" y="4010002"/>
                  </a:lnTo>
                  <a:lnTo>
                    <a:pt x="7601442" y="4049895"/>
                  </a:lnTo>
                  <a:lnTo>
                    <a:pt x="7568730" y="4089533"/>
                  </a:lnTo>
                  <a:lnTo>
                    <a:pt x="7535720" y="4128915"/>
                  </a:lnTo>
                  <a:lnTo>
                    <a:pt x="7502413" y="4168039"/>
                  </a:lnTo>
                  <a:lnTo>
                    <a:pt x="7468813" y="4206903"/>
                  </a:lnTo>
                  <a:lnTo>
                    <a:pt x="7434920" y="4245505"/>
                  </a:lnTo>
                  <a:lnTo>
                    <a:pt x="7400736" y="4283844"/>
                  </a:lnTo>
                  <a:lnTo>
                    <a:pt x="7366263" y="4321919"/>
                  </a:lnTo>
                  <a:lnTo>
                    <a:pt x="7331503" y="4359726"/>
                  </a:lnTo>
                  <a:lnTo>
                    <a:pt x="7296457" y="4397265"/>
                  </a:lnTo>
                  <a:lnTo>
                    <a:pt x="7261128" y="4434534"/>
                  </a:lnTo>
                  <a:lnTo>
                    <a:pt x="7225516" y="4471531"/>
                  </a:lnTo>
                  <a:lnTo>
                    <a:pt x="7189623" y="4508255"/>
                  </a:lnTo>
                  <a:lnTo>
                    <a:pt x="7153452" y="4544703"/>
                  </a:lnTo>
                  <a:lnTo>
                    <a:pt x="7117004" y="4580874"/>
                  </a:lnTo>
                  <a:lnTo>
                    <a:pt x="7080280" y="4616767"/>
                  </a:lnTo>
                  <a:lnTo>
                    <a:pt x="7043283" y="4652379"/>
                  </a:lnTo>
                  <a:lnTo>
                    <a:pt x="7006014" y="4687709"/>
                  </a:lnTo>
                  <a:lnTo>
                    <a:pt x="6968475" y="4722754"/>
                  </a:lnTo>
                  <a:lnTo>
                    <a:pt x="6930668" y="4757515"/>
                  </a:lnTo>
                  <a:lnTo>
                    <a:pt x="6892593" y="4791987"/>
                  </a:lnTo>
                  <a:lnTo>
                    <a:pt x="6854254" y="4826171"/>
                  </a:lnTo>
                  <a:lnTo>
                    <a:pt x="6815652" y="4860064"/>
                  </a:lnTo>
                  <a:lnTo>
                    <a:pt x="6776788" y="4893664"/>
                  </a:lnTo>
                  <a:lnTo>
                    <a:pt x="6737664" y="4926971"/>
                  </a:lnTo>
                  <a:lnTo>
                    <a:pt x="6698282" y="4959981"/>
                  </a:lnTo>
                  <a:lnTo>
                    <a:pt x="6658643" y="4992693"/>
                  </a:lnTo>
                  <a:lnTo>
                    <a:pt x="6618750" y="5025106"/>
                  </a:lnTo>
                  <a:lnTo>
                    <a:pt x="6578605" y="5057218"/>
                  </a:lnTo>
                  <a:lnTo>
                    <a:pt x="6538207" y="5089028"/>
                  </a:lnTo>
                  <a:lnTo>
                    <a:pt x="6497561" y="5120532"/>
                  </a:lnTo>
                  <a:lnTo>
                    <a:pt x="6456666" y="5151730"/>
                  </a:lnTo>
                  <a:lnTo>
                    <a:pt x="6415526" y="5182621"/>
                  </a:lnTo>
                  <a:lnTo>
                    <a:pt x="6374141" y="5213201"/>
                  </a:lnTo>
                  <a:lnTo>
                    <a:pt x="6332514" y="5243470"/>
                  </a:lnTo>
                  <a:lnTo>
                    <a:pt x="6290646" y="5273426"/>
                  </a:lnTo>
                  <a:lnTo>
                    <a:pt x="6248538" y="5303067"/>
                  </a:lnTo>
                  <a:lnTo>
                    <a:pt x="6206193" y="5332391"/>
                  </a:lnTo>
                  <a:lnTo>
                    <a:pt x="6163613" y="5361397"/>
                  </a:lnTo>
                  <a:lnTo>
                    <a:pt x="6120798" y="5390083"/>
                  </a:lnTo>
                  <a:lnTo>
                    <a:pt x="6077751" y="5418447"/>
                  </a:lnTo>
                  <a:lnTo>
                    <a:pt x="6034474" y="5446488"/>
                  </a:lnTo>
                  <a:lnTo>
                    <a:pt x="5990968" y="5474203"/>
                  </a:lnTo>
                  <a:lnTo>
                    <a:pt x="5947234" y="5501592"/>
                  </a:lnTo>
                  <a:lnTo>
                    <a:pt x="5903276" y="5528652"/>
                  </a:lnTo>
                  <a:lnTo>
                    <a:pt x="5859093" y="5555381"/>
                  </a:lnTo>
                  <a:lnTo>
                    <a:pt x="5814689" y="5581778"/>
                  </a:lnTo>
                  <a:lnTo>
                    <a:pt x="5770064" y="5607842"/>
                  </a:lnTo>
                  <a:lnTo>
                    <a:pt x="5725221" y="5633570"/>
                  </a:lnTo>
                  <a:lnTo>
                    <a:pt x="5680161" y="5658960"/>
                  </a:lnTo>
                  <a:lnTo>
                    <a:pt x="5634886" y="5684012"/>
                  </a:lnTo>
                  <a:lnTo>
                    <a:pt x="5589398" y="5708723"/>
                  </a:lnTo>
                  <a:lnTo>
                    <a:pt x="5497788" y="5757115"/>
                  </a:lnTo>
                  <a:lnTo>
                    <a:pt x="5405346" y="5804124"/>
                  </a:lnTo>
                  <a:lnTo>
                    <a:pt x="5312084" y="5849736"/>
                  </a:lnTo>
                  <a:lnTo>
                    <a:pt x="5218018" y="5893937"/>
                  </a:lnTo>
                  <a:lnTo>
                    <a:pt x="5123160" y="5936713"/>
                  </a:lnTo>
                  <a:lnTo>
                    <a:pt x="5027524" y="5978050"/>
                  </a:lnTo>
                  <a:lnTo>
                    <a:pt x="4931125" y="6017935"/>
                  </a:lnTo>
                  <a:lnTo>
                    <a:pt x="4833975" y="6056354"/>
                  </a:lnTo>
                  <a:lnTo>
                    <a:pt x="4736089" y="6093292"/>
                  </a:lnTo>
                  <a:lnTo>
                    <a:pt x="4637481" y="6128737"/>
                  </a:lnTo>
                  <a:lnTo>
                    <a:pt x="4538164" y="6162675"/>
                  </a:lnTo>
                  <a:lnTo>
                    <a:pt x="4438151" y="6195091"/>
                  </a:lnTo>
                  <a:lnTo>
                    <a:pt x="4337458" y="6225972"/>
                  </a:lnTo>
                  <a:lnTo>
                    <a:pt x="4236097" y="6255305"/>
                  </a:lnTo>
                  <a:lnTo>
                    <a:pt x="4134082" y="6283075"/>
                  </a:lnTo>
                  <a:lnTo>
                    <a:pt x="4031428" y="6309268"/>
                  </a:lnTo>
                  <a:lnTo>
                    <a:pt x="3928147" y="6333872"/>
                  </a:lnTo>
                  <a:lnTo>
                    <a:pt x="3824254" y="6356871"/>
                  </a:lnTo>
                  <a:lnTo>
                    <a:pt x="3719762" y="6378253"/>
                  </a:lnTo>
                  <a:lnTo>
                    <a:pt x="3614686" y="6398004"/>
                  </a:lnTo>
                  <a:lnTo>
                    <a:pt x="3509038" y="6416109"/>
                  </a:lnTo>
                  <a:lnTo>
                    <a:pt x="3402833" y="6432556"/>
                  </a:lnTo>
                  <a:lnTo>
                    <a:pt x="3296085" y="6447329"/>
                  </a:lnTo>
                  <a:lnTo>
                    <a:pt x="3188807" y="6460416"/>
                  </a:lnTo>
                  <a:lnTo>
                    <a:pt x="3081013" y="6471803"/>
                  </a:lnTo>
                  <a:lnTo>
                    <a:pt x="2972716" y="6481476"/>
                  </a:lnTo>
                  <a:lnTo>
                    <a:pt x="2863931" y="6489421"/>
                  </a:lnTo>
                  <a:lnTo>
                    <a:pt x="2754672" y="6495624"/>
                  </a:lnTo>
                  <a:lnTo>
                    <a:pt x="2699868" y="6498069"/>
                  </a:lnTo>
                  <a:lnTo>
                    <a:pt x="2644951" y="6500072"/>
                  </a:lnTo>
                  <a:lnTo>
                    <a:pt x="2589923" y="6501634"/>
                  </a:lnTo>
                  <a:lnTo>
                    <a:pt x="2534784" y="6502751"/>
                  </a:lnTo>
                  <a:lnTo>
                    <a:pt x="2479537" y="6503423"/>
                  </a:lnTo>
                  <a:lnTo>
                    <a:pt x="2424290" y="6503647"/>
                  </a:lnTo>
                  <a:close/>
                </a:path>
              </a:pathLst>
            </a:custGeom>
            <a:solidFill>
              <a:srgbClr val="FAFAFA">
                <a:alpha val="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9880" y="4010735"/>
              <a:ext cx="855980" cy="582930"/>
            </a:xfrm>
            <a:custGeom>
              <a:avLst/>
              <a:gdLst/>
              <a:ahLst/>
              <a:cxnLst/>
              <a:rect l="l" t="t" r="r" b="b"/>
              <a:pathLst>
                <a:path w="855980" h="582929">
                  <a:moveTo>
                    <a:pt x="415239" y="290918"/>
                  </a:moveTo>
                  <a:lnTo>
                    <a:pt x="412381" y="232410"/>
                  </a:lnTo>
                  <a:lnTo>
                    <a:pt x="404012" y="179997"/>
                  </a:lnTo>
                  <a:lnTo>
                    <a:pt x="390296" y="133718"/>
                  </a:lnTo>
                  <a:lnTo>
                    <a:pt x="371436" y="93891"/>
                  </a:lnTo>
                  <a:lnTo>
                    <a:pt x="347662" y="60744"/>
                  </a:lnTo>
                  <a:lnTo>
                    <a:pt x="329590" y="44119"/>
                  </a:lnTo>
                  <a:lnTo>
                    <a:pt x="329590" y="290918"/>
                  </a:lnTo>
                  <a:lnTo>
                    <a:pt x="325869" y="356069"/>
                  </a:lnTo>
                  <a:lnTo>
                    <a:pt x="314947" y="410108"/>
                  </a:lnTo>
                  <a:lnTo>
                    <a:pt x="297230" y="452716"/>
                  </a:lnTo>
                  <a:lnTo>
                    <a:pt x="273151" y="483565"/>
                  </a:lnTo>
                  <a:lnTo>
                    <a:pt x="207479" y="508635"/>
                  </a:lnTo>
                  <a:lnTo>
                    <a:pt x="171958" y="502310"/>
                  </a:lnTo>
                  <a:lnTo>
                    <a:pt x="117856" y="452716"/>
                  </a:lnTo>
                  <a:lnTo>
                    <a:pt x="100164" y="410108"/>
                  </a:lnTo>
                  <a:lnTo>
                    <a:pt x="89281" y="356069"/>
                  </a:lnTo>
                  <a:lnTo>
                    <a:pt x="85636" y="290918"/>
                  </a:lnTo>
                  <a:lnTo>
                    <a:pt x="89408" y="225869"/>
                  </a:lnTo>
                  <a:lnTo>
                    <a:pt x="100406" y="171856"/>
                  </a:lnTo>
                  <a:lnTo>
                    <a:pt x="118173" y="129235"/>
                  </a:lnTo>
                  <a:lnTo>
                    <a:pt x="142252" y="98348"/>
                  </a:lnTo>
                  <a:lnTo>
                    <a:pt x="207479" y="73215"/>
                  </a:lnTo>
                  <a:lnTo>
                    <a:pt x="242900" y="79552"/>
                  </a:lnTo>
                  <a:lnTo>
                    <a:pt x="297027" y="129235"/>
                  </a:lnTo>
                  <a:lnTo>
                    <a:pt x="314820" y="171856"/>
                  </a:lnTo>
                  <a:lnTo>
                    <a:pt x="325818" y="225869"/>
                  </a:lnTo>
                  <a:lnTo>
                    <a:pt x="329590" y="290918"/>
                  </a:lnTo>
                  <a:lnTo>
                    <a:pt x="329590" y="44119"/>
                  </a:lnTo>
                  <a:lnTo>
                    <a:pt x="319176" y="34531"/>
                  </a:lnTo>
                  <a:lnTo>
                    <a:pt x="286181" y="15519"/>
                  </a:lnTo>
                  <a:lnTo>
                    <a:pt x="248881" y="3924"/>
                  </a:lnTo>
                  <a:lnTo>
                    <a:pt x="207479" y="0"/>
                  </a:lnTo>
                  <a:lnTo>
                    <a:pt x="166141" y="3924"/>
                  </a:lnTo>
                  <a:lnTo>
                    <a:pt x="128930" y="15481"/>
                  </a:lnTo>
                  <a:lnTo>
                    <a:pt x="67525" y="60655"/>
                  </a:lnTo>
                  <a:lnTo>
                    <a:pt x="43764" y="93776"/>
                  </a:lnTo>
                  <a:lnTo>
                    <a:pt x="24930" y="133604"/>
                  </a:lnTo>
                  <a:lnTo>
                    <a:pt x="11214" y="179895"/>
                  </a:lnTo>
                  <a:lnTo>
                    <a:pt x="2832" y="232486"/>
                  </a:lnTo>
                  <a:lnTo>
                    <a:pt x="0" y="290918"/>
                  </a:lnTo>
                  <a:lnTo>
                    <a:pt x="2730" y="349758"/>
                  </a:lnTo>
                  <a:lnTo>
                    <a:pt x="11010" y="402501"/>
                  </a:lnTo>
                  <a:lnTo>
                    <a:pt x="24625" y="448957"/>
                  </a:lnTo>
                  <a:lnTo>
                    <a:pt x="43383" y="488873"/>
                  </a:lnTo>
                  <a:lnTo>
                    <a:pt x="67094" y="522046"/>
                  </a:lnTo>
                  <a:lnTo>
                    <a:pt x="95542" y="548233"/>
                  </a:lnTo>
                  <a:lnTo>
                    <a:pt x="165938" y="578764"/>
                  </a:lnTo>
                  <a:lnTo>
                    <a:pt x="207479" y="582676"/>
                  </a:lnTo>
                  <a:lnTo>
                    <a:pt x="249097" y="578764"/>
                  </a:lnTo>
                  <a:lnTo>
                    <a:pt x="286512" y="567207"/>
                  </a:lnTo>
                  <a:lnTo>
                    <a:pt x="348005" y="522046"/>
                  </a:lnTo>
                  <a:lnTo>
                    <a:pt x="371716" y="488873"/>
                  </a:lnTo>
                  <a:lnTo>
                    <a:pt x="390474" y="448957"/>
                  </a:lnTo>
                  <a:lnTo>
                    <a:pt x="404114" y="402501"/>
                  </a:lnTo>
                  <a:lnTo>
                    <a:pt x="412432" y="349758"/>
                  </a:lnTo>
                  <a:lnTo>
                    <a:pt x="415239" y="290918"/>
                  </a:lnTo>
                  <a:close/>
                </a:path>
                <a:path w="855980" h="582929">
                  <a:moveTo>
                    <a:pt x="855700" y="388454"/>
                  </a:moveTo>
                  <a:lnTo>
                    <a:pt x="849223" y="337096"/>
                  </a:lnTo>
                  <a:lnTo>
                    <a:pt x="830910" y="292176"/>
                  </a:lnTo>
                  <a:lnTo>
                    <a:pt x="815797" y="272415"/>
                  </a:lnTo>
                  <a:lnTo>
                    <a:pt x="802487" y="255003"/>
                  </a:lnTo>
                  <a:lnTo>
                    <a:pt x="772274" y="231927"/>
                  </a:lnTo>
                  <a:lnTo>
                    <a:pt x="772274" y="389826"/>
                  </a:lnTo>
                  <a:lnTo>
                    <a:pt x="763054" y="436448"/>
                  </a:lnTo>
                  <a:lnTo>
                    <a:pt x="737946" y="474370"/>
                  </a:lnTo>
                  <a:lnTo>
                    <a:pt x="700087" y="499859"/>
                  </a:lnTo>
                  <a:lnTo>
                    <a:pt x="652640" y="509181"/>
                  </a:lnTo>
                  <a:lnTo>
                    <a:pt x="604367" y="499491"/>
                  </a:lnTo>
                  <a:lnTo>
                    <a:pt x="566343" y="473468"/>
                  </a:lnTo>
                  <a:lnTo>
                    <a:pt x="541413" y="435749"/>
                  </a:lnTo>
                  <a:lnTo>
                    <a:pt x="532460" y="390931"/>
                  </a:lnTo>
                  <a:lnTo>
                    <a:pt x="542061" y="345719"/>
                  </a:lnTo>
                  <a:lnTo>
                    <a:pt x="567791" y="307949"/>
                  </a:lnTo>
                  <a:lnTo>
                    <a:pt x="606310" y="282028"/>
                  </a:lnTo>
                  <a:lnTo>
                    <a:pt x="619848" y="279323"/>
                  </a:lnTo>
                  <a:lnTo>
                    <a:pt x="654304" y="272415"/>
                  </a:lnTo>
                  <a:lnTo>
                    <a:pt x="701484" y="281673"/>
                  </a:lnTo>
                  <a:lnTo>
                    <a:pt x="738771" y="306882"/>
                  </a:lnTo>
                  <a:lnTo>
                    <a:pt x="763320" y="344208"/>
                  </a:lnTo>
                  <a:lnTo>
                    <a:pt x="772274" y="389826"/>
                  </a:lnTo>
                  <a:lnTo>
                    <a:pt x="772274" y="231927"/>
                  </a:lnTo>
                  <a:lnTo>
                    <a:pt x="765657" y="226860"/>
                  </a:lnTo>
                  <a:lnTo>
                    <a:pt x="722134" y="209016"/>
                  </a:lnTo>
                  <a:lnTo>
                    <a:pt x="673633" y="202793"/>
                  </a:lnTo>
                  <a:lnTo>
                    <a:pt x="629208" y="207949"/>
                  </a:lnTo>
                  <a:lnTo>
                    <a:pt x="589267" y="222923"/>
                  </a:lnTo>
                  <a:lnTo>
                    <a:pt x="555180" y="246964"/>
                  </a:lnTo>
                  <a:lnTo>
                    <a:pt x="528320" y="279323"/>
                  </a:lnTo>
                  <a:lnTo>
                    <a:pt x="521957" y="279323"/>
                  </a:lnTo>
                  <a:lnTo>
                    <a:pt x="526135" y="219786"/>
                  </a:lnTo>
                  <a:lnTo>
                    <a:pt x="538378" y="169532"/>
                  </a:lnTo>
                  <a:lnTo>
                    <a:pt x="558292" y="129260"/>
                  </a:lnTo>
                  <a:lnTo>
                    <a:pt x="585482" y="99656"/>
                  </a:lnTo>
                  <a:lnTo>
                    <a:pt x="619556" y="81394"/>
                  </a:lnTo>
                  <a:lnTo>
                    <a:pt x="660095" y="75145"/>
                  </a:lnTo>
                  <a:lnTo>
                    <a:pt x="699046" y="81089"/>
                  </a:lnTo>
                  <a:lnTo>
                    <a:pt x="729830" y="97637"/>
                  </a:lnTo>
                  <a:lnTo>
                    <a:pt x="752055" y="122821"/>
                  </a:lnTo>
                  <a:lnTo>
                    <a:pt x="765365" y="154724"/>
                  </a:lnTo>
                  <a:lnTo>
                    <a:pt x="850176" y="154724"/>
                  </a:lnTo>
                  <a:lnTo>
                    <a:pt x="838746" y="112077"/>
                  </a:lnTo>
                  <a:lnTo>
                    <a:pt x="818464" y="75145"/>
                  </a:lnTo>
                  <a:lnTo>
                    <a:pt x="789330" y="43688"/>
                  </a:lnTo>
                  <a:lnTo>
                    <a:pt x="752843" y="20154"/>
                  </a:lnTo>
                  <a:lnTo>
                    <a:pt x="709523" y="5232"/>
                  </a:lnTo>
                  <a:lnTo>
                    <a:pt x="660095" y="0"/>
                  </a:lnTo>
                  <a:lnTo>
                    <a:pt x="616877" y="4127"/>
                  </a:lnTo>
                  <a:lnTo>
                    <a:pt x="577646" y="16357"/>
                  </a:lnTo>
                  <a:lnTo>
                    <a:pt x="542696" y="36449"/>
                  </a:lnTo>
                  <a:lnTo>
                    <a:pt x="512330" y="64185"/>
                  </a:lnTo>
                  <a:lnTo>
                    <a:pt x="486841" y="99339"/>
                  </a:lnTo>
                  <a:lnTo>
                    <a:pt x="466496" y="141655"/>
                  </a:lnTo>
                  <a:lnTo>
                    <a:pt x="451612" y="190944"/>
                  </a:lnTo>
                  <a:lnTo>
                    <a:pt x="442468" y="246964"/>
                  </a:lnTo>
                  <a:lnTo>
                    <a:pt x="439356" y="309435"/>
                  </a:lnTo>
                  <a:lnTo>
                    <a:pt x="443166" y="373811"/>
                  </a:lnTo>
                  <a:lnTo>
                    <a:pt x="454164" y="427990"/>
                  </a:lnTo>
                  <a:lnTo>
                    <a:pt x="471385" y="472681"/>
                  </a:lnTo>
                  <a:lnTo>
                    <a:pt x="493915" y="508596"/>
                  </a:lnTo>
                  <a:lnTo>
                    <a:pt x="520788" y="536435"/>
                  </a:lnTo>
                  <a:lnTo>
                    <a:pt x="583819" y="570750"/>
                  </a:lnTo>
                  <a:lnTo>
                    <a:pt x="652919" y="581291"/>
                  </a:lnTo>
                  <a:lnTo>
                    <a:pt x="702513" y="576605"/>
                  </a:lnTo>
                  <a:lnTo>
                    <a:pt x="746404" y="562559"/>
                  </a:lnTo>
                  <a:lnTo>
                    <a:pt x="783882" y="540181"/>
                  </a:lnTo>
                  <a:lnTo>
                    <a:pt x="814247" y="510540"/>
                  </a:lnTo>
                  <a:lnTo>
                    <a:pt x="836815" y="474675"/>
                  </a:lnTo>
                  <a:lnTo>
                    <a:pt x="850861" y="433628"/>
                  </a:lnTo>
                  <a:lnTo>
                    <a:pt x="855700" y="3884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1031" y="4479023"/>
              <a:ext cx="110787" cy="11051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99121" y="4750612"/>
              <a:ext cx="4762500" cy="1191895"/>
            </a:xfrm>
            <a:custGeom>
              <a:avLst/>
              <a:gdLst/>
              <a:ahLst/>
              <a:cxnLst/>
              <a:rect l="l" t="t" r="r" b="b"/>
              <a:pathLst>
                <a:path w="4762500" h="1191895">
                  <a:moveTo>
                    <a:pt x="154432" y="1003757"/>
                  </a:moveTo>
                  <a:lnTo>
                    <a:pt x="0" y="1003757"/>
                  </a:lnTo>
                  <a:lnTo>
                    <a:pt x="0" y="1035507"/>
                  </a:lnTo>
                  <a:lnTo>
                    <a:pt x="57924" y="1035507"/>
                  </a:lnTo>
                  <a:lnTo>
                    <a:pt x="57924" y="1191717"/>
                  </a:lnTo>
                  <a:lnTo>
                    <a:pt x="96697" y="1191717"/>
                  </a:lnTo>
                  <a:lnTo>
                    <a:pt x="96697" y="1035507"/>
                  </a:lnTo>
                  <a:lnTo>
                    <a:pt x="154432" y="1035507"/>
                  </a:lnTo>
                  <a:lnTo>
                    <a:pt x="154432" y="1003757"/>
                  </a:lnTo>
                  <a:close/>
                </a:path>
                <a:path w="4762500" h="1191895">
                  <a:moveTo>
                    <a:pt x="305828" y="1159967"/>
                  </a:moveTo>
                  <a:lnTo>
                    <a:pt x="218071" y="1159967"/>
                  </a:lnTo>
                  <a:lnTo>
                    <a:pt x="218071" y="1114247"/>
                  </a:lnTo>
                  <a:lnTo>
                    <a:pt x="298932" y="1114247"/>
                  </a:lnTo>
                  <a:lnTo>
                    <a:pt x="298932" y="1081227"/>
                  </a:lnTo>
                  <a:lnTo>
                    <a:pt x="218071" y="1081227"/>
                  </a:lnTo>
                  <a:lnTo>
                    <a:pt x="218071" y="1035507"/>
                  </a:lnTo>
                  <a:lnTo>
                    <a:pt x="305460" y="1035507"/>
                  </a:lnTo>
                  <a:lnTo>
                    <a:pt x="305460" y="1003757"/>
                  </a:lnTo>
                  <a:lnTo>
                    <a:pt x="178930" y="1003757"/>
                  </a:lnTo>
                  <a:lnTo>
                    <a:pt x="178930" y="1035507"/>
                  </a:lnTo>
                  <a:lnTo>
                    <a:pt x="178930" y="1081227"/>
                  </a:lnTo>
                  <a:lnTo>
                    <a:pt x="178930" y="1114247"/>
                  </a:lnTo>
                  <a:lnTo>
                    <a:pt x="178930" y="1159967"/>
                  </a:lnTo>
                  <a:lnTo>
                    <a:pt x="178930" y="1191717"/>
                  </a:lnTo>
                  <a:lnTo>
                    <a:pt x="305828" y="1191717"/>
                  </a:lnTo>
                  <a:lnTo>
                    <a:pt x="305828" y="1159967"/>
                  </a:lnTo>
                  <a:close/>
                </a:path>
                <a:path w="4762500" h="1191895">
                  <a:moveTo>
                    <a:pt x="343496" y="518299"/>
                  </a:moveTo>
                  <a:lnTo>
                    <a:pt x="338620" y="475742"/>
                  </a:lnTo>
                  <a:lnTo>
                    <a:pt x="336588" y="458063"/>
                  </a:lnTo>
                  <a:lnTo>
                    <a:pt x="284187" y="466305"/>
                  </a:lnTo>
                  <a:lnTo>
                    <a:pt x="232333" y="471563"/>
                  </a:lnTo>
                  <a:lnTo>
                    <a:pt x="176796" y="474497"/>
                  </a:lnTo>
                  <a:lnTo>
                    <a:pt x="113360" y="475742"/>
                  </a:lnTo>
                  <a:lnTo>
                    <a:pt x="113360" y="329044"/>
                  </a:lnTo>
                  <a:lnTo>
                    <a:pt x="273050" y="329044"/>
                  </a:lnTo>
                  <a:lnTo>
                    <a:pt x="273050" y="271297"/>
                  </a:lnTo>
                  <a:lnTo>
                    <a:pt x="113360" y="271297"/>
                  </a:lnTo>
                  <a:lnTo>
                    <a:pt x="113360" y="141998"/>
                  </a:lnTo>
                  <a:lnTo>
                    <a:pt x="303987" y="141998"/>
                  </a:lnTo>
                  <a:lnTo>
                    <a:pt x="303987" y="82600"/>
                  </a:lnTo>
                  <a:lnTo>
                    <a:pt x="42633" y="82600"/>
                  </a:lnTo>
                  <a:lnTo>
                    <a:pt x="42633" y="536257"/>
                  </a:lnTo>
                  <a:lnTo>
                    <a:pt x="87668" y="536257"/>
                  </a:lnTo>
                  <a:lnTo>
                    <a:pt x="148094" y="535711"/>
                  </a:lnTo>
                  <a:lnTo>
                    <a:pt x="201193" y="534301"/>
                  </a:lnTo>
                  <a:lnTo>
                    <a:pt x="249669" y="531380"/>
                  </a:lnTo>
                  <a:lnTo>
                    <a:pt x="296202" y="526262"/>
                  </a:lnTo>
                  <a:lnTo>
                    <a:pt x="343496" y="518299"/>
                  </a:lnTo>
                  <a:close/>
                </a:path>
                <a:path w="4762500" h="1191895">
                  <a:moveTo>
                    <a:pt x="474179" y="15189"/>
                  </a:moveTo>
                  <a:lnTo>
                    <a:pt x="404279" y="15189"/>
                  </a:lnTo>
                  <a:lnTo>
                    <a:pt x="404279" y="262178"/>
                  </a:lnTo>
                  <a:lnTo>
                    <a:pt x="309524" y="262178"/>
                  </a:lnTo>
                  <a:lnTo>
                    <a:pt x="309524" y="323240"/>
                  </a:lnTo>
                  <a:lnTo>
                    <a:pt x="404279" y="323240"/>
                  </a:lnTo>
                  <a:lnTo>
                    <a:pt x="404279" y="664997"/>
                  </a:lnTo>
                  <a:lnTo>
                    <a:pt x="474179" y="664997"/>
                  </a:lnTo>
                  <a:lnTo>
                    <a:pt x="474179" y="15189"/>
                  </a:lnTo>
                  <a:close/>
                </a:path>
                <a:path w="4762500" h="1191895">
                  <a:moveTo>
                    <a:pt x="619226" y="0"/>
                  </a:moveTo>
                  <a:lnTo>
                    <a:pt x="547395" y="0"/>
                  </a:lnTo>
                  <a:lnTo>
                    <a:pt x="547395" y="700087"/>
                  </a:lnTo>
                  <a:lnTo>
                    <a:pt x="619226" y="700087"/>
                  </a:lnTo>
                  <a:lnTo>
                    <a:pt x="619226" y="0"/>
                  </a:lnTo>
                  <a:close/>
                </a:path>
                <a:path w="4762500" h="1191895">
                  <a:moveTo>
                    <a:pt x="1264412" y="345338"/>
                  </a:moveTo>
                  <a:lnTo>
                    <a:pt x="1214882" y="332549"/>
                  </a:lnTo>
                  <a:lnTo>
                    <a:pt x="1167841" y="312788"/>
                  </a:lnTo>
                  <a:lnTo>
                    <a:pt x="1124546" y="286994"/>
                  </a:lnTo>
                  <a:lnTo>
                    <a:pt x="1086281" y="256070"/>
                  </a:lnTo>
                  <a:lnTo>
                    <a:pt x="1054315" y="220941"/>
                  </a:lnTo>
                  <a:lnTo>
                    <a:pt x="1029906" y="182511"/>
                  </a:lnTo>
                  <a:lnTo>
                    <a:pt x="1014323" y="141681"/>
                  </a:lnTo>
                  <a:lnTo>
                    <a:pt x="1008849" y="99453"/>
                  </a:lnTo>
                  <a:lnTo>
                    <a:pt x="1008849" y="46685"/>
                  </a:lnTo>
                  <a:lnTo>
                    <a:pt x="930668" y="46685"/>
                  </a:lnTo>
                  <a:lnTo>
                    <a:pt x="930668" y="99453"/>
                  </a:lnTo>
                  <a:lnTo>
                    <a:pt x="925029" y="141719"/>
                  </a:lnTo>
                  <a:lnTo>
                    <a:pt x="909408" y="182397"/>
                  </a:lnTo>
                  <a:lnTo>
                    <a:pt x="885024" y="220726"/>
                  </a:lnTo>
                  <a:lnTo>
                    <a:pt x="853173" y="255765"/>
                  </a:lnTo>
                  <a:lnTo>
                    <a:pt x="815098" y="286626"/>
                  </a:lnTo>
                  <a:lnTo>
                    <a:pt x="772071" y="312445"/>
                  </a:lnTo>
                  <a:lnTo>
                    <a:pt x="725360" y="332308"/>
                  </a:lnTo>
                  <a:lnTo>
                    <a:pt x="676211" y="345338"/>
                  </a:lnTo>
                  <a:lnTo>
                    <a:pt x="709371" y="407225"/>
                  </a:lnTo>
                  <a:lnTo>
                    <a:pt x="756716" y="393776"/>
                  </a:lnTo>
                  <a:lnTo>
                    <a:pt x="802055" y="374751"/>
                  </a:lnTo>
                  <a:lnTo>
                    <a:pt x="844588" y="350608"/>
                  </a:lnTo>
                  <a:lnTo>
                    <a:pt x="883475" y="321767"/>
                  </a:lnTo>
                  <a:lnTo>
                    <a:pt x="917917" y="288658"/>
                  </a:lnTo>
                  <a:lnTo>
                    <a:pt x="947089" y="251701"/>
                  </a:lnTo>
                  <a:lnTo>
                    <a:pt x="970178" y="211353"/>
                  </a:lnTo>
                  <a:lnTo>
                    <a:pt x="993076" y="251891"/>
                  </a:lnTo>
                  <a:lnTo>
                    <a:pt x="1022134" y="288937"/>
                  </a:lnTo>
                  <a:lnTo>
                    <a:pt x="1056538" y="322084"/>
                  </a:lnTo>
                  <a:lnTo>
                    <a:pt x="1095425" y="350901"/>
                  </a:lnTo>
                  <a:lnTo>
                    <a:pt x="1137970" y="374967"/>
                  </a:lnTo>
                  <a:lnTo>
                    <a:pt x="1183347" y="393890"/>
                  </a:lnTo>
                  <a:lnTo>
                    <a:pt x="1230706" y="407225"/>
                  </a:lnTo>
                  <a:lnTo>
                    <a:pt x="1264412" y="345338"/>
                  </a:lnTo>
                  <a:close/>
                </a:path>
                <a:path w="4762500" h="1191895">
                  <a:moveTo>
                    <a:pt x="1857108" y="372567"/>
                  </a:moveTo>
                  <a:lnTo>
                    <a:pt x="1444345" y="372567"/>
                  </a:lnTo>
                  <a:lnTo>
                    <a:pt x="1444345" y="270979"/>
                  </a:lnTo>
                  <a:lnTo>
                    <a:pt x="1834730" y="270979"/>
                  </a:lnTo>
                  <a:lnTo>
                    <a:pt x="1834730" y="212559"/>
                  </a:lnTo>
                  <a:lnTo>
                    <a:pt x="1444345" y="212559"/>
                  </a:lnTo>
                  <a:lnTo>
                    <a:pt x="1444345" y="118579"/>
                  </a:lnTo>
                  <a:lnTo>
                    <a:pt x="1850199" y="118579"/>
                  </a:lnTo>
                  <a:lnTo>
                    <a:pt x="1850199" y="57607"/>
                  </a:lnTo>
                  <a:lnTo>
                    <a:pt x="1369479" y="57607"/>
                  </a:lnTo>
                  <a:lnTo>
                    <a:pt x="1369479" y="118579"/>
                  </a:lnTo>
                  <a:lnTo>
                    <a:pt x="1369479" y="212559"/>
                  </a:lnTo>
                  <a:lnTo>
                    <a:pt x="1369479" y="270979"/>
                  </a:lnTo>
                  <a:lnTo>
                    <a:pt x="1369479" y="372567"/>
                  </a:lnTo>
                  <a:lnTo>
                    <a:pt x="1369479" y="432257"/>
                  </a:lnTo>
                  <a:lnTo>
                    <a:pt x="1857108" y="432257"/>
                  </a:lnTo>
                  <a:lnTo>
                    <a:pt x="1857108" y="372567"/>
                  </a:lnTo>
                  <a:close/>
                </a:path>
                <a:path w="4762500" h="1191895">
                  <a:moveTo>
                    <a:pt x="1929765" y="550900"/>
                  </a:moveTo>
                  <a:lnTo>
                    <a:pt x="1293977" y="550900"/>
                  </a:lnTo>
                  <a:lnTo>
                    <a:pt x="1293977" y="546468"/>
                  </a:lnTo>
                  <a:lnTo>
                    <a:pt x="653288" y="546468"/>
                  </a:lnTo>
                  <a:lnTo>
                    <a:pt x="653288" y="608088"/>
                  </a:lnTo>
                  <a:lnTo>
                    <a:pt x="1289075" y="608088"/>
                  </a:lnTo>
                  <a:lnTo>
                    <a:pt x="1289075" y="612228"/>
                  </a:lnTo>
                  <a:lnTo>
                    <a:pt x="1929765" y="612228"/>
                  </a:lnTo>
                  <a:lnTo>
                    <a:pt x="1929765" y="550900"/>
                  </a:lnTo>
                  <a:close/>
                </a:path>
                <a:path w="4762500" h="1191895">
                  <a:moveTo>
                    <a:pt x="2506218" y="482650"/>
                  </a:moveTo>
                  <a:lnTo>
                    <a:pt x="2467076" y="461098"/>
                  </a:lnTo>
                  <a:lnTo>
                    <a:pt x="2431415" y="432904"/>
                  </a:lnTo>
                  <a:lnTo>
                    <a:pt x="2399792" y="399046"/>
                  </a:lnTo>
                  <a:lnTo>
                    <a:pt x="2372741" y="360464"/>
                  </a:lnTo>
                  <a:lnTo>
                    <a:pt x="2356320" y="328764"/>
                  </a:lnTo>
                  <a:lnTo>
                    <a:pt x="2350808" y="318135"/>
                  </a:lnTo>
                  <a:lnTo>
                    <a:pt x="2334539" y="273011"/>
                  </a:lnTo>
                  <a:lnTo>
                    <a:pt x="2324455" y="226047"/>
                  </a:lnTo>
                  <a:lnTo>
                    <a:pt x="2321115" y="178193"/>
                  </a:lnTo>
                  <a:lnTo>
                    <a:pt x="2321115" y="58293"/>
                  </a:lnTo>
                  <a:lnTo>
                    <a:pt x="2246515" y="58293"/>
                  </a:lnTo>
                  <a:lnTo>
                    <a:pt x="2246515" y="178193"/>
                  </a:lnTo>
                  <a:lnTo>
                    <a:pt x="2242794" y="228180"/>
                  </a:lnTo>
                  <a:lnTo>
                    <a:pt x="2232393" y="277164"/>
                  </a:lnTo>
                  <a:lnTo>
                    <a:pt x="2215807" y="324167"/>
                  </a:lnTo>
                  <a:lnTo>
                    <a:pt x="2193582" y="368211"/>
                  </a:lnTo>
                  <a:lnTo>
                    <a:pt x="2166201" y="408279"/>
                  </a:lnTo>
                  <a:lnTo>
                    <a:pt x="2134197" y="443395"/>
                  </a:lnTo>
                  <a:lnTo>
                    <a:pt x="2098090" y="472567"/>
                  </a:lnTo>
                  <a:lnTo>
                    <a:pt x="2058377" y="494804"/>
                  </a:lnTo>
                  <a:lnTo>
                    <a:pt x="2104237" y="556691"/>
                  </a:lnTo>
                  <a:lnTo>
                    <a:pt x="2144420" y="532828"/>
                  </a:lnTo>
                  <a:lnTo>
                    <a:pt x="2181034" y="502335"/>
                  </a:lnTo>
                  <a:lnTo>
                    <a:pt x="2213711" y="465937"/>
                  </a:lnTo>
                  <a:lnTo>
                    <a:pt x="2242108" y="424395"/>
                  </a:lnTo>
                  <a:lnTo>
                    <a:pt x="2265870" y="378421"/>
                  </a:lnTo>
                  <a:lnTo>
                    <a:pt x="2284641" y="328764"/>
                  </a:lnTo>
                  <a:lnTo>
                    <a:pt x="2303576" y="375170"/>
                  </a:lnTo>
                  <a:lnTo>
                    <a:pt x="2327237" y="418071"/>
                  </a:lnTo>
                  <a:lnTo>
                    <a:pt x="2355240" y="456819"/>
                  </a:lnTo>
                  <a:lnTo>
                    <a:pt x="2387193" y="490791"/>
                  </a:lnTo>
                  <a:lnTo>
                    <a:pt x="2422728" y="519328"/>
                  </a:lnTo>
                  <a:lnTo>
                    <a:pt x="2461463" y="541782"/>
                  </a:lnTo>
                  <a:lnTo>
                    <a:pt x="2506218" y="482650"/>
                  </a:lnTo>
                  <a:close/>
                </a:path>
                <a:path w="4762500" h="1191895">
                  <a:moveTo>
                    <a:pt x="2644089" y="0"/>
                  </a:moveTo>
                  <a:lnTo>
                    <a:pt x="2569489" y="0"/>
                  </a:lnTo>
                  <a:lnTo>
                    <a:pt x="2569489" y="701471"/>
                  </a:lnTo>
                  <a:lnTo>
                    <a:pt x="2644089" y="701471"/>
                  </a:lnTo>
                  <a:lnTo>
                    <a:pt x="2644089" y="0"/>
                  </a:lnTo>
                  <a:close/>
                </a:path>
                <a:path w="4762500" h="1191895">
                  <a:moveTo>
                    <a:pt x="3283470" y="546"/>
                  </a:moveTo>
                  <a:lnTo>
                    <a:pt x="3209429" y="546"/>
                  </a:lnTo>
                  <a:lnTo>
                    <a:pt x="3209429" y="106362"/>
                  </a:lnTo>
                  <a:lnTo>
                    <a:pt x="3209429" y="166865"/>
                  </a:lnTo>
                  <a:lnTo>
                    <a:pt x="3209429" y="274066"/>
                  </a:lnTo>
                  <a:lnTo>
                    <a:pt x="3067977" y="274066"/>
                  </a:lnTo>
                  <a:lnTo>
                    <a:pt x="3071279" y="261429"/>
                  </a:lnTo>
                  <a:lnTo>
                    <a:pt x="3073704" y="248373"/>
                  </a:lnTo>
                  <a:lnTo>
                    <a:pt x="3075203" y="234899"/>
                  </a:lnTo>
                  <a:lnTo>
                    <a:pt x="3075711" y="221018"/>
                  </a:lnTo>
                  <a:lnTo>
                    <a:pt x="3075152" y="206883"/>
                  </a:lnTo>
                  <a:lnTo>
                    <a:pt x="3073565" y="193116"/>
                  </a:lnTo>
                  <a:lnTo>
                    <a:pt x="3071050" y="179755"/>
                  </a:lnTo>
                  <a:lnTo>
                    <a:pt x="3067697" y="166865"/>
                  </a:lnTo>
                  <a:lnTo>
                    <a:pt x="3209429" y="166865"/>
                  </a:lnTo>
                  <a:lnTo>
                    <a:pt x="3209429" y="106362"/>
                  </a:lnTo>
                  <a:lnTo>
                    <a:pt x="3034817" y="106362"/>
                  </a:lnTo>
                  <a:lnTo>
                    <a:pt x="3006852" y="80124"/>
                  </a:lnTo>
                  <a:lnTo>
                    <a:pt x="3004705" y="78867"/>
                  </a:lnTo>
                  <a:lnTo>
                    <a:pt x="3004705" y="221018"/>
                  </a:lnTo>
                  <a:lnTo>
                    <a:pt x="2996209" y="266395"/>
                  </a:lnTo>
                  <a:lnTo>
                    <a:pt x="2972765" y="301548"/>
                  </a:lnTo>
                  <a:lnTo>
                    <a:pt x="2937446" y="324281"/>
                  </a:lnTo>
                  <a:lnTo>
                    <a:pt x="2893364" y="332359"/>
                  </a:lnTo>
                  <a:lnTo>
                    <a:pt x="2848013" y="324281"/>
                  </a:lnTo>
                  <a:lnTo>
                    <a:pt x="2812351" y="301548"/>
                  </a:lnTo>
                  <a:lnTo>
                    <a:pt x="2789009" y="266395"/>
                  </a:lnTo>
                  <a:lnTo>
                    <a:pt x="2780639" y="221018"/>
                  </a:lnTo>
                  <a:lnTo>
                    <a:pt x="2789009" y="175806"/>
                  </a:lnTo>
                  <a:lnTo>
                    <a:pt x="2812351" y="140652"/>
                  </a:lnTo>
                  <a:lnTo>
                    <a:pt x="2848013" y="117792"/>
                  </a:lnTo>
                  <a:lnTo>
                    <a:pt x="2893364" y="109397"/>
                  </a:lnTo>
                  <a:lnTo>
                    <a:pt x="2937446" y="117792"/>
                  </a:lnTo>
                  <a:lnTo>
                    <a:pt x="2972765" y="140652"/>
                  </a:lnTo>
                  <a:lnTo>
                    <a:pt x="2996209" y="175806"/>
                  </a:lnTo>
                  <a:lnTo>
                    <a:pt x="3004705" y="221018"/>
                  </a:lnTo>
                  <a:lnTo>
                    <a:pt x="3004705" y="78867"/>
                  </a:lnTo>
                  <a:lnTo>
                    <a:pt x="2973311" y="60363"/>
                  </a:lnTo>
                  <a:lnTo>
                    <a:pt x="2935160" y="47853"/>
                  </a:lnTo>
                  <a:lnTo>
                    <a:pt x="2893364" y="43370"/>
                  </a:lnTo>
                  <a:lnTo>
                    <a:pt x="2843212" y="49542"/>
                  </a:lnTo>
                  <a:lnTo>
                    <a:pt x="2798965" y="66713"/>
                  </a:lnTo>
                  <a:lnTo>
                    <a:pt x="2762097" y="93649"/>
                  </a:lnTo>
                  <a:lnTo>
                    <a:pt x="2734043" y="129159"/>
                  </a:lnTo>
                  <a:lnTo>
                    <a:pt x="2716263" y="172021"/>
                  </a:lnTo>
                  <a:lnTo>
                    <a:pt x="2710192" y="221018"/>
                  </a:lnTo>
                  <a:lnTo>
                    <a:pt x="2716263" y="269900"/>
                  </a:lnTo>
                  <a:lnTo>
                    <a:pt x="2734043" y="312661"/>
                  </a:lnTo>
                  <a:lnTo>
                    <a:pt x="2762097" y="348068"/>
                  </a:lnTo>
                  <a:lnTo>
                    <a:pt x="2798965" y="374891"/>
                  </a:lnTo>
                  <a:lnTo>
                    <a:pt x="2843212" y="391896"/>
                  </a:lnTo>
                  <a:lnTo>
                    <a:pt x="2893364" y="397840"/>
                  </a:lnTo>
                  <a:lnTo>
                    <a:pt x="2935363" y="393509"/>
                  </a:lnTo>
                  <a:lnTo>
                    <a:pt x="2973654" y="381050"/>
                  </a:lnTo>
                  <a:lnTo>
                    <a:pt x="3007233" y="361238"/>
                  </a:lnTo>
                  <a:lnTo>
                    <a:pt x="3035096" y="334848"/>
                  </a:lnTo>
                  <a:lnTo>
                    <a:pt x="3209429" y="334848"/>
                  </a:lnTo>
                  <a:lnTo>
                    <a:pt x="3209429" y="516089"/>
                  </a:lnTo>
                  <a:lnTo>
                    <a:pt x="3283470" y="516089"/>
                  </a:lnTo>
                  <a:lnTo>
                    <a:pt x="3283470" y="334848"/>
                  </a:lnTo>
                  <a:lnTo>
                    <a:pt x="3283470" y="332359"/>
                  </a:lnTo>
                  <a:lnTo>
                    <a:pt x="3283470" y="274066"/>
                  </a:lnTo>
                  <a:lnTo>
                    <a:pt x="3283470" y="166865"/>
                  </a:lnTo>
                  <a:lnTo>
                    <a:pt x="3283470" y="109397"/>
                  </a:lnTo>
                  <a:lnTo>
                    <a:pt x="3283470" y="106362"/>
                  </a:lnTo>
                  <a:lnTo>
                    <a:pt x="3283470" y="546"/>
                  </a:lnTo>
                  <a:close/>
                </a:path>
                <a:path w="4762500" h="1191895">
                  <a:moveTo>
                    <a:pt x="3301974" y="624941"/>
                  </a:moveTo>
                  <a:lnTo>
                    <a:pt x="2903029" y="624941"/>
                  </a:lnTo>
                  <a:lnTo>
                    <a:pt x="2903029" y="463042"/>
                  </a:lnTo>
                  <a:lnTo>
                    <a:pt x="2828988" y="463042"/>
                  </a:lnTo>
                  <a:lnTo>
                    <a:pt x="2828988" y="685723"/>
                  </a:lnTo>
                  <a:lnTo>
                    <a:pt x="3301974" y="685723"/>
                  </a:lnTo>
                  <a:lnTo>
                    <a:pt x="3301974" y="624941"/>
                  </a:lnTo>
                  <a:close/>
                </a:path>
                <a:path w="4762500" h="1191895">
                  <a:moveTo>
                    <a:pt x="4058564" y="0"/>
                  </a:moveTo>
                  <a:lnTo>
                    <a:pt x="3984523" y="0"/>
                  </a:lnTo>
                  <a:lnTo>
                    <a:pt x="3984523" y="98348"/>
                  </a:lnTo>
                  <a:lnTo>
                    <a:pt x="3984523" y="158305"/>
                  </a:lnTo>
                  <a:lnTo>
                    <a:pt x="3984523" y="258318"/>
                  </a:lnTo>
                  <a:lnTo>
                    <a:pt x="3843350" y="258318"/>
                  </a:lnTo>
                  <a:lnTo>
                    <a:pt x="3846487" y="246507"/>
                  </a:lnTo>
                  <a:lnTo>
                    <a:pt x="3848836" y="234276"/>
                  </a:lnTo>
                  <a:lnTo>
                    <a:pt x="3850297" y="221640"/>
                  </a:lnTo>
                  <a:lnTo>
                    <a:pt x="3850805" y="208584"/>
                  </a:lnTo>
                  <a:lnTo>
                    <a:pt x="3850297" y="195491"/>
                  </a:lnTo>
                  <a:lnTo>
                    <a:pt x="3848836" y="182714"/>
                  </a:lnTo>
                  <a:lnTo>
                    <a:pt x="3846487" y="170319"/>
                  </a:lnTo>
                  <a:lnTo>
                    <a:pt x="3843350" y="158305"/>
                  </a:lnTo>
                  <a:lnTo>
                    <a:pt x="3984523" y="158305"/>
                  </a:lnTo>
                  <a:lnTo>
                    <a:pt x="3984523" y="98348"/>
                  </a:lnTo>
                  <a:lnTo>
                    <a:pt x="3809085" y="98348"/>
                  </a:lnTo>
                  <a:lnTo>
                    <a:pt x="3781399" y="74066"/>
                  </a:lnTo>
                  <a:lnTo>
                    <a:pt x="3779799" y="73202"/>
                  </a:lnTo>
                  <a:lnTo>
                    <a:pt x="3779799" y="208584"/>
                  </a:lnTo>
                  <a:lnTo>
                    <a:pt x="3771417" y="250812"/>
                  </a:lnTo>
                  <a:lnTo>
                    <a:pt x="3748163" y="283870"/>
                  </a:lnTo>
                  <a:lnTo>
                    <a:pt x="3712895" y="305333"/>
                  </a:lnTo>
                  <a:lnTo>
                    <a:pt x="3668458" y="312737"/>
                  </a:lnTo>
                  <a:lnTo>
                    <a:pt x="3623106" y="305333"/>
                  </a:lnTo>
                  <a:lnTo>
                    <a:pt x="3587445" y="283870"/>
                  </a:lnTo>
                  <a:lnTo>
                    <a:pt x="3564102" y="250812"/>
                  </a:lnTo>
                  <a:lnTo>
                    <a:pt x="3555746" y="208584"/>
                  </a:lnTo>
                  <a:lnTo>
                    <a:pt x="3564102" y="165823"/>
                  </a:lnTo>
                  <a:lnTo>
                    <a:pt x="3587445" y="132918"/>
                  </a:lnTo>
                  <a:lnTo>
                    <a:pt x="3623106" y="111887"/>
                  </a:lnTo>
                  <a:lnTo>
                    <a:pt x="3668458" y="104711"/>
                  </a:lnTo>
                  <a:lnTo>
                    <a:pt x="3712895" y="111887"/>
                  </a:lnTo>
                  <a:lnTo>
                    <a:pt x="3748163" y="132918"/>
                  </a:lnTo>
                  <a:lnTo>
                    <a:pt x="3771417" y="165823"/>
                  </a:lnTo>
                  <a:lnTo>
                    <a:pt x="3779799" y="208584"/>
                  </a:lnTo>
                  <a:lnTo>
                    <a:pt x="3779799" y="73202"/>
                  </a:lnTo>
                  <a:lnTo>
                    <a:pt x="3748201" y="55943"/>
                  </a:lnTo>
                  <a:lnTo>
                    <a:pt x="3710292" y="44653"/>
                  </a:lnTo>
                  <a:lnTo>
                    <a:pt x="3668458" y="40881"/>
                  </a:lnTo>
                  <a:lnTo>
                    <a:pt x="3618306" y="46266"/>
                  </a:lnTo>
                  <a:lnTo>
                    <a:pt x="3574072" y="62204"/>
                  </a:lnTo>
                  <a:lnTo>
                    <a:pt x="3537191" y="87541"/>
                  </a:lnTo>
                  <a:lnTo>
                    <a:pt x="3509137" y="121145"/>
                  </a:lnTo>
                  <a:lnTo>
                    <a:pt x="3491357" y="161874"/>
                  </a:lnTo>
                  <a:lnTo>
                    <a:pt x="3485286" y="208584"/>
                  </a:lnTo>
                  <a:lnTo>
                    <a:pt x="3491357" y="255066"/>
                  </a:lnTo>
                  <a:lnTo>
                    <a:pt x="3509137" y="295643"/>
                  </a:lnTo>
                  <a:lnTo>
                    <a:pt x="3537191" y="329184"/>
                  </a:lnTo>
                  <a:lnTo>
                    <a:pt x="3574072" y="354520"/>
                  </a:lnTo>
                  <a:lnTo>
                    <a:pt x="3618306" y="370522"/>
                  </a:lnTo>
                  <a:lnTo>
                    <a:pt x="3668458" y="376008"/>
                  </a:lnTo>
                  <a:lnTo>
                    <a:pt x="3710127" y="372237"/>
                  </a:lnTo>
                  <a:lnTo>
                    <a:pt x="3747960" y="360984"/>
                  </a:lnTo>
                  <a:lnTo>
                    <a:pt x="3781133" y="342950"/>
                  </a:lnTo>
                  <a:lnTo>
                    <a:pt x="3808806" y="318820"/>
                  </a:lnTo>
                  <a:lnTo>
                    <a:pt x="3984523" y="318820"/>
                  </a:lnTo>
                  <a:lnTo>
                    <a:pt x="3984523" y="413308"/>
                  </a:lnTo>
                  <a:lnTo>
                    <a:pt x="4058564" y="413308"/>
                  </a:lnTo>
                  <a:lnTo>
                    <a:pt x="4058564" y="318820"/>
                  </a:lnTo>
                  <a:lnTo>
                    <a:pt x="4058564" y="312737"/>
                  </a:lnTo>
                  <a:lnTo>
                    <a:pt x="4058564" y="258318"/>
                  </a:lnTo>
                  <a:lnTo>
                    <a:pt x="4058564" y="158305"/>
                  </a:lnTo>
                  <a:lnTo>
                    <a:pt x="4058564" y="104711"/>
                  </a:lnTo>
                  <a:lnTo>
                    <a:pt x="4058564" y="98348"/>
                  </a:lnTo>
                  <a:lnTo>
                    <a:pt x="4058564" y="0"/>
                  </a:lnTo>
                  <a:close/>
                </a:path>
                <a:path w="4762500" h="1191895">
                  <a:moveTo>
                    <a:pt x="4060774" y="563880"/>
                  </a:moveTo>
                  <a:lnTo>
                    <a:pt x="4039235" y="499757"/>
                  </a:lnTo>
                  <a:lnTo>
                    <a:pt x="3988397" y="460756"/>
                  </a:lnTo>
                  <a:lnTo>
                    <a:pt x="3988397" y="563880"/>
                  </a:lnTo>
                  <a:lnTo>
                    <a:pt x="3977195" y="596353"/>
                  </a:lnTo>
                  <a:lnTo>
                    <a:pt x="3944848" y="620382"/>
                  </a:lnTo>
                  <a:lnTo>
                    <a:pt x="3893172" y="635292"/>
                  </a:lnTo>
                  <a:lnTo>
                    <a:pt x="3824008" y="640410"/>
                  </a:lnTo>
                  <a:lnTo>
                    <a:pt x="3755085" y="635292"/>
                  </a:lnTo>
                  <a:lnTo>
                    <a:pt x="3703447" y="620382"/>
                  </a:lnTo>
                  <a:lnTo>
                    <a:pt x="3671125" y="596353"/>
                  </a:lnTo>
                  <a:lnTo>
                    <a:pt x="3660178" y="563880"/>
                  </a:lnTo>
                  <a:lnTo>
                    <a:pt x="3671125" y="530885"/>
                  </a:lnTo>
                  <a:lnTo>
                    <a:pt x="3703447" y="506514"/>
                  </a:lnTo>
                  <a:lnTo>
                    <a:pt x="3755085" y="491426"/>
                  </a:lnTo>
                  <a:lnTo>
                    <a:pt x="3824008" y="486244"/>
                  </a:lnTo>
                  <a:lnTo>
                    <a:pt x="3893172" y="491426"/>
                  </a:lnTo>
                  <a:lnTo>
                    <a:pt x="3944848" y="506514"/>
                  </a:lnTo>
                  <a:lnTo>
                    <a:pt x="3977195" y="530885"/>
                  </a:lnTo>
                  <a:lnTo>
                    <a:pt x="3988397" y="563880"/>
                  </a:lnTo>
                  <a:lnTo>
                    <a:pt x="3988397" y="460756"/>
                  </a:lnTo>
                  <a:lnTo>
                    <a:pt x="3978351" y="455079"/>
                  </a:lnTo>
                  <a:lnTo>
                    <a:pt x="3934688" y="440626"/>
                  </a:lnTo>
                  <a:lnTo>
                    <a:pt x="3883037" y="431787"/>
                  </a:lnTo>
                  <a:lnTo>
                    <a:pt x="3824008" y="428777"/>
                  </a:lnTo>
                  <a:lnTo>
                    <a:pt x="3764775" y="431787"/>
                  </a:lnTo>
                  <a:lnTo>
                    <a:pt x="3712984" y="440626"/>
                  </a:lnTo>
                  <a:lnTo>
                    <a:pt x="3669284" y="455079"/>
                  </a:lnTo>
                  <a:lnTo>
                    <a:pt x="3634257" y="474865"/>
                  </a:lnTo>
                  <a:lnTo>
                    <a:pt x="3592753" y="529513"/>
                  </a:lnTo>
                  <a:lnTo>
                    <a:pt x="3587508" y="563880"/>
                  </a:lnTo>
                  <a:lnTo>
                    <a:pt x="3592753" y="598246"/>
                  </a:lnTo>
                  <a:lnTo>
                    <a:pt x="3634257" y="652894"/>
                  </a:lnTo>
                  <a:lnTo>
                    <a:pt x="3669284" y="672680"/>
                  </a:lnTo>
                  <a:lnTo>
                    <a:pt x="3712984" y="687133"/>
                  </a:lnTo>
                  <a:lnTo>
                    <a:pt x="3764775" y="695972"/>
                  </a:lnTo>
                  <a:lnTo>
                    <a:pt x="3824008" y="698982"/>
                  </a:lnTo>
                  <a:lnTo>
                    <a:pt x="3883037" y="695972"/>
                  </a:lnTo>
                  <a:lnTo>
                    <a:pt x="3934688" y="687133"/>
                  </a:lnTo>
                  <a:lnTo>
                    <a:pt x="3978351" y="672680"/>
                  </a:lnTo>
                  <a:lnTo>
                    <a:pt x="4013403" y="652894"/>
                  </a:lnTo>
                  <a:lnTo>
                    <a:pt x="4026357" y="640410"/>
                  </a:lnTo>
                  <a:lnTo>
                    <a:pt x="4039235" y="628002"/>
                  </a:lnTo>
                  <a:lnTo>
                    <a:pt x="4055224" y="598246"/>
                  </a:lnTo>
                  <a:lnTo>
                    <a:pt x="4060774" y="563880"/>
                  </a:lnTo>
                  <a:close/>
                </a:path>
                <a:path w="4762500" h="1191895">
                  <a:moveTo>
                    <a:pt x="4520857" y="323519"/>
                  </a:moveTo>
                  <a:lnTo>
                    <a:pt x="4472076" y="302336"/>
                  </a:lnTo>
                  <a:lnTo>
                    <a:pt x="4430611" y="273875"/>
                  </a:lnTo>
                  <a:lnTo>
                    <a:pt x="4397159" y="239395"/>
                  </a:lnTo>
                  <a:lnTo>
                    <a:pt x="4372407" y="200113"/>
                  </a:lnTo>
                  <a:lnTo>
                    <a:pt x="4357052" y="157289"/>
                  </a:lnTo>
                  <a:lnTo>
                    <a:pt x="4351769" y="112166"/>
                  </a:lnTo>
                  <a:lnTo>
                    <a:pt x="4351769" y="36461"/>
                  </a:lnTo>
                  <a:lnTo>
                    <a:pt x="4278287" y="36461"/>
                  </a:lnTo>
                  <a:lnTo>
                    <a:pt x="4278287" y="105816"/>
                  </a:lnTo>
                  <a:lnTo>
                    <a:pt x="4274261" y="149682"/>
                  </a:lnTo>
                  <a:lnTo>
                    <a:pt x="4262844" y="191490"/>
                  </a:lnTo>
                  <a:lnTo>
                    <a:pt x="4244340" y="230466"/>
                  </a:lnTo>
                  <a:lnTo>
                    <a:pt x="4219041" y="265836"/>
                  </a:lnTo>
                  <a:lnTo>
                    <a:pt x="4187253" y="296824"/>
                  </a:lnTo>
                  <a:lnTo>
                    <a:pt x="4149242" y="322668"/>
                  </a:lnTo>
                  <a:lnTo>
                    <a:pt x="4105338" y="342582"/>
                  </a:lnTo>
                  <a:lnTo>
                    <a:pt x="4145394" y="401434"/>
                  </a:lnTo>
                  <a:lnTo>
                    <a:pt x="4191584" y="379691"/>
                  </a:lnTo>
                  <a:lnTo>
                    <a:pt x="4232122" y="351116"/>
                  </a:lnTo>
                  <a:lnTo>
                    <a:pt x="4266679" y="316369"/>
                  </a:lnTo>
                  <a:lnTo>
                    <a:pt x="4294886" y="276174"/>
                  </a:lnTo>
                  <a:lnTo>
                    <a:pt x="4316412" y="231241"/>
                  </a:lnTo>
                  <a:lnTo>
                    <a:pt x="4337964" y="270827"/>
                  </a:lnTo>
                  <a:lnTo>
                    <a:pt x="4365599" y="306285"/>
                  </a:lnTo>
                  <a:lnTo>
                    <a:pt x="4398937" y="337007"/>
                  </a:lnTo>
                  <a:lnTo>
                    <a:pt x="4437646" y="362381"/>
                  </a:lnTo>
                  <a:lnTo>
                    <a:pt x="4481347" y="381812"/>
                  </a:lnTo>
                  <a:lnTo>
                    <a:pt x="4520857" y="323519"/>
                  </a:lnTo>
                  <a:close/>
                </a:path>
                <a:path w="4762500" h="1191895">
                  <a:moveTo>
                    <a:pt x="4667288" y="568579"/>
                  </a:moveTo>
                  <a:lnTo>
                    <a:pt x="4660062" y="530682"/>
                  </a:lnTo>
                  <a:lnTo>
                    <a:pt x="4639018" y="498754"/>
                  </a:lnTo>
                  <a:lnTo>
                    <a:pt x="4637811" y="497852"/>
                  </a:lnTo>
                  <a:lnTo>
                    <a:pt x="4605058" y="473227"/>
                  </a:lnTo>
                  <a:lnTo>
                    <a:pt x="4594618" y="468985"/>
                  </a:lnTo>
                  <a:lnTo>
                    <a:pt x="4594618" y="568579"/>
                  </a:lnTo>
                  <a:lnTo>
                    <a:pt x="4583811" y="599351"/>
                  </a:lnTo>
                  <a:lnTo>
                    <a:pt x="4552454" y="621830"/>
                  </a:lnTo>
                  <a:lnTo>
                    <a:pt x="4502201" y="635711"/>
                  </a:lnTo>
                  <a:lnTo>
                    <a:pt x="4434662" y="640689"/>
                  </a:lnTo>
                  <a:lnTo>
                    <a:pt x="4366844" y="635711"/>
                  </a:lnTo>
                  <a:lnTo>
                    <a:pt x="4316273" y="621830"/>
                  </a:lnTo>
                  <a:lnTo>
                    <a:pt x="4284764" y="599351"/>
                  </a:lnTo>
                  <a:lnTo>
                    <a:pt x="4274134" y="568579"/>
                  </a:lnTo>
                  <a:lnTo>
                    <a:pt x="4284764" y="538759"/>
                  </a:lnTo>
                  <a:lnTo>
                    <a:pt x="4316273" y="516534"/>
                  </a:lnTo>
                  <a:lnTo>
                    <a:pt x="4366844" y="502640"/>
                  </a:lnTo>
                  <a:lnTo>
                    <a:pt x="4434662" y="497852"/>
                  </a:lnTo>
                  <a:lnTo>
                    <a:pt x="4502201" y="502640"/>
                  </a:lnTo>
                  <a:lnTo>
                    <a:pt x="4552454" y="516534"/>
                  </a:lnTo>
                  <a:lnTo>
                    <a:pt x="4583811" y="538759"/>
                  </a:lnTo>
                  <a:lnTo>
                    <a:pt x="4594618" y="568579"/>
                  </a:lnTo>
                  <a:lnTo>
                    <a:pt x="4594618" y="468985"/>
                  </a:lnTo>
                  <a:lnTo>
                    <a:pt x="4559058" y="454482"/>
                  </a:lnTo>
                  <a:lnTo>
                    <a:pt x="4501959" y="442937"/>
                  </a:lnTo>
                  <a:lnTo>
                    <a:pt x="4434662" y="439000"/>
                  </a:lnTo>
                  <a:lnTo>
                    <a:pt x="4366806" y="442937"/>
                  </a:lnTo>
                  <a:lnTo>
                    <a:pt x="4309186" y="454482"/>
                  </a:lnTo>
                  <a:lnTo>
                    <a:pt x="4262742" y="473227"/>
                  </a:lnTo>
                  <a:lnTo>
                    <a:pt x="4228414" y="498754"/>
                  </a:lnTo>
                  <a:lnTo>
                    <a:pt x="4207129" y="530682"/>
                  </a:lnTo>
                  <a:lnTo>
                    <a:pt x="4199826" y="568579"/>
                  </a:lnTo>
                  <a:lnTo>
                    <a:pt x="4207129" y="607110"/>
                  </a:lnTo>
                  <a:lnTo>
                    <a:pt x="4228414" y="639343"/>
                  </a:lnTo>
                  <a:lnTo>
                    <a:pt x="4262742" y="664959"/>
                  </a:lnTo>
                  <a:lnTo>
                    <a:pt x="4309186" y="683653"/>
                  </a:lnTo>
                  <a:lnTo>
                    <a:pt x="4366806" y="695096"/>
                  </a:lnTo>
                  <a:lnTo>
                    <a:pt x="4434662" y="698982"/>
                  </a:lnTo>
                  <a:lnTo>
                    <a:pt x="4501959" y="695096"/>
                  </a:lnTo>
                  <a:lnTo>
                    <a:pt x="4559058" y="683653"/>
                  </a:lnTo>
                  <a:lnTo>
                    <a:pt x="4605058" y="664959"/>
                  </a:lnTo>
                  <a:lnTo>
                    <a:pt x="4637240" y="640689"/>
                  </a:lnTo>
                  <a:lnTo>
                    <a:pt x="4660062" y="607110"/>
                  </a:lnTo>
                  <a:lnTo>
                    <a:pt x="4667288" y="568579"/>
                  </a:lnTo>
                  <a:close/>
                </a:path>
                <a:path w="4762500" h="1191895">
                  <a:moveTo>
                    <a:pt x="4762322" y="176263"/>
                  </a:moveTo>
                  <a:lnTo>
                    <a:pt x="4660925" y="176263"/>
                  </a:lnTo>
                  <a:lnTo>
                    <a:pt x="4660925" y="0"/>
                  </a:lnTo>
                  <a:lnTo>
                    <a:pt x="4586605" y="0"/>
                  </a:lnTo>
                  <a:lnTo>
                    <a:pt x="4586605" y="422427"/>
                  </a:lnTo>
                  <a:lnTo>
                    <a:pt x="4660925" y="422427"/>
                  </a:lnTo>
                  <a:lnTo>
                    <a:pt x="4660925" y="238150"/>
                  </a:lnTo>
                  <a:lnTo>
                    <a:pt x="4762322" y="238150"/>
                  </a:lnTo>
                  <a:lnTo>
                    <a:pt x="4762322" y="1762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813" y="5751365"/>
              <a:ext cx="321310" cy="19385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74621" y="5753944"/>
              <a:ext cx="39370" cy="189230"/>
            </a:xfrm>
            <a:custGeom>
              <a:avLst/>
              <a:gdLst/>
              <a:ahLst/>
              <a:cxnLst/>
              <a:rect l="l" t="t" r="r" b="b"/>
              <a:pathLst>
                <a:path w="39369" h="189229">
                  <a:moveTo>
                    <a:pt x="39139" y="0"/>
                  </a:moveTo>
                  <a:lnTo>
                    <a:pt x="0" y="0"/>
                  </a:lnTo>
                  <a:lnTo>
                    <a:pt x="0" y="188605"/>
                  </a:lnTo>
                  <a:lnTo>
                    <a:pt x="39139" y="188605"/>
                  </a:lnTo>
                  <a:lnTo>
                    <a:pt x="391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45624" y="5753944"/>
              <a:ext cx="157294" cy="18860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1191" y="5751365"/>
              <a:ext cx="170279" cy="19376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1700" y="5753944"/>
              <a:ext cx="158675" cy="1886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78544" y="5754369"/>
              <a:ext cx="127000" cy="187960"/>
            </a:xfrm>
            <a:custGeom>
              <a:avLst/>
              <a:gdLst/>
              <a:ahLst/>
              <a:cxnLst/>
              <a:rect l="l" t="t" r="r" b="b"/>
              <a:pathLst>
                <a:path w="127000" h="187960">
                  <a:moveTo>
                    <a:pt x="126911" y="156210"/>
                  </a:moveTo>
                  <a:lnTo>
                    <a:pt x="39141" y="156210"/>
                  </a:lnTo>
                  <a:lnTo>
                    <a:pt x="39141" y="110490"/>
                  </a:lnTo>
                  <a:lnTo>
                    <a:pt x="120002" y="110490"/>
                  </a:lnTo>
                  <a:lnTo>
                    <a:pt x="120002" y="77470"/>
                  </a:lnTo>
                  <a:lnTo>
                    <a:pt x="39141" y="77470"/>
                  </a:lnTo>
                  <a:lnTo>
                    <a:pt x="39141" y="31750"/>
                  </a:lnTo>
                  <a:lnTo>
                    <a:pt x="126542" y="31750"/>
                  </a:lnTo>
                  <a:lnTo>
                    <a:pt x="126542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7747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7960"/>
                  </a:lnTo>
                  <a:lnTo>
                    <a:pt x="126911" y="187960"/>
                  </a:lnTo>
                  <a:lnTo>
                    <a:pt x="126911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35574" y="5753944"/>
              <a:ext cx="203616" cy="1886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67370" y="5751365"/>
              <a:ext cx="176172" cy="19376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71816" y="5753944"/>
              <a:ext cx="157294" cy="1886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54712" y="5751365"/>
              <a:ext cx="321310" cy="19385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00519" y="5753944"/>
              <a:ext cx="506877" cy="1886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431893" y="5753944"/>
              <a:ext cx="39370" cy="189230"/>
            </a:xfrm>
            <a:custGeom>
              <a:avLst/>
              <a:gdLst/>
              <a:ahLst/>
              <a:cxnLst/>
              <a:rect l="l" t="t" r="r" b="b"/>
              <a:pathLst>
                <a:path w="39370" h="189229">
                  <a:moveTo>
                    <a:pt x="39139" y="0"/>
                  </a:moveTo>
                  <a:lnTo>
                    <a:pt x="0" y="0"/>
                  </a:lnTo>
                  <a:lnTo>
                    <a:pt x="0" y="188605"/>
                  </a:lnTo>
                  <a:lnTo>
                    <a:pt x="39139" y="188605"/>
                  </a:lnTo>
                  <a:lnTo>
                    <a:pt x="391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3750" y="5753944"/>
              <a:ext cx="157294" cy="18860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9305" y="5751365"/>
              <a:ext cx="176172" cy="19376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43756" y="5753944"/>
              <a:ext cx="180777" cy="18860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145807" y="5753944"/>
              <a:ext cx="39370" cy="189230"/>
            </a:xfrm>
            <a:custGeom>
              <a:avLst/>
              <a:gdLst/>
              <a:ahLst/>
              <a:cxnLst/>
              <a:rect l="l" t="t" r="r" b="b"/>
              <a:pathLst>
                <a:path w="39370" h="189229">
                  <a:moveTo>
                    <a:pt x="39138" y="0"/>
                  </a:moveTo>
                  <a:lnTo>
                    <a:pt x="0" y="0"/>
                  </a:lnTo>
                  <a:lnTo>
                    <a:pt x="0" y="188605"/>
                  </a:lnTo>
                  <a:lnTo>
                    <a:pt x="39138" y="188605"/>
                  </a:lnTo>
                  <a:lnTo>
                    <a:pt x="391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16810" y="5753944"/>
              <a:ext cx="158675" cy="18860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403659" y="5754369"/>
              <a:ext cx="127000" cy="187960"/>
            </a:xfrm>
            <a:custGeom>
              <a:avLst/>
              <a:gdLst/>
              <a:ahLst/>
              <a:cxnLst/>
              <a:rect l="l" t="t" r="r" b="b"/>
              <a:pathLst>
                <a:path w="127000" h="187960">
                  <a:moveTo>
                    <a:pt x="126898" y="156210"/>
                  </a:moveTo>
                  <a:lnTo>
                    <a:pt x="39141" y="156210"/>
                  </a:lnTo>
                  <a:lnTo>
                    <a:pt x="39141" y="110490"/>
                  </a:lnTo>
                  <a:lnTo>
                    <a:pt x="120002" y="110490"/>
                  </a:lnTo>
                  <a:lnTo>
                    <a:pt x="120002" y="77470"/>
                  </a:lnTo>
                  <a:lnTo>
                    <a:pt x="39141" y="77470"/>
                  </a:lnTo>
                  <a:lnTo>
                    <a:pt x="39141" y="31750"/>
                  </a:lnTo>
                  <a:lnTo>
                    <a:pt x="126530" y="31750"/>
                  </a:lnTo>
                  <a:lnTo>
                    <a:pt x="12653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77470"/>
                  </a:lnTo>
                  <a:lnTo>
                    <a:pt x="0" y="110490"/>
                  </a:lnTo>
                  <a:lnTo>
                    <a:pt x="0" y="156210"/>
                  </a:lnTo>
                  <a:lnTo>
                    <a:pt x="0" y="187960"/>
                  </a:lnTo>
                  <a:lnTo>
                    <a:pt x="126898" y="187960"/>
                  </a:lnTo>
                  <a:lnTo>
                    <a:pt x="126898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57093" y="5751365"/>
              <a:ext cx="176172" cy="1937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9343" y="758964"/>
              <a:ext cx="777875" cy="465455"/>
            </a:xfrm>
            <a:custGeom>
              <a:avLst/>
              <a:gdLst/>
              <a:ahLst/>
              <a:cxnLst/>
              <a:rect l="l" t="t" r="r" b="b"/>
              <a:pathLst>
                <a:path w="777875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77875" h="465455">
                  <a:moveTo>
                    <a:pt x="777659" y="304787"/>
                  </a:moveTo>
                  <a:lnTo>
                    <a:pt x="770737" y="257378"/>
                  </a:lnTo>
                  <a:lnTo>
                    <a:pt x="756145" y="227825"/>
                  </a:lnTo>
                  <a:lnTo>
                    <a:pt x="753757" y="222999"/>
                  </a:lnTo>
                  <a:lnTo>
                    <a:pt x="750989" y="217398"/>
                  </a:lnTo>
                  <a:lnTo>
                    <a:pt x="720382" y="186613"/>
                  </a:lnTo>
                  <a:lnTo>
                    <a:pt x="685292" y="169075"/>
                  </a:lnTo>
                  <a:lnTo>
                    <a:pt x="685292" y="307416"/>
                  </a:lnTo>
                  <a:lnTo>
                    <a:pt x="679272" y="339140"/>
                  </a:lnTo>
                  <a:lnTo>
                    <a:pt x="662305" y="364667"/>
                  </a:lnTo>
                  <a:lnTo>
                    <a:pt x="636536" y="381698"/>
                  </a:lnTo>
                  <a:lnTo>
                    <a:pt x="604100" y="387883"/>
                  </a:lnTo>
                  <a:lnTo>
                    <a:pt x="571461" y="381546"/>
                  </a:lnTo>
                  <a:lnTo>
                    <a:pt x="545668" y="364312"/>
                  </a:lnTo>
                  <a:lnTo>
                    <a:pt x="528675" y="338861"/>
                  </a:lnTo>
                  <a:lnTo>
                    <a:pt x="522465" y="307848"/>
                  </a:lnTo>
                  <a:lnTo>
                    <a:pt x="528942" y="276758"/>
                  </a:lnTo>
                  <a:lnTo>
                    <a:pt x="546252" y="251307"/>
                  </a:lnTo>
                  <a:lnTo>
                    <a:pt x="572249" y="234124"/>
                  </a:lnTo>
                  <a:lnTo>
                    <a:pt x="604774" y="227825"/>
                  </a:lnTo>
                  <a:lnTo>
                    <a:pt x="637108" y="233972"/>
                  </a:lnTo>
                  <a:lnTo>
                    <a:pt x="662635" y="250837"/>
                  </a:lnTo>
                  <a:lnTo>
                    <a:pt x="679373" y="276110"/>
                  </a:lnTo>
                  <a:lnTo>
                    <a:pt x="685292" y="307416"/>
                  </a:lnTo>
                  <a:lnTo>
                    <a:pt x="685292" y="169075"/>
                  </a:lnTo>
                  <a:lnTo>
                    <a:pt x="680834" y="166839"/>
                  </a:lnTo>
                  <a:lnTo>
                    <a:pt x="634288" y="159842"/>
                  </a:lnTo>
                  <a:lnTo>
                    <a:pt x="597420" y="164134"/>
                  </a:lnTo>
                  <a:lnTo>
                    <a:pt x="564426" y="176542"/>
                  </a:lnTo>
                  <a:lnTo>
                    <a:pt x="537019" y="196392"/>
                  </a:lnTo>
                  <a:lnTo>
                    <a:pt x="516877" y="222999"/>
                  </a:lnTo>
                  <a:lnTo>
                    <a:pt x="512851" y="222999"/>
                  </a:lnTo>
                  <a:lnTo>
                    <a:pt x="519087" y="163474"/>
                  </a:lnTo>
                  <a:lnTo>
                    <a:pt x="537260" y="118465"/>
                  </a:lnTo>
                  <a:lnTo>
                    <a:pt x="567042" y="89979"/>
                  </a:lnTo>
                  <a:lnTo>
                    <a:pt x="608126" y="80035"/>
                  </a:lnTo>
                  <a:lnTo>
                    <a:pt x="633704" y="83578"/>
                  </a:lnTo>
                  <a:lnTo>
                    <a:pt x="654558" y="93713"/>
                  </a:lnTo>
                  <a:lnTo>
                    <a:pt x="669925" y="109728"/>
                  </a:lnTo>
                  <a:lnTo>
                    <a:pt x="679018" y="130898"/>
                  </a:lnTo>
                  <a:lnTo>
                    <a:pt x="772731" y="130898"/>
                  </a:lnTo>
                  <a:lnTo>
                    <a:pt x="760857" y="88912"/>
                  </a:lnTo>
                  <a:lnTo>
                    <a:pt x="755040" y="80035"/>
                  </a:lnTo>
                  <a:lnTo>
                    <a:pt x="737273" y="52908"/>
                  </a:lnTo>
                  <a:lnTo>
                    <a:pt x="703173" y="24803"/>
                  </a:lnTo>
                  <a:lnTo>
                    <a:pt x="659726" y="6527"/>
                  </a:lnTo>
                  <a:lnTo>
                    <a:pt x="608126" y="0"/>
                  </a:lnTo>
                  <a:lnTo>
                    <a:pt x="567169" y="4152"/>
                  </a:lnTo>
                  <a:lnTo>
                    <a:pt x="530415" y="16383"/>
                  </a:lnTo>
                  <a:lnTo>
                    <a:pt x="471081" y="63754"/>
                  </a:lnTo>
                  <a:lnTo>
                    <a:pt x="449249" y="98247"/>
                  </a:lnTo>
                  <a:lnTo>
                    <a:pt x="433133" y="139496"/>
                  </a:lnTo>
                  <a:lnTo>
                    <a:pt x="423113" y="187185"/>
                  </a:lnTo>
                  <a:lnTo>
                    <a:pt x="419582" y="240982"/>
                  </a:lnTo>
                  <a:lnTo>
                    <a:pt x="424789" y="305015"/>
                  </a:lnTo>
                  <a:lnTo>
                    <a:pt x="439572" y="356603"/>
                  </a:lnTo>
                  <a:lnTo>
                    <a:pt x="462432" y="396709"/>
                  </a:lnTo>
                  <a:lnTo>
                    <a:pt x="491871" y="426275"/>
                  </a:lnTo>
                  <a:lnTo>
                    <a:pt x="526364" y="446265"/>
                  </a:lnTo>
                  <a:lnTo>
                    <a:pt x="564426" y="457631"/>
                  </a:lnTo>
                  <a:lnTo>
                    <a:pt x="604545" y="461340"/>
                  </a:lnTo>
                  <a:lnTo>
                    <a:pt x="653186" y="456247"/>
                  </a:lnTo>
                  <a:lnTo>
                    <a:pt x="695299" y="441261"/>
                  </a:lnTo>
                  <a:lnTo>
                    <a:pt x="729843" y="417512"/>
                  </a:lnTo>
                  <a:lnTo>
                    <a:pt x="754316" y="387883"/>
                  </a:lnTo>
                  <a:lnTo>
                    <a:pt x="755789" y="386105"/>
                  </a:lnTo>
                  <a:lnTo>
                    <a:pt x="772071" y="348157"/>
                  </a:lnTo>
                  <a:lnTo>
                    <a:pt x="777659" y="30478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8741" y="1115928"/>
              <a:ext cx="106235" cy="1037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85492" y="740142"/>
              <a:ext cx="4861560" cy="505459"/>
            </a:xfrm>
            <a:custGeom>
              <a:avLst/>
              <a:gdLst/>
              <a:ahLst/>
              <a:cxnLst/>
              <a:rect l="l" t="t" r="r" b="b"/>
              <a:pathLst>
                <a:path w="4861559" h="505459">
                  <a:moveTo>
                    <a:pt x="215099" y="377317"/>
                  </a:moveTo>
                  <a:lnTo>
                    <a:pt x="210896" y="339229"/>
                  </a:lnTo>
                  <a:lnTo>
                    <a:pt x="209575" y="327190"/>
                  </a:lnTo>
                  <a:lnTo>
                    <a:pt x="173647" y="332651"/>
                  </a:lnTo>
                  <a:lnTo>
                    <a:pt x="138214" y="336245"/>
                  </a:lnTo>
                  <a:lnTo>
                    <a:pt x="100812" y="338315"/>
                  </a:lnTo>
                  <a:lnTo>
                    <a:pt x="59004" y="339229"/>
                  </a:lnTo>
                  <a:lnTo>
                    <a:pt x="59004" y="241147"/>
                  </a:lnTo>
                  <a:lnTo>
                    <a:pt x="167347" y="241147"/>
                  </a:lnTo>
                  <a:lnTo>
                    <a:pt x="167347" y="193395"/>
                  </a:lnTo>
                  <a:lnTo>
                    <a:pt x="59004" y="193395"/>
                  </a:lnTo>
                  <a:lnTo>
                    <a:pt x="59004" y="106959"/>
                  </a:lnTo>
                  <a:lnTo>
                    <a:pt x="188264" y="106959"/>
                  </a:lnTo>
                  <a:lnTo>
                    <a:pt x="188264" y="57619"/>
                  </a:lnTo>
                  <a:lnTo>
                    <a:pt x="0" y="57619"/>
                  </a:lnTo>
                  <a:lnTo>
                    <a:pt x="0" y="389547"/>
                  </a:lnTo>
                  <a:lnTo>
                    <a:pt x="33147" y="389547"/>
                  </a:lnTo>
                  <a:lnTo>
                    <a:pt x="85496" y="389115"/>
                  </a:lnTo>
                  <a:lnTo>
                    <a:pt x="130937" y="387502"/>
                  </a:lnTo>
                  <a:lnTo>
                    <a:pt x="172961" y="383857"/>
                  </a:lnTo>
                  <a:lnTo>
                    <a:pt x="215099" y="377317"/>
                  </a:lnTo>
                  <a:close/>
                </a:path>
                <a:path w="4861559" h="505459">
                  <a:moveTo>
                    <a:pt x="312585" y="9867"/>
                  </a:moveTo>
                  <a:lnTo>
                    <a:pt x="254571" y="9867"/>
                  </a:lnTo>
                  <a:lnTo>
                    <a:pt x="254571" y="186486"/>
                  </a:lnTo>
                  <a:lnTo>
                    <a:pt x="192201" y="186486"/>
                  </a:lnTo>
                  <a:lnTo>
                    <a:pt x="192201" y="236613"/>
                  </a:lnTo>
                  <a:lnTo>
                    <a:pt x="254571" y="236613"/>
                  </a:lnTo>
                  <a:lnTo>
                    <a:pt x="254571" y="479933"/>
                  </a:lnTo>
                  <a:lnTo>
                    <a:pt x="312585" y="479933"/>
                  </a:lnTo>
                  <a:lnTo>
                    <a:pt x="312585" y="9867"/>
                  </a:lnTo>
                  <a:close/>
                </a:path>
                <a:path w="4861559" h="505459">
                  <a:moveTo>
                    <a:pt x="418160" y="0"/>
                  </a:moveTo>
                  <a:lnTo>
                    <a:pt x="358368" y="0"/>
                  </a:lnTo>
                  <a:lnTo>
                    <a:pt x="358368" y="504012"/>
                  </a:lnTo>
                  <a:lnTo>
                    <a:pt x="418160" y="504012"/>
                  </a:lnTo>
                  <a:lnTo>
                    <a:pt x="418160" y="0"/>
                  </a:lnTo>
                  <a:close/>
                </a:path>
                <a:path w="4861559" h="505459">
                  <a:moveTo>
                    <a:pt x="908367" y="243713"/>
                  </a:moveTo>
                  <a:lnTo>
                    <a:pt x="858240" y="229755"/>
                  </a:lnTo>
                  <a:lnTo>
                    <a:pt x="814285" y="207505"/>
                  </a:lnTo>
                  <a:lnTo>
                    <a:pt x="777836" y="178638"/>
                  </a:lnTo>
                  <a:lnTo>
                    <a:pt x="750189" y="144818"/>
                  </a:lnTo>
                  <a:lnTo>
                    <a:pt x="732688" y="107670"/>
                  </a:lnTo>
                  <a:lnTo>
                    <a:pt x="726617" y="68872"/>
                  </a:lnTo>
                  <a:lnTo>
                    <a:pt x="726617" y="31775"/>
                  </a:lnTo>
                  <a:lnTo>
                    <a:pt x="660704" y="31775"/>
                  </a:lnTo>
                  <a:lnTo>
                    <a:pt x="660704" y="68872"/>
                  </a:lnTo>
                  <a:lnTo>
                    <a:pt x="654405" y="107505"/>
                  </a:lnTo>
                  <a:lnTo>
                    <a:pt x="636778" y="144551"/>
                  </a:lnTo>
                  <a:lnTo>
                    <a:pt x="609180" y="178346"/>
                  </a:lnTo>
                  <a:lnTo>
                    <a:pt x="572947" y="207251"/>
                  </a:lnTo>
                  <a:lnTo>
                    <a:pt x="529424" y="229590"/>
                  </a:lnTo>
                  <a:lnTo>
                    <a:pt x="479945" y="243713"/>
                  </a:lnTo>
                  <a:lnTo>
                    <a:pt x="507174" y="295427"/>
                  </a:lnTo>
                  <a:lnTo>
                    <a:pt x="555764" y="280784"/>
                  </a:lnTo>
                  <a:lnTo>
                    <a:pt x="599744" y="258978"/>
                  </a:lnTo>
                  <a:lnTo>
                    <a:pt x="638098" y="230835"/>
                  </a:lnTo>
                  <a:lnTo>
                    <a:pt x="669810" y="197180"/>
                  </a:lnTo>
                  <a:lnTo>
                    <a:pt x="693864" y="158864"/>
                  </a:lnTo>
                  <a:lnTo>
                    <a:pt x="717727" y="197446"/>
                  </a:lnTo>
                  <a:lnTo>
                    <a:pt x="749350" y="231203"/>
                  </a:lnTo>
                  <a:lnTo>
                    <a:pt x="787692" y="259321"/>
                  </a:lnTo>
                  <a:lnTo>
                    <a:pt x="831773" y="280987"/>
                  </a:lnTo>
                  <a:lnTo>
                    <a:pt x="880554" y="295427"/>
                  </a:lnTo>
                  <a:lnTo>
                    <a:pt x="908367" y="243713"/>
                  </a:lnTo>
                  <a:close/>
                </a:path>
                <a:path w="4861559" h="505459">
                  <a:moveTo>
                    <a:pt x="927125" y="388759"/>
                  </a:moveTo>
                  <a:lnTo>
                    <a:pt x="465937" y="388759"/>
                  </a:lnTo>
                  <a:lnTo>
                    <a:pt x="465937" y="440067"/>
                  </a:lnTo>
                  <a:lnTo>
                    <a:pt x="927125" y="440067"/>
                  </a:lnTo>
                  <a:lnTo>
                    <a:pt x="927125" y="388759"/>
                  </a:lnTo>
                  <a:close/>
                </a:path>
                <a:path w="4861559" h="505459">
                  <a:moveTo>
                    <a:pt x="1358722" y="264426"/>
                  </a:moveTo>
                  <a:lnTo>
                    <a:pt x="1067841" y="264426"/>
                  </a:lnTo>
                  <a:lnTo>
                    <a:pt x="1067841" y="199656"/>
                  </a:lnTo>
                  <a:lnTo>
                    <a:pt x="1342732" y="199656"/>
                  </a:lnTo>
                  <a:lnTo>
                    <a:pt x="1342732" y="150126"/>
                  </a:lnTo>
                  <a:lnTo>
                    <a:pt x="1067841" y="150126"/>
                  </a:lnTo>
                  <a:lnTo>
                    <a:pt x="1067841" y="89166"/>
                  </a:lnTo>
                  <a:lnTo>
                    <a:pt x="1354188" y="89166"/>
                  </a:lnTo>
                  <a:lnTo>
                    <a:pt x="1354188" y="39636"/>
                  </a:lnTo>
                  <a:lnTo>
                    <a:pt x="1004887" y="39636"/>
                  </a:lnTo>
                  <a:lnTo>
                    <a:pt x="1004887" y="89166"/>
                  </a:lnTo>
                  <a:lnTo>
                    <a:pt x="1004887" y="150126"/>
                  </a:lnTo>
                  <a:lnTo>
                    <a:pt x="1004887" y="199656"/>
                  </a:lnTo>
                  <a:lnTo>
                    <a:pt x="1004887" y="264426"/>
                  </a:lnTo>
                  <a:lnTo>
                    <a:pt x="1004887" y="313956"/>
                  </a:lnTo>
                  <a:lnTo>
                    <a:pt x="1358722" y="313956"/>
                  </a:lnTo>
                  <a:lnTo>
                    <a:pt x="1358722" y="264426"/>
                  </a:lnTo>
                  <a:close/>
                </a:path>
                <a:path w="4861559" h="505459">
                  <a:moveTo>
                    <a:pt x="1409839" y="392315"/>
                  </a:moveTo>
                  <a:lnTo>
                    <a:pt x="948651" y="392315"/>
                  </a:lnTo>
                  <a:lnTo>
                    <a:pt x="948651" y="443026"/>
                  </a:lnTo>
                  <a:lnTo>
                    <a:pt x="1409839" y="443026"/>
                  </a:lnTo>
                  <a:lnTo>
                    <a:pt x="1409839" y="392315"/>
                  </a:lnTo>
                  <a:close/>
                </a:path>
                <a:path w="4861559" h="505459">
                  <a:moveTo>
                    <a:pt x="1876463" y="341401"/>
                  </a:moveTo>
                  <a:lnTo>
                    <a:pt x="1838363" y="319303"/>
                  </a:lnTo>
                  <a:lnTo>
                    <a:pt x="1806219" y="289217"/>
                  </a:lnTo>
                  <a:lnTo>
                    <a:pt x="1780489" y="252742"/>
                  </a:lnTo>
                  <a:lnTo>
                    <a:pt x="1761617" y="211505"/>
                  </a:lnTo>
                  <a:lnTo>
                    <a:pt x="1750047" y="167106"/>
                  </a:lnTo>
                  <a:lnTo>
                    <a:pt x="1746224" y="121170"/>
                  </a:lnTo>
                  <a:lnTo>
                    <a:pt x="1746224" y="40462"/>
                  </a:lnTo>
                  <a:lnTo>
                    <a:pt x="1683473" y="40462"/>
                  </a:lnTo>
                  <a:lnTo>
                    <a:pt x="1683473" y="121170"/>
                  </a:lnTo>
                  <a:lnTo>
                    <a:pt x="1679270" y="169392"/>
                  </a:lnTo>
                  <a:lnTo>
                    <a:pt x="1667357" y="215861"/>
                  </a:lnTo>
                  <a:lnTo>
                    <a:pt x="1648091" y="258914"/>
                  </a:lnTo>
                  <a:lnTo>
                    <a:pt x="1621904" y="296900"/>
                  </a:lnTo>
                  <a:lnTo>
                    <a:pt x="1589151" y="328180"/>
                  </a:lnTo>
                  <a:lnTo>
                    <a:pt x="1550263" y="351066"/>
                  </a:lnTo>
                  <a:lnTo>
                    <a:pt x="1588147" y="402780"/>
                  </a:lnTo>
                  <a:lnTo>
                    <a:pt x="1630667" y="376021"/>
                  </a:lnTo>
                  <a:lnTo>
                    <a:pt x="1666252" y="339750"/>
                  </a:lnTo>
                  <a:lnTo>
                    <a:pt x="1694662" y="295516"/>
                  </a:lnTo>
                  <a:lnTo>
                    <a:pt x="1715630" y="244906"/>
                  </a:lnTo>
                  <a:lnTo>
                    <a:pt x="1736775" y="291782"/>
                  </a:lnTo>
                  <a:lnTo>
                    <a:pt x="1764728" y="332663"/>
                  </a:lnTo>
                  <a:lnTo>
                    <a:pt x="1799107" y="366229"/>
                  </a:lnTo>
                  <a:lnTo>
                    <a:pt x="1839569" y="391134"/>
                  </a:lnTo>
                  <a:lnTo>
                    <a:pt x="1876463" y="341401"/>
                  </a:lnTo>
                  <a:close/>
                </a:path>
                <a:path w="4861559" h="505459">
                  <a:moveTo>
                    <a:pt x="1975332" y="0"/>
                  </a:moveTo>
                  <a:lnTo>
                    <a:pt x="1912785" y="0"/>
                  </a:lnTo>
                  <a:lnTo>
                    <a:pt x="1912785" y="505193"/>
                  </a:lnTo>
                  <a:lnTo>
                    <a:pt x="1975332" y="505193"/>
                  </a:lnTo>
                  <a:lnTo>
                    <a:pt x="1975332" y="0"/>
                  </a:lnTo>
                  <a:close/>
                </a:path>
                <a:path w="4861559" h="505459">
                  <a:moveTo>
                    <a:pt x="2460815" y="393"/>
                  </a:moveTo>
                  <a:lnTo>
                    <a:pt x="2398852" y="393"/>
                  </a:lnTo>
                  <a:lnTo>
                    <a:pt x="2398852" y="73812"/>
                  </a:lnTo>
                  <a:lnTo>
                    <a:pt x="2398852" y="123926"/>
                  </a:lnTo>
                  <a:lnTo>
                    <a:pt x="2398852" y="195173"/>
                  </a:lnTo>
                  <a:lnTo>
                    <a:pt x="2305697" y="195173"/>
                  </a:lnTo>
                  <a:lnTo>
                    <a:pt x="2307691" y="186740"/>
                  </a:lnTo>
                  <a:lnTo>
                    <a:pt x="2309177" y="178028"/>
                  </a:lnTo>
                  <a:lnTo>
                    <a:pt x="2310117" y="169062"/>
                  </a:lnTo>
                  <a:lnTo>
                    <a:pt x="2310434" y="159842"/>
                  </a:lnTo>
                  <a:lnTo>
                    <a:pt x="2310104" y="150495"/>
                  </a:lnTo>
                  <a:lnTo>
                    <a:pt x="2309152" y="141376"/>
                  </a:lnTo>
                  <a:lnTo>
                    <a:pt x="2307602" y="132511"/>
                  </a:lnTo>
                  <a:lnTo>
                    <a:pt x="2305507" y="123926"/>
                  </a:lnTo>
                  <a:lnTo>
                    <a:pt x="2398852" y="123926"/>
                  </a:lnTo>
                  <a:lnTo>
                    <a:pt x="2398852" y="73812"/>
                  </a:lnTo>
                  <a:lnTo>
                    <a:pt x="2278469" y="73812"/>
                  </a:lnTo>
                  <a:lnTo>
                    <a:pt x="2258339" y="55651"/>
                  </a:lnTo>
                  <a:lnTo>
                    <a:pt x="2251240" y="51600"/>
                  </a:lnTo>
                  <a:lnTo>
                    <a:pt x="2251240" y="159842"/>
                  </a:lnTo>
                  <a:lnTo>
                    <a:pt x="2245652" y="190360"/>
                  </a:lnTo>
                  <a:lnTo>
                    <a:pt x="2230272" y="213652"/>
                  </a:lnTo>
                  <a:lnTo>
                    <a:pt x="2207107" y="228536"/>
                  </a:lnTo>
                  <a:lnTo>
                    <a:pt x="2178215" y="233845"/>
                  </a:lnTo>
                  <a:lnTo>
                    <a:pt x="2148421" y="228536"/>
                  </a:lnTo>
                  <a:lnTo>
                    <a:pt x="2125014" y="213652"/>
                  </a:lnTo>
                  <a:lnTo>
                    <a:pt x="2109698" y="190360"/>
                  </a:lnTo>
                  <a:lnTo>
                    <a:pt x="2104212" y="159842"/>
                  </a:lnTo>
                  <a:lnTo>
                    <a:pt x="2109698" y="129298"/>
                  </a:lnTo>
                  <a:lnTo>
                    <a:pt x="2125014" y="105968"/>
                  </a:lnTo>
                  <a:lnTo>
                    <a:pt x="2148421" y="91084"/>
                  </a:lnTo>
                  <a:lnTo>
                    <a:pt x="2178215" y="85839"/>
                  </a:lnTo>
                  <a:lnTo>
                    <a:pt x="2207107" y="91084"/>
                  </a:lnTo>
                  <a:lnTo>
                    <a:pt x="2230272" y="105968"/>
                  </a:lnTo>
                  <a:lnTo>
                    <a:pt x="2245652" y="129298"/>
                  </a:lnTo>
                  <a:lnTo>
                    <a:pt x="2251240" y="159842"/>
                  </a:lnTo>
                  <a:lnTo>
                    <a:pt x="2251240" y="51600"/>
                  </a:lnTo>
                  <a:lnTo>
                    <a:pt x="2234488" y="42037"/>
                  </a:lnTo>
                  <a:lnTo>
                    <a:pt x="2207564" y="33451"/>
                  </a:lnTo>
                  <a:lnTo>
                    <a:pt x="2178215" y="30391"/>
                  </a:lnTo>
                  <a:lnTo>
                    <a:pt x="2135174" y="36791"/>
                  </a:lnTo>
                  <a:lnTo>
                    <a:pt x="2098459" y="54483"/>
                  </a:lnTo>
                  <a:lnTo>
                    <a:pt x="2069973" y="81915"/>
                  </a:lnTo>
                  <a:lnTo>
                    <a:pt x="2051596" y="117551"/>
                  </a:lnTo>
                  <a:lnTo>
                    <a:pt x="2045208" y="159842"/>
                  </a:lnTo>
                  <a:lnTo>
                    <a:pt x="2051596" y="201891"/>
                  </a:lnTo>
                  <a:lnTo>
                    <a:pt x="2069973" y="237426"/>
                  </a:lnTo>
                  <a:lnTo>
                    <a:pt x="2098459" y="264833"/>
                  </a:lnTo>
                  <a:lnTo>
                    <a:pt x="2135174" y="282473"/>
                  </a:lnTo>
                  <a:lnTo>
                    <a:pt x="2178215" y="288709"/>
                  </a:lnTo>
                  <a:lnTo>
                    <a:pt x="2207679" y="285724"/>
                  </a:lnTo>
                  <a:lnTo>
                    <a:pt x="2234654" y="277139"/>
                  </a:lnTo>
                  <a:lnTo>
                    <a:pt x="2258530" y="263486"/>
                  </a:lnTo>
                  <a:lnTo>
                    <a:pt x="2278659" y="245300"/>
                  </a:lnTo>
                  <a:lnTo>
                    <a:pt x="2398852" y="245300"/>
                  </a:lnTo>
                  <a:lnTo>
                    <a:pt x="2398852" y="370408"/>
                  </a:lnTo>
                  <a:lnTo>
                    <a:pt x="2460815" y="370408"/>
                  </a:lnTo>
                  <a:lnTo>
                    <a:pt x="2460815" y="245300"/>
                  </a:lnTo>
                  <a:lnTo>
                    <a:pt x="2460815" y="233845"/>
                  </a:lnTo>
                  <a:lnTo>
                    <a:pt x="2460815" y="195173"/>
                  </a:lnTo>
                  <a:lnTo>
                    <a:pt x="2460815" y="123926"/>
                  </a:lnTo>
                  <a:lnTo>
                    <a:pt x="2460815" y="85839"/>
                  </a:lnTo>
                  <a:lnTo>
                    <a:pt x="2460815" y="73812"/>
                  </a:lnTo>
                  <a:lnTo>
                    <a:pt x="2460815" y="393"/>
                  </a:lnTo>
                  <a:close/>
                </a:path>
                <a:path w="4861559" h="505459">
                  <a:moveTo>
                    <a:pt x="2473439" y="444220"/>
                  </a:moveTo>
                  <a:lnTo>
                    <a:pt x="2191829" y="444220"/>
                  </a:lnTo>
                  <a:lnTo>
                    <a:pt x="2191829" y="332714"/>
                  </a:lnTo>
                  <a:lnTo>
                    <a:pt x="2129866" y="332714"/>
                  </a:lnTo>
                  <a:lnTo>
                    <a:pt x="2129866" y="494538"/>
                  </a:lnTo>
                  <a:lnTo>
                    <a:pt x="2473439" y="494538"/>
                  </a:lnTo>
                  <a:lnTo>
                    <a:pt x="2473439" y="444220"/>
                  </a:lnTo>
                  <a:close/>
                </a:path>
                <a:path w="4861559" h="505459">
                  <a:moveTo>
                    <a:pt x="3067964" y="0"/>
                  </a:moveTo>
                  <a:lnTo>
                    <a:pt x="3006001" y="0"/>
                  </a:lnTo>
                  <a:lnTo>
                    <a:pt x="3006001" y="68681"/>
                  </a:lnTo>
                  <a:lnTo>
                    <a:pt x="3006001" y="118211"/>
                  </a:lnTo>
                  <a:lnTo>
                    <a:pt x="3006001" y="182346"/>
                  </a:lnTo>
                  <a:lnTo>
                    <a:pt x="2913253" y="182346"/>
                  </a:lnTo>
                  <a:lnTo>
                    <a:pt x="2915094" y="174688"/>
                  </a:lnTo>
                  <a:lnTo>
                    <a:pt x="2916453" y="166801"/>
                  </a:lnTo>
                  <a:lnTo>
                    <a:pt x="2917304" y="158699"/>
                  </a:lnTo>
                  <a:lnTo>
                    <a:pt x="2917596" y="150380"/>
                  </a:lnTo>
                  <a:lnTo>
                    <a:pt x="2917304" y="142024"/>
                  </a:lnTo>
                  <a:lnTo>
                    <a:pt x="2916453" y="133845"/>
                  </a:lnTo>
                  <a:lnTo>
                    <a:pt x="2915094" y="125895"/>
                  </a:lnTo>
                  <a:lnTo>
                    <a:pt x="2913253" y="118211"/>
                  </a:lnTo>
                  <a:lnTo>
                    <a:pt x="3006001" y="118211"/>
                  </a:lnTo>
                  <a:lnTo>
                    <a:pt x="3006001" y="68681"/>
                  </a:lnTo>
                  <a:lnTo>
                    <a:pt x="2885821" y="68681"/>
                  </a:lnTo>
                  <a:lnTo>
                    <a:pt x="2865831" y="51587"/>
                  </a:lnTo>
                  <a:lnTo>
                    <a:pt x="2858389" y="47599"/>
                  </a:lnTo>
                  <a:lnTo>
                    <a:pt x="2858389" y="150380"/>
                  </a:lnTo>
                  <a:lnTo>
                    <a:pt x="2852890" y="178701"/>
                  </a:lnTo>
                  <a:lnTo>
                    <a:pt x="2837650" y="200596"/>
                  </a:lnTo>
                  <a:lnTo>
                    <a:pt x="2814510" y="214642"/>
                  </a:lnTo>
                  <a:lnTo>
                    <a:pt x="2785376" y="219443"/>
                  </a:lnTo>
                  <a:lnTo>
                    <a:pt x="2755582" y="214642"/>
                  </a:lnTo>
                  <a:lnTo>
                    <a:pt x="2732163" y="200596"/>
                  </a:lnTo>
                  <a:lnTo>
                    <a:pt x="2716860" y="178701"/>
                  </a:lnTo>
                  <a:lnTo>
                    <a:pt x="2711373" y="150380"/>
                  </a:lnTo>
                  <a:lnTo>
                    <a:pt x="2716860" y="121653"/>
                  </a:lnTo>
                  <a:lnTo>
                    <a:pt x="2732163" y="99885"/>
                  </a:lnTo>
                  <a:lnTo>
                    <a:pt x="2755582" y="86131"/>
                  </a:lnTo>
                  <a:lnTo>
                    <a:pt x="2785376" y="81508"/>
                  </a:lnTo>
                  <a:lnTo>
                    <a:pt x="2814510" y="86131"/>
                  </a:lnTo>
                  <a:lnTo>
                    <a:pt x="2837650" y="99885"/>
                  </a:lnTo>
                  <a:lnTo>
                    <a:pt x="2852890" y="121653"/>
                  </a:lnTo>
                  <a:lnTo>
                    <a:pt x="2858389" y="150380"/>
                  </a:lnTo>
                  <a:lnTo>
                    <a:pt x="2858389" y="47599"/>
                  </a:lnTo>
                  <a:lnTo>
                    <a:pt x="2842031" y="38823"/>
                  </a:lnTo>
                  <a:lnTo>
                    <a:pt x="2815031" y="30873"/>
                  </a:lnTo>
                  <a:lnTo>
                    <a:pt x="2785376" y="28219"/>
                  </a:lnTo>
                  <a:lnTo>
                    <a:pt x="2732481" y="37172"/>
                  </a:lnTo>
                  <a:lnTo>
                    <a:pt x="2690228" y="62433"/>
                  </a:lnTo>
                  <a:lnTo>
                    <a:pt x="2662301" y="101117"/>
                  </a:lnTo>
                  <a:lnTo>
                    <a:pt x="2652369" y="150380"/>
                  </a:lnTo>
                  <a:lnTo>
                    <a:pt x="2662301" y="199339"/>
                  </a:lnTo>
                  <a:lnTo>
                    <a:pt x="2690228" y="237972"/>
                  </a:lnTo>
                  <a:lnTo>
                    <a:pt x="2732481" y="263232"/>
                  </a:lnTo>
                  <a:lnTo>
                    <a:pt x="2785376" y="272135"/>
                  </a:lnTo>
                  <a:lnTo>
                    <a:pt x="2814764" y="269519"/>
                  </a:lnTo>
                  <a:lnTo>
                    <a:pt x="2841587" y="261670"/>
                  </a:lnTo>
                  <a:lnTo>
                    <a:pt x="2865272" y="249097"/>
                  </a:lnTo>
                  <a:lnTo>
                    <a:pt x="2885224" y="232270"/>
                  </a:lnTo>
                  <a:lnTo>
                    <a:pt x="3006001" y="232270"/>
                  </a:lnTo>
                  <a:lnTo>
                    <a:pt x="3006001" y="296405"/>
                  </a:lnTo>
                  <a:lnTo>
                    <a:pt x="3067964" y="296405"/>
                  </a:lnTo>
                  <a:lnTo>
                    <a:pt x="3067964" y="232270"/>
                  </a:lnTo>
                  <a:lnTo>
                    <a:pt x="3067964" y="219443"/>
                  </a:lnTo>
                  <a:lnTo>
                    <a:pt x="3067964" y="182346"/>
                  </a:lnTo>
                  <a:lnTo>
                    <a:pt x="3067964" y="118211"/>
                  </a:lnTo>
                  <a:lnTo>
                    <a:pt x="3067964" y="81508"/>
                  </a:lnTo>
                  <a:lnTo>
                    <a:pt x="3067964" y="68681"/>
                  </a:lnTo>
                  <a:lnTo>
                    <a:pt x="3067964" y="0"/>
                  </a:lnTo>
                  <a:close/>
                </a:path>
                <a:path w="4861559" h="505459">
                  <a:moveTo>
                    <a:pt x="3069348" y="405536"/>
                  </a:moveTo>
                  <a:lnTo>
                    <a:pt x="3061627" y="371424"/>
                  </a:lnTo>
                  <a:lnTo>
                    <a:pt x="3048254" y="355015"/>
                  </a:lnTo>
                  <a:lnTo>
                    <a:pt x="3039300" y="344030"/>
                  </a:lnTo>
                  <a:lnTo>
                    <a:pt x="3008769" y="326771"/>
                  </a:lnTo>
                  <a:lnTo>
                    <a:pt x="3008769" y="405536"/>
                  </a:lnTo>
                  <a:lnTo>
                    <a:pt x="3001365" y="426758"/>
                  </a:lnTo>
                  <a:lnTo>
                    <a:pt x="2979737" y="442264"/>
                  </a:lnTo>
                  <a:lnTo>
                    <a:pt x="2944749" y="451739"/>
                  </a:lnTo>
                  <a:lnTo>
                    <a:pt x="2897263" y="454875"/>
                  </a:lnTo>
                  <a:lnTo>
                    <a:pt x="2850273" y="451739"/>
                  </a:lnTo>
                  <a:lnTo>
                    <a:pt x="2815425" y="442264"/>
                  </a:lnTo>
                  <a:lnTo>
                    <a:pt x="2793809" y="426758"/>
                  </a:lnTo>
                  <a:lnTo>
                    <a:pt x="2786557" y="405536"/>
                  </a:lnTo>
                  <a:lnTo>
                    <a:pt x="2793809" y="383743"/>
                  </a:lnTo>
                  <a:lnTo>
                    <a:pt x="2815425" y="367919"/>
                  </a:lnTo>
                  <a:lnTo>
                    <a:pt x="2850273" y="358279"/>
                  </a:lnTo>
                  <a:lnTo>
                    <a:pt x="2897263" y="355015"/>
                  </a:lnTo>
                  <a:lnTo>
                    <a:pt x="2944749" y="358279"/>
                  </a:lnTo>
                  <a:lnTo>
                    <a:pt x="2979737" y="367919"/>
                  </a:lnTo>
                  <a:lnTo>
                    <a:pt x="3001365" y="383743"/>
                  </a:lnTo>
                  <a:lnTo>
                    <a:pt x="3008769" y="405536"/>
                  </a:lnTo>
                  <a:lnTo>
                    <a:pt x="3008769" y="326771"/>
                  </a:lnTo>
                  <a:lnTo>
                    <a:pt x="3003626" y="323862"/>
                  </a:lnTo>
                  <a:lnTo>
                    <a:pt x="2955861" y="311442"/>
                  </a:lnTo>
                  <a:lnTo>
                    <a:pt x="2897263" y="307263"/>
                  </a:lnTo>
                  <a:lnTo>
                    <a:pt x="2838780" y="311442"/>
                  </a:lnTo>
                  <a:lnTo>
                    <a:pt x="2791079" y="323862"/>
                  </a:lnTo>
                  <a:lnTo>
                    <a:pt x="2755468" y="344030"/>
                  </a:lnTo>
                  <a:lnTo>
                    <a:pt x="2733205" y="371424"/>
                  </a:lnTo>
                  <a:lnTo>
                    <a:pt x="2725585" y="405536"/>
                  </a:lnTo>
                  <a:lnTo>
                    <a:pt x="2733205" y="439547"/>
                  </a:lnTo>
                  <a:lnTo>
                    <a:pt x="2755468" y="466890"/>
                  </a:lnTo>
                  <a:lnTo>
                    <a:pt x="2791079" y="487019"/>
                  </a:lnTo>
                  <a:lnTo>
                    <a:pt x="2838780" y="499440"/>
                  </a:lnTo>
                  <a:lnTo>
                    <a:pt x="2897263" y="503618"/>
                  </a:lnTo>
                  <a:lnTo>
                    <a:pt x="2955861" y="499440"/>
                  </a:lnTo>
                  <a:lnTo>
                    <a:pt x="3003626" y="487019"/>
                  </a:lnTo>
                  <a:lnTo>
                    <a:pt x="3039300" y="466890"/>
                  </a:lnTo>
                  <a:lnTo>
                    <a:pt x="3049105" y="454875"/>
                  </a:lnTo>
                  <a:lnTo>
                    <a:pt x="3061627" y="439547"/>
                  </a:lnTo>
                  <a:lnTo>
                    <a:pt x="3069348" y="405536"/>
                  </a:lnTo>
                  <a:close/>
                </a:path>
                <a:path w="4861559" h="505459">
                  <a:moveTo>
                    <a:pt x="3425367" y="228320"/>
                  </a:moveTo>
                  <a:lnTo>
                    <a:pt x="3374123" y="203695"/>
                  </a:lnTo>
                  <a:lnTo>
                    <a:pt x="3343211" y="174650"/>
                  </a:lnTo>
                  <a:lnTo>
                    <a:pt x="3314395" y="126619"/>
                  </a:lnTo>
                  <a:lnTo>
                    <a:pt x="3306762" y="80124"/>
                  </a:lnTo>
                  <a:lnTo>
                    <a:pt x="3306762" y="26644"/>
                  </a:lnTo>
                  <a:lnTo>
                    <a:pt x="3244799" y="26644"/>
                  </a:lnTo>
                  <a:lnTo>
                    <a:pt x="3244799" y="74396"/>
                  </a:lnTo>
                  <a:lnTo>
                    <a:pt x="3239732" y="116852"/>
                  </a:lnTo>
                  <a:lnTo>
                    <a:pt x="3224974" y="156451"/>
                  </a:lnTo>
                  <a:lnTo>
                    <a:pt x="3200527" y="191579"/>
                  </a:lnTo>
                  <a:lnTo>
                    <a:pt x="3166351" y="220611"/>
                  </a:lnTo>
                  <a:lnTo>
                    <a:pt x="3122447" y="241935"/>
                  </a:lnTo>
                  <a:lnTo>
                    <a:pt x="3156000" y="290880"/>
                  </a:lnTo>
                  <a:lnTo>
                    <a:pt x="3196348" y="271500"/>
                  </a:lnTo>
                  <a:lnTo>
                    <a:pt x="3230003" y="245046"/>
                  </a:lnTo>
                  <a:lnTo>
                    <a:pt x="3256838" y="212458"/>
                  </a:lnTo>
                  <a:lnTo>
                    <a:pt x="3276765" y="174650"/>
                  </a:lnTo>
                  <a:lnTo>
                    <a:pt x="3296310" y="207733"/>
                  </a:lnTo>
                  <a:lnTo>
                    <a:pt x="3322205" y="236321"/>
                  </a:lnTo>
                  <a:lnTo>
                    <a:pt x="3354247" y="259562"/>
                  </a:lnTo>
                  <a:lnTo>
                    <a:pt x="3392220" y="276669"/>
                  </a:lnTo>
                  <a:lnTo>
                    <a:pt x="3425367" y="228320"/>
                  </a:lnTo>
                  <a:close/>
                </a:path>
                <a:path w="4861559" h="505459">
                  <a:moveTo>
                    <a:pt x="3530752" y="407911"/>
                  </a:moveTo>
                  <a:lnTo>
                    <a:pt x="3523208" y="374954"/>
                  </a:lnTo>
                  <a:lnTo>
                    <a:pt x="3511981" y="361327"/>
                  </a:lnTo>
                  <a:lnTo>
                    <a:pt x="3501364" y="348449"/>
                  </a:lnTo>
                  <a:lnTo>
                    <a:pt x="3469767" y="330784"/>
                  </a:lnTo>
                  <a:lnTo>
                    <a:pt x="3469767" y="407911"/>
                  </a:lnTo>
                  <a:lnTo>
                    <a:pt x="3462642" y="428282"/>
                  </a:lnTo>
                  <a:lnTo>
                    <a:pt x="3441801" y="442937"/>
                  </a:lnTo>
                  <a:lnTo>
                    <a:pt x="3407994" y="451802"/>
                  </a:lnTo>
                  <a:lnTo>
                    <a:pt x="3362020" y="454875"/>
                  </a:lnTo>
                  <a:lnTo>
                    <a:pt x="3315779" y="451802"/>
                  </a:lnTo>
                  <a:lnTo>
                    <a:pt x="3281603" y="442937"/>
                  </a:lnTo>
                  <a:lnTo>
                    <a:pt x="3260458" y="428282"/>
                  </a:lnTo>
                  <a:lnTo>
                    <a:pt x="3253282" y="407911"/>
                  </a:lnTo>
                  <a:lnTo>
                    <a:pt x="3260458" y="388137"/>
                  </a:lnTo>
                  <a:lnTo>
                    <a:pt x="3281603" y="373519"/>
                  </a:lnTo>
                  <a:lnTo>
                    <a:pt x="3315779" y="364451"/>
                  </a:lnTo>
                  <a:lnTo>
                    <a:pt x="3362020" y="361327"/>
                  </a:lnTo>
                  <a:lnTo>
                    <a:pt x="3407994" y="364451"/>
                  </a:lnTo>
                  <a:lnTo>
                    <a:pt x="3441801" y="373519"/>
                  </a:lnTo>
                  <a:lnTo>
                    <a:pt x="3462642" y="388137"/>
                  </a:lnTo>
                  <a:lnTo>
                    <a:pt x="3469767" y="407911"/>
                  </a:lnTo>
                  <a:lnTo>
                    <a:pt x="3469767" y="330784"/>
                  </a:lnTo>
                  <a:lnTo>
                    <a:pt x="3466427" y="328904"/>
                  </a:lnTo>
                  <a:lnTo>
                    <a:pt x="3419576" y="316839"/>
                  </a:lnTo>
                  <a:lnTo>
                    <a:pt x="3362020" y="312788"/>
                  </a:lnTo>
                  <a:lnTo>
                    <a:pt x="3303778" y="316839"/>
                  </a:lnTo>
                  <a:lnTo>
                    <a:pt x="3256356" y="328904"/>
                  </a:lnTo>
                  <a:lnTo>
                    <a:pt x="3220974" y="348449"/>
                  </a:lnTo>
                  <a:lnTo>
                    <a:pt x="3198876" y="374954"/>
                  </a:lnTo>
                  <a:lnTo>
                    <a:pt x="3191319" y="407911"/>
                  </a:lnTo>
                  <a:lnTo>
                    <a:pt x="3198876" y="441299"/>
                  </a:lnTo>
                  <a:lnTo>
                    <a:pt x="3220974" y="467995"/>
                  </a:lnTo>
                  <a:lnTo>
                    <a:pt x="3256356" y="487578"/>
                  </a:lnTo>
                  <a:lnTo>
                    <a:pt x="3303778" y="499592"/>
                  </a:lnTo>
                  <a:lnTo>
                    <a:pt x="3362020" y="503618"/>
                  </a:lnTo>
                  <a:lnTo>
                    <a:pt x="3419576" y="499592"/>
                  </a:lnTo>
                  <a:lnTo>
                    <a:pt x="3466427" y="487578"/>
                  </a:lnTo>
                  <a:lnTo>
                    <a:pt x="3501364" y="467995"/>
                  </a:lnTo>
                  <a:lnTo>
                    <a:pt x="3512096" y="454875"/>
                  </a:lnTo>
                  <a:lnTo>
                    <a:pt x="3523208" y="441299"/>
                  </a:lnTo>
                  <a:lnTo>
                    <a:pt x="3530752" y="407911"/>
                  </a:lnTo>
                  <a:close/>
                </a:path>
                <a:path w="4861559" h="505459">
                  <a:moveTo>
                    <a:pt x="3596665" y="122351"/>
                  </a:moveTo>
                  <a:lnTo>
                    <a:pt x="3526205" y="122351"/>
                  </a:lnTo>
                  <a:lnTo>
                    <a:pt x="3526205" y="0"/>
                  </a:lnTo>
                  <a:lnTo>
                    <a:pt x="3463848" y="0"/>
                  </a:lnTo>
                  <a:lnTo>
                    <a:pt x="3463848" y="301536"/>
                  </a:lnTo>
                  <a:lnTo>
                    <a:pt x="3526205" y="301536"/>
                  </a:lnTo>
                  <a:lnTo>
                    <a:pt x="3526205" y="174053"/>
                  </a:lnTo>
                  <a:lnTo>
                    <a:pt x="3596665" y="174053"/>
                  </a:lnTo>
                  <a:lnTo>
                    <a:pt x="3596665" y="122351"/>
                  </a:lnTo>
                  <a:close/>
                </a:path>
                <a:path w="4861559" h="505459">
                  <a:moveTo>
                    <a:pt x="4146359" y="137414"/>
                  </a:moveTo>
                  <a:lnTo>
                    <a:pt x="4115409" y="137414"/>
                  </a:lnTo>
                  <a:lnTo>
                    <a:pt x="4115409" y="360540"/>
                  </a:lnTo>
                  <a:lnTo>
                    <a:pt x="4146359" y="360540"/>
                  </a:lnTo>
                  <a:lnTo>
                    <a:pt x="4146359" y="137414"/>
                  </a:lnTo>
                  <a:close/>
                </a:path>
                <a:path w="4861559" h="505459">
                  <a:moveTo>
                    <a:pt x="4442206" y="159131"/>
                  </a:moveTo>
                  <a:lnTo>
                    <a:pt x="4298073" y="159131"/>
                  </a:lnTo>
                  <a:lnTo>
                    <a:pt x="4298073" y="189915"/>
                  </a:lnTo>
                  <a:lnTo>
                    <a:pt x="4352137" y="189915"/>
                  </a:lnTo>
                  <a:lnTo>
                    <a:pt x="4352137" y="338721"/>
                  </a:lnTo>
                  <a:lnTo>
                    <a:pt x="4388320" y="338721"/>
                  </a:lnTo>
                  <a:lnTo>
                    <a:pt x="4388320" y="189915"/>
                  </a:lnTo>
                  <a:lnTo>
                    <a:pt x="4442206" y="189915"/>
                  </a:lnTo>
                  <a:lnTo>
                    <a:pt x="4442206" y="159131"/>
                  </a:lnTo>
                  <a:close/>
                </a:path>
                <a:path w="4861559" h="505459">
                  <a:moveTo>
                    <a:pt x="4582147" y="270637"/>
                  </a:moveTo>
                  <a:lnTo>
                    <a:pt x="4580115" y="257924"/>
                  </a:lnTo>
                  <a:lnTo>
                    <a:pt x="4577334" y="240576"/>
                  </a:lnTo>
                  <a:lnTo>
                    <a:pt x="4570654" y="229768"/>
                  </a:lnTo>
                  <a:lnTo>
                    <a:pt x="4564151" y="219240"/>
                  </a:lnTo>
                  <a:lnTo>
                    <a:pt x="4548200" y="208940"/>
                  </a:lnTo>
                  <a:lnTo>
                    <a:pt x="4548200" y="257924"/>
                  </a:lnTo>
                  <a:lnTo>
                    <a:pt x="4491901" y="257924"/>
                  </a:lnTo>
                  <a:lnTo>
                    <a:pt x="4494454" y="247015"/>
                  </a:lnTo>
                  <a:lnTo>
                    <a:pt x="4500486" y="238061"/>
                  </a:lnTo>
                  <a:lnTo>
                    <a:pt x="4509465" y="231990"/>
                  </a:lnTo>
                  <a:lnTo>
                    <a:pt x="4520857" y="229768"/>
                  </a:lnTo>
                  <a:lnTo>
                    <a:pt x="4531893" y="231876"/>
                  </a:lnTo>
                  <a:lnTo>
                    <a:pt x="4540491" y="237731"/>
                  </a:lnTo>
                  <a:lnTo>
                    <a:pt x="4546117" y="246634"/>
                  </a:lnTo>
                  <a:lnTo>
                    <a:pt x="4548200" y="257924"/>
                  </a:lnTo>
                  <a:lnTo>
                    <a:pt x="4548200" y="208940"/>
                  </a:lnTo>
                  <a:lnTo>
                    <a:pt x="4544466" y="206527"/>
                  </a:lnTo>
                  <a:lnTo>
                    <a:pt x="4520171" y="202311"/>
                  </a:lnTo>
                  <a:lnTo>
                    <a:pt x="4493882" y="207365"/>
                  </a:lnTo>
                  <a:lnTo>
                    <a:pt x="4473740" y="221589"/>
                  </a:lnTo>
                  <a:lnTo>
                    <a:pt x="4460849" y="243611"/>
                  </a:lnTo>
                  <a:lnTo>
                    <a:pt x="4456315" y="272046"/>
                  </a:lnTo>
                  <a:lnTo>
                    <a:pt x="4460824" y="300901"/>
                  </a:lnTo>
                  <a:lnTo>
                    <a:pt x="4473791" y="322745"/>
                  </a:lnTo>
                  <a:lnTo>
                    <a:pt x="4494352" y="336588"/>
                  </a:lnTo>
                  <a:lnTo>
                    <a:pt x="4521632" y="341414"/>
                  </a:lnTo>
                  <a:lnTo>
                    <a:pt x="4543958" y="338505"/>
                  </a:lnTo>
                  <a:lnTo>
                    <a:pt x="4561700" y="330250"/>
                  </a:lnTo>
                  <a:lnTo>
                    <a:pt x="4574298" y="317334"/>
                  </a:lnTo>
                  <a:lnTo>
                    <a:pt x="4575708" y="313880"/>
                  </a:lnTo>
                  <a:lnTo>
                    <a:pt x="4581207" y="300456"/>
                  </a:lnTo>
                  <a:lnTo>
                    <a:pt x="4546993" y="300456"/>
                  </a:lnTo>
                  <a:lnTo>
                    <a:pt x="4543336" y="305917"/>
                  </a:lnTo>
                  <a:lnTo>
                    <a:pt x="4537900" y="310159"/>
                  </a:lnTo>
                  <a:lnTo>
                    <a:pt x="4530814" y="312902"/>
                  </a:lnTo>
                  <a:lnTo>
                    <a:pt x="4522241" y="313880"/>
                  </a:lnTo>
                  <a:lnTo>
                    <a:pt x="4509706" y="311594"/>
                  </a:lnTo>
                  <a:lnTo>
                    <a:pt x="4500143" y="305054"/>
                  </a:lnTo>
                  <a:lnTo>
                    <a:pt x="4494034" y="294678"/>
                  </a:lnTo>
                  <a:lnTo>
                    <a:pt x="4491901" y="280898"/>
                  </a:lnTo>
                  <a:lnTo>
                    <a:pt x="4582147" y="280898"/>
                  </a:lnTo>
                  <a:lnTo>
                    <a:pt x="4582147" y="270637"/>
                  </a:lnTo>
                  <a:close/>
                </a:path>
                <a:path w="4861559" h="505459">
                  <a:moveTo>
                    <a:pt x="4714341" y="297218"/>
                  </a:moveTo>
                  <a:lnTo>
                    <a:pt x="4676356" y="260731"/>
                  </a:lnTo>
                  <a:lnTo>
                    <a:pt x="4652543" y="255816"/>
                  </a:lnTo>
                  <a:lnTo>
                    <a:pt x="4640173" y="253098"/>
                  </a:lnTo>
                  <a:lnTo>
                    <a:pt x="4635525" y="248361"/>
                  </a:lnTo>
                  <a:lnTo>
                    <a:pt x="4635525" y="234149"/>
                  </a:lnTo>
                  <a:lnTo>
                    <a:pt x="4644377" y="228536"/>
                  </a:lnTo>
                  <a:lnTo>
                    <a:pt x="4656074" y="228536"/>
                  </a:lnTo>
                  <a:lnTo>
                    <a:pt x="4664316" y="229628"/>
                  </a:lnTo>
                  <a:lnTo>
                    <a:pt x="4670831" y="232765"/>
                  </a:lnTo>
                  <a:lnTo>
                    <a:pt x="4675390" y="237680"/>
                  </a:lnTo>
                  <a:lnTo>
                    <a:pt x="4677727" y="244157"/>
                  </a:lnTo>
                  <a:lnTo>
                    <a:pt x="4711420" y="244157"/>
                  </a:lnTo>
                  <a:lnTo>
                    <a:pt x="4706582" y="226771"/>
                  </a:lnTo>
                  <a:lnTo>
                    <a:pt x="4695279" y="213601"/>
                  </a:lnTo>
                  <a:lnTo>
                    <a:pt x="4678057" y="205244"/>
                  </a:lnTo>
                  <a:lnTo>
                    <a:pt x="4655464" y="202311"/>
                  </a:lnTo>
                  <a:lnTo>
                    <a:pt x="4632439" y="205244"/>
                  </a:lnTo>
                  <a:lnTo>
                    <a:pt x="4614900" y="213614"/>
                  </a:lnTo>
                  <a:lnTo>
                    <a:pt x="4603737" y="226847"/>
                  </a:lnTo>
                  <a:lnTo>
                    <a:pt x="4599851" y="244322"/>
                  </a:lnTo>
                  <a:lnTo>
                    <a:pt x="4602213" y="257987"/>
                  </a:lnTo>
                  <a:lnTo>
                    <a:pt x="4609389" y="269011"/>
                  </a:lnTo>
                  <a:lnTo>
                    <a:pt x="4621314" y="277241"/>
                  </a:lnTo>
                  <a:lnTo>
                    <a:pt x="4637938" y="282562"/>
                  </a:lnTo>
                  <a:lnTo>
                    <a:pt x="4672139" y="289585"/>
                  </a:lnTo>
                  <a:lnTo>
                    <a:pt x="4677638" y="293878"/>
                  </a:lnTo>
                  <a:lnTo>
                    <a:pt x="4655896" y="314845"/>
                  </a:lnTo>
                  <a:lnTo>
                    <a:pt x="4646866" y="313829"/>
                  </a:lnTo>
                  <a:lnTo>
                    <a:pt x="4639843" y="310807"/>
                  </a:lnTo>
                  <a:lnTo>
                    <a:pt x="4634992" y="305816"/>
                  </a:lnTo>
                  <a:lnTo>
                    <a:pt x="4632439" y="298881"/>
                  </a:lnTo>
                  <a:lnTo>
                    <a:pt x="4596333" y="298881"/>
                  </a:lnTo>
                  <a:lnTo>
                    <a:pt x="4601845" y="316623"/>
                  </a:lnTo>
                  <a:lnTo>
                    <a:pt x="4613808" y="330022"/>
                  </a:lnTo>
                  <a:lnTo>
                    <a:pt x="4631918" y="338467"/>
                  </a:lnTo>
                  <a:lnTo>
                    <a:pt x="4655896" y="341414"/>
                  </a:lnTo>
                  <a:lnTo>
                    <a:pt x="4679810" y="338239"/>
                  </a:lnTo>
                  <a:lnTo>
                    <a:pt x="4698238" y="329247"/>
                  </a:lnTo>
                  <a:lnTo>
                    <a:pt x="4710112" y="315290"/>
                  </a:lnTo>
                  <a:lnTo>
                    <a:pt x="4714341" y="297218"/>
                  </a:lnTo>
                  <a:close/>
                </a:path>
                <a:path w="4861559" h="505459">
                  <a:moveTo>
                    <a:pt x="4805375" y="310375"/>
                  </a:moveTo>
                  <a:lnTo>
                    <a:pt x="4794796" y="311073"/>
                  </a:lnTo>
                  <a:lnTo>
                    <a:pt x="4791278" y="310984"/>
                  </a:lnTo>
                  <a:lnTo>
                    <a:pt x="4783887" y="310718"/>
                  </a:lnTo>
                  <a:lnTo>
                    <a:pt x="4778730" y="308178"/>
                  </a:lnTo>
                  <a:lnTo>
                    <a:pt x="4778730" y="231698"/>
                  </a:lnTo>
                  <a:lnTo>
                    <a:pt x="4803660" y="231698"/>
                  </a:lnTo>
                  <a:lnTo>
                    <a:pt x="4803660" y="204063"/>
                  </a:lnTo>
                  <a:lnTo>
                    <a:pt x="4778730" y="204063"/>
                  </a:lnTo>
                  <a:lnTo>
                    <a:pt x="4778730" y="171792"/>
                  </a:lnTo>
                  <a:lnTo>
                    <a:pt x="4742713" y="171792"/>
                  </a:lnTo>
                  <a:lnTo>
                    <a:pt x="4742713" y="204063"/>
                  </a:lnTo>
                  <a:lnTo>
                    <a:pt x="4724578" y="204063"/>
                  </a:lnTo>
                  <a:lnTo>
                    <a:pt x="4724578" y="231698"/>
                  </a:lnTo>
                  <a:lnTo>
                    <a:pt x="4742713" y="231698"/>
                  </a:lnTo>
                  <a:lnTo>
                    <a:pt x="4742713" y="302475"/>
                  </a:lnTo>
                  <a:lnTo>
                    <a:pt x="4745787" y="319506"/>
                  </a:lnTo>
                  <a:lnTo>
                    <a:pt x="4754689" y="331393"/>
                  </a:lnTo>
                  <a:lnTo>
                    <a:pt x="4768507" y="338353"/>
                  </a:lnTo>
                  <a:lnTo>
                    <a:pt x="4786376" y="340626"/>
                  </a:lnTo>
                  <a:lnTo>
                    <a:pt x="4795151" y="340626"/>
                  </a:lnTo>
                  <a:lnTo>
                    <a:pt x="4801590" y="339928"/>
                  </a:lnTo>
                  <a:lnTo>
                    <a:pt x="4805375" y="339318"/>
                  </a:lnTo>
                  <a:lnTo>
                    <a:pt x="4805375" y="310375"/>
                  </a:lnTo>
                  <a:close/>
                </a:path>
                <a:path w="4861559" h="505459">
                  <a:moveTo>
                    <a:pt x="4859617" y="204063"/>
                  </a:moveTo>
                  <a:lnTo>
                    <a:pt x="4823599" y="204063"/>
                  </a:lnTo>
                  <a:lnTo>
                    <a:pt x="4823599" y="338785"/>
                  </a:lnTo>
                  <a:lnTo>
                    <a:pt x="4859617" y="338785"/>
                  </a:lnTo>
                  <a:lnTo>
                    <a:pt x="4859617" y="204063"/>
                  </a:lnTo>
                  <a:close/>
                </a:path>
                <a:path w="4861559" h="505459">
                  <a:moveTo>
                    <a:pt x="4861242" y="167754"/>
                  </a:moveTo>
                  <a:lnTo>
                    <a:pt x="4859693" y="160515"/>
                  </a:lnTo>
                  <a:lnTo>
                    <a:pt x="4855476" y="154571"/>
                  </a:lnTo>
                  <a:lnTo>
                    <a:pt x="4849241" y="150558"/>
                  </a:lnTo>
                  <a:lnTo>
                    <a:pt x="4841646" y="149072"/>
                  </a:lnTo>
                  <a:lnTo>
                    <a:pt x="4834052" y="150558"/>
                  </a:lnTo>
                  <a:lnTo>
                    <a:pt x="4827816" y="154571"/>
                  </a:lnTo>
                  <a:lnTo>
                    <a:pt x="4823599" y="160515"/>
                  </a:lnTo>
                  <a:lnTo>
                    <a:pt x="4822050" y="167754"/>
                  </a:lnTo>
                  <a:lnTo>
                    <a:pt x="4823599" y="175044"/>
                  </a:lnTo>
                  <a:lnTo>
                    <a:pt x="4827816" y="180975"/>
                  </a:lnTo>
                  <a:lnTo>
                    <a:pt x="4834052" y="184975"/>
                  </a:lnTo>
                  <a:lnTo>
                    <a:pt x="4841646" y="186436"/>
                  </a:lnTo>
                  <a:lnTo>
                    <a:pt x="4849241" y="184975"/>
                  </a:lnTo>
                  <a:lnTo>
                    <a:pt x="4855476" y="180975"/>
                  </a:lnTo>
                  <a:lnTo>
                    <a:pt x="4859693" y="175044"/>
                  </a:lnTo>
                  <a:lnTo>
                    <a:pt x="4861242" y="16775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0644" y="942452"/>
              <a:ext cx="121021" cy="1364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11869" y="942452"/>
              <a:ext cx="128413" cy="1897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21355" y="899300"/>
              <a:ext cx="291470" cy="1822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32941" y="942452"/>
              <a:ext cx="191245" cy="1364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43874" y="942452"/>
              <a:ext cx="129617" cy="1391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93693" y="942452"/>
              <a:ext cx="121022" cy="1364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933969" y="889215"/>
              <a:ext cx="734060" cy="192405"/>
            </a:xfrm>
            <a:custGeom>
              <a:avLst/>
              <a:gdLst/>
              <a:ahLst/>
              <a:cxnLst/>
              <a:rect l="l" t="t" r="r" b="b"/>
              <a:pathLst>
                <a:path w="734059" h="192405">
                  <a:moveTo>
                    <a:pt x="118008" y="148145"/>
                  </a:moveTo>
                  <a:lnTo>
                    <a:pt x="80022" y="111658"/>
                  </a:lnTo>
                  <a:lnTo>
                    <a:pt x="56210" y="106743"/>
                  </a:lnTo>
                  <a:lnTo>
                    <a:pt x="43827" y="104025"/>
                  </a:lnTo>
                  <a:lnTo>
                    <a:pt x="39192" y="99288"/>
                  </a:lnTo>
                  <a:lnTo>
                    <a:pt x="39192" y="85077"/>
                  </a:lnTo>
                  <a:lnTo>
                    <a:pt x="48044" y="79463"/>
                  </a:lnTo>
                  <a:lnTo>
                    <a:pt x="59728" y="79463"/>
                  </a:lnTo>
                  <a:lnTo>
                    <a:pt x="67983" y="80556"/>
                  </a:lnTo>
                  <a:lnTo>
                    <a:pt x="74498" y="83693"/>
                  </a:lnTo>
                  <a:lnTo>
                    <a:pt x="79044" y="88607"/>
                  </a:lnTo>
                  <a:lnTo>
                    <a:pt x="81394" y="95084"/>
                  </a:lnTo>
                  <a:lnTo>
                    <a:pt x="115087" y="95084"/>
                  </a:lnTo>
                  <a:lnTo>
                    <a:pt x="110248" y="77698"/>
                  </a:lnTo>
                  <a:lnTo>
                    <a:pt x="98933" y="64528"/>
                  </a:lnTo>
                  <a:lnTo>
                    <a:pt x="81711" y="56172"/>
                  </a:lnTo>
                  <a:lnTo>
                    <a:pt x="59131" y="53238"/>
                  </a:lnTo>
                  <a:lnTo>
                    <a:pt x="36106" y="56172"/>
                  </a:lnTo>
                  <a:lnTo>
                    <a:pt x="18567" y="64541"/>
                  </a:lnTo>
                  <a:lnTo>
                    <a:pt x="7404" y="77774"/>
                  </a:lnTo>
                  <a:lnTo>
                    <a:pt x="3517" y="95250"/>
                  </a:lnTo>
                  <a:lnTo>
                    <a:pt x="5880" y="108915"/>
                  </a:lnTo>
                  <a:lnTo>
                    <a:pt x="13055" y="119938"/>
                  </a:lnTo>
                  <a:lnTo>
                    <a:pt x="24980" y="128168"/>
                  </a:lnTo>
                  <a:lnTo>
                    <a:pt x="41592" y="133489"/>
                  </a:lnTo>
                  <a:lnTo>
                    <a:pt x="75806" y="140512"/>
                  </a:lnTo>
                  <a:lnTo>
                    <a:pt x="81305" y="144805"/>
                  </a:lnTo>
                  <a:lnTo>
                    <a:pt x="59563" y="165773"/>
                  </a:lnTo>
                  <a:lnTo>
                    <a:pt x="50533" y="164757"/>
                  </a:lnTo>
                  <a:lnTo>
                    <a:pt x="43510" y="161734"/>
                  </a:lnTo>
                  <a:lnTo>
                    <a:pt x="38646" y="156743"/>
                  </a:lnTo>
                  <a:lnTo>
                    <a:pt x="36093" y="149809"/>
                  </a:lnTo>
                  <a:lnTo>
                    <a:pt x="0" y="149809"/>
                  </a:lnTo>
                  <a:lnTo>
                    <a:pt x="5511" y="167551"/>
                  </a:lnTo>
                  <a:lnTo>
                    <a:pt x="17462" y="180949"/>
                  </a:lnTo>
                  <a:lnTo>
                    <a:pt x="35585" y="189395"/>
                  </a:lnTo>
                  <a:lnTo>
                    <a:pt x="59563" y="192341"/>
                  </a:lnTo>
                  <a:lnTo>
                    <a:pt x="83477" y="189166"/>
                  </a:lnTo>
                  <a:lnTo>
                    <a:pt x="101904" y="180174"/>
                  </a:lnTo>
                  <a:lnTo>
                    <a:pt x="113766" y="166217"/>
                  </a:lnTo>
                  <a:lnTo>
                    <a:pt x="118008" y="148145"/>
                  </a:lnTo>
                  <a:close/>
                </a:path>
                <a:path w="734059" h="192405">
                  <a:moveTo>
                    <a:pt x="209042" y="161302"/>
                  </a:moveTo>
                  <a:lnTo>
                    <a:pt x="198462" y="162001"/>
                  </a:lnTo>
                  <a:lnTo>
                    <a:pt x="194945" y="161912"/>
                  </a:lnTo>
                  <a:lnTo>
                    <a:pt x="187553" y="161645"/>
                  </a:lnTo>
                  <a:lnTo>
                    <a:pt x="182397" y="159105"/>
                  </a:lnTo>
                  <a:lnTo>
                    <a:pt x="182397" y="82626"/>
                  </a:lnTo>
                  <a:lnTo>
                    <a:pt x="207314" y="82626"/>
                  </a:lnTo>
                  <a:lnTo>
                    <a:pt x="207314" y="54991"/>
                  </a:lnTo>
                  <a:lnTo>
                    <a:pt x="182397" y="54991"/>
                  </a:lnTo>
                  <a:lnTo>
                    <a:pt x="182397" y="22720"/>
                  </a:lnTo>
                  <a:lnTo>
                    <a:pt x="146380" y="22720"/>
                  </a:lnTo>
                  <a:lnTo>
                    <a:pt x="146380" y="54991"/>
                  </a:lnTo>
                  <a:lnTo>
                    <a:pt x="128244" y="54991"/>
                  </a:lnTo>
                  <a:lnTo>
                    <a:pt x="128244" y="82626"/>
                  </a:lnTo>
                  <a:lnTo>
                    <a:pt x="146380" y="82626"/>
                  </a:lnTo>
                  <a:lnTo>
                    <a:pt x="146380" y="153403"/>
                  </a:lnTo>
                  <a:lnTo>
                    <a:pt x="149453" y="170434"/>
                  </a:lnTo>
                  <a:lnTo>
                    <a:pt x="158343" y="182321"/>
                  </a:lnTo>
                  <a:lnTo>
                    <a:pt x="172173" y="189280"/>
                  </a:lnTo>
                  <a:lnTo>
                    <a:pt x="190042" y="191554"/>
                  </a:lnTo>
                  <a:lnTo>
                    <a:pt x="198805" y="191554"/>
                  </a:lnTo>
                  <a:lnTo>
                    <a:pt x="205257" y="190855"/>
                  </a:lnTo>
                  <a:lnTo>
                    <a:pt x="209042" y="190246"/>
                  </a:lnTo>
                  <a:lnTo>
                    <a:pt x="209042" y="161302"/>
                  </a:lnTo>
                  <a:close/>
                </a:path>
                <a:path w="734059" h="192405">
                  <a:moveTo>
                    <a:pt x="306857" y="54203"/>
                  </a:moveTo>
                  <a:lnTo>
                    <a:pt x="303669" y="53594"/>
                  </a:lnTo>
                  <a:lnTo>
                    <a:pt x="299034" y="53073"/>
                  </a:lnTo>
                  <a:lnTo>
                    <a:pt x="295338" y="53073"/>
                  </a:lnTo>
                  <a:lnTo>
                    <a:pt x="284810" y="54698"/>
                  </a:lnTo>
                  <a:lnTo>
                    <a:pt x="275691" y="59524"/>
                  </a:lnTo>
                  <a:lnTo>
                    <a:pt x="268452" y="67462"/>
                  </a:lnTo>
                  <a:lnTo>
                    <a:pt x="263537" y="78409"/>
                  </a:lnTo>
                  <a:lnTo>
                    <a:pt x="262166" y="78409"/>
                  </a:lnTo>
                  <a:lnTo>
                    <a:pt x="262166" y="54991"/>
                  </a:lnTo>
                  <a:lnTo>
                    <a:pt x="227266" y="54991"/>
                  </a:lnTo>
                  <a:lnTo>
                    <a:pt x="227266" y="189712"/>
                  </a:lnTo>
                  <a:lnTo>
                    <a:pt x="263283" y="189712"/>
                  </a:lnTo>
                  <a:lnTo>
                    <a:pt x="263283" y="113144"/>
                  </a:lnTo>
                  <a:lnTo>
                    <a:pt x="265391" y="101752"/>
                  </a:lnTo>
                  <a:lnTo>
                    <a:pt x="271284" y="92849"/>
                  </a:lnTo>
                  <a:lnTo>
                    <a:pt x="280212" y="87058"/>
                  </a:lnTo>
                  <a:lnTo>
                    <a:pt x="291465" y="84988"/>
                  </a:lnTo>
                  <a:lnTo>
                    <a:pt x="296545" y="84988"/>
                  </a:lnTo>
                  <a:lnTo>
                    <a:pt x="303504" y="85953"/>
                  </a:lnTo>
                  <a:lnTo>
                    <a:pt x="306857" y="87007"/>
                  </a:lnTo>
                  <a:lnTo>
                    <a:pt x="306857" y="54203"/>
                  </a:lnTo>
                  <a:close/>
                </a:path>
                <a:path w="734059" h="192405">
                  <a:moveTo>
                    <a:pt x="433387" y="98933"/>
                  </a:moveTo>
                  <a:lnTo>
                    <a:pt x="416204" y="63919"/>
                  </a:lnTo>
                  <a:lnTo>
                    <a:pt x="397713" y="55753"/>
                  </a:lnTo>
                  <a:lnTo>
                    <a:pt x="397713" y="131737"/>
                  </a:lnTo>
                  <a:lnTo>
                    <a:pt x="397713" y="141566"/>
                  </a:lnTo>
                  <a:lnTo>
                    <a:pt x="395706" y="151485"/>
                  </a:lnTo>
                  <a:lnTo>
                    <a:pt x="389978" y="159473"/>
                  </a:lnTo>
                  <a:lnTo>
                    <a:pt x="381152" y="164795"/>
                  </a:lnTo>
                  <a:lnTo>
                    <a:pt x="369862" y="166738"/>
                  </a:lnTo>
                  <a:lnTo>
                    <a:pt x="358343" y="166738"/>
                  </a:lnTo>
                  <a:lnTo>
                    <a:pt x="350177" y="161391"/>
                  </a:lnTo>
                  <a:lnTo>
                    <a:pt x="350177" y="150952"/>
                  </a:lnTo>
                  <a:lnTo>
                    <a:pt x="397713" y="131737"/>
                  </a:lnTo>
                  <a:lnTo>
                    <a:pt x="397713" y="55753"/>
                  </a:lnTo>
                  <a:lnTo>
                    <a:pt x="353999" y="56489"/>
                  </a:lnTo>
                  <a:lnTo>
                    <a:pt x="320357" y="95084"/>
                  </a:lnTo>
                  <a:lnTo>
                    <a:pt x="354482" y="95084"/>
                  </a:lnTo>
                  <a:lnTo>
                    <a:pt x="357022" y="88861"/>
                  </a:lnTo>
                  <a:lnTo>
                    <a:pt x="361619" y="84175"/>
                  </a:lnTo>
                  <a:lnTo>
                    <a:pt x="368173" y="81203"/>
                  </a:lnTo>
                  <a:lnTo>
                    <a:pt x="376567" y="80175"/>
                  </a:lnTo>
                  <a:lnTo>
                    <a:pt x="385457" y="81356"/>
                  </a:lnTo>
                  <a:lnTo>
                    <a:pt x="392010" y="84836"/>
                  </a:lnTo>
                  <a:lnTo>
                    <a:pt x="396100" y="90449"/>
                  </a:lnTo>
                  <a:lnTo>
                    <a:pt x="397535" y="98056"/>
                  </a:lnTo>
                  <a:lnTo>
                    <a:pt x="397535" y="108940"/>
                  </a:lnTo>
                  <a:lnTo>
                    <a:pt x="391414" y="109169"/>
                  </a:lnTo>
                  <a:lnTo>
                    <a:pt x="364794" y="110515"/>
                  </a:lnTo>
                  <a:lnTo>
                    <a:pt x="346430" y="113474"/>
                  </a:lnTo>
                  <a:lnTo>
                    <a:pt x="330746" y="120611"/>
                  </a:lnTo>
                  <a:lnTo>
                    <a:pt x="319811" y="133096"/>
                  </a:lnTo>
                  <a:lnTo>
                    <a:pt x="315709" y="152082"/>
                  </a:lnTo>
                  <a:lnTo>
                    <a:pt x="319036" y="169570"/>
                  </a:lnTo>
                  <a:lnTo>
                    <a:pt x="328231" y="182143"/>
                  </a:lnTo>
                  <a:lnTo>
                    <a:pt x="342150" y="189725"/>
                  </a:lnTo>
                  <a:lnTo>
                    <a:pt x="359638" y="192252"/>
                  </a:lnTo>
                  <a:lnTo>
                    <a:pt x="373037" y="190690"/>
                  </a:lnTo>
                  <a:lnTo>
                    <a:pt x="383895" y="186321"/>
                  </a:lnTo>
                  <a:lnTo>
                    <a:pt x="392264" y="179603"/>
                  </a:lnTo>
                  <a:lnTo>
                    <a:pt x="398221" y="171030"/>
                  </a:lnTo>
                  <a:lnTo>
                    <a:pt x="399262" y="171030"/>
                  </a:lnTo>
                  <a:lnTo>
                    <a:pt x="399262" y="189712"/>
                  </a:lnTo>
                  <a:lnTo>
                    <a:pt x="433387" y="189712"/>
                  </a:lnTo>
                  <a:lnTo>
                    <a:pt x="433387" y="171030"/>
                  </a:lnTo>
                  <a:lnTo>
                    <a:pt x="433387" y="166738"/>
                  </a:lnTo>
                  <a:lnTo>
                    <a:pt x="433387" y="131737"/>
                  </a:lnTo>
                  <a:lnTo>
                    <a:pt x="433387" y="98933"/>
                  </a:lnTo>
                  <a:close/>
                </a:path>
                <a:path w="734059" h="192405">
                  <a:moveTo>
                    <a:pt x="529653" y="161302"/>
                  </a:moveTo>
                  <a:lnTo>
                    <a:pt x="519074" y="162001"/>
                  </a:lnTo>
                  <a:lnTo>
                    <a:pt x="515556" y="161912"/>
                  </a:lnTo>
                  <a:lnTo>
                    <a:pt x="508165" y="161645"/>
                  </a:lnTo>
                  <a:lnTo>
                    <a:pt x="503008" y="159105"/>
                  </a:lnTo>
                  <a:lnTo>
                    <a:pt x="503008" y="82626"/>
                  </a:lnTo>
                  <a:lnTo>
                    <a:pt x="527939" y="82626"/>
                  </a:lnTo>
                  <a:lnTo>
                    <a:pt x="527939" y="54991"/>
                  </a:lnTo>
                  <a:lnTo>
                    <a:pt x="503008" y="54991"/>
                  </a:lnTo>
                  <a:lnTo>
                    <a:pt x="503008" y="22720"/>
                  </a:lnTo>
                  <a:lnTo>
                    <a:pt x="466991" y="22720"/>
                  </a:lnTo>
                  <a:lnTo>
                    <a:pt x="466991" y="54991"/>
                  </a:lnTo>
                  <a:lnTo>
                    <a:pt x="448856" y="54991"/>
                  </a:lnTo>
                  <a:lnTo>
                    <a:pt x="448856" y="82626"/>
                  </a:lnTo>
                  <a:lnTo>
                    <a:pt x="466991" y="82626"/>
                  </a:lnTo>
                  <a:lnTo>
                    <a:pt x="466991" y="153403"/>
                  </a:lnTo>
                  <a:lnTo>
                    <a:pt x="470065" y="170434"/>
                  </a:lnTo>
                  <a:lnTo>
                    <a:pt x="478967" y="182321"/>
                  </a:lnTo>
                  <a:lnTo>
                    <a:pt x="492785" y="189280"/>
                  </a:lnTo>
                  <a:lnTo>
                    <a:pt x="510654" y="191554"/>
                  </a:lnTo>
                  <a:lnTo>
                    <a:pt x="519430" y="191554"/>
                  </a:lnTo>
                  <a:lnTo>
                    <a:pt x="525868" y="190855"/>
                  </a:lnTo>
                  <a:lnTo>
                    <a:pt x="529653" y="190246"/>
                  </a:lnTo>
                  <a:lnTo>
                    <a:pt x="529653" y="161302"/>
                  </a:lnTo>
                  <a:close/>
                </a:path>
                <a:path w="734059" h="192405">
                  <a:moveTo>
                    <a:pt x="583895" y="54991"/>
                  </a:moveTo>
                  <a:lnTo>
                    <a:pt x="547878" y="54991"/>
                  </a:lnTo>
                  <a:lnTo>
                    <a:pt x="547878" y="189712"/>
                  </a:lnTo>
                  <a:lnTo>
                    <a:pt x="583895" y="189712"/>
                  </a:lnTo>
                  <a:lnTo>
                    <a:pt x="583895" y="54991"/>
                  </a:lnTo>
                  <a:close/>
                </a:path>
                <a:path w="734059" h="192405">
                  <a:moveTo>
                    <a:pt x="585520" y="18681"/>
                  </a:moveTo>
                  <a:lnTo>
                    <a:pt x="583971" y="11442"/>
                  </a:lnTo>
                  <a:lnTo>
                    <a:pt x="579755" y="5499"/>
                  </a:lnTo>
                  <a:lnTo>
                    <a:pt x="573519" y="1485"/>
                  </a:lnTo>
                  <a:lnTo>
                    <a:pt x="565924" y="0"/>
                  </a:lnTo>
                  <a:lnTo>
                    <a:pt x="558330" y="1485"/>
                  </a:lnTo>
                  <a:lnTo>
                    <a:pt x="552107" y="5499"/>
                  </a:lnTo>
                  <a:lnTo>
                    <a:pt x="547878" y="11442"/>
                  </a:lnTo>
                  <a:lnTo>
                    <a:pt x="546328" y="18681"/>
                  </a:lnTo>
                  <a:lnTo>
                    <a:pt x="547878" y="25971"/>
                  </a:lnTo>
                  <a:lnTo>
                    <a:pt x="552107" y="31902"/>
                  </a:lnTo>
                  <a:lnTo>
                    <a:pt x="558330" y="35902"/>
                  </a:lnTo>
                  <a:lnTo>
                    <a:pt x="565924" y="37363"/>
                  </a:lnTo>
                  <a:lnTo>
                    <a:pt x="573519" y="35902"/>
                  </a:lnTo>
                  <a:lnTo>
                    <a:pt x="579755" y="31902"/>
                  </a:lnTo>
                  <a:lnTo>
                    <a:pt x="583971" y="25971"/>
                  </a:lnTo>
                  <a:lnTo>
                    <a:pt x="585520" y="18681"/>
                  </a:lnTo>
                  <a:close/>
                </a:path>
                <a:path w="734059" h="192405">
                  <a:moveTo>
                    <a:pt x="733628" y="122885"/>
                  </a:moveTo>
                  <a:lnTo>
                    <a:pt x="729119" y="94386"/>
                  </a:lnTo>
                  <a:lnTo>
                    <a:pt x="721448" y="81305"/>
                  </a:lnTo>
                  <a:lnTo>
                    <a:pt x="716216" y="72402"/>
                  </a:lnTo>
                  <a:lnTo>
                    <a:pt x="697090" y="59131"/>
                  </a:lnTo>
                  <a:lnTo>
                    <a:pt x="697090" y="122618"/>
                  </a:lnTo>
                  <a:lnTo>
                    <a:pt x="695299" y="139052"/>
                  </a:lnTo>
                  <a:lnTo>
                    <a:pt x="689978" y="152107"/>
                  </a:lnTo>
                  <a:lnTo>
                    <a:pt x="681215" y="160731"/>
                  </a:lnTo>
                  <a:lnTo>
                    <a:pt x="669074" y="163842"/>
                  </a:lnTo>
                  <a:lnTo>
                    <a:pt x="656691" y="160731"/>
                  </a:lnTo>
                  <a:lnTo>
                    <a:pt x="647788" y="152107"/>
                  </a:lnTo>
                  <a:lnTo>
                    <a:pt x="642429" y="139052"/>
                  </a:lnTo>
                  <a:lnTo>
                    <a:pt x="640626" y="122618"/>
                  </a:lnTo>
                  <a:lnTo>
                    <a:pt x="642429" y="106210"/>
                  </a:lnTo>
                  <a:lnTo>
                    <a:pt x="647788" y="93116"/>
                  </a:lnTo>
                  <a:lnTo>
                    <a:pt x="656691" y="84442"/>
                  </a:lnTo>
                  <a:lnTo>
                    <a:pt x="669074" y="81305"/>
                  </a:lnTo>
                  <a:lnTo>
                    <a:pt x="681215" y="84442"/>
                  </a:lnTo>
                  <a:lnTo>
                    <a:pt x="689978" y="93116"/>
                  </a:lnTo>
                  <a:lnTo>
                    <a:pt x="695299" y="106210"/>
                  </a:lnTo>
                  <a:lnTo>
                    <a:pt x="697090" y="122618"/>
                  </a:lnTo>
                  <a:lnTo>
                    <a:pt x="697090" y="59131"/>
                  </a:lnTo>
                  <a:lnTo>
                    <a:pt x="695845" y="58254"/>
                  </a:lnTo>
                  <a:lnTo>
                    <a:pt x="668909" y="53238"/>
                  </a:lnTo>
                  <a:lnTo>
                    <a:pt x="641896" y="58254"/>
                  </a:lnTo>
                  <a:lnTo>
                    <a:pt x="621474" y="72402"/>
                  </a:lnTo>
                  <a:lnTo>
                    <a:pt x="608533" y="94386"/>
                  </a:lnTo>
                  <a:lnTo>
                    <a:pt x="604012" y="122885"/>
                  </a:lnTo>
                  <a:lnTo>
                    <a:pt x="608533" y="151231"/>
                  </a:lnTo>
                  <a:lnTo>
                    <a:pt x="621474" y="173177"/>
                  </a:lnTo>
                  <a:lnTo>
                    <a:pt x="641896" y="187325"/>
                  </a:lnTo>
                  <a:lnTo>
                    <a:pt x="668909" y="192341"/>
                  </a:lnTo>
                  <a:lnTo>
                    <a:pt x="695845" y="187325"/>
                  </a:lnTo>
                  <a:lnTo>
                    <a:pt x="716216" y="173177"/>
                  </a:lnTo>
                  <a:lnTo>
                    <a:pt x="721702" y="163842"/>
                  </a:lnTo>
                  <a:lnTo>
                    <a:pt x="729119" y="151231"/>
                  </a:lnTo>
                  <a:lnTo>
                    <a:pt x="733628" y="12288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87804" y="942452"/>
              <a:ext cx="121021" cy="1364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79191" y="889214"/>
              <a:ext cx="370034" cy="1919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70202" y="942452"/>
              <a:ext cx="270153" cy="13910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7521136" y="9534877"/>
            <a:ext cx="287655" cy="196850"/>
            <a:chOff x="17521136" y="9534877"/>
            <a:chExt cx="287655" cy="196850"/>
          </a:xfrm>
        </p:grpSpPr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21136" y="9534877"/>
              <a:ext cx="126172" cy="1966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682167" y="9534877"/>
              <a:ext cx="126171" cy="19664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10345" cy="6503670"/>
            </a:xfrm>
            <a:custGeom>
              <a:avLst/>
              <a:gdLst/>
              <a:ahLst/>
              <a:cxnLst/>
              <a:rect l="l" t="t" r="r" b="b"/>
              <a:pathLst>
                <a:path w="9110345" h="6503670">
                  <a:moveTo>
                    <a:pt x="2424290" y="6503647"/>
                  </a:moveTo>
                  <a:lnTo>
                    <a:pt x="2368829" y="6503423"/>
                  </a:lnTo>
                  <a:lnTo>
                    <a:pt x="2258443" y="6501634"/>
                  </a:lnTo>
                  <a:lnTo>
                    <a:pt x="2148498" y="6498069"/>
                  </a:lnTo>
                  <a:lnTo>
                    <a:pt x="2039006" y="6492741"/>
                  </a:lnTo>
                  <a:lnTo>
                    <a:pt x="1929982" y="6485665"/>
                  </a:lnTo>
                  <a:lnTo>
                    <a:pt x="1821440" y="6476855"/>
                  </a:lnTo>
                  <a:lnTo>
                    <a:pt x="1713393" y="6466323"/>
                  </a:lnTo>
                  <a:lnTo>
                    <a:pt x="1605855" y="6454084"/>
                  </a:lnTo>
                  <a:lnTo>
                    <a:pt x="1498840" y="6440152"/>
                  </a:lnTo>
                  <a:lnTo>
                    <a:pt x="1392361" y="6424541"/>
                  </a:lnTo>
                  <a:lnTo>
                    <a:pt x="1286433" y="6407263"/>
                  </a:lnTo>
                  <a:lnTo>
                    <a:pt x="1181070" y="6388333"/>
                  </a:lnTo>
                  <a:lnTo>
                    <a:pt x="1076284" y="6367765"/>
                  </a:lnTo>
                  <a:lnTo>
                    <a:pt x="972090" y="6345573"/>
                  </a:lnTo>
                  <a:lnTo>
                    <a:pt x="868501" y="6321770"/>
                  </a:lnTo>
                  <a:lnTo>
                    <a:pt x="765532" y="6296369"/>
                  </a:lnTo>
                  <a:lnTo>
                    <a:pt x="663195" y="6269386"/>
                  </a:lnTo>
                  <a:lnTo>
                    <a:pt x="561506" y="6240833"/>
                  </a:lnTo>
                  <a:lnTo>
                    <a:pt x="460477" y="6210725"/>
                  </a:lnTo>
                  <a:lnTo>
                    <a:pt x="360123" y="6179074"/>
                  </a:lnTo>
                  <a:lnTo>
                    <a:pt x="260456" y="6145895"/>
                  </a:lnTo>
                  <a:lnTo>
                    <a:pt x="161492" y="6111202"/>
                  </a:lnTo>
                  <a:lnTo>
                    <a:pt x="63243" y="6075009"/>
                  </a:lnTo>
                  <a:lnTo>
                    <a:pt x="0" y="6050728"/>
                  </a:lnTo>
                  <a:lnTo>
                    <a:pt x="0" y="0"/>
                  </a:lnTo>
                  <a:lnTo>
                    <a:pt x="9109849" y="0"/>
                  </a:lnTo>
                  <a:lnTo>
                    <a:pt x="9108821" y="36203"/>
                  </a:lnTo>
                  <a:lnTo>
                    <a:pt x="9106818" y="91119"/>
                  </a:lnTo>
                  <a:lnTo>
                    <a:pt x="9104373" y="145923"/>
                  </a:lnTo>
                  <a:lnTo>
                    <a:pt x="9101490" y="200611"/>
                  </a:lnTo>
                  <a:lnTo>
                    <a:pt x="9098170" y="255182"/>
                  </a:lnTo>
                  <a:lnTo>
                    <a:pt x="9094414" y="309635"/>
                  </a:lnTo>
                  <a:lnTo>
                    <a:pt x="9090225" y="363967"/>
                  </a:lnTo>
                  <a:lnTo>
                    <a:pt x="9085604" y="418177"/>
                  </a:lnTo>
                  <a:lnTo>
                    <a:pt x="9080552" y="472264"/>
                  </a:lnTo>
                  <a:lnTo>
                    <a:pt x="9075072" y="526224"/>
                  </a:lnTo>
                  <a:lnTo>
                    <a:pt x="9069165" y="580058"/>
                  </a:lnTo>
                  <a:lnTo>
                    <a:pt x="9062833" y="633762"/>
                  </a:lnTo>
                  <a:lnTo>
                    <a:pt x="9056078" y="687336"/>
                  </a:lnTo>
                  <a:lnTo>
                    <a:pt x="9048901" y="740777"/>
                  </a:lnTo>
                  <a:lnTo>
                    <a:pt x="9041304" y="794084"/>
                  </a:lnTo>
                  <a:lnTo>
                    <a:pt x="9033289" y="847256"/>
                  </a:lnTo>
                  <a:lnTo>
                    <a:pt x="9024858" y="900289"/>
                  </a:lnTo>
                  <a:lnTo>
                    <a:pt x="9016012" y="953184"/>
                  </a:lnTo>
                  <a:lnTo>
                    <a:pt x="9006753" y="1005937"/>
                  </a:lnTo>
                  <a:lnTo>
                    <a:pt x="8997082" y="1058547"/>
                  </a:lnTo>
                  <a:lnTo>
                    <a:pt x="8987002" y="1111013"/>
                  </a:lnTo>
                  <a:lnTo>
                    <a:pt x="8976514" y="1163333"/>
                  </a:lnTo>
                  <a:lnTo>
                    <a:pt x="8965620" y="1215505"/>
                  </a:lnTo>
                  <a:lnTo>
                    <a:pt x="8954322" y="1267527"/>
                  </a:lnTo>
                  <a:lnTo>
                    <a:pt x="8942621" y="1319398"/>
                  </a:lnTo>
                  <a:lnTo>
                    <a:pt x="8930519" y="1371116"/>
                  </a:lnTo>
                  <a:lnTo>
                    <a:pt x="8918017" y="1422679"/>
                  </a:lnTo>
                  <a:lnTo>
                    <a:pt x="8905118" y="1474085"/>
                  </a:lnTo>
                  <a:lnTo>
                    <a:pt x="8891824" y="1525333"/>
                  </a:lnTo>
                  <a:lnTo>
                    <a:pt x="8878135" y="1576422"/>
                  </a:lnTo>
                  <a:lnTo>
                    <a:pt x="8864054" y="1627348"/>
                  </a:lnTo>
                  <a:lnTo>
                    <a:pt x="8849582" y="1678111"/>
                  </a:lnTo>
                  <a:lnTo>
                    <a:pt x="8834721" y="1728709"/>
                  </a:lnTo>
                  <a:lnTo>
                    <a:pt x="8819473" y="1779140"/>
                  </a:lnTo>
                  <a:lnTo>
                    <a:pt x="8803840" y="1829402"/>
                  </a:lnTo>
                  <a:lnTo>
                    <a:pt x="8787823" y="1879495"/>
                  </a:lnTo>
                  <a:lnTo>
                    <a:pt x="8771424" y="1929415"/>
                  </a:lnTo>
                  <a:lnTo>
                    <a:pt x="8754644" y="1979161"/>
                  </a:lnTo>
                  <a:lnTo>
                    <a:pt x="8737486" y="2028732"/>
                  </a:lnTo>
                  <a:lnTo>
                    <a:pt x="8719951" y="2078125"/>
                  </a:lnTo>
                  <a:lnTo>
                    <a:pt x="8702041" y="2127340"/>
                  </a:lnTo>
                  <a:lnTo>
                    <a:pt x="8683758" y="2176374"/>
                  </a:lnTo>
                  <a:lnTo>
                    <a:pt x="8665102" y="2225226"/>
                  </a:lnTo>
                  <a:lnTo>
                    <a:pt x="8646077" y="2273894"/>
                  </a:lnTo>
                  <a:lnTo>
                    <a:pt x="8626684" y="2322376"/>
                  </a:lnTo>
                  <a:lnTo>
                    <a:pt x="8606924" y="2370670"/>
                  </a:lnTo>
                  <a:lnTo>
                    <a:pt x="8586799" y="2418775"/>
                  </a:lnTo>
                  <a:lnTo>
                    <a:pt x="8566311" y="2466689"/>
                  </a:lnTo>
                  <a:lnTo>
                    <a:pt x="8545462" y="2514411"/>
                  </a:lnTo>
                  <a:lnTo>
                    <a:pt x="8524253" y="2561938"/>
                  </a:lnTo>
                  <a:lnTo>
                    <a:pt x="8502686" y="2609269"/>
                  </a:lnTo>
                  <a:lnTo>
                    <a:pt x="8480763" y="2656402"/>
                  </a:lnTo>
                  <a:lnTo>
                    <a:pt x="8458485" y="2703335"/>
                  </a:lnTo>
                  <a:lnTo>
                    <a:pt x="8435855" y="2750068"/>
                  </a:lnTo>
                  <a:lnTo>
                    <a:pt x="8412873" y="2796597"/>
                  </a:lnTo>
                  <a:lnTo>
                    <a:pt x="8389543" y="2842921"/>
                  </a:lnTo>
                  <a:lnTo>
                    <a:pt x="8365864" y="2889039"/>
                  </a:lnTo>
                  <a:lnTo>
                    <a:pt x="8341840" y="2934949"/>
                  </a:lnTo>
                  <a:lnTo>
                    <a:pt x="8317471" y="2980649"/>
                  </a:lnTo>
                  <a:lnTo>
                    <a:pt x="8292761" y="3026137"/>
                  </a:lnTo>
                  <a:lnTo>
                    <a:pt x="8267709" y="3071412"/>
                  </a:lnTo>
                  <a:lnTo>
                    <a:pt x="8242318" y="3116472"/>
                  </a:lnTo>
                  <a:lnTo>
                    <a:pt x="8216591" y="3161315"/>
                  </a:lnTo>
                  <a:lnTo>
                    <a:pt x="8190527" y="3205940"/>
                  </a:lnTo>
                  <a:lnTo>
                    <a:pt x="8164130" y="3250344"/>
                  </a:lnTo>
                  <a:lnTo>
                    <a:pt x="8137400" y="3294527"/>
                  </a:lnTo>
                  <a:lnTo>
                    <a:pt x="8110341" y="3338485"/>
                  </a:lnTo>
                  <a:lnTo>
                    <a:pt x="8082952" y="3382219"/>
                  </a:lnTo>
                  <a:lnTo>
                    <a:pt x="8055237" y="3425725"/>
                  </a:lnTo>
                  <a:lnTo>
                    <a:pt x="8027196" y="3469002"/>
                  </a:lnTo>
                  <a:lnTo>
                    <a:pt x="7998832" y="3512049"/>
                  </a:lnTo>
                  <a:lnTo>
                    <a:pt x="7970146" y="3554864"/>
                  </a:lnTo>
                  <a:lnTo>
                    <a:pt x="7941140" y="3597444"/>
                  </a:lnTo>
                  <a:lnTo>
                    <a:pt x="7911816" y="3639789"/>
                  </a:lnTo>
                  <a:lnTo>
                    <a:pt x="7882175" y="3681897"/>
                  </a:lnTo>
                  <a:lnTo>
                    <a:pt x="7852219" y="3723765"/>
                  </a:lnTo>
                  <a:lnTo>
                    <a:pt x="7821950" y="3765392"/>
                  </a:lnTo>
                  <a:lnTo>
                    <a:pt x="7791369" y="3806777"/>
                  </a:lnTo>
                  <a:lnTo>
                    <a:pt x="7760479" y="3847918"/>
                  </a:lnTo>
                  <a:lnTo>
                    <a:pt x="7729281" y="3888812"/>
                  </a:lnTo>
                  <a:lnTo>
                    <a:pt x="7697776" y="3929459"/>
                  </a:lnTo>
                  <a:lnTo>
                    <a:pt x="7665967" y="3969856"/>
                  </a:lnTo>
                  <a:lnTo>
                    <a:pt x="7633855" y="4010002"/>
                  </a:lnTo>
                  <a:lnTo>
                    <a:pt x="7601442" y="4049895"/>
                  </a:lnTo>
                  <a:lnTo>
                    <a:pt x="7568730" y="4089533"/>
                  </a:lnTo>
                  <a:lnTo>
                    <a:pt x="7535720" y="4128915"/>
                  </a:lnTo>
                  <a:lnTo>
                    <a:pt x="7502413" y="4168039"/>
                  </a:lnTo>
                  <a:lnTo>
                    <a:pt x="7468813" y="4206903"/>
                  </a:lnTo>
                  <a:lnTo>
                    <a:pt x="7434920" y="4245505"/>
                  </a:lnTo>
                  <a:lnTo>
                    <a:pt x="7400736" y="4283844"/>
                  </a:lnTo>
                  <a:lnTo>
                    <a:pt x="7366263" y="4321919"/>
                  </a:lnTo>
                  <a:lnTo>
                    <a:pt x="7331503" y="4359726"/>
                  </a:lnTo>
                  <a:lnTo>
                    <a:pt x="7296457" y="4397265"/>
                  </a:lnTo>
                  <a:lnTo>
                    <a:pt x="7261128" y="4434534"/>
                  </a:lnTo>
                  <a:lnTo>
                    <a:pt x="7225516" y="4471531"/>
                  </a:lnTo>
                  <a:lnTo>
                    <a:pt x="7189623" y="4508255"/>
                  </a:lnTo>
                  <a:lnTo>
                    <a:pt x="7153452" y="4544703"/>
                  </a:lnTo>
                  <a:lnTo>
                    <a:pt x="7117004" y="4580874"/>
                  </a:lnTo>
                  <a:lnTo>
                    <a:pt x="7080280" y="4616767"/>
                  </a:lnTo>
                  <a:lnTo>
                    <a:pt x="7043283" y="4652379"/>
                  </a:lnTo>
                  <a:lnTo>
                    <a:pt x="7006014" y="4687709"/>
                  </a:lnTo>
                  <a:lnTo>
                    <a:pt x="6968475" y="4722754"/>
                  </a:lnTo>
                  <a:lnTo>
                    <a:pt x="6930668" y="4757515"/>
                  </a:lnTo>
                  <a:lnTo>
                    <a:pt x="6892593" y="4791987"/>
                  </a:lnTo>
                  <a:lnTo>
                    <a:pt x="6854254" y="4826171"/>
                  </a:lnTo>
                  <a:lnTo>
                    <a:pt x="6815652" y="4860064"/>
                  </a:lnTo>
                  <a:lnTo>
                    <a:pt x="6776788" y="4893664"/>
                  </a:lnTo>
                  <a:lnTo>
                    <a:pt x="6737664" y="4926971"/>
                  </a:lnTo>
                  <a:lnTo>
                    <a:pt x="6698282" y="4959981"/>
                  </a:lnTo>
                  <a:lnTo>
                    <a:pt x="6658643" y="4992693"/>
                  </a:lnTo>
                  <a:lnTo>
                    <a:pt x="6618750" y="5025106"/>
                  </a:lnTo>
                  <a:lnTo>
                    <a:pt x="6578605" y="5057218"/>
                  </a:lnTo>
                  <a:lnTo>
                    <a:pt x="6538207" y="5089028"/>
                  </a:lnTo>
                  <a:lnTo>
                    <a:pt x="6497561" y="5120532"/>
                  </a:lnTo>
                  <a:lnTo>
                    <a:pt x="6456666" y="5151730"/>
                  </a:lnTo>
                  <a:lnTo>
                    <a:pt x="6415526" y="5182621"/>
                  </a:lnTo>
                  <a:lnTo>
                    <a:pt x="6374141" y="5213201"/>
                  </a:lnTo>
                  <a:lnTo>
                    <a:pt x="6332514" y="5243470"/>
                  </a:lnTo>
                  <a:lnTo>
                    <a:pt x="6290646" y="5273426"/>
                  </a:lnTo>
                  <a:lnTo>
                    <a:pt x="6248538" y="5303067"/>
                  </a:lnTo>
                  <a:lnTo>
                    <a:pt x="6206193" y="5332391"/>
                  </a:lnTo>
                  <a:lnTo>
                    <a:pt x="6163613" y="5361397"/>
                  </a:lnTo>
                  <a:lnTo>
                    <a:pt x="6120798" y="5390083"/>
                  </a:lnTo>
                  <a:lnTo>
                    <a:pt x="6077751" y="5418447"/>
                  </a:lnTo>
                  <a:lnTo>
                    <a:pt x="6034474" y="5446488"/>
                  </a:lnTo>
                  <a:lnTo>
                    <a:pt x="5990968" y="5474203"/>
                  </a:lnTo>
                  <a:lnTo>
                    <a:pt x="5947234" y="5501592"/>
                  </a:lnTo>
                  <a:lnTo>
                    <a:pt x="5903276" y="5528652"/>
                  </a:lnTo>
                  <a:lnTo>
                    <a:pt x="5859093" y="5555381"/>
                  </a:lnTo>
                  <a:lnTo>
                    <a:pt x="5814689" y="5581778"/>
                  </a:lnTo>
                  <a:lnTo>
                    <a:pt x="5770064" y="5607842"/>
                  </a:lnTo>
                  <a:lnTo>
                    <a:pt x="5725221" y="5633570"/>
                  </a:lnTo>
                  <a:lnTo>
                    <a:pt x="5680161" y="5658960"/>
                  </a:lnTo>
                  <a:lnTo>
                    <a:pt x="5634886" y="5684012"/>
                  </a:lnTo>
                  <a:lnTo>
                    <a:pt x="5589398" y="5708723"/>
                  </a:lnTo>
                  <a:lnTo>
                    <a:pt x="5497788" y="5757115"/>
                  </a:lnTo>
                  <a:lnTo>
                    <a:pt x="5405346" y="5804124"/>
                  </a:lnTo>
                  <a:lnTo>
                    <a:pt x="5312084" y="5849736"/>
                  </a:lnTo>
                  <a:lnTo>
                    <a:pt x="5218018" y="5893937"/>
                  </a:lnTo>
                  <a:lnTo>
                    <a:pt x="5123160" y="5936713"/>
                  </a:lnTo>
                  <a:lnTo>
                    <a:pt x="5027524" y="5978050"/>
                  </a:lnTo>
                  <a:lnTo>
                    <a:pt x="4931125" y="6017935"/>
                  </a:lnTo>
                  <a:lnTo>
                    <a:pt x="4833975" y="6056354"/>
                  </a:lnTo>
                  <a:lnTo>
                    <a:pt x="4736089" y="6093292"/>
                  </a:lnTo>
                  <a:lnTo>
                    <a:pt x="4637481" y="6128737"/>
                  </a:lnTo>
                  <a:lnTo>
                    <a:pt x="4538164" y="6162675"/>
                  </a:lnTo>
                  <a:lnTo>
                    <a:pt x="4438151" y="6195091"/>
                  </a:lnTo>
                  <a:lnTo>
                    <a:pt x="4337458" y="6225972"/>
                  </a:lnTo>
                  <a:lnTo>
                    <a:pt x="4236097" y="6255305"/>
                  </a:lnTo>
                  <a:lnTo>
                    <a:pt x="4134082" y="6283075"/>
                  </a:lnTo>
                  <a:lnTo>
                    <a:pt x="4031428" y="6309268"/>
                  </a:lnTo>
                  <a:lnTo>
                    <a:pt x="3928147" y="6333872"/>
                  </a:lnTo>
                  <a:lnTo>
                    <a:pt x="3824254" y="6356871"/>
                  </a:lnTo>
                  <a:lnTo>
                    <a:pt x="3719762" y="6378253"/>
                  </a:lnTo>
                  <a:lnTo>
                    <a:pt x="3614686" y="6398004"/>
                  </a:lnTo>
                  <a:lnTo>
                    <a:pt x="3509038" y="6416109"/>
                  </a:lnTo>
                  <a:lnTo>
                    <a:pt x="3402833" y="6432556"/>
                  </a:lnTo>
                  <a:lnTo>
                    <a:pt x="3296085" y="6447329"/>
                  </a:lnTo>
                  <a:lnTo>
                    <a:pt x="3188807" y="6460416"/>
                  </a:lnTo>
                  <a:lnTo>
                    <a:pt x="3081013" y="6471803"/>
                  </a:lnTo>
                  <a:lnTo>
                    <a:pt x="2972716" y="6481476"/>
                  </a:lnTo>
                  <a:lnTo>
                    <a:pt x="2863931" y="6489421"/>
                  </a:lnTo>
                  <a:lnTo>
                    <a:pt x="2754672" y="6495624"/>
                  </a:lnTo>
                  <a:lnTo>
                    <a:pt x="2699868" y="6498069"/>
                  </a:lnTo>
                  <a:lnTo>
                    <a:pt x="2644951" y="6500072"/>
                  </a:lnTo>
                  <a:lnTo>
                    <a:pt x="2589923" y="6501634"/>
                  </a:lnTo>
                  <a:lnTo>
                    <a:pt x="2534784" y="6502751"/>
                  </a:lnTo>
                  <a:lnTo>
                    <a:pt x="2479537" y="6503423"/>
                  </a:lnTo>
                  <a:lnTo>
                    <a:pt x="2424290" y="6503647"/>
                  </a:lnTo>
                  <a:close/>
                </a:path>
              </a:pathLst>
            </a:custGeom>
            <a:solidFill>
              <a:srgbClr val="FAFAFA">
                <a:alpha val="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9880" y="4033456"/>
              <a:ext cx="809625" cy="582930"/>
            </a:xfrm>
            <a:custGeom>
              <a:avLst/>
              <a:gdLst/>
              <a:ahLst/>
              <a:cxnLst/>
              <a:rect l="l" t="t" r="r" b="b"/>
              <a:pathLst>
                <a:path w="809625" h="582929">
                  <a:moveTo>
                    <a:pt x="415239" y="290918"/>
                  </a:moveTo>
                  <a:lnTo>
                    <a:pt x="412381" y="232410"/>
                  </a:lnTo>
                  <a:lnTo>
                    <a:pt x="404012" y="179997"/>
                  </a:lnTo>
                  <a:lnTo>
                    <a:pt x="390296" y="133718"/>
                  </a:lnTo>
                  <a:lnTo>
                    <a:pt x="371436" y="93891"/>
                  </a:lnTo>
                  <a:lnTo>
                    <a:pt x="347662" y="60744"/>
                  </a:lnTo>
                  <a:lnTo>
                    <a:pt x="329590" y="44119"/>
                  </a:lnTo>
                  <a:lnTo>
                    <a:pt x="329590" y="290918"/>
                  </a:lnTo>
                  <a:lnTo>
                    <a:pt x="325869" y="356069"/>
                  </a:lnTo>
                  <a:lnTo>
                    <a:pt x="314947" y="410108"/>
                  </a:lnTo>
                  <a:lnTo>
                    <a:pt x="297230" y="452716"/>
                  </a:lnTo>
                  <a:lnTo>
                    <a:pt x="273151" y="483565"/>
                  </a:lnTo>
                  <a:lnTo>
                    <a:pt x="207479" y="508635"/>
                  </a:lnTo>
                  <a:lnTo>
                    <a:pt x="171958" y="502310"/>
                  </a:lnTo>
                  <a:lnTo>
                    <a:pt x="117856" y="452716"/>
                  </a:lnTo>
                  <a:lnTo>
                    <a:pt x="100164" y="410108"/>
                  </a:lnTo>
                  <a:lnTo>
                    <a:pt x="89281" y="356069"/>
                  </a:lnTo>
                  <a:lnTo>
                    <a:pt x="85636" y="290918"/>
                  </a:lnTo>
                  <a:lnTo>
                    <a:pt x="89408" y="225869"/>
                  </a:lnTo>
                  <a:lnTo>
                    <a:pt x="100406" y="171856"/>
                  </a:lnTo>
                  <a:lnTo>
                    <a:pt x="118173" y="129235"/>
                  </a:lnTo>
                  <a:lnTo>
                    <a:pt x="142252" y="98348"/>
                  </a:lnTo>
                  <a:lnTo>
                    <a:pt x="207479" y="73215"/>
                  </a:lnTo>
                  <a:lnTo>
                    <a:pt x="242900" y="79552"/>
                  </a:lnTo>
                  <a:lnTo>
                    <a:pt x="297027" y="129235"/>
                  </a:lnTo>
                  <a:lnTo>
                    <a:pt x="314820" y="171856"/>
                  </a:lnTo>
                  <a:lnTo>
                    <a:pt x="325818" y="225869"/>
                  </a:lnTo>
                  <a:lnTo>
                    <a:pt x="329590" y="290918"/>
                  </a:lnTo>
                  <a:lnTo>
                    <a:pt x="329590" y="44119"/>
                  </a:lnTo>
                  <a:lnTo>
                    <a:pt x="319176" y="34531"/>
                  </a:lnTo>
                  <a:lnTo>
                    <a:pt x="286181" y="15519"/>
                  </a:lnTo>
                  <a:lnTo>
                    <a:pt x="248881" y="3924"/>
                  </a:lnTo>
                  <a:lnTo>
                    <a:pt x="207479" y="0"/>
                  </a:lnTo>
                  <a:lnTo>
                    <a:pt x="166141" y="3924"/>
                  </a:lnTo>
                  <a:lnTo>
                    <a:pt x="128930" y="15481"/>
                  </a:lnTo>
                  <a:lnTo>
                    <a:pt x="67525" y="60655"/>
                  </a:lnTo>
                  <a:lnTo>
                    <a:pt x="43764" y="93776"/>
                  </a:lnTo>
                  <a:lnTo>
                    <a:pt x="24930" y="133604"/>
                  </a:lnTo>
                  <a:lnTo>
                    <a:pt x="11214" y="179895"/>
                  </a:lnTo>
                  <a:lnTo>
                    <a:pt x="2832" y="232486"/>
                  </a:lnTo>
                  <a:lnTo>
                    <a:pt x="0" y="290918"/>
                  </a:lnTo>
                  <a:lnTo>
                    <a:pt x="2730" y="349758"/>
                  </a:lnTo>
                  <a:lnTo>
                    <a:pt x="11010" y="402501"/>
                  </a:lnTo>
                  <a:lnTo>
                    <a:pt x="24625" y="448957"/>
                  </a:lnTo>
                  <a:lnTo>
                    <a:pt x="43383" y="488873"/>
                  </a:lnTo>
                  <a:lnTo>
                    <a:pt x="67094" y="522046"/>
                  </a:lnTo>
                  <a:lnTo>
                    <a:pt x="95542" y="548233"/>
                  </a:lnTo>
                  <a:lnTo>
                    <a:pt x="165938" y="578764"/>
                  </a:lnTo>
                  <a:lnTo>
                    <a:pt x="207479" y="582676"/>
                  </a:lnTo>
                  <a:lnTo>
                    <a:pt x="249097" y="578764"/>
                  </a:lnTo>
                  <a:lnTo>
                    <a:pt x="286512" y="567207"/>
                  </a:lnTo>
                  <a:lnTo>
                    <a:pt x="348005" y="522046"/>
                  </a:lnTo>
                  <a:lnTo>
                    <a:pt x="371716" y="488873"/>
                  </a:lnTo>
                  <a:lnTo>
                    <a:pt x="390474" y="448957"/>
                  </a:lnTo>
                  <a:lnTo>
                    <a:pt x="404114" y="402501"/>
                  </a:lnTo>
                  <a:lnTo>
                    <a:pt x="412432" y="349758"/>
                  </a:lnTo>
                  <a:lnTo>
                    <a:pt x="415239" y="290918"/>
                  </a:lnTo>
                  <a:close/>
                </a:path>
                <a:path w="809625" h="582929">
                  <a:moveTo>
                    <a:pt x="809561" y="7734"/>
                  </a:moveTo>
                  <a:lnTo>
                    <a:pt x="428574" y="7734"/>
                  </a:lnTo>
                  <a:lnTo>
                    <a:pt x="428574" y="81508"/>
                  </a:lnTo>
                  <a:lnTo>
                    <a:pt x="720331" y="81508"/>
                  </a:lnTo>
                  <a:lnTo>
                    <a:pt x="720331" y="85648"/>
                  </a:lnTo>
                  <a:lnTo>
                    <a:pt x="467804" y="573557"/>
                  </a:lnTo>
                  <a:lnTo>
                    <a:pt x="557606" y="573557"/>
                  </a:lnTo>
                  <a:lnTo>
                    <a:pt x="809561" y="84264"/>
                  </a:lnTo>
                  <a:lnTo>
                    <a:pt x="809561" y="7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0196" y="4501743"/>
              <a:ext cx="110787" cy="11051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17447" y="4773053"/>
              <a:ext cx="6930390" cy="700405"/>
            </a:xfrm>
            <a:custGeom>
              <a:avLst/>
              <a:gdLst/>
              <a:ahLst/>
              <a:cxnLst/>
              <a:rect l="l" t="t" r="r" b="b"/>
              <a:pathLst>
                <a:path w="6930390" h="700404">
                  <a:moveTo>
                    <a:pt x="361645" y="311086"/>
                  </a:moveTo>
                  <a:lnTo>
                    <a:pt x="353669" y="266166"/>
                  </a:lnTo>
                  <a:lnTo>
                    <a:pt x="331622" y="228803"/>
                  </a:lnTo>
                  <a:lnTo>
                    <a:pt x="297395" y="200393"/>
                  </a:lnTo>
                  <a:lnTo>
                    <a:pt x="291744" y="198107"/>
                  </a:lnTo>
                  <a:lnTo>
                    <a:pt x="291744" y="311086"/>
                  </a:lnTo>
                  <a:lnTo>
                    <a:pt x="284670" y="343065"/>
                  </a:lnTo>
                  <a:lnTo>
                    <a:pt x="265633" y="367347"/>
                  </a:lnTo>
                  <a:lnTo>
                    <a:pt x="236651" y="382765"/>
                  </a:lnTo>
                  <a:lnTo>
                    <a:pt x="199745" y="388175"/>
                  </a:lnTo>
                  <a:lnTo>
                    <a:pt x="162458" y="382765"/>
                  </a:lnTo>
                  <a:lnTo>
                    <a:pt x="133540" y="367347"/>
                  </a:lnTo>
                  <a:lnTo>
                    <a:pt x="114935" y="343065"/>
                  </a:lnTo>
                  <a:lnTo>
                    <a:pt x="108572" y="311086"/>
                  </a:lnTo>
                  <a:lnTo>
                    <a:pt x="114935" y="279590"/>
                  </a:lnTo>
                  <a:lnTo>
                    <a:pt x="133540" y="255485"/>
                  </a:lnTo>
                  <a:lnTo>
                    <a:pt x="162458" y="239991"/>
                  </a:lnTo>
                  <a:lnTo>
                    <a:pt x="199745" y="234289"/>
                  </a:lnTo>
                  <a:lnTo>
                    <a:pt x="236651" y="239991"/>
                  </a:lnTo>
                  <a:lnTo>
                    <a:pt x="265633" y="255485"/>
                  </a:lnTo>
                  <a:lnTo>
                    <a:pt x="284670" y="279590"/>
                  </a:lnTo>
                  <a:lnTo>
                    <a:pt x="291744" y="311086"/>
                  </a:lnTo>
                  <a:lnTo>
                    <a:pt x="291744" y="198107"/>
                  </a:lnTo>
                  <a:lnTo>
                    <a:pt x="252806" y="182321"/>
                  </a:lnTo>
                  <a:lnTo>
                    <a:pt x="199745" y="175983"/>
                  </a:lnTo>
                  <a:lnTo>
                    <a:pt x="146710" y="182321"/>
                  </a:lnTo>
                  <a:lnTo>
                    <a:pt x="102260" y="200393"/>
                  </a:lnTo>
                  <a:lnTo>
                    <a:pt x="68275" y="228803"/>
                  </a:lnTo>
                  <a:lnTo>
                    <a:pt x="46634" y="266166"/>
                  </a:lnTo>
                  <a:lnTo>
                    <a:pt x="39230" y="311086"/>
                  </a:lnTo>
                  <a:lnTo>
                    <a:pt x="46634" y="355765"/>
                  </a:lnTo>
                  <a:lnTo>
                    <a:pt x="68275" y="393039"/>
                  </a:lnTo>
                  <a:lnTo>
                    <a:pt x="102260" y="421449"/>
                  </a:lnTo>
                  <a:lnTo>
                    <a:pt x="146710" y="439559"/>
                  </a:lnTo>
                  <a:lnTo>
                    <a:pt x="199745" y="445909"/>
                  </a:lnTo>
                  <a:lnTo>
                    <a:pt x="252806" y="439559"/>
                  </a:lnTo>
                  <a:lnTo>
                    <a:pt x="297395" y="421449"/>
                  </a:lnTo>
                  <a:lnTo>
                    <a:pt x="331622" y="393039"/>
                  </a:lnTo>
                  <a:lnTo>
                    <a:pt x="334505" y="388175"/>
                  </a:lnTo>
                  <a:lnTo>
                    <a:pt x="353669" y="355765"/>
                  </a:lnTo>
                  <a:lnTo>
                    <a:pt x="361645" y="311086"/>
                  </a:lnTo>
                  <a:close/>
                </a:path>
                <a:path w="6930390" h="700404">
                  <a:moveTo>
                    <a:pt x="393966" y="82613"/>
                  </a:moveTo>
                  <a:lnTo>
                    <a:pt x="237312" y="82613"/>
                  </a:lnTo>
                  <a:lnTo>
                    <a:pt x="237312" y="0"/>
                  </a:lnTo>
                  <a:lnTo>
                    <a:pt x="163550" y="0"/>
                  </a:lnTo>
                  <a:lnTo>
                    <a:pt x="163550" y="82613"/>
                  </a:lnTo>
                  <a:lnTo>
                    <a:pt x="0" y="82613"/>
                  </a:lnTo>
                  <a:lnTo>
                    <a:pt x="0" y="142278"/>
                  </a:lnTo>
                  <a:lnTo>
                    <a:pt x="393966" y="142278"/>
                  </a:lnTo>
                  <a:lnTo>
                    <a:pt x="393966" y="82613"/>
                  </a:lnTo>
                  <a:close/>
                </a:path>
                <a:path w="6930390" h="700404">
                  <a:moveTo>
                    <a:pt x="582663" y="825"/>
                  </a:moveTo>
                  <a:lnTo>
                    <a:pt x="508622" y="825"/>
                  </a:lnTo>
                  <a:lnTo>
                    <a:pt x="508622" y="183172"/>
                  </a:lnTo>
                  <a:lnTo>
                    <a:pt x="395897" y="183172"/>
                  </a:lnTo>
                  <a:lnTo>
                    <a:pt x="395897" y="243954"/>
                  </a:lnTo>
                  <a:lnTo>
                    <a:pt x="508622" y="243954"/>
                  </a:lnTo>
                  <a:lnTo>
                    <a:pt x="508622" y="330708"/>
                  </a:lnTo>
                  <a:lnTo>
                    <a:pt x="395897" y="330708"/>
                  </a:lnTo>
                  <a:lnTo>
                    <a:pt x="395897" y="390105"/>
                  </a:lnTo>
                  <a:lnTo>
                    <a:pt x="508622" y="390105"/>
                  </a:lnTo>
                  <a:lnTo>
                    <a:pt x="508622" y="534873"/>
                  </a:lnTo>
                  <a:lnTo>
                    <a:pt x="582663" y="534873"/>
                  </a:lnTo>
                  <a:lnTo>
                    <a:pt x="582663" y="825"/>
                  </a:lnTo>
                  <a:close/>
                </a:path>
                <a:path w="6930390" h="700404">
                  <a:moveTo>
                    <a:pt x="598411" y="625221"/>
                  </a:moveTo>
                  <a:lnTo>
                    <a:pt x="200291" y="625221"/>
                  </a:lnTo>
                  <a:lnTo>
                    <a:pt x="200291" y="487908"/>
                  </a:lnTo>
                  <a:lnTo>
                    <a:pt x="125425" y="487908"/>
                  </a:lnTo>
                  <a:lnTo>
                    <a:pt x="125425" y="686003"/>
                  </a:lnTo>
                  <a:lnTo>
                    <a:pt x="598411" y="686003"/>
                  </a:lnTo>
                  <a:lnTo>
                    <a:pt x="598411" y="625221"/>
                  </a:lnTo>
                  <a:close/>
                </a:path>
                <a:path w="6930390" h="700404">
                  <a:moveTo>
                    <a:pt x="996607" y="477964"/>
                  </a:moveTo>
                  <a:lnTo>
                    <a:pt x="956246" y="451840"/>
                  </a:lnTo>
                  <a:lnTo>
                    <a:pt x="922451" y="419036"/>
                  </a:lnTo>
                  <a:lnTo>
                    <a:pt x="895083" y="380441"/>
                  </a:lnTo>
                  <a:lnTo>
                    <a:pt x="881062" y="351421"/>
                  </a:lnTo>
                  <a:lnTo>
                    <a:pt x="874039" y="336905"/>
                  </a:lnTo>
                  <a:lnTo>
                    <a:pt x="859155" y="289293"/>
                  </a:lnTo>
                  <a:lnTo>
                    <a:pt x="850328" y="238506"/>
                  </a:lnTo>
                  <a:lnTo>
                    <a:pt x="847420" y="185381"/>
                  </a:lnTo>
                  <a:lnTo>
                    <a:pt x="847420" y="140627"/>
                  </a:lnTo>
                  <a:lnTo>
                    <a:pt x="969530" y="140627"/>
                  </a:lnTo>
                  <a:lnTo>
                    <a:pt x="969530" y="80124"/>
                  </a:lnTo>
                  <a:lnTo>
                    <a:pt x="644347" y="80124"/>
                  </a:lnTo>
                  <a:lnTo>
                    <a:pt x="644347" y="140627"/>
                  </a:lnTo>
                  <a:lnTo>
                    <a:pt x="775589" y="140627"/>
                  </a:lnTo>
                  <a:lnTo>
                    <a:pt x="775589" y="185381"/>
                  </a:lnTo>
                  <a:lnTo>
                    <a:pt x="773328" y="236639"/>
                  </a:lnTo>
                  <a:lnTo>
                    <a:pt x="766508" y="285635"/>
                  </a:lnTo>
                  <a:lnTo>
                    <a:pt x="755053" y="331851"/>
                  </a:lnTo>
                  <a:lnTo>
                    <a:pt x="738873" y="374738"/>
                  </a:lnTo>
                  <a:lnTo>
                    <a:pt x="717892" y="413778"/>
                  </a:lnTo>
                  <a:lnTo>
                    <a:pt x="692010" y="448449"/>
                  </a:lnTo>
                  <a:lnTo>
                    <a:pt x="661174" y="478218"/>
                  </a:lnTo>
                  <a:lnTo>
                    <a:pt x="625284" y="502551"/>
                  </a:lnTo>
                  <a:lnTo>
                    <a:pt x="671423" y="559181"/>
                  </a:lnTo>
                  <a:lnTo>
                    <a:pt x="711225" y="530174"/>
                  </a:lnTo>
                  <a:lnTo>
                    <a:pt x="745185" y="494284"/>
                  </a:lnTo>
                  <a:lnTo>
                    <a:pt x="773417" y="452132"/>
                  </a:lnTo>
                  <a:lnTo>
                    <a:pt x="796036" y="404304"/>
                  </a:lnTo>
                  <a:lnTo>
                    <a:pt x="813155" y="351421"/>
                  </a:lnTo>
                  <a:lnTo>
                    <a:pt x="830618" y="398005"/>
                  </a:lnTo>
                  <a:lnTo>
                    <a:pt x="853211" y="440232"/>
                  </a:lnTo>
                  <a:lnTo>
                    <a:pt x="881075" y="477494"/>
                  </a:lnTo>
                  <a:lnTo>
                    <a:pt x="914285" y="509244"/>
                  </a:lnTo>
                  <a:lnTo>
                    <a:pt x="952957" y="534873"/>
                  </a:lnTo>
                  <a:lnTo>
                    <a:pt x="996607" y="477964"/>
                  </a:lnTo>
                  <a:close/>
                </a:path>
                <a:path w="6930390" h="700404">
                  <a:moveTo>
                    <a:pt x="1239456" y="279"/>
                  </a:moveTo>
                  <a:lnTo>
                    <a:pt x="1168450" y="279"/>
                  </a:lnTo>
                  <a:lnTo>
                    <a:pt x="1168450" y="278765"/>
                  </a:lnTo>
                  <a:lnTo>
                    <a:pt x="1084745" y="278765"/>
                  </a:lnTo>
                  <a:lnTo>
                    <a:pt x="1084745" y="13817"/>
                  </a:lnTo>
                  <a:lnTo>
                    <a:pt x="1014564" y="13817"/>
                  </a:lnTo>
                  <a:lnTo>
                    <a:pt x="1014564" y="665822"/>
                  </a:lnTo>
                  <a:lnTo>
                    <a:pt x="1084745" y="665822"/>
                  </a:lnTo>
                  <a:lnTo>
                    <a:pt x="1084745" y="340931"/>
                  </a:lnTo>
                  <a:lnTo>
                    <a:pt x="1168450" y="340931"/>
                  </a:lnTo>
                  <a:lnTo>
                    <a:pt x="1168450" y="700366"/>
                  </a:lnTo>
                  <a:lnTo>
                    <a:pt x="1239456" y="700366"/>
                  </a:lnTo>
                  <a:lnTo>
                    <a:pt x="1239456" y="340931"/>
                  </a:lnTo>
                  <a:lnTo>
                    <a:pt x="1239456" y="278765"/>
                  </a:lnTo>
                  <a:lnTo>
                    <a:pt x="1239456" y="279"/>
                  </a:lnTo>
                  <a:close/>
                </a:path>
                <a:path w="6930390" h="700404">
                  <a:moveTo>
                    <a:pt x="1789112" y="308597"/>
                  </a:moveTo>
                  <a:lnTo>
                    <a:pt x="1780984" y="263944"/>
                  </a:lnTo>
                  <a:lnTo>
                    <a:pt x="1762048" y="233451"/>
                  </a:lnTo>
                  <a:lnTo>
                    <a:pt x="1758162" y="227190"/>
                  </a:lnTo>
                  <a:lnTo>
                    <a:pt x="1722437" y="199517"/>
                  </a:lnTo>
                  <a:lnTo>
                    <a:pt x="1718932" y="198221"/>
                  </a:lnTo>
                  <a:lnTo>
                    <a:pt x="1718932" y="308597"/>
                  </a:lnTo>
                  <a:lnTo>
                    <a:pt x="1711477" y="339153"/>
                  </a:lnTo>
                  <a:lnTo>
                    <a:pt x="1691170" y="362165"/>
                  </a:lnTo>
                  <a:lnTo>
                    <a:pt x="1659877" y="376631"/>
                  </a:lnTo>
                  <a:lnTo>
                    <a:pt x="1619478" y="381533"/>
                  </a:lnTo>
                  <a:lnTo>
                    <a:pt x="1578762" y="376631"/>
                  </a:lnTo>
                  <a:lnTo>
                    <a:pt x="1547431" y="362165"/>
                  </a:lnTo>
                  <a:lnTo>
                    <a:pt x="1527403" y="339153"/>
                  </a:lnTo>
                  <a:lnTo>
                    <a:pt x="1520571" y="308597"/>
                  </a:lnTo>
                  <a:lnTo>
                    <a:pt x="1527403" y="277279"/>
                  </a:lnTo>
                  <a:lnTo>
                    <a:pt x="1547431" y="253619"/>
                  </a:lnTo>
                  <a:lnTo>
                    <a:pt x="1578762" y="238671"/>
                  </a:lnTo>
                  <a:lnTo>
                    <a:pt x="1619478" y="233451"/>
                  </a:lnTo>
                  <a:lnTo>
                    <a:pt x="1659877" y="238671"/>
                  </a:lnTo>
                  <a:lnTo>
                    <a:pt x="1691170" y="253619"/>
                  </a:lnTo>
                  <a:lnTo>
                    <a:pt x="1711477" y="277279"/>
                  </a:lnTo>
                  <a:lnTo>
                    <a:pt x="1718932" y="308597"/>
                  </a:lnTo>
                  <a:lnTo>
                    <a:pt x="1718932" y="198221"/>
                  </a:lnTo>
                  <a:lnTo>
                    <a:pt x="1675599" y="182067"/>
                  </a:lnTo>
                  <a:lnTo>
                    <a:pt x="1619478" y="175983"/>
                  </a:lnTo>
                  <a:lnTo>
                    <a:pt x="1562684" y="182067"/>
                  </a:lnTo>
                  <a:lnTo>
                    <a:pt x="1515465" y="199517"/>
                  </a:lnTo>
                  <a:lnTo>
                    <a:pt x="1479613" y="227190"/>
                  </a:lnTo>
                  <a:lnTo>
                    <a:pt x="1456880" y="263944"/>
                  </a:lnTo>
                  <a:lnTo>
                    <a:pt x="1449006" y="308597"/>
                  </a:lnTo>
                  <a:lnTo>
                    <a:pt x="1456880" y="352539"/>
                  </a:lnTo>
                  <a:lnTo>
                    <a:pt x="1479613" y="388734"/>
                  </a:lnTo>
                  <a:lnTo>
                    <a:pt x="1515465" y="416039"/>
                  </a:lnTo>
                  <a:lnTo>
                    <a:pt x="1562684" y="433273"/>
                  </a:lnTo>
                  <a:lnTo>
                    <a:pt x="1619478" y="439280"/>
                  </a:lnTo>
                  <a:lnTo>
                    <a:pt x="1675599" y="433273"/>
                  </a:lnTo>
                  <a:lnTo>
                    <a:pt x="1722437" y="416039"/>
                  </a:lnTo>
                  <a:lnTo>
                    <a:pt x="1758162" y="388734"/>
                  </a:lnTo>
                  <a:lnTo>
                    <a:pt x="1762696" y="381533"/>
                  </a:lnTo>
                  <a:lnTo>
                    <a:pt x="1780984" y="352539"/>
                  </a:lnTo>
                  <a:lnTo>
                    <a:pt x="1789112" y="308597"/>
                  </a:lnTo>
                  <a:close/>
                </a:path>
                <a:path w="6930390" h="700404">
                  <a:moveTo>
                    <a:pt x="1827517" y="82613"/>
                  </a:moveTo>
                  <a:lnTo>
                    <a:pt x="1656499" y="82613"/>
                  </a:lnTo>
                  <a:lnTo>
                    <a:pt x="1656499" y="546"/>
                  </a:lnTo>
                  <a:lnTo>
                    <a:pt x="1582724" y="546"/>
                  </a:lnTo>
                  <a:lnTo>
                    <a:pt x="1582724" y="82613"/>
                  </a:lnTo>
                  <a:lnTo>
                    <a:pt x="1410881" y="82613"/>
                  </a:lnTo>
                  <a:lnTo>
                    <a:pt x="1410881" y="142278"/>
                  </a:lnTo>
                  <a:lnTo>
                    <a:pt x="1827517" y="142278"/>
                  </a:lnTo>
                  <a:lnTo>
                    <a:pt x="1827517" y="82613"/>
                  </a:lnTo>
                  <a:close/>
                </a:path>
                <a:path w="6930390" h="700404">
                  <a:moveTo>
                    <a:pt x="1989963" y="625221"/>
                  </a:moveTo>
                  <a:lnTo>
                    <a:pt x="1590192" y="625221"/>
                  </a:lnTo>
                  <a:lnTo>
                    <a:pt x="1590192" y="483209"/>
                  </a:lnTo>
                  <a:lnTo>
                    <a:pt x="1516418" y="483209"/>
                  </a:lnTo>
                  <a:lnTo>
                    <a:pt x="1516418" y="686003"/>
                  </a:lnTo>
                  <a:lnTo>
                    <a:pt x="1989963" y="686003"/>
                  </a:lnTo>
                  <a:lnTo>
                    <a:pt x="1989963" y="625221"/>
                  </a:lnTo>
                  <a:close/>
                </a:path>
                <a:path w="6930390" h="700404">
                  <a:moveTo>
                    <a:pt x="2061514" y="225996"/>
                  </a:moveTo>
                  <a:lnTo>
                    <a:pt x="1960130" y="225996"/>
                  </a:lnTo>
                  <a:lnTo>
                    <a:pt x="1960130" y="825"/>
                  </a:lnTo>
                  <a:lnTo>
                    <a:pt x="1885810" y="825"/>
                  </a:lnTo>
                  <a:lnTo>
                    <a:pt x="1885810" y="524929"/>
                  </a:lnTo>
                  <a:lnTo>
                    <a:pt x="1960130" y="524929"/>
                  </a:lnTo>
                  <a:lnTo>
                    <a:pt x="1960130" y="287883"/>
                  </a:lnTo>
                  <a:lnTo>
                    <a:pt x="2061514" y="287883"/>
                  </a:lnTo>
                  <a:lnTo>
                    <a:pt x="2061514" y="225996"/>
                  </a:lnTo>
                  <a:close/>
                </a:path>
                <a:path w="6930390" h="700404">
                  <a:moveTo>
                    <a:pt x="2504465" y="18237"/>
                  </a:moveTo>
                  <a:lnTo>
                    <a:pt x="2433739" y="18237"/>
                  </a:lnTo>
                  <a:lnTo>
                    <a:pt x="2433739" y="191731"/>
                  </a:lnTo>
                  <a:lnTo>
                    <a:pt x="2339810" y="191731"/>
                  </a:lnTo>
                  <a:lnTo>
                    <a:pt x="2343429" y="166217"/>
                  </a:lnTo>
                  <a:lnTo>
                    <a:pt x="2346020" y="140246"/>
                  </a:lnTo>
                  <a:lnTo>
                    <a:pt x="2347582" y="113919"/>
                  </a:lnTo>
                  <a:lnTo>
                    <a:pt x="2348103" y="87299"/>
                  </a:lnTo>
                  <a:lnTo>
                    <a:pt x="2076234" y="87299"/>
                  </a:lnTo>
                  <a:lnTo>
                    <a:pt x="2076234" y="148361"/>
                  </a:lnTo>
                  <a:lnTo>
                    <a:pt x="2274328" y="148361"/>
                  </a:lnTo>
                  <a:lnTo>
                    <a:pt x="2267902" y="195287"/>
                  </a:lnTo>
                  <a:lnTo>
                    <a:pt x="2256980" y="240284"/>
                  </a:lnTo>
                  <a:lnTo>
                    <a:pt x="2241397" y="283311"/>
                  </a:lnTo>
                  <a:lnTo>
                    <a:pt x="2221026" y="324319"/>
                  </a:lnTo>
                  <a:lnTo>
                    <a:pt x="2195690" y="363296"/>
                  </a:lnTo>
                  <a:lnTo>
                    <a:pt x="2165248" y="400202"/>
                  </a:lnTo>
                  <a:lnTo>
                    <a:pt x="2129548" y="435000"/>
                  </a:lnTo>
                  <a:lnTo>
                    <a:pt x="2088413" y="467652"/>
                  </a:lnTo>
                  <a:lnTo>
                    <a:pt x="2041702" y="498132"/>
                  </a:lnTo>
                  <a:lnTo>
                    <a:pt x="2085911" y="550900"/>
                  </a:lnTo>
                  <a:lnTo>
                    <a:pt x="2132685" y="520382"/>
                  </a:lnTo>
                  <a:lnTo>
                    <a:pt x="2174278" y="487730"/>
                  </a:lnTo>
                  <a:lnTo>
                    <a:pt x="2210905" y="453034"/>
                  </a:lnTo>
                  <a:lnTo>
                    <a:pt x="2242731" y="416420"/>
                  </a:lnTo>
                  <a:lnTo>
                    <a:pt x="2269972" y="377964"/>
                  </a:lnTo>
                  <a:lnTo>
                    <a:pt x="2292794" y="337756"/>
                  </a:lnTo>
                  <a:lnTo>
                    <a:pt x="2311412" y="295910"/>
                  </a:lnTo>
                  <a:lnTo>
                    <a:pt x="2325992" y="252514"/>
                  </a:lnTo>
                  <a:lnTo>
                    <a:pt x="2433739" y="252514"/>
                  </a:lnTo>
                  <a:lnTo>
                    <a:pt x="2433739" y="366903"/>
                  </a:lnTo>
                  <a:lnTo>
                    <a:pt x="2314117" y="366903"/>
                  </a:lnTo>
                  <a:lnTo>
                    <a:pt x="2314117" y="427672"/>
                  </a:lnTo>
                  <a:lnTo>
                    <a:pt x="2433739" y="427672"/>
                  </a:lnTo>
                  <a:lnTo>
                    <a:pt x="2433739" y="666381"/>
                  </a:lnTo>
                  <a:lnTo>
                    <a:pt x="2504465" y="666381"/>
                  </a:lnTo>
                  <a:lnTo>
                    <a:pt x="2504465" y="252514"/>
                  </a:lnTo>
                  <a:lnTo>
                    <a:pt x="2504465" y="191731"/>
                  </a:lnTo>
                  <a:lnTo>
                    <a:pt x="2504465" y="18237"/>
                  </a:lnTo>
                  <a:close/>
                </a:path>
                <a:path w="6930390" h="700404">
                  <a:moveTo>
                    <a:pt x="2647581" y="279"/>
                  </a:moveTo>
                  <a:lnTo>
                    <a:pt x="2577134" y="279"/>
                  </a:lnTo>
                  <a:lnTo>
                    <a:pt x="2577134" y="700366"/>
                  </a:lnTo>
                  <a:lnTo>
                    <a:pt x="2647581" y="700366"/>
                  </a:lnTo>
                  <a:lnTo>
                    <a:pt x="2647581" y="279"/>
                  </a:lnTo>
                  <a:close/>
                </a:path>
                <a:path w="6930390" h="700404">
                  <a:moveTo>
                    <a:pt x="3100755" y="330708"/>
                  </a:moveTo>
                  <a:lnTo>
                    <a:pt x="3051606" y="308495"/>
                  </a:lnTo>
                  <a:lnTo>
                    <a:pt x="3010090" y="279247"/>
                  </a:lnTo>
                  <a:lnTo>
                    <a:pt x="2976778" y="244373"/>
                  </a:lnTo>
                  <a:lnTo>
                    <a:pt x="2952254" y="205257"/>
                  </a:lnTo>
                  <a:lnTo>
                    <a:pt x="2937129" y="163296"/>
                  </a:lnTo>
                  <a:lnTo>
                    <a:pt x="2931947" y="119900"/>
                  </a:lnTo>
                  <a:lnTo>
                    <a:pt x="2931947" y="103047"/>
                  </a:lnTo>
                  <a:lnTo>
                    <a:pt x="3082798" y="103047"/>
                  </a:lnTo>
                  <a:lnTo>
                    <a:pt x="3082798" y="42265"/>
                  </a:lnTo>
                  <a:lnTo>
                    <a:pt x="2704846" y="42265"/>
                  </a:lnTo>
                  <a:lnTo>
                    <a:pt x="2704846" y="103047"/>
                  </a:lnTo>
                  <a:lnTo>
                    <a:pt x="2856801" y="103047"/>
                  </a:lnTo>
                  <a:lnTo>
                    <a:pt x="2856776" y="119900"/>
                  </a:lnTo>
                  <a:lnTo>
                    <a:pt x="2851327" y="167195"/>
                  </a:lnTo>
                  <a:lnTo>
                    <a:pt x="2835402" y="212801"/>
                  </a:lnTo>
                  <a:lnTo>
                    <a:pt x="2809760" y="254939"/>
                  </a:lnTo>
                  <a:lnTo>
                    <a:pt x="2775140" y="292150"/>
                  </a:lnTo>
                  <a:lnTo>
                    <a:pt x="2732290" y="322961"/>
                  </a:lnTo>
                  <a:lnTo>
                    <a:pt x="2681922" y="345897"/>
                  </a:lnTo>
                  <a:lnTo>
                    <a:pt x="2720314" y="403923"/>
                  </a:lnTo>
                  <a:lnTo>
                    <a:pt x="2767634" y="382739"/>
                  </a:lnTo>
                  <a:lnTo>
                    <a:pt x="2809189" y="354571"/>
                  </a:lnTo>
                  <a:lnTo>
                    <a:pt x="2844609" y="320255"/>
                  </a:lnTo>
                  <a:lnTo>
                    <a:pt x="2873502" y="280619"/>
                  </a:lnTo>
                  <a:lnTo>
                    <a:pt x="2895485" y="236499"/>
                  </a:lnTo>
                  <a:lnTo>
                    <a:pt x="2916974" y="276390"/>
                  </a:lnTo>
                  <a:lnTo>
                    <a:pt x="2944787" y="312356"/>
                  </a:lnTo>
                  <a:lnTo>
                    <a:pt x="2978594" y="343649"/>
                  </a:lnTo>
                  <a:lnTo>
                    <a:pt x="3018066" y="369544"/>
                  </a:lnTo>
                  <a:lnTo>
                    <a:pt x="3062909" y="389280"/>
                  </a:lnTo>
                  <a:lnTo>
                    <a:pt x="3100755" y="330708"/>
                  </a:lnTo>
                  <a:close/>
                </a:path>
                <a:path w="6930390" h="700404">
                  <a:moveTo>
                    <a:pt x="3265144" y="440944"/>
                  </a:moveTo>
                  <a:lnTo>
                    <a:pt x="3192475" y="440944"/>
                  </a:lnTo>
                  <a:lnTo>
                    <a:pt x="3192475" y="500062"/>
                  </a:lnTo>
                  <a:lnTo>
                    <a:pt x="3192475" y="631291"/>
                  </a:lnTo>
                  <a:lnTo>
                    <a:pt x="2877248" y="631291"/>
                  </a:lnTo>
                  <a:lnTo>
                    <a:pt x="2877248" y="500062"/>
                  </a:lnTo>
                  <a:lnTo>
                    <a:pt x="3192475" y="500062"/>
                  </a:lnTo>
                  <a:lnTo>
                    <a:pt x="3192475" y="440944"/>
                  </a:lnTo>
                  <a:lnTo>
                    <a:pt x="2802928" y="440944"/>
                  </a:lnTo>
                  <a:lnTo>
                    <a:pt x="2802928" y="691527"/>
                  </a:lnTo>
                  <a:lnTo>
                    <a:pt x="3265144" y="691527"/>
                  </a:lnTo>
                  <a:lnTo>
                    <a:pt x="3265144" y="631291"/>
                  </a:lnTo>
                  <a:lnTo>
                    <a:pt x="3265144" y="500062"/>
                  </a:lnTo>
                  <a:lnTo>
                    <a:pt x="3265144" y="440944"/>
                  </a:lnTo>
                  <a:close/>
                </a:path>
                <a:path w="6930390" h="700404">
                  <a:moveTo>
                    <a:pt x="3265144" y="279"/>
                  </a:moveTo>
                  <a:lnTo>
                    <a:pt x="3191103" y="279"/>
                  </a:lnTo>
                  <a:lnTo>
                    <a:pt x="3191103" y="171018"/>
                  </a:lnTo>
                  <a:lnTo>
                    <a:pt x="3059595" y="171018"/>
                  </a:lnTo>
                  <a:lnTo>
                    <a:pt x="3059595" y="232346"/>
                  </a:lnTo>
                  <a:lnTo>
                    <a:pt x="3191103" y="232346"/>
                  </a:lnTo>
                  <a:lnTo>
                    <a:pt x="3191103" y="408609"/>
                  </a:lnTo>
                  <a:lnTo>
                    <a:pt x="3265144" y="408609"/>
                  </a:lnTo>
                  <a:lnTo>
                    <a:pt x="3265144" y="279"/>
                  </a:lnTo>
                  <a:close/>
                </a:path>
                <a:path w="6930390" h="700404">
                  <a:moveTo>
                    <a:pt x="3826129" y="44754"/>
                  </a:moveTo>
                  <a:lnTo>
                    <a:pt x="3752913" y="44754"/>
                  </a:lnTo>
                  <a:lnTo>
                    <a:pt x="3752913" y="103886"/>
                  </a:lnTo>
                  <a:lnTo>
                    <a:pt x="3752913" y="274345"/>
                  </a:lnTo>
                  <a:lnTo>
                    <a:pt x="3565868" y="274345"/>
                  </a:lnTo>
                  <a:lnTo>
                    <a:pt x="3565868" y="103886"/>
                  </a:lnTo>
                  <a:lnTo>
                    <a:pt x="3752913" y="103886"/>
                  </a:lnTo>
                  <a:lnTo>
                    <a:pt x="3752913" y="44754"/>
                  </a:lnTo>
                  <a:lnTo>
                    <a:pt x="3492931" y="44754"/>
                  </a:lnTo>
                  <a:lnTo>
                    <a:pt x="3492931" y="332917"/>
                  </a:lnTo>
                  <a:lnTo>
                    <a:pt x="3826129" y="332917"/>
                  </a:lnTo>
                  <a:lnTo>
                    <a:pt x="3826129" y="274345"/>
                  </a:lnTo>
                  <a:lnTo>
                    <a:pt x="3826129" y="103886"/>
                  </a:lnTo>
                  <a:lnTo>
                    <a:pt x="3826129" y="44754"/>
                  </a:lnTo>
                  <a:close/>
                </a:path>
                <a:path w="6930390" h="700404">
                  <a:moveTo>
                    <a:pt x="4036377" y="279"/>
                  </a:moveTo>
                  <a:lnTo>
                    <a:pt x="3963162" y="279"/>
                  </a:lnTo>
                  <a:lnTo>
                    <a:pt x="3963162" y="400596"/>
                  </a:lnTo>
                  <a:lnTo>
                    <a:pt x="4036377" y="400596"/>
                  </a:lnTo>
                  <a:lnTo>
                    <a:pt x="4036377" y="279"/>
                  </a:lnTo>
                  <a:close/>
                </a:path>
                <a:path w="6930390" h="700404">
                  <a:moveTo>
                    <a:pt x="4078084" y="641235"/>
                  </a:moveTo>
                  <a:lnTo>
                    <a:pt x="4016933" y="630085"/>
                  </a:lnTo>
                  <a:lnTo>
                    <a:pt x="3962565" y="612190"/>
                  </a:lnTo>
                  <a:lnTo>
                    <a:pt x="3916743" y="588987"/>
                  </a:lnTo>
                  <a:lnTo>
                    <a:pt x="3900132" y="576313"/>
                  </a:lnTo>
                  <a:lnTo>
                    <a:pt x="3881234" y="561898"/>
                  </a:lnTo>
                  <a:lnTo>
                    <a:pt x="3857815" y="532333"/>
                  </a:lnTo>
                  <a:lnTo>
                    <a:pt x="3848227" y="501726"/>
                  </a:lnTo>
                  <a:lnTo>
                    <a:pt x="4052671" y="501726"/>
                  </a:lnTo>
                  <a:lnTo>
                    <a:pt x="4052671" y="445363"/>
                  </a:lnTo>
                  <a:lnTo>
                    <a:pt x="3846842" y="445363"/>
                  </a:lnTo>
                  <a:lnTo>
                    <a:pt x="3846842" y="380428"/>
                  </a:lnTo>
                  <a:lnTo>
                    <a:pt x="3772801" y="380428"/>
                  </a:lnTo>
                  <a:lnTo>
                    <a:pt x="3772801" y="445363"/>
                  </a:lnTo>
                  <a:lnTo>
                    <a:pt x="3567811" y="445363"/>
                  </a:lnTo>
                  <a:lnTo>
                    <a:pt x="3567811" y="501726"/>
                  </a:lnTo>
                  <a:lnTo>
                    <a:pt x="3771150" y="501726"/>
                  </a:lnTo>
                  <a:lnTo>
                    <a:pt x="3761422" y="532942"/>
                  </a:lnTo>
                  <a:lnTo>
                    <a:pt x="3737622" y="562940"/>
                  </a:lnTo>
                  <a:lnTo>
                    <a:pt x="3701631" y="590232"/>
                  </a:lnTo>
                  <a:lnTo>
                    <a:pt x="3655288" y="613359"/>
                  </a:lnTo>
                  <a:lnTo>
                    <a:pt x="3600488" y="630847"/>
                  </a:lnTo>
                  <a:lnTo>
                    <a:pt x="3539071" y="641235"/>
                  </a:lnTo>
                  <a:lnTo>
                    <a:pt x="3565042" y="698423"/>
                  </a:lnTo>
                  <a:lnTo>
                    <a:pt x="3618496" y="689025"/>
                  </a:lnTo>
                  <a:lnTo>
                    <a:pt x="3668052" y="674624"/>
                  </a:lnTo>
                  <a:lnTo>
                    <a:pt x="3712845" y="655713"/>
                  </a:lnTo>
                  <a:lnTo>
                    <a:pt x="3752037" y="632714"/>
                  </a:lnTo>
                  <a:lnTo>
                    <a:pt x="3784739" y="606094"/>
                  </a:lnTo>
                  <a:lnTo>
                    <a:pt x="3810101" y="576313"/>
                  </a:lnTo>
                  <a:lnTo>
                    <a:pt x="3835133" y="605828"/>
                  </a:lnTo>
                  <a:lnTo>
                    <a:pt x="3867404" y="632409"/>
                  </a:lnTo>
                  <a:lnTo>
                    <a:pt x="3906113" y="655497"/>
                  </a:lnTo>
                  <a:lnTo>
                    <a:pt x="3950424" y="674573"/>
                  </a:lnTo>
                  <a:lnTo>
                    <a:pt x="3999560" y="689063"/>
                  </a:lnTo>
                  <a:lnTo>
                    <a:pt x="4052671" y="698423"/>
                  </a:lnTo>
                  <a:lnTo>
                    <a:pt x="4078084" y="641235"/>
                  </a:lnTo>
                  <a:close/>
                </a:path>
                <a:path w="6930390" h="700404">
                  <a:moveTo>
                    <a:pt x="4534090" y="89509"/>
                  </a:moveTo>
                  <a:lnTo>
                    <a:pt x="4258919" y="89509"/>
                  </a:lnTo>
                  <a:lnTo>
                    <a:pt x="4258919" y="150025"/>
                  </a:lnTo>
                  <a:lnTo>
                    <a:pt x="4461700" y="150025"/>
                  </a:lnTo>
                  <a:lnTo>
                    <a:pt x="4455884" y="196659"/>
                  </a:lnTo>
                  <a:lnTo>
                    <a:pt x="4445762" y="241503"/>
                  </a:lnTo>
                  <a:lnTo>
                    <a:pt x="4431042" y="284480"/>
                  </a:lnTo>
                  <a:lnTo>
                    <a:pt x="4411421" y="325551"/>
                  </a:lnTo>
                  <a:lnTo>
                    <a:pt x="4386592" y="364642"/>
                  </a:lnTo>
                  <a:lnTo>
                    <a:pt x="4356239" y="401701"/>
                  </a:lnTo>
                  <a:lnTo>
                    <a:pt x="4320083" y="436664"/>
                  </a:lnTo>
                  <a:lnTo>
                    <a:pt x="4277792" y="469468"/>
                  </a:lnTo>
                  <a:lnTo>
                    <a:pt x="4229074" y="500062"/>
                  </a:lnTo>
                  <a:lnTo>
                    <a:pt x="4272178" y="552284"/>
                  </a:lnTo>
                  <a:lnTo>
                    <a:pt x="4319397" y="522897"/>
                  </a:lnTo>
                  <a:lnTo>
                    <a:pt x="4361091" y="491451"/>
                  </a:lnTo>
                  <a:lnTo>
                    <a:pt x="4397527" y="458063"/>
                  </a:lnTo>
                  <a:lnTo>
                    <a:pt x="4428972" y="422846"/>
                  </a:lnTo>
                  <a:lnTo>
                    <a:pt x="4455719" y="385927"/>
                  </a:lnTo>
                  <a:lnTo>
                    <a:pt x="4478032" y="347421"/>
                  </a:lnTo>
                  <a:lnTo>
                    <a:pt x="4496181" y="307441"/>
                  </a:lnTo>
                  <a:lnTo>
                    <a:pt x="4510456" y="266090"/>
                  </a:lnTo>
                  <a:lnTo>
                    <a:pt x="4521098" y="223520"/>
                  </a:lnTo>
                  <a:lnTo>
                    <a:pt x="4528401" y="179819"/>
                  </a:lnTo>
                  <a:lnTo>
                    <a:pt x="4532642" y="135102"/>
                  </a:lnTo>
                  <a:lnTo>
                    <a:pt x="4534090" y="89509"/>
                  </a:lnTo>
                  <a:close/>
                </a:path>
                <a:path w="6930390" h="700404">
                  <a:moveTo>
                    <a:pt x="4831359" y="279"/>
                  </a:moveTo>
                  <a:lnTo>
                    <a:pt x="4759528" y="279"/>
                  </a:lnTo>
                  <a:lnTo>
                    <a:pt x="4759528" y="276834"/>
                  </a:lnTo>
                  <a:lnTo>
                    <a:pt x="4673333" y="276834"/>
                  </a:lnTo>
                  <a:lnTo>
                    <a:pt x="4673333" y="19062"/>
                  </a:lnTo>
                  <a:lnTo>
                    <a:pt x="4603978" y="19062"/>
                  </a:lnTo>
                  <a:lnTo>
                    <a:pt x="4603978" y="666661"/>
                  </a:lnTo>
                  <a:lnTo>
                    <a:pt x="4673333" y="666661"/>
                  </a:lnTo>
                  <a:lnTo>
                    <a:pt x="4673333" y="337337"/>
                  </a:lnTo>
                  <a:lnTo>
                    <a:pt x="4759528" y="337337"/>
                  </a:lnTo>
                  <a:lnTo>
                    <a:pt x="4759528" y="700366"/>
                  </a:lnTo>
                  <a:lnTo>
                    <a:pt x="4831359" y="700366"/>
                  </a:lnTo>
                  <a:lnTo>
                    <a:pt x="4831359" y="337337"/>
                  </a:lnTo>
                  <a:lnTo>
                    <a:pt x="4831359" y="276834"/>
                  </a:lnTo>
                  <a:lnTo>
                    <a:pt x="4831359" y="279"/>
                  </a:lnTo>
                  <a:close/>
                </a:path>
                <a:path w="6930390" h="700404">
                  <a:moveTo>
                    <a:pt x="5283428" y="351980"/>
                  </a:moveTo>
                  <a:lnTo>
                    <a:pt x="5234279" y="329171"/>
                  </a:lnTo>
                  <a:lnTo>
                    <a:pt x="5192763" y="298691"/>
                  </a:lnTo>
                  <a:lnTo>
                    <a:pt x="5159451" y="261950"/>
                  </a:lnTo>
                  <a:lnTo>
                    <a:pt x="5152758" y="250583"/>
                  </a:lnTo>
                  <a:lnTo>
                    <a:pt x="5134940" y="220345"/>
                  </a:lnTo>
                  <a:lnTo>
                    <a:pt x="5119802" y="175298"/>
                  </a:lnTo>
                  <a:lnTo>
                    <a:pt x="5114620" y="128193"/>
                  </a:lnTo>
                  <a:lnTo>
                    <a:pt x="5114620" y="43103"/>
                  </a:lnTo>
                  <a:lnTo>
                    <a:pt x="5040858" y="43103"/>
                  </a:lnTo>
                  <a:lnTo>
                    <a:pt x="5040858" y="126530"/>
                  </a:lnTo>
                  <a:lnTo>
                    <a:pt x="5036845" y="170903"/>
                  </a:lnTo>
                  <a:lnTo>
                    <a:pt x="5025275" y="213436"/>
                  </a:lnTo>
                  <a:lnTo>
                    <a:pt x="5006505" y="253225"/>
                  </a:lnTo>
                  <a:lnTo>
                    <a:pt x="4980914" y="289394"/>
                  </a:lnTo>
                  <a:lnTo>
                    <a:pt x="4948860" y="321043"/>
                  </a:lnTo>
                  <a:lnTo>
                    <a:pt x="4910709" y="347256"/>
                  </a:lnTo>
                  <a:lnTo>
                    <a:pt x="4866805" y="367169"/>
                  </a:lnTo>
                  <a:lnTo>
                    <a:pt x="4906315" y="426567"/>
                  </a:lnTo>
                  <a:lnTo>
                    <a:pt x="4952987" y="403809"/>
                  </a:lnTo>
                  <a:lnTo>
                    <a:pt x="4993983" y="374129"/>
                  </a:lnTo>
                  <a:lnTo>
                    <a:pt x="5028908" y="338226"/>
                  </a:lnTo>
                  <a:lnTo>
                    <a:pt x="5057368" y="296811"/>
                  </a:lnTo>
                  <a:lnTo>
                    <a:pt x="5078984" y="250583"/>
                  </a:lnTo>
                  <a:lnTo>
                    <a:pt x="5100231" y="292125"/>
                  </a:lnTo>
                  <a:lnTo>
                    <a:pt x="5127599" y="329450"/>
                  </a:lnTo>
                  <a:lnTo>
                    <a:pt x="5160696" y="361962"/>
                  </a:lnTo>
                  <a:lnTo>
                    <a:pt x="5199138" y="389013"/>
                  </a:lnTo>
                  <a:lnTo>
                    <a:pt x="5242534" y="409994"/>
                  </a:lnTo>
                  <a:lnTo>
                    <a:pt x="5283428" y="351980"/>
                  </a:lnTo>
                  <a:close/>
                </a:path>
                <a:path w="6930390" h="700404">
                  <a:moveTo>
                    <a:pt x="5451132" y="825"/>
                  </a:moveTo>
                  <a:lnTo>
                    <a:pt x="5377091" y="825"/>
                  </a:lnTo>
                  <a:lnTo>
                    <a:pt x="5377091" y="160235"/>
                  </a:lnTo>
                  <a:lnTo>
                    <a:pt x="5229555" y="160235"/>
                  </a:lnTo>
                  <a:lnTo>
                    <a:pt x="5229555" y="221576"/>
                  </a:lnTo>
                  <a:lnTo>
                    <a:pt x="5377091" y="221576"/>
                  </a:lnTo>
                  <a:lnTo>
                    <a:pt x="5377091" y="522998"/>
                  </a:lnTo>
                  <a:lnTo>
                    <a:pt x="5451132" y="522998"/>
                  </a:lnTo>
                  <a:lnTo>
                    <a:pt x="5451132" y="825"/>
                  </a:lnTo>
                  <a:close/>
                </a:path>
                <a:path w="6930390" h="700404">
                  <a:moveTo>
                    <a:pt x="5466880" y="625221"/>
                  </a:moveTo>
                  <a:lnTo>
                    <a:pt x="5068760" y="625221"/>
                  </a:lnTo>
                  <a:lnTo>
                    <a:pt x="5068760" y="464972"/>
                  </a:lnTo>
                  <a:lnTo>
                    <a:pt x="4993894" y="464972"/>
                  </a:lnTo>
                  <a:lnTo>
                    <a:pt x="4993894" y="686003"/>
                  </a:lnTo>
                  <a:lnTo>
                    <a:pt x="5466880" y="686003"/>
                  </a:lnTo>
                  <a:lnTo>
                    <a:pt x="5466880" y="625221"/>
                  </a:lnTo>
                  <a:close/>
                </a:path>
                <a:path w="6930390" h="700404">
                  <a:moveTo>
                    <a:pt x="5999683" y="43929"/>
                  </a:moveTo>
                  <a:lnTo>
                    <a:pt x="5926188" y="43929"/>
                  </a:lnTo>
                  <a:lnTo>
                    <a:pt x="5926188" y="145046"/>
                  </a:lnTo>
                  <a:lnTo>
                    <a:pt x="5926188" y="203060"/>
                  </a:lnTo>
                  <a:lnTo>
                    <a:pt x="5926188" y="309702"/>
                  </a:lnTo>
                  <a:lnTo>
                    <a:pt x="5742737" y="309702"/>
                  </a:lnTo>
                  <a:lnTo>
                    <a:pt x="5742737" y="203060"/>
                  </a:lnTo>
                  <a:lnTo>
                    <a:pt x="5926188" y="203060"/>
                  </a:lnTo>
                  <a:lnTo>
                    <a:pt x="5926188" y="145046"/>
                  </a:lnTo>
                  <a:lnTo>
                    <a:pt x="5742737" y="145046"/>
                  </a:lnTo>
                  <a:lnTo>
                    <a:pt x="5742737" y="43929"/>
                  </a:lnTo>
                  <a:lnTo>
                    <a:pt x="5669534" y="43929"/>
                  </a:lnTo>
                  <a:lnTo>
                    <a:pt x="5669534" y="368833"/>
                  </a:lnTo>
                  <a:lnTo>
                    <a:pt x="5999683" y="368833"/>
                  </a:lnTo>
                  <a:lnTo>
                    <a:pt x="5999683" y="309702"/>
                  </a:lnTo>
                  <a:lnTo>
                    <a:pt x="5999683" y="203060"/>
                  </a:lnTo>
                  <a:lnTo>
                    <a:pt x="5999683" y="145046"/>
                  </a:lnTo>
                  <a:lnTo>
                    <a:pt x="5999683" y="43929"/>
                  </a:lnTo>
                  <a:close/>
                </a:path>
                <a:path w="6930390" h="700404">
                  <a:moveTo>
                    <a:pt x="6199149" y="567753"/>
                  </a:moveTo>
                  <a:lnTo>
                    <a:pt x="6191961" y="529158"/>
                  </a:lnTo>
                  <a:lnTo>
                    <a:pt x="6170955" y="496773"/>
                  </a:lnTo>
                  <a:lnTo>
                    <a:pt x="6137021" y="470954"/>
                  </a:lnTo>
                  <a:lnTo>
                    <a:pt x="6126492" y="466636"/>
                  </a:lnTo>
                  <a:lnTo>
                    <a:pt x="6126492" y="567753"/>
                  </a:lnTo>
                  <a:lnTo>
                    <a:pt x="6115672" y="598932"/>
                  </a:lnTo>
                  <a:lnTo>
                    <a:pt x="6084328" y="622007"/>
                  </a:lnTo>
                  <a:lnTo>
                    <a:pt x="6034062" y="636320"/>
                  </a:lnTo>
                  <a:lnTo>
                    <a:pt x="5966523" y="641235"/>
                  </a:lnTo>
                  <a:lnTo>
                    <a:pt x="5898705" y="636320"/>
                  </a:lnTo>
                  <a:lnTo>
                    <a:pt x="5848147" y="622007"/>
                  </a:lnTo>
                  <a:lnTo>
                    <a:pt x="5816638" y="598932"/>
                  </a:lnTo>
                  <a:lnTo>
                    <a:pt x="5806008" y="567753"/>
                  </a:lnTo>
                  <a:lnTo>
                    <a:pt x="5816638" y="536689"/>
                  </a:lnTo>
                  <a:lnTo>
                    <a:pt x="5848147" y="513842"/>
                  </a:lnTo>
                  <a:lnTo>
                    <a:pt x="5898705" y="499643"/>
                  </a:lnTo>
                  <a:lnTo>
                    <a:pt x="5966523" y="494538"/>
                  </a:lnTo>
                  <a:lnTo>
                    <a:pt x="6034062" y="499643"/>
                  </a:lnTo>
                  <a:lnTo>
                    <a:pt x="6084328" y="513842"/>
                  </a:lnTo>
                  <a:lnTo>
                    <a:pt x="6115672" y="536689"/>
                  </a:lnTo>
                  <a:lnTo>
                    <a:pt x="6126492" y="567753"/>
                  </a:lnTo>
                  <a:lnTo>
                    <a:pt x="6126492" y="466636"/>
                  </a:lnTo>
                  <a:lnTo>
                    <a:pt x="6091059" y="452056"/>
                  </a:lnTo>
                  <a:lnTo>
                    <a:pt x="6033935" y="440461"/>
                  </a:lnTo>
                  <a:lnTo>
                    <a:pt x="5966523" y="436524"/>
                  </a:lnTo>
                  <a:lnTo>
                    <a:pt x="5898578" y="440461"/>
                  </a:lnTo>
                  <a:lnTo>
                    <a:pt x="5840933" y="452056"/>
                  </a:lnTo>
                  <a:lnTo>
                    <a:pt x="5794514" y="470954"/>
                  </a:lnTo>
                  <a:lnTo>
                    <a:pt x="5760224" y="496773"/>
                  </a:lnTo>
                  <a:lnTo>
                    <a:pt x="5738977" y="529158"/>
                  </a:lnTo>
                  <a:lnTo>
                    <a:pt x="5731688" y="567753"/>
                  </a:lnTo>
                  <a:lnTo>
                    <a:pt x="5737060" y="601421"/>
                  </a:lnTo>
                  <a:lnTo>
                    <a:pt x="5778271" y="654913"/>
                  </a:lnTo>
                  <a:lnTo>
                    <a:pt x="5812968" y="674293"/>
                  </a:lnTo>
                  <a:lnTo>
                    <a:pt x="5856300" y="688479"/>
                  </a:lnTo>
                  <a:lnTo>
                    <a:pt x="5907671" y="697242"/>
                  </a:lnTo>
                  <a:lnTo>
                    <a:pt x="5966523" y="700366"/>
                  </a:lnTo>
                  <a:lnTo>
                    <a:pt x="6033935" y="696163"/>
                  </a:lnTo>
                  <a:lnTo>
                    <a:pt x="6091059" y="684339"/>
                  </a:lnTo>
                  <a:lnTo>
                    <a:pt x="6137021" y="665238"/>
                  </a:lnTo>
                  <a:lnTo>
                    <a:pt x="6168314" y="641235"/>
                  </a:lnTo>
                  <a:lnTo>
                    <a:pt x="6170955" y="639216"/>
                  </a:lnTo>
                  <a:lnTo>
                    <a:pt x="6191961" y="606602"/>
                  </a:lnTo>
                  <a:lnTo>
                    <a:pt x="6199149" y="567753"/>
                  </a:lnTo>
                  <a:close/>
                </a:path>
                <a:path w="6930390" h="700404">
                  <a:moveTo>
                    <a:pt x="6661721" y="222402"/>
                  </a:moveTo>
                  <a:lnTo>
                    <a:pt x="6655067" y="174015"/>
                  </a:lnTo>
                  <a:lnTo>
                    <a:pt x="6636652" y="131851"/>
                  </a:lnTo>
                  <a:lnTo>
                    <a:pt x="6621119" y="112991"/>
                  </a:lnTo>
                  <a:lnTo>
                    <a:pt x="6607988" y="97040"/>
                  </a:lnTo>
                  <a:lnTo>
                    <a:pt x="6589611" y="84137"/>
                  </a:lnTo>
                  <a:lnTo>
                    <a:pt x="6589611" y="222402"/>
                  </a:lnTo>
                  <a:lnTo>
                    <a:pt x="6580645" y="266890"/>
                  </a:lnTo>
                  <a:lnTo>
                    <a:pt x="6556591" y="301459"/>
                  </a:lnTo>
                  <a:lnTo>
                    <a:pt x="6520535" y="323850"/>
                  </a:lnTo>
                  <a:lnTo>
                    <a:pt x="6475501" y="331812"/>
                  </a:lnTo>
                  <a:lnTo>
                    <a:pt x="6430607" y="323850"/>
                  </a:lnTo>
                  <a:lnTo>
                    <a:pt x="6394348" y="301459"/>
                  </a:lnTo>
                  <a:lnTo>
                    <a:pt x="6370218" y="266890"/>
                  </a:lnTo>
                  <a:lnTo>
                    <a:pt x="6361684" y="222402"/>
                  </a:lnTo>
                  <a:lnTo>
                    <a:pt x="6370218" y="177685"/>
                  </a:lnTo>
                  <a:lnTo>
                    <a:pt x="6394348" y="143141"/>
                  </a:lnTo>
                  <a:lnTo>
                    <a:pt x="6430607" y="120878"/>
                  </a:lnTo>
                  <a:lnTo>
                    <a:pt x="6475501" y="112991"/>
                  </a:lnTo>
                  <a:lnTo>
                    <a:pt x="6520535" y="120878"/>
                  </a:lnTo>
                  <a:lnTo>
                    <a:pt x="6556591" y="143141"/>
                  </a:lnTo>
                  <a:lnTo>
                    <a:pt x="6580645" y="177685"/>
                  </a:lnTo>
                  <a:lnTo>
                    <a:pt x="6589611" y="222402"/>
                  </a:lnTo>
                  <a:lnTo>
                    <a:pt x="6589611" y="84137"/>
                  </a:lnTo>
                  <a:lnTo>
                    <a:pt x="6570573" y="70751"/>
                  </a:lnTo>
                  <a:lnTo>
                    <a:pt x="6525908" y="54140"/>
                  </a:lnTo>
                  <a:lnTo>
                    <a:pt x="6475501" y="48348"/>
                  </a:lnTo>
                  <a:lnTo>
                    <a:pt x="6424917" y="54140"/>
                  </a:lnTo>
                  <a:lnTo>
                    <a:pt x="6380010" y="70751"/>
                  </a:lnTo>
                  <a:lnTo>
                    <a:pt x="6342380" y="97040"/>
                  </a:lnTo>
                  <a:lnTo>
                    <a:pt x="6313614" y="131851"/>
                  </a:lnTo>
                  <a:lnTo>
                    <a:pt x="6295288" y="174015"/>
                  </a:lnTo>
                  <a:lnTo>
                    <a:pt x="6294196" y="182448"/>
                  </a:lnTo>
                  <a:lnTo>
                    <a:pt x="6294196" y="171843"/>
                  </a:lnTo>
                  <a:lnTo>
                    <a:pt x="6192799" y="171843"/>
                  </a:lnTo>
                  <a:lnTo>
                    <a:pt x="6192799" y="279"/>
                  </a:lnTo>
                  <a:lnTo>
                    <a:pt x="6118479" y="279"/>
                  </a:lnTo>
                  <a:lnTo>
                    <a:pt x="6118479" y="418566"/>
                  </a:lnTo>
                  <a:lnTo>
                    <a:pt x="6192799" y="418566"/>
                  </a:lnTo>
                  <a:lnTo>
                    <a:pt x="6192799" y="234556"/>
                  </a:lnTo>
                  <a:lnTo>
                    <a:pt x="6290589" y="234556"/>
                  </a:lnTo>
                  <a:lnTo>
                    <a:pt x="6313614" y="312915"/>
                  </a:lnTo>
                  <a:lnTo>
                    <a:pt x="6342380" y="347802"/>
                  </a:lnTo>
                  <a:lnTo>
                    <a:pt x="6380010" y="374192"/>
                  </a:lnTo>
                  <a:lnTo>
                    <a:pt x="6424917" y="390906"/>
                  </a:lnTo>
                  <a:lnTo>
                    <a:pt x="6475501" y="396735"/>
                  </a:lnTo>
                  <a:lnTo>
                    <a:pt x="6525908" y="390906"/>
                  </a:lnTo>
                  <a:lnTo>
                    <a:pt x="6570573" y="374192"/>
                  </a:lnTo>
                  <a:lnTo>
                    <a:pt x="6607988" y="347802"/>
                  </a:lnTo>
                  <a:lnTo>
                    <a:pt x="6621119" y="331812"/>
                  </a:lnTo>
                  <a:lnTo>
                    <a:pt x="6636652" y="312915"/>
                  </a:lnTo>
                  <a:lnTo>
                    <a:pt x="6655067" y="270713"/>
                  </a:lnTo>
                  <a:lnTo>
                    <a:pt x="6661721" y="222402"/>
                  </a:lnTo>
                  <a:close/>
                </a:path>
                <a:path w="6930390" h="700404">
                  <a:moveTo>
                    <a:pt x="6858432" y="625221"/>
                  </a:moveTo>
                  <a:lnTo>
                    <a:pt x="6458648" y="625221"/>
                  </a:lnTo>
                  <a:lnTo>
                    <a:pt x="6458648" y="460832"/>
                  </a:lnTo>
                  <a:lnTo>
                    <a:pt x="6384887" y="460832"/>
                  </a:lnTo>
                  <a:lnTo>
                    <a:pt x="6384887" y="686003"/>
                  </a:lnTo>
                  <a:lnTo>
                    <a:pt x="6858432" y="686003"/>
                  </a:lnTo>
                  <a:lnTo>
                    <a:pt x="6858432" y="625221"/>
                  </a:lnTo>
                  <a:close/>
                </a:path>
                <a:path w="6930390" h="700404">
                  <a:moveTo>
                    <a:pt x="6929983" y="209143"/>
                  </a:moveTo>
                  <a:lnTo>
                    <a:pt x="6828587" y="209143"/>
                  </a:lnTo>
                  <a:lnTo>
                    <a:pt x="6828587" y="0"/>
                  </a:lnTo>
                  <a:lnTo>
                    <a:pt x="6754266" y="0"/>
                  </a:lnTo>
                  <a:lnTo>
                    <a:pt x="6754266" y="514426"/>
                  </a:lnTo>
                  <a:lnTo>
                    <a:pt x="6828587" y="514426"/>
                  </a:lnTo>
                  <a:lnTo>
                    <a:pt x="6828587" y="271030"/>
                  </a:lnTo>
                  <a:lnTo>
                    <a:pt x="6929983" y="271030"/>
                  </a:lnTo>
                  <a:lnTo>
                    <a:pt x="6929983" y="20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2990" y="5774085"/>
              <a:ext cx="169266" cy="1937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9607" y="5776664"/>
              <a:ext cx="155912" cy="1912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87384" y="5776664"/>
              <a:ext cx="148176" cy="18860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5822" y="5776664"/>
              <a:ext cx="148176" cy="1886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24252" y="5777229"/>
              <a:ext cx="127000" cy="187960"/>
            </a:xfrm>
            <a:custGeom>
              <a:avLst/>
              <a:gdLst/>
              <a:ahLst/>
              <a:cxnLst/>
              <a:rect l="l" t="t" r="r" b="b"/>
              <a:pathLst>
                <a:path w="127000" h="187960">
                  <a:moveTo>
                    <a:pt x="126898" y="156210"/>
                  </a:moveTo>
                  <a:lnTo>
                    <a:pt x="39141" y="156210"/>
                  </a:lnTo>
                  <a:lnTo>
                    <a:pt x="39141" y="109220"/>
                  </a:lnTo>
                  <a:lnTo>
                    <a:pt x="120002" y="109220"/>
                  </a:lnTo>
                  <a:lnTo>
                    <a:pt x="120002" y="77470"/>
                  </a:lnTo>
                  <a:lnTo>
                    <a:pt x="39141" y="77470"/>
                  </a:lnTo>
                  <a:lnTo>
                    <a:pt x="39141" y="31750"/>
                  </a:lnTo>
                  <a:lnTo>
                    <a:pt x="126530" y="31750"/>
                  </a:lnTo>
                  <a:lnTo>
                    <a:pt x="12653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77470"/>
                  </a:lnTo>
                  <a:lnTo>
                    <a:pt x="0" y="109220"/>
                  </a:lnTo>
                  <a:lnTo>
                    <a:pt x="0" y="156210"/>
                  </a:lnTo>
                  <a:lnTo>
                    <a:pt x="0" y="187960"/>
                  </a:lnTo>
                  <a:lnTo>
                    <a:pt x="126898" y="187960"/>
                  </a:lnTo>
                  <a:lnTo>
                    <a:pt x="126898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81276" y="5776664"/>
              <a:ext cx="157293" cy="1886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462974" y="5776670"/>
              <a:ext cx="425450" cy="189230"/>
            </a:xfrm>
            <a:custGeom>
              <a:avLst/>
              <a:gdLst/>
              <a:ahLst/>
              <a:cxnLst/>
              <a:rect l="l" t="t" r="r" b="b"/>
              <a:pathLst>
                <a:path w="425450" h="189229">
                  <a:moveTo>
                    <a:pt x="154432" y="558"/>
                  </a:moveTo>
                  <a:lnTo>
                    <a:pt x="0" y="558"/>
                  </a:lnTo>
                  <a:lnTo>
                    <a:pt x="0" y="32308"/>
                  </a:lnTo>
                  <a:lnTo>
                    <a:pt x="57924" y="32308"/>
                  </a:lnTo>
                  <a:lnTo>
                    <a:pt x="57924" y="188518"/>
                  </a:lnTo>
                  <a:lnTo>
                    <a:pt x="96697" y="188518"/>
                  </a:lnTo>
                  <a:lnTo>
                    <a:pt x="96697" y="32308"/>
                  </a:lnTo>
                  <a:lnTo>
                    <a:pt x="154432" y="32308"/>
                  </a:lnTo>
                  <a:lnTo>
                    <a:pt x="154432" y="558"/>
                  </a:lnTo>
                  <a:close/>
                </a:path>
                <a:path w="425450" h="189229">
                  <a:moveTo>
                    <a:pt x="360616" y="156768"/>
                  </a:moveTo>
                  <a:lnTo>
                    <a:pt x="279476" y="156768"/>
                  </a:lnTo>
                  <a:lnTo>
                    <a:pt x="279476" y="558"/>
                  </a:lnTo>
                  <a:lnTo>
                    <a:pt x="240334" y="558"/>
                  </a:lnTo>
                  <a:lnTo>
                    <a:pt x="240334" y="156768"/>
                  </a:lnTo>
                  <a:lnTo>
                    <a:pt x="240334" y="188518"/>
                  </a:lnTo>
                  <a:lnTo>
                    <a:pt x="360616" y="188518"/>
                  </a:lnTo>
                  <a:lnTo>
                    <a:pt x="360616" y="156768"/>
                  </a:lnTo>
                  <a:close/>
                </a:path>
                <a:path w="425450" h="189229">
                  <a:moveTo>
                    <a:pt x="424980" y="0"/>
                  </a:moveTo>
                  <a:lnTo>
                    <a:pt x="385851" y="0"/>
                  </a:lnTo>
                  <a:lnTo>
                    <a:pt x="385851" y="188607"/>
                  </a:lnTo>
                  <a:lnTo>
                    <a:pt x="424980" y="188607"/>
                  </a:lnTo>
                  <a:lnTo>
                    <a:pt x="4249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19831" y="5776664"/>
              <a:ext cx="203616" cy="1886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55213" y="5776670"/>
              <a:ext cx="645160" cy="189230"/>
            </a:xfrm>
            <a:custGeom>
              <a:avLst/>
              <a:gdLst/>
              <a:ahLst/>
              <a:cxnLst/>
              <a:rect l="l" t="t" r="r" b="b"/>
              <a:pathLst>
                <a:path w="645160" h="189229">
                  <a:moveTo>
                    <a:pt x="39141" y="0"/>
                  </a:moveTo>
                  <a:lnTo>
                    <a:pt x="0" y="0"/>
                  </a:lnTo>
                  <a:lnTo>
                    <a:pt x="0" y="188607"/>
                  </a:lnTo>
                  <a:lnTo>
                    <a:pt x="39141" y="188607"/>
                  </a:lnTo>
                  <a:lnTo>
                    <a:pt x="39141" y="0"/>
                  </a:lnTo>
                  <a:close/>
                </a:path>
                <a:path w="645160" h="189229">
                  <a:moveTo>
                    <a:pt x="217982" y="558"/>
                  </a:moveTo>
                  <a:lnTo>
                    <a:pt x="63538" y="558"/>
                  </a:lnTo>
                  <a:lnTo>
                    <a:pt x="63538" y="32308"/>
                  </a:lnTo>
                  <a:lnTo>
                    <a:pt x="121475" y="32308"/>
                  </a:lnTo>
                  <a:lnTo>
                    <a:pt x="121475" y="188518"/>
                  </a:lnTo>
                  <a:lnTo>
                    <a:pt x="160235" y="188518"/>
                  </a:lnTo>
                  <a:lnTo>
                    <a:pt x="160235" y="32308"/>
                  </a:lnTo>
                  <a:lnTo>
                    <a:pt x="217982" y="32308"/>
                  </a:lnTo>
                  <a:lnTo>
                    <a:pt x="217982" y="558"/>
                  </a:lnTo>
                  <a:close/>
                </a:path>
                <a:path w="645160" h="189229">
                  <a:moveTo>
                    <a:pt x="412661" y="188607"/>
                  </a:moveTo>
                  <a:lnTo>
                    <a:pt x="397637" y="145135"/>
                  </a:lnTo>
                  <a:lnTo>
                    <a:pt x="387032" y="114465"/>
                  </a:lnTo>
                  <a:lnTo>
                    <a:pt x="362178" y="42545"/>
                  </a:lnTo>
                  <a:lnTo>
                    <a:pt x="347459" y="0"/>
                  </a:lnTo>
                  <a:lnTo>
                    <a:pt x="346456" y="0"/>
                  </a:lnTo>
                  <a:lnTo>
                    <a:pt x="346456" y="114465"/>
                  </a:lnTo>
                  <a:lnTo>
                    <a:pt x="298005" y="114465"/>
                  </a:lnTo>
                  <a:lnTo>
                    <a:pt x="321500" y="42545"/>
                  </a:lnTo>
                  <a:lnTo>
                    <a:pt x="322973" y="42545"/>
                  </a:lnTo>
                  <a:lnTo>
                    <a:pt x="346456" y="114465"/>
                  </a:lnTo>
                  <a:lnTo>
                    <a:pt x="346456" y="0"/>
                  </a:lnTo>
                  <a:lnTo>
                    <a:pt x="297091" y="0"/>
                  </a:lnTo>
                  <a:lnTo>
                    <a:pt x="231889" y="188607"/>
                  </a:lnTo>
                  <a:lnTo>
                    <a:pt x="273888" y="188607"/>
                  </a:lnTo>
                  <a:lnTo>
                    <a:pt x="288061" y="145135"/>
                  </a:lnTo>
                  <a:lnTo>
                    <a:pt x="356489" y="145135"/>
                  </a:lnTo>
                  <a:lnTo>
                    <a:pt x="370674" y="188607"/>
                  </a:lnTo>
                  <a:lnTo>
                    <a:pt x="412661" y="188607"/>
                  </a:lnTo>
                  <a:close/>
                </a:path>
                <a:path w="645160" h="189229">
                  <a:moveTo>
                    <a:pt x="580923" y="558"/>
                  </a:moveTo>
                  <a:lnTo>
                    <a:pt x="426478" y="558"/>
                  </a:lnTo>
                  <a:lnTo>
                    <a:pt x="426478" y="32308"/>
                  </a:lnTo>
                  <a:lnTo>
                    <a:pt x="484403" y="32308"/>
                  </a:lnTo>
                  <a:lnTo>
                    <a:pt x="484403" y="188518"/>
                  </a:lnTo>
                  <a:lnTo>
                    <a:pt x="523176" y="188518"/>
                  </a:lnTo>
                  <a:lnTo>
                    <a:pt x="523176" y="32308"/>
                  </a:lnTo>
                  <a:lnTo>
                    <a:pt x="580923" y="32308"/>
                  </a:lnTo>
                  <a:lnTo>
                    <a:pt x="580923" y="558"/>
                  </a:lnTo>
                  <a:close/>
                </a:path>
                <a:path w="645160" h="189229">
                  <a:moveTo>
                    <a:pt x="644550" y="0"/>
                  </a:moveTo>
                  <a:lnTo>
                    <a:pt x="605421" y="0"/>
                  </a:lnTo>
                  <a:lnTo>
                    <a:pt x="605421" y="188607"/>
                  </a:lnTo>
                  <a:lnTo>
                    <a:pt x="644550" y="188607"/>
                  </a:lnTo>
                  <a:lnTo>
                    <a:pt x="6445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28047" y="5774085"/>
              <a:ext cx="176172" cy="19376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32493" y="5776664"/>
              <a:ext cx="157294" cy="18860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15388" y="5774085"/>
              <a:ext cx="148729" cy="19385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5711" y="5776664"/>
              <a:ext cx="157294" cy="18860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45045" y="5774177"/>
              <a:ext cx="163188" cy="19385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74869" y="5777229"/>
              <a:ext cx="127000" cy="187960"/>
            </a:xfrm>
            <a:custGeom>
              <a:avLst/>
              <a:gdLst/>
              <a:ahLst/>
              <a:cxnLst/>
              <a:rect l="l" t="t" r="r" b="b"/>
              <a:pathLst>
                <a:path w="127000" h="187960">
                  <a:moveTo>
                    <a:pt x="126898" y="156210"/>
                  </a:moveTo>
                  <a:lnTo>
                    <a:pt x="39128" y="156210"/>
                  </a:lnTo>
                  <a:lnTo>
                    <a:pt x="39128" y="109220"/>
                  </a:lnTo>
                  <a:lnTo>
                    <a:pt x="119989" y="109220"/>
                  </a:lnTo>
                  <a:lnTo>
                    <a:pt x="119989" y="77470"/>
                  </a:lnTo>
                  <a:lnTo>
                    <a:pt x="39128" y="77470"/>
                  </a:lnTo>
                  <a:lnTo>
                    <a:pt x="39128" y="31750"/>
                  </a:lnTo>
                  <a:lnTo>
                    <a:pt x="126530" y="31750"/>
                  </a:lnTo>
                  <a:lnTo>
                    <a:pt x="12653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77470"/>
                  </a:lnTo>
                  <a:lnTo>
                    <a:pt x="0" y="109220"/>
                  </a:lnTo>
                  <a:lnTo>
                    <a:pt x="0" y="156210"/>
                  </a:lnTo>
                  <a:lnTo>
                    <a:pt x="0" y="187960"/>
                  </a:lnTo>
                  <a:lnTo>
                    <a:pt x="126898" y="187960"/>
                  </a:lnTo>
                  <a:lnTo>
                    <a:pt x="126898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22494" y="5776664"/>
              <a:ext cx="339176" cy="18860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447712" y="5776664"/>
              <a:ext cx="39370" cy="189230"/>
            </a:xfrm>
            <a:custGeom>
              <a:avLst/>
              <a:gdLst/>
              <a:ahLst/>
              <a:cxnLst/>
              <a:rect l="l" t="t" r="r" b="b"/>
              <a:pathLst>
                <a:path w="39370" h="189229">
                  <a:moveTo>
                    <a:pt x="39138" y="0"/>
                  </a:moveTo>
                  <a:lnTo>
                    <a:pt x="0" y="0"/>
                  </a:lnTo>
                  <a:lnTo>
                    <a:pt x="0" y="188605"/>
                  </a:lnTo>
                  <a:lnTo>
                    <a:pt x="39138" y="188605"/>
                  </a:lnTo>
                  <a:lnTo>
                    <a:pt x="391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18715" y="5776664"/>
              <a:ext cx="203616" cy="18860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54104" y="5776664"/>
              <a:ext cx="141362" cy="18860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20321" y="5774092"/>
              <a:ext cx="687705" cy="194310"/>
            </a:xfrm>
            <a:custGeom>
              <a:avLst/>
              <a:gdLst/>
              <a:ahLst/>
              <a:cxnLst/>
              <a:rect l="l" t="t" r="r" b="b"/>
              <a:pathLst>
                <a:path w="687704" h="194310">
                  <a:moveTo>
                    <a:pt x="148183" y="191185"/>
                  </a:moveTo>
                  <a:lnTo>
                    <a:pt x="111506" y="124142"/>
                  </a:lnTo>
                  <a:lnTo>
                    <a:pt x="108026" y="117779"/>
                  </a:lnTo>
                  <a:lnTo>
                    <a:pt x="122326" y="109131"/>
                  </a:lnTo>
                  <a:lnTo>
                    <a:pt x="132778" y="97142"/>
                  </a:lnTo>
                  <a:lnTo>
                    <a:pt x="134759" y="92456"/>
                  </a:lnTo>
                  <a:lnTo>
                    <a:pt x="139192" y="82029"/>
                  </a:lnTo>
                  <a:lnTo>
                    <a:pt x="141363" y="64008"/>
                  </a:lnTo>
                  <a:lnTo>
                    <a:pt x="123710" y="19342"/>
                  </a:lnTo>
                  <a:lnTo>
                    <a:pt x="101117" y="6743"/>
                  </a:lnTo>
                  <a:lnTo>
                    <a:pt x="101117" y="64008"/>
                  </a:lnTo>
                  <a:lnTo>
                    <a:pt x="99009" y="76415"/>
                  </a:lnTo>
                  <a:lnTo>
                    <a:pt x="92608" y="85305"/>
                  </a:lnTo>
                  <a:lnTo>
                    <a:pt x="81851" y="90665"/>
                  </a:lnTo>
                  <a:lnTo>
                    <a:pt x="66675" y="92456"/>
                  </a:lnTo>
                  <a:lnTo>
                    <a:pt x="39141" y="92456"/>
                  </a:lnTo>
                  <a:lnTo>
                    <a:pt x="39141" y="34721"/>
                  </a:lnTo>
                  <a:lnTo>
                    <a:pt x="66586" y="34721"/>
                  </a:lnTo>
                  <a:lnTo>
                    <a:pt x="81813" y="36639"/>
                  </a:lnTo>
                  <a:lnTo>
                    <a:pt x="92595" y="42278"/>
                  </a:lnTo>
                  <a:lnTo>
                    <a:pt x="98996" y="51460"/>
                  </a:lnTo>
                  <a:lnTo>
                    <a:pt x="101117" y="64008"/>
                  </a:lnTo>
                  <a:lnTo>
                    <a:pt x="101117" y="6743"/>
                  </a:lnTo>
                  <a:lnTo>
                    <a:pt x="73863" y="2578"/>
                  </a:lnTo>
                  <a:lnTo>
                    <a:pt x="0" y="2578"/>
                  </a:lnTo>
                  <a:lnTo>
                    <a:pt x="0" y="191185"/>
                  </a:lnTo>
                  <a:lnTo>
                    <a:pt x="39141" y="191185"/>
                  </a:lnTo>
                  <a:lnTo>
                    <a:pt x="39141" y="124142"/>
                  </a:lnTo>
                  <a:lnTo>
                    <a:pt x="68986" y="124142"/>
                  </a:lnTo>
                  <a:lnTo>
                    <a:pt x="104800" y="191185"/>
                  </a:lnTo>
                  <a:lnTo>
                    <a:pt x="148183" y="191185"/>
                  </a:lnTo>
                  <a:close/>
                </a:path>
                <a:path w="687704" h="194310">
                  <a:moveTo>
                    <a:pt x="341020" y="96875"/>
                  </a:moveTo>
                  <a:lnTo>
                    <a:pt x="334289" y="55791"/>
                  </a:lnTo>
                  <a:lnTo>
                    <a:pt x="321411" y="34721"/>
                  </a:lnTo>
                  <a:lnTo>
                    <a:pt x="315709" y="25374"/>
                  </a:lnTo>
                  <a:lnTo>
                    <a:pt x="301332" y="15671"/>
                  </a:lnTo>
                  <a:lnTo>
                    <a:pt x="301332" y="96875"/>
                  </a:lnTo>
                  <a:lnTo>
                    <a:pt x="297865" y="123571"/>
                  </a:lnTo>
                  <a:lnTo>
                    <a:pt x="288061" y="143052"/>
                  </a:lnTo>
                  <a:lnTo>
                    <a:pt x="272770" y="154990"/>
                  </a:lnTo>
                  <a:lnTo>
                    <a:pt x="252895" y="159042"/>
                  </a:lnTo>
                  <a:lnTo>
                    <a:pt x="233057" y="154990"/>
                  </a:lnTo>
                  <a:lnTo>
                    <a:pt x="217805" y="143052"/>
                  </a:lnTo>
                  <a:lnTo>
                    <a:pt x="208000" y="123571"/>
                  </a:lnTo>
                  <a:lnTo>
                    <a:pt x="204546" y="96875"/>
                  </a:lnTo>
                  <a:lnTo>
                    <a:pt x="208000" y="70192"/>
                  </a:lnTo>
                  <a:lnTo>
                    <a:pt x="217805" y="50711"/>
                  </a:lnTo>
                  <a:lnTo>
                    <a:pt x="233057" y="38773"/>
                  </a:lnTo>
                  <a:lnTo>
                    <a:pt x="252895" y="34721"/>
                  </a:lnTo>
                  <a:lnTo>
                    <a:pt x="272770" y="38773"/>
                  </a:lnTo>
                  <a:lnTo>
                    <a:pt x="288061" y="50711"/>
                  </a:lnTo>
                  <a:lnTo>
                    <a:pt x="297865" y="70192"/>
                  </a:lnTo>
                  <a:lnTo>
                    <a:pt x="301332" y="96875"/>
                  </a:lnTo>
                  <a:lnTo>
                    <a:pt x="301332" y="15671"/>
                  </a:lnTo>
                  <a:lnTo>
                    <a:pt x="287756" y="6489"/>
                  </a:lnTo>
                  <a:lnTo>
                    <a:pt x="252895" y="0"/>
                  </a:lnTo>
                  <a:lnTo>
                    <a:pt x="217957" y="6489"/>
                  </a:lnTo>
                  <a:lnTo>
                    <a:pt x="190042" y="25374"/>
                  </a:lnTo>
                  <a:lnTo>
                    <a:pt x="171551" y="55791"/>
                  </a:lnTo>
                  <a:lnTo>
                    <a:pt x="164846" y="96875"/>
                  </a:lnTo>
                  <a:lnTo>
                    <a:pt x="171551" y="137896"/>
                  </a:lnTo>
                  <a:lnTo>
                    <a:pt x="190042" y="168325"/>
                  </a:lnTo>
                  <a:lnTo>
                    <a:pt x="217957" y="187248"/>
                  </a:lnTo>
                  <a:lnTo>
                    <a:pt x="252895" y="193763"/>
                  </a:lnTo>
                  <a:lnTo>
                    <a:pt x="287756" y="187274"/>
                  </a:lnTo>
                  <a:lnTo>
                    <a:pt x="315709" y="168389"/>
                  </a:lnTo>
                  <a:lnTo>
                    <a:pt x="321411" y="159042"/>
                  </a:lnTo>
                  <a:lnTo>
                    <a:pt x="334289" y="137972"/>
                  </a:lnTo>
                  <a:lnTo>
                    <a:pt x="341020" y="96875"/>
                  </a:lnTo>
                  <a:close/>
                </a:path>
                <a:path w="687704" h="194310">
                  <a:moveTo>
                    <a:pt x="539483" y="2578"/>
                  </a:moveTo>
                  <a:lnTo>
                    <a:pt x="496011" y="2578"/>
                  </a:lnTo>
                  <a:lnTo>
                    <a:pt x="449973" y="146519"/>
                  </a:lnTo>
                  <a:lnTo>
                    <a:pt x="448221" y="146519"/>
                  </a:lnTo>
                  <a:lnTo>
                    <a:pt x="402259" y="2578"/>
                  </a:lnTo>
                  <a:lnTo>
                    <a:pt x="358698" y="2578"/>
                  </a:lnTo>
                  <a:lnTo>
                    <a:pt x="423900" y="191185"/>
                  </a:lnTo>
                  <a:lnTo>
                    <a:pt x="474281" y="191185"/>
                  </a:lnTo>
                  <a:lnTo>
                    <a:pt x="539483" y="2578"/>
                  </a:lnTo>
                  <a:close/>
                </a:path>
                <a:path w="687704" h="194310">
                  <a:moveTo>
                    <a:pt x="687654" y="159346"/>
                  </a:moveTo>
                  <a:lnTo>
                    <a:pt x="599897" y="159346"/>
                  </a:lnTo>
                  <a:lnTo>
                    <a:pt x="599897" y="112356"/>
                  </a:lnTo>
                  <a:lnTo>
                    <a:pt x="680758" y="112356"/>
                  </a:lnTo>
                  <a:lnTo>
                    <a:pt x="680758" y="80606"/>
                  </a:lnTo>
                  <a:lnTo>
                    <a:pt x="599897" y="80606"/>
                  </a:lnTo>
                  <a:lnTo>
                    <a:pt x="599897" y="34886"/>
                  </a:lnTo>
                  <a:lnTo>
                    <a:pt x="687285" y="34886"/>
                  </a:lnTo>
                  <a:lnTo>
                    <a:pt x="687285" y="3136"/>
                  </a:lnTo>
                  <a:lnTo>
                    <a:pt x="560755" y="3136"/>
                  </a:lnTo>
                  <a:lnTo>
                    <a:pt x="560755" y="34886"/>
                  </a:lnTo>
                  <a:lnTo>
                    <a:pt x="560755" y="80606"/>
                  </a:lnTo>
                  <a:lnTo>
                    <a:pt x="560755" y="112356"/>
                  </a:lnTo>
                  <a:lnTo>
                    <a:pt x="560755" y="159346"/>
                  </a:lnTo>
                  <a:lnTo>
                    <a:pt x="560755" y="191096"/>
                  </a:lnTo>
                  <a:lnTo>
                    <a:pt x="687654" y="191096"/>
                  </a:lnTo>
                  <a:lnTo>
                    <a:pt x="687654" y="159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8099" y="5776664"/>
              <a:ext cx="203616" cy="18860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873481" y="5777229"/>
              <a:ext cx="127000" cy="187960"/>
            </a:xfrm>
            <a:custGeom>
              <a:avLst/>
              <a:gdLst/>
              <a:ahLst/>
              <a:cxnLst/>
              <a:rect l="l" t="t" r="r" b="b"/>
              <a:pathLst>
                <a:path w="127000" h="187960">
                  <a:moveTo>
                    <a:pt x="126911" y="156210"/>
                  </a:moveTo>
                  <a:lnTo>
                    <a:pt x="39141" y="156210"/>
                  </a:lnTo>
                  <a:lnTo>
                    <a:pt x="39141" y="109220"/>
                  </a:lnTo>
                  <a:lnTo>
                    <a:pt x="120002" y="109220"/>
                  </a:lnTo>
                  <a:lnTo>
                    <a:pt x="120002" y="77470"/>
                  </a:lnTo>
                  <a:lnTo>
                    <a:pt x="39141" y="77470"/>
                  </a:lnTo>
                  <a:lnTo>
                    <a:pt x="39141" y="31750"/>
                  </a:lnTo>
                  <a:lnTo>
                    <a:pt x="126530" y="31750"/>
                  </a:lnTo>
                  <a:lnTo>
                    <a:pt x="12653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77470"/>
                  </a:lnTo>
                  <a:lnTo>
                    <a:pt x="0" y="109220"/>
                  </a:lnTo>
                  <a:lnTo>
                    <a:pt x="0" y="156210"/>
                  </a:lnTo>
                  <a:lnTo>
                    <a:pt x="0" y="187960"/>
                  </a:lnTo>
                  <a:lnTo>
                    <a:pt x="126911" y="187960"/>
                  </a:lnTo>
                  <a:lnTo>
                    <a:pt x="126911" y="15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30506" y="5776664"/>
              <a:ext cx="157294" cy="18860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12205" y="5774085"/>
              <a:ext cx="321403" cy="1938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9343" y="758964"/>
              <a:ext cx="736600" cy="465455"/>
            </a:xfrm>
            <a:custGeom>
              <a:avLst/>
              <a:gdLst/>
              <a:ahLst/>
              <a:cxnLst/>
              <a:rect l="l" t="t" r="r" b="b"/>
              <a:pathLst>
                <a:path w="73660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80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36600" h="465455">
                  <a:moveTo>
                    <a:pt x="736498" y="6146"/>
                  </a:moveTo>
                  <a:lnTo>
                    <a:pt x="413321" y="6146"/>
                  </a:lnTo>
                  <a:lnTo>
                    <a:pt x="413321" y="82664"/>
                  </a:lnTo>
                  <a:lnTo>
                    <a:pt x="637870" y="82664"/>
                  </a:lnTo>
                  <a:lnTo>
                    <a:pt x="637870" y="85737"/>
                  </a:lnTo>
                  <a:lnTo>
                    <a:pt x="444855" y="455206"/>
                  </a:lnTo>
                  <a:lnTo>
                    <a:pt x="543267" y="455206"/>
                  </a:lnTo>
                  <a:lnTo>
                    <a:pt x="736498" y="83985"/>
                  </a:lnTo>
                  <a:lnTo>
                    <a:pt x="736498" y="614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5129" y="1115928"/>
              <a:ext cx="106235" cy="1037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69706" y="739749"/>
              <a:ext cx="5612130" cy="504825"/>
            </a:xfrm>
            <a:custGeom>
              <a:avLst/>
              <a:gdLst/>
              <a:ahLst/>
              <a:cxnLst/>
              <a:rect l="l" t="t" r="r" b="b"/>
              <a:pathLst>
                <a:path w="5612130" h="504825">
                  <a:moveTo>
                    <a:pt x="261277" y="225171"/>
                  </a:moveTo>
                  <a:lnTo>
                    <a:pt x="252298" y="185445"/>
                  </a:lnTo>
                  <a:lnTo>
                    <a:pt x="244386" y="175437"/>
                  </a:lnTo>
                  <a:lnTo>
                    <a:pt x="227799" y="154444"/>
                  </a:lnTo>
                  <a:lnTo>
                    <a:pt x="202857" y="140957"/>
                  </a:lnTo>
                  <a:lnTo>
                    <a:pt x="202857" y="225171"/>
                  </a:lnTo>
                  <a:lnTo>
                    <a:pt x="198234" y="246316"/>
                  </a:lnTo>
                  <a:lnTo>
                    <a:pt x="185864" y="262064"/>
                  </a:lnTo>
                  <a:lnTo>
                    <a:pt x="167093" y="271894"/>
                  </a:lnTo>
                  <a:lnTo>
                    <a:pt x="143268" y="275285"/>
                  </a:lnTo>
                  <a:lnTo>
                    <a:pt x="119278" y="271894"/>
                  </a:lnTo>
                  <a:lnTo>
                    <a:pt x="100584" y="262064"/>
                  </a:lnTo>
                  <a:lnTo>
                    <a:pt x="88480" y="246316"/>
                  </a:lnTo>
                  <a:lnTo>
                    <a:pt x="84264" y="225171"/>
                  </a:lnTo>
                  <a:lnTo>
                    <a:pt x="88480" y="204470"/>
                  </a:lnTo>
                  <a:lnTo>
                    <a:pt x="100584" y="188899"/>
                  </a:lnTo>
                  <a:lnTo>
                    <a:pt x="119278" y="179044"/>
                  </a:lnTo>
                  <a:lnTo>
                    <a:pt x="143268" y="175437"/>
                  </a:lnTo>
                  <a:lnTo>
                    <a:pt x="167093" y="179044"/>
                  </a:lnTo>
                  <a:lnTo>
                    <a:pt x="185864" y="188899"/>
                  </a:lnTo>
                  <a:lnTo>
                    <a:pt x="198234" y="204470"/>
                  </a:lnTo>
                  <a:lnTo>
                    <a:pt x="202857" y="225171"/>
                  </a:lnTo>
                  <a:lnTo>
                    <a:pt x="202857" y="140957"/>
                  </a:lnTo>
                  <a:lnTo>
                    <a:pt x="190538" y="134277"/>
                  </a:lnTo>
                  <a:lnTo>
                    <a:pt x="143268" y="127088"/>
                  </a:lnTo>
                  <a:lnTo>
                    <a:pt x="96151" y="134277"/>
                  </a:lnTo>
                  <a:lnTo>
                    <a:pt x="59093" y="154444"/>
                  </a:lnTo>
                  <a:lnTo>
                    <a:pt x="34925" y="185445"/>
                  </a:lnTo>
                  <a:lnTo>
                    <a:pt x="26441" y="225171"/>
                  </a:lnTo>
                  <a:lnTo>
                    <a:pt x="34925" y="264972"/>
                  </a:lnTo>
                  <a:lnTo>
                    <a:pt x="59093" y="295960"/>
                  </a:lnTo>
                  <a:lnTo>
                    <a:pt x="96151" y="316077"/>
                  </a:lnTo>
                  <a:lnTo>
                    <a:pt x="143268" y="323240"/>
                  </a:lnTo>
                  <a:lnTo>
                    <a:pt x="190538" y="316077"/>
                  </a:lnTo>
                  <a:lnTo>
                    <a:pt x="227799" y="295960"/>
                  </a:lnTo>
                  <a:lnTo>
                    <a:pt x="244144" y="275285"/>
                  </a:lnTo>
                  <a:lnTo>
                    <a:pt x="252298" y="264972"/>
                  </a:lnTo>
                  <a:lnTo>
                    <a:pt x="261277" y="225171"/>
                  </a:lnTo>
                  <a:close/>
                </a:path>
                <a:path w="5612130" h="504825">
                  <a:moveTo>
                    <a:pt x="281597" y="56642"/>
                  </a:moveTo>
                  <a:lnTo>
                    <a:pt x="174637" y="56642"/>
                  </a:lnTo>
                  <a:lnTo>
                    <a:pt x="174637" y="0"/>
                  </a:lnTo>
                  <a:lnTo>
                    <a:pt x="112877" y="0"/>
                  </a:lnTo>
                  <a:lnTo>
                    <a:pt x="112877" y="56642"/>
                  </a:lnTo>
                  <a:lnTo>
                    <a:pt x="0" y="56642"/>
                  </a:lnTo>
                  <a:lnTo>
                    <a:pt x="0" y="105968"/>
                  </a:lnTo>
                  <a:lnTo>
                    <a:pt x="281597" y="105968"/>
                  </a:lnTo>
                  <a:lnTo>
                    <a:pt x="281597" y="56642"/>
                  </a:lnTo>
                  <a:close/>
                </a:path>
                <a:path w="5612130" h="504825">
                  <a:moveTo>
                    <a:pt x="421513" y="787"/>
                  </a:moveTo>
                  <a:lnTo>
                    <a:pt x="359549" y="787"/>
                  </a:lnTo>
                  <a:lnTo>
                    <a:pt x="359549" y="129260"/>
                  </a:lnTo>
                  <a:lnTo>
                    <a:pt x="284949" y="129260"/>
                  </a:lnTo>
                  <a:lnTo>
                    <a:pt x="284949" y="179578"/>
                  </a:lnTo>
                  <a:lnTo>
                    <a:pt x="359549" y="179578"/>
                  </a:lnTo>
                  <a:lnTo>
                    <a:pt x="359549" y="236016"/>
                  </a:lnTo>
                  <a:lnTo>
                    <a:pt x="284949" y="236016"/>
                  </a:lnTo>
                  <a:lnTo>
                    <a:pt x="284949" y="285546"/>
                  </a:lnTo>
                  <a:lnTo>
                    <a:pt x="359549" y="285546"/>
                  </a:lnTo>
                  <a:lnTo>
                    <a:pt x="359549" y="385013"/>
                  </a:lnTo>
                  <a:lnTo>
                    <a:pt x="421513" y="385013"/>
                  </a:lnTo>
                  <a:lnTo>
                    <a:pt x="421513" y="787"/>
                  </a:lnTo>
                  <a:close/>
                </a:path>
                <a:path w="5612130" h="504825">
                  <a:moveTo>
                    <a:pt x="432562" y="444614"/>
                  </a:moveTo>
                  <a:lnTo>
                    <a:pt x="151752" y="444614"/>
                  </a:lnTo>
                  <a:lnTo>
                    <a:pt x="151752" y="351853"/>
                  </a:lnTo>
                  <a:lnTo>
                    <a:pt x="89001" y="351853"/>
                  </a:lnTo>
                  <a:lnTo>
                    <a:pt x="89001" y="494931"/>
                  </a:lnTo>
                  <a:lnTo>
                    <a:pt x="432562" y="494931"/>
                  </a:lnTo>
                  <a:lnTo>
                    <a:pt x="432562" y="444614"/>
                  </a:lnTo>
                  <a:close/>
                </a:path>
                <a:path w="5612130" h="504825">
                  <a:moveTo>
                    <a:pt x="743394" y="340220"/>
                  </a:moveTo>
                  <a:lnTo>
                    <a:pt x="703757" y="312026"/>
                  </a:lnTo>
                  <a:lnTo>
                    <a:pt x="674128" y="275056"/>
                  </a:lnTo>
                  <a:lnTo>
                    <a:pt x="668312" y="262458"/>
                  </a:lnTo>
                  <a:lnTo>
                    <a:pt x="653821" y="231076"/>
                  </a:lnTo>
                  <a:lnTo>
                    <a:pt x="642150" y="181889"/>
                  </a:lnTo>
                  <a:lnTo>
                    <a:pt x="638403" y="129260"/>
                  </a:lnTo>
                  <a:lnTo>
                    <a:pt x="638403" y="105181"/>
                  </a:lnTo>
                  <a:lnTo>
                    <a:pt x="721093" y="105181"/>
                  </a:lnTo>
                  <a:lnTo>
                    <a:pt x="721093" y="55257"/>
                  </a:lnTo>
                  <a:lnTo>
                    <a:pt x="488429" y="55257"/>
                  </a:lnTo>
                  <a:lnTo>
                    <a:pt x="488429" y="105181"/>
                  </a:lnTo>
                  <a:lnTo>
                    <a:pt x="578218" y="105181"/>
                  </a:lnTo>
                  <a:lnTo>
                    <a:pt x="578218" y="129260"/>
                  </a:lnTo>
                  <a:lnTo>
                    <a:pt x="574497" y="186728"/>
                  </a:lnTo>
                  <a:lnTo>
                    <a:pt x="562851" y="240055"/>
                  </a:lnTo>
                  <a:lnTo>
                    <a:pt x="542544" y="287528"/>
                  </a:lnTo>
                  <a:lnTo>
                    <a:pt x="512851" y="327406"/>
                  </a:lnTo>
                  <a:lnTo>
                    <a:pt x="473036" y="357974"/>
                  </a:lnTo>
                  <a:lnTo>
                    <a:pt x="511517" y="405333"/>
                  </a:lnTo>
                  <a:lnTo>
                    <a:pt x="545439" y="379349"/>
                  </a:lnTo>
                  <a:lnTo>
                    <a:pt x="572846" y="346329"/>
                  </a:lnTo>
                  <a:lnTo>
                    <a:pt x="594106" y="307098"/>
                  </a:lnTo>
                  <a:lnTo>
                    <a:pt x="609600" y="262458"/>
                  </a:lnTo>
                  <a:lnTo>
                    <a:pt x="625665" y="301523"/>
                  </a:lnTo>
                  <a:lnTo>
                    <a:pt x="647141" y="335902"/>
                  </a:lnTo>
                  <a:lnTo>
                    <a:pt x="674319" y="364832"/>
                  </a:lnTo>
                  <a:lnTo>
                    <a:pt x="707478" y="387578"/>
                  </a:lnTo>
                  <a:lnTo>
                    <a:pt x="743394" y="340220"/>
                  </a:lnTo>
                  <a:close/>
                </a:path>
                <a:path w="5612130" h="504825">
                  <a:moveTo>
                    <a:pt x="919429" y="393"/>
                  </a:moveTo>
                  <a:lnTo>
                    <a:pt x="859828" y="393"/>
                  </a:lnTo>
                  <a:lnTo>
                    <a:pt x="859828" y="197739"/>
                  </a:lnTo>
                  <a:lnTo>
                    <a:pt x="808316" y="197739"/>
                  </a:lnTo>
                  <a:lnTo>
                    <a:pt x="808316" y="9080"/>
                  </a:lnTo>
                  <a:lnTo>
                    <a:pt x="749706" y="9080"/>
                  </a:lnTo>
                  <a:lnTo>
                    <a:pt x="749706" y="480326"/>
                  </a:lnTo>
                  <a:lnTo>
                    <a:pt x="808316" y="480326"/>
                  </a:lnTo>
                  <a:lnTo>
                    <a:pt x="808316" y="248843"/>
                  </a:lnTo>
                  <a:lnTo>
                    <a:pt x="859828" y="248843"/>
                  </a:lnTo>
                  <a:lnTo>
                    <a:pt x="859828" y="504405"/>
                  </a:lnTo>
                  <a:lnTo>
                    <a:pt x="919429" y="504405"/>
                  </a:lnTo>
                  <a:lnTo>
                    <a:pt x="919429" y="248843"/>
                  </a:lnTo>
                  <a:lnTo>
                    <a:pt x="919429" y="197739"/>
                  </a:lnTo>
                  <a:lnTo>
                    <a:pt x="919429" y="393"/>
                  </a:lnTo>
                  <a:close/>
                </a:path>
                <a:path w="5612130" h="504825">
                  <a:moveTo>
                    <a:pt x="1362049" y="223583"/>
                  </a:moveTo>
                  <a:lnTo>
                    <a:pt x="1352943" y="184035"/>
                  </a:lnTo>
                  <a:lnTo>
                    <a:pt x="1345311" y="174840"/>
                  </a:lnTo>
                  <a:lnTo>
                    <a:pt x="1327658" y="153581"/>
                  </a:lnTo>
                  <a:lnTo>
                    <a:pt x="1303235" y="141274"/>
                  </a:lnTo>
                  <a:lnTo>
                    <a:pt x="1303235" y="223583"/>
                  </a:lnTo>
                  <a:lnTo>
                    <a:pt x="1298409" y="243789"/>
                  </a:lnTo>
                  <a:lnTo>
                    <a:pt x="1285303" y="258762"/>
                  </a:lnTo>
                  <a:lnTo>
                    <a:pt x="1265135" y="268046"/>
                  </a:lnTo>
                  <a:lnTo>
                    <a:pt x="1239100" y="271145"/>
                  </a:lnTo>
                  <a:lnTo>
                    <a:pt x="1212850" y="268046"/>
                  </a:lnTo>
                  <a:lnTo>
                    <a:pt x="1192657" y="258762"/>
                  </a:lnTo>
                  <a:lnTo>
                    <a:pt x="1179741" y="243789"/>
                  </a:lnTo>
                  <a:lnTo>
                    <a:pt x="1175359" y="223583"/>
                  </a:lnTo>
                  <a:lnTo>
                    <a:pt x="1179741" y="202984"/>
                  </a:lnTo>
                  <a:lnTo>
                    <a:pt x="1192657" y="187667"/>
                  </a:lnTo>
                  <a:lnTo>
                    <a:pt x="1212850" y="178130"/>
                  </a:lnTo>
                  <a:lnTo>
                    <a:pt x="1239100" y="174840"/>
                  </a:lnTo>
                  <a:lnTo>
                    <a:pt x="1265135" y="178130"/>
                  </a:lnTo>
                  <a:lnTo>
                    <a:pt x="1285303" y="187667"/>
                  </a:lnTo>
                  <a:lnTo>
                    <a:pt x="1298409" y="202984"/>
                  </a:lnTo>
                  <a:lnTo>
                    <a:pt x="1303235" y="223583"/>
                  </a:lnTo>
                  <a:lnTo>
                    <a:pt x="1303235" y="141274"/>
                  </a:lnTo>
                  <a:lnTo>
                    <a:pt x="1288834" y="134010"/>
                  </a:lnTo>
                  <a:lnTo>
                    <a:pt x="1239100" y="127088"/>
                  </a:lnTo>
                  <a:lnTo>
                    <a:pt x="1188656" y="134010"/>
                  </a:lnTo>
                  <a:lnTo>
                    <a:pt x="1149464" y="153581"/>
                  </a:lnTo>
                  <a:lnTo>
                    <a:pt x="1124102" y="184035"/>
                  </a:lnTo>
                  <a:lnTo>
                    <a:pt x="1115174" y="223583"/>
                  </a:lnTo>
                  <a:lnTo>
                    <a:pt x="1124102" y="262699"/>
                  </a:lnTo>
                  <a:lnTo>
                    <a:pt x="1149464" y="292760"/>
                  </a:lnTo>
                  <a:lnTo>
                    <a:pt x="1188656" y="312000"/>
                  </a:lnTo>
                  <a:lnTo>
                    <a:pt x="1239100" y="318706"/>
                  </a:lnTo>
                  <a:lnTo>
                    <a:pt x="1288834" y="312000"/>
                  </a:lnTo>
                  <a:lnTo>
                    <a:pt x="1327658" y="292760"/>
                  </a:lnTo>
                  <a:lnTo>
                    <a:pt x="1345831" y="271145"/>
                  </a:lnTo>
                  <a:lnTo>
                    <a:pt x="1352943" y="262699"/>
                  </a:lnTo>
                  <a:lnTo>
                    <a:pt x="1362049" y="223583"/>
                  </a:lnTo>
                  <a:close/>
                </a:path>
                <a:path w="5612130" h="504825">
                  <a:moveTo>
                    <a:pt x="1388491" y="56642"/>
                  </a:moveTo>
                  <a:lnTo>
                    <a:pt x="1269885" y="56642"/>
                  </a:lnTo>
                  <a:lnTo>
                    <a:pt x="1269885" y="393"/>
                  </a:lnTo>
                  <a:lnTo>
                    <a:pt x="1208125" y="393"/>
                  </a:lnTo>
                  <a:lnTo>
                    <a:pt x="1208125" y="56642"/>
                  </a:lnTo>
                  <a:lnTo>
                    <a:pt x="1089126" y="56642"/>
                  </a:lnTo>
                  <a:lnTo>
                    <a:pt x="1089126" y="105968"/>
                  </a:lnTo>
                  <a:lnTo>
                    <a:pt x="1388491" y="105968"/>
                  </a:lnTo>
                  <a:lnTo>
                    <a:pt x="1388491" y="56642"/>
                  </a:lnTo>
                  <a:close/>
                </a:path>
                <a:path w="5612130" h="504825">
                  <a:moveTo>
                    <a:pt x="1506499" y="444614"/>
                  </a:moveTo>
                  <a:lnTo>
                    <a:pt x="1225283" y="444614"/>
                  </a:lnTo>
                  <a:lnTo>
                    <a:pt x="1225283" y="348107"/>
                  </a:lnTo>
                  <a:lnTo>
                    <a:pt x="1163523" y="348107"/>
                  </a:lnTo>
                  <a:lnTo>
                    <a:pt x="1163523" y="494931"/>
                  </a:lnTo>
                  <a:lnTo>
                    <a:pt x="1506499" y="494931"/>
                  </a:lnTo>
                  <a:lnTo>
                    <a:pt x="1506499" y="444614"/>
                  </a:lnTo>
                  <a:close/>
                </a:path>
                <a:path w="5612130" h="504825">
                  <a:moveTo>
                    <a:pt x="1557210" y="159258"/>
                  </a:moveTo>
                  <a:lnTo>
                    <a:pt x="1486763" y="159258"/>
                  </a:lnTo>
                  <a:lnTo>
                    <a:pt x="1486763" y="787"/>
                  </a:lnTo>
                  <a:lnTo>
                    <a:pt x="1424406" y="787"/>
                  </a:lnTo>
                  <a:lnTo>
                    <a:pt x="1424406" y="377710"/>
                  </a:lnTo>
                  <a:lnTo>
                    <a:pt x="1486763" y="377710"/>
                  </a:lnTo>
                  <a:lnTo>
                    <a:pt x="1486763" y="210362"/>
                  </a:lnTo>
                  <a:lnTo>
                    <a:pt x="1557210" y="210362"/>
                  </a:lnTo>
                  <a:lnTo>
                    <a:pt x="1557210" y="159258"/>
                  </a:lnTo>
                  <a:close/>
                </a:path>
                <a:path w="5612130" h="504825">
                  <a:moveTo>
                    <a:pt x="1902383" y="12623"/>
                  </a:moveTo>
                  <a:lnTo>
                    <a:pt x="1843379" y="12623"/>
                  </a:lnTo>
                  <a:lnTo>
                    <a:pt x="1843379" y="135775"/>
                  </a:lnTo>
                  <a:lnTo>
                    <a:pt x="1784565" y="135775"/>
                  </a:lnTo>
                  <a:lnTo>
                    <a:pt x="1786902" y="117716"/>
                  </a:lnTo>
                  <a:lnTo>
                    <a:pt x="1788566" y="99364"/>
                  </a:lnTo>
                  <a:lnTo>
                    <a:pt x="1789569" y="80708"/>
                  </a:lnTo>
                  <a:lnTo>
                    <a:pt x="1789899" y="61772"/>
                  </a:lnTo>
                  <a:lnTo>
                    <a:pt x="1593151" y="61772"/>
                  </a:lnTo>
                  <a:lnTo>
                    <a:pt x="1593151" y="112090"/>
                  </a:lnTo>
                  <a:lnTo>
                    <a:pt x="1728127" y="112090"/>
                  </a:lnTo>
                  <a:lnTo>
                    <a:pt x="1720151" y="160947"/>
                  </a:lnTo>
                  <a:lnTo>
                    <a:pt x="1705203" y="206171"/>
                  </a:lnTo>
                  <a:lnTo>
                    <a:pt x="1682788" y="247954"/>
                  </a:lnTo>
                  <a:lnTo>
                    <a:pt x="1652447" y="286448"/>
                  </a:lnTo>
                  <a:lnTo>
                    <a:pt x="1613712" y="321818"/>
                  </a:lnTo>
                  <a:lnTo>
                    <a:pt x="1566113" y="354228"/>
                  </a:lnTo>
                  <a:lnTo>
                    <a:pt x="1602816" y="398233"/>
                  </a:lnTo>
                  <a:lnTo>
                    <a:pt x="1646643" y="368833"/>
                  </a:lnTo>
                  <a:lnTo>
                    <a:pt x="1683829" y="336931"/>
                  </a:lnTo>
                  <a:lnTo>
                    <a:pt x="1714754" y="302628"/>
                  </a:lnTo>
                  <a:lnTo>
                    <a:pt x="1739798" y="266014"/>
                  </a:lnTo>
                  <a:lnTo>
                    <a:pt x="1759331" y="227203"/>
                  </a:lnTo>
                  <a:lnTo>
                    <a:pt x="1773720" y="186296"/>
                  </a:lnTo>
                  <a:lnTo>
                    <a:pt x="1843379" y="186296"/>
                  </a:lnTo>
                  <a:lnTo>
                    <a:pt x="1843379" y="261670"/>
                  </a:lnTo>
                  <a:lnTo>
                    <a:pt x="1764639" y="261670"/>
                  </a:lnTo>
                  <a:lnTo>
                    <a:pt x="1764639" y="312000"/>
                  </a:lnTo>
                  <a:lnTo>
                    <a:pt x="1843379" y="312000"/>
                  </a:lnTo>
                  <a:lnTo>
                    <a:pt x="1843379" y="480923"/>
                  </a:lnTo>
                  <a:lnTo>
                    <a:pt x="1902383" y="480923"/>
                  </a:lnTo>
                  <a:lnTo>
                    <a:pt x="1902383" y="186296"/>
                  </a:lnTo>
                  <a:lnTo>
                    <a:pt x="1902383" y="135775"/>
                  </a:lnTo>
                  <a:lnTo>
                    <a:pt x="1902383" y="12623"/>
                  </a:lnTo>
                  <a:close/>
                </a:path>
                <a:path w="5612130" h="504825">
                  <a:moveTo>
                    <a:pt x="2006384" y="393"/>
                  </a:moveTo>
                  <a:lnTo>
                    <a:pt x="1947773" y="393"/>
                  </a:lnTo>
                  <a:lnTo>
                    <a:pt x="1947773" y="504405"/>
                  </a:lnTo>
                  <a:lnTo>
                    <a:pt x="2006384" y="504405"/>
                  </a:lnTo>
                  <a:lnTo>
                    <a:pt x="2006384" y="393"/>
                  </a:lnTo>
                  <a:close/>
                </a:path>
                <a:path w="5612130" h="504825">
                  <a:moveTo>
                    <a:pt x="2358059" y="233057"/>
                  </a:moveTo>
                  <a:lnTo>
                    <a:pt x="2306637" y="206933"/>
                  </a:lnTo>
                  <a:lnTo>
                    <a:pt x="2275421" y="176618"/>
                  </a:lnTo>
                  <a:lnTo>
                    <a:pt x="2247023" y="128498"/>
                  </a:lnTo>
                  <a:lnTo>
                    <a:pt x="2239454" y="83273"/>
                  </a:lnTo>
                  <a:lnTo>
                    <a:pt x="2239454" y="78740"/>
                  </a:lnTo>
                  <a:lnTo>
                    <a:pt x="2343848" y="78740"/>
                  </a:lnTo>
                  <a:lnTo>
                    <a:pt x="2343848" y="28422"/>
                  </a:lnTo>
                  <a:lnTo>
                    <a:pt x="2071128" y="28422"/>
                  </a:lnTo>
                  <a:lnTo>
                    <a:pt x="2071128" y="78740"/>
                  </a:lnTo>
                  <a:lnTo>
                    <a:pt x="2176310" y="78740"/>
                  </a:lnTo>
                  <a:lnTo>
                    <a:pt x="2176259" y="83273"/>
                  </a:lnTo>
                  <a:lnTo>
                    <a:pt x="2171192" y="122580"/>
                  </a:lnTo>
                  <a:lnTo>
                    <a:pt x="2156028" y="160362"/>
                  </a:lnTo>
                  <a:lnTo>
                    <a:pt x="2131085" y="194297"/>
                  </a:lnTo>
                  <a:lnTo>
                    <a:pt x="2096643" y="222453"/>
                  </a:lnTo>
                  <a:lnTo>
                    <a:pt x="2052967" y="242925"/>
                  </a:lnTo>
                  <a:lnTo>
                    <a:pt x="2084933" y="291871"/>
                  </a:lnTo>
                  <a:lnTo>
                    <a:pt x="2126310" y="272808"/>
                  </a:lnTo>
                  <a:lnTo>
                    <a:pt x="2160867" y="246532"/>
                  </a:lnTo>
                  <a:lnTo>
                    <a:pt x="2188400" y="214109"/>
                  </a:lnTo>
                  <a:lnTo>
                    <a:pt x="2208669" y="176618"/>
                  </a:lnTo>
                  <a:lnTo>
                    <a:pt x="2228558" y="210540"/>
                  </a:lnTo>
                  <a:lnTo>
                    <a:pt x="2254999" y="240042"/>
                  </a:lnTo>
                  <a:lnTo>
                    <a:pt x="2287867" y="264172"/>
                  </a:lnTo>
                  <a:lnTo>
                    <a:pt x="2327071" y="282003"/>
                  </a:lnTo>
                  <a:lnTo>
                    <a:pt x="2358059" y="233057"/>
                  </a:lnTo>
                  <a:close/>
                </a:path>
                <a:path w="5612130" h="504825">
                  <a:moveTo>
                    <a:pt x="2476665" y="315150"/>
                  </a:moveTo>
                  <a:lnTo>
                    <a:pt x="2415883" y="315150"/>
                  </a:lnTo>
                  <a:lnTo>
                    <a:pt x="2415883" y="364286"/>
                  </a:lnTo>
                  <a:lnTo>
                    <a:pt x="2415883" y="448360"/>
                  </a:lnTo>
                  <a:lnTo>
                    <a:pt x="2202942" y="448360"/>
                  </a:lnTo>
                  <a:lnTo>
                    <a:pt x="2202942" y="364286"/>
                  </a:lnTo>
                  <a:lnTo>
                    <a:pt x="2415883" y="364286"/>
                  </a:lnTo>
                  <a:lnTo>
                    <a:pt x="2415883" y="315150"/>
                  </a:lnTo>
                  <a:lnTo>
                    <a:pt x="2140978" y="315150"/>
                  </a:lnTo>
                  <a:lnTo>
                    <a:pt x="2140978" y="498487"/>
                  </a:lnTo>
                  <a:lnTo>
                    <a:pt x="2476665" y="498487"/>
                  </a:lnTo>
                  <a:lnTo>
                    <a:pt x="2476665" y="448360"/>
                  </a:lnTo>
                  <a:lnTo>
                    <a:pt x="2476665" y="364286"/>
                  </a:lnTo>
                  <a:lnTo>
                    <a:pt x="2476665" y="315150"/>
                  </a:lnTo>
                  <a:close/>
                </a:path>
                <a:path w="5612130" h="504825">
                  <a:moveTo>
                    <a:pt x="2476665" y="393"/>
                  </a:moveTo>
                  <a:lnTo>
                    <a:pt x="2414689" y="393"/>
                  </a:lnTo>
                  <a:lnTo>
                    <a:pt x="2414689" y="119989"/>
                  </a:lnTo>
                  <a:lnTo>
                    <a:pt x="2327465" y="119989"/>
                  </a:lnTo>
                  <a:lnTo>
                    <a:pt x="2327465" y="170891"/>
                  </a:lnTo>
                  <a:lnTo>
                    <a:pt x="2414689" y="170891"/>
                  </a:lnTo>
                  <a:lnTo>
                    <a:pt x="2414689" y="293243"/>
                  </a:lnTo>
                  <a:lnTo>
                    <a:pt x="2476665" y="293243"/>
                  </a:lnTo>
                  <a:lnTo>
                    <a:pt x="2476665" y="393"/>
                  </a:lnTo>
                  <a:close/>
                </a:path>
                <a:path w="5612130" h="504825">
                  <a:moveTo>
                    <a:pt x="2930029" y="31572"/>
                  </a:moveTo>
                  <a:lnTo>
                    <a:pt x="2868650" y="31572"/>
                  </a:lnTo>
                  <a:lnTo>
                    <a:pt x="2868650" y="80518"/>
                  </a:lnTo>
                  <a:lnTo>
                    <a:pt x="2868650" y="192798"/>
                  </a:lnTo>
                  <a:lnTo>
                    <a:pt x="2748076" y="192798"/>
                  </a:lnTo>
                  <a:lnTo>
                    <a:pt x="2748076" y="80518"/>
                  </a:lnTo>
                  <a:lnTo>
                    <a:pt x="2868650" y="80518"/>
                  </a:lnTo>
                  <a:lnTo>
                    <a:pt x="2868650" y="31572"/>
                  </a:lnTo>
                  <a:lnTo>
                    <a:pt x="2687104" y="31572"/>
                  </a:lnTo>
                  <a:lnTo>
                    <a:pt x="2687104" y="241350"/>
                  </a:lnTo>
                  <a:lnTo>
                    <a:pt x="2930029" y="241350"/>
                  </a:lnTo>
                  <a:lnTo>
                    <a:pt x="2930029" y="192798"/>
                  </a:lnTo>
                  <a:lnTo>
                    <a:pt x="2930029" y="80518"/>
                  </a:lnTo>
                  <a:lnTo>
                    <a:pt x="2930029" y="31572"/>
                  </a:lnTo>
                  <a:close/>
                </a:path>
                <a:path w="5612130" h="504825">
                  <a:moveTo>
                    <a:pt x="3080397" y="393"/>
                  </a:moveTo>
                  <a:lnTo>
                    <a:pt x="3019031" y="393"/>
                  </a:lnTo>
                  <a:lnTo>
                    <a:pt x="3019031" y="287528"/>
                  </a:lnTo>
                  <a:lnTo>
                    <a:pt x="3080397" y="287528"/>
                  </a:lnTo>
                  <a:lnTo>
                    <a:pt x="3080397" y="393"/>
                  </a:lnTo>
                  <a:close/>
                </a:path>
                <a:path w="5612130" h="504825">
                  <a:moveTo>
                    <a:pt x="3109798" y="455853"/>
                  </a:moveTo>
                  <a:lnTo>
                    <a:pt x="3044393" y="442823"/>
                  </a:lnTo>
                  <a:lnTo>
                    <a:pt x="2994164" y="420827"/>
                  </a:lnTo>
                  <a:lnTo>
                    <a:pt x="2993567" y="420331"/>
                  </a:lnTo>
                  <a:lnTo>
                    <a:pt x="2960941" y="393357"/>
                  </a:lnTo>
                  <a:lnTo>
                    <a:pt x="2946603" y="363893"/>
                  </a:lnTo>
                  <a:lnTo>
                    <a:pt x="3090862" y="363893"/>
                  </a:lnTo>
                  <a:lnTo>
                    <a:pt x="3090862" y="317525"/>
                  </a:lnTo>
                  <a:lnTo>
                    <a:pt x="2945028" y="317525"/>
                  </a:lnTo>
                  <a:lnTo>
                    <a:pt x="2945028" y="273126"/>
                  </a:lnTo>
                  <a:lnTo>
                    <a:pt x="2882862" y="273126"/>
                  </a:lnTo>
                  <a:lnTo>
                    <a:pt x="2882862" y="317525"/>
                  </a:lnTo>
                  <a:lnTo>
                    <a:pt x="2737612" y="317525"/>
                  </a:lnTo>
                  <a:lnTo>
                    <a:pt x="2737612" y="363893"/>
                  </a:lnTo>
                  <a:lnTo>
                    <a:pt x="2881477" y="363893"/>
                  </a:lnTo>
                  <a:lnTo>
                    <a:pt x="2866999" y="393941"/>
                  </a:lnTo>
                  <a:lnTo>
                    <a:pt x="2833471" y="421640"/>
                  </a:lnTo>
                  <a:lnTo>
                    <a:pt x="2782849" y="443458"/>
                  </a:lnTo>
                  <a:lnTo>
                    <a:pt x="2717088" y="455853"/>
                  </a:lnTo>
                  <a:lnTo>
                    <a:pt x="2738412" y="503224"/>
                  </a:lnTo>
                  <a:lnTo>
                    <a:pt x="2796159" y="492429"/>
                  </a:lnTo>
                  <a:lnTo>
                    <a:pt x="2845485" y="474357"/>
                  </a:lnTo>
                  <a:lnTo>
                    <a:pt x="2885236" y="449999"/>
                  </a:lnTo>
                  <a:lnTo>
                    <a:pt x="2914243" y="420331"/>
                  </a:lnTo>
                  <a:lnTo>
                    <a:pt x="2942996" y="449795"/>
                  </a:lnTo>
                  <a:lnTo>
                    <a:pt x="2982391" y="474281"/>
                  </a:lnTo>
                  <a:lnTo>
                    <a:pt x="3031375" y="492518"/>
                  </a:lnTo>
                  <a:lnTo>
                    <a:pt x="3088881" y="503224"/>
                  </a:lnTo>
                  <a:lnTo>
                    <a:pt x="3109798" y="455853"/>
                  </a:lnTo>
                  <a:close/>
                </a:path>
                <a:path w="5612130" h="504825">
                  <a:moveTo>
                    <a:pt x="3486772" y="63538"/>
                  </a:moveTo>
                  <a:lnTo>
                    <a:pt x="3287661" y="63538"/>
                  </a:lnTo>
                  <a:lnTo>
                    <a:pt x="3287661" y="113868"/>
                  </a:lnTo>
                  <a:lnTo>
                    <a:pt x="3426193" y="113868"/>
                  </a:lnTo>
                  <a:lnTo>
                    <a:pt x="3418573" y="162534"/>
                  </a:lnTo>
                  <a:lnTo>
                    <a:pt x="3404146" y="207784"/>
                  </a:lnTo>
                  <a:lnTo>
                    <a:pt x="3382200" y="249656"/>
                  </a:lnTo>
                  <a:lnTo>
                    <a:pt x="3352063" y="288277"/>
                  </a:lnTo>
                  <a:lnTo>
                    <a:pt x="3313011" y="323697"/>
                  </a:lnTo>
                  <a:lnTo>
                    <a:pt x="3264370" y="356006"/>
                  </a:lnTo>
                  <a:lnTo>
                    <a:pt x="3300285" y="399224"/>
                  </a:lnTo>
                  <a:lnTo>
                    <a:pt x="3349358" y="366890"/>
                  </a:lnTo>
                  <a:lnTo>
                    <a:pt x="3389731" y="331419"/>
                  </a:lnTo>
                  <a:lnTo>
                    <a:pt x="3422065" y="293027"/>
                  </a:lnTo>
                  <a:lnTo>
                    <a:pt x="3447034" y="251879"/>
                  </a:lnTo>
                  <a:lnTo>
                    <a:pt x="3465322" y="208178"/>
                  </a:lnTo>
                  <a:lnTo>
                    <a:pt x="3477590" y="162090"/>
                  </a:lnTo>
                  <a:lnTo>
                    <a:pt x="3484511" y="113817"/>
                  </a:lnTo>
                  <a:lnTo>
                    <a:pt x="3486772" y="63538"/>
                  </a:lnTo>
                  <a:close/>
                </a:path>
                <a:path w="5612130" h="504825">
                  <a:moveTo>
                    <a:pt x="3701478" y="393"/>
                  </a:moveTo>
                  <a:lnTo>
                    <a:pt x="3641687" y="393"/>
                  </a:lnTo>
                  <a:lnTo>
                    <a:pt x="3641687" y="195364"/>
                  </a:lnTo>
                  <a:lnTo>
                    <a:pt x="3587419" y="195364"/>
                  </a:lnTo>
                  <a:lnTo>
                    <a:pt x="3587419" y="13817"/>
                  </a:lnTo>
                  <a:lnTo>
                    <a:pt x="3529596" y="13817"/>
                  </a:lnTo>
                  <a:lnTo>
                    <a:pt x="3529596" y="481114"/>
                  </a:lnTo>
                  <a:lnTo>
                    <a:pt x="3587419" y="481114"/>
                  </a:lnTo>
                  <a:lnTo>
                    <a:pt x="3587419" y="245694"/>
                  </a:lnTo>
                  <a:lnTo>
                    <a:pt x="3641687" y="245694"/>
                  </a:lnTo>
                  <a:lnTo>
                    <a:pt x="3641687" y="504405"/>
                  </a:lnTo>
                  <a:lnTo>
                    <a:pt x="3701478" y="504405"/>
                  </a:lnTo>
                  <a:lnTo>
                    <a:pt x="3701478" y="245694"/>
                  </a:lnTo>
                  <a:lnTo>
                    <a:pt x="3701478" y="195364"/>
                  </a:lnTo>
                  <a:lnTo>
                    <a:pt x="3701478" y="393"/>
                  </a:lnTo>
                  <a:close/>
                </a:path>
                <a:path w="5612130" h="504825">
                  <a:moveTo>
                    <a:pt x="4052760" y="248653"/>
                  </a:moveTo>
                  <a:lnTo>
                    <a:pt x="4001300" y="221881"/>
                  </a:lnTo>
                  <a:lnTo>
                    <a:pt x="3967911" y="187871"/>
                  </a:lnTo>
                  <a:lnTo>
                    <a:pt x="3964254" y="184150"/>
                  </a:lnTo>
                  <a:lnTo>
                    <a:pt x="3941864" y="138899"/>
                  </a:lnTo>
                  <a:lnTo>
                    <a:pt x="3934358" y="89598"/>
                  </a:lnTo>
                  <a:lnTo>
                    <a:pt x="3934358" y="31381"/>
                  </a:lnTo>
                  <a:lnTo>
                    <a:pt x="3872192" y="31381"/>
                  </a:lnTo>
                  <a:lnTo>
                    <a:pt x="3872103" y="89598"/>
                  </a:lnTo>
                  <a:lnTo>
                    <a:pt x="3867048" y="132359"/>
                  </a:lnTo>
                  <a:lnTo>
                    <a:pt x="3852113" y="173024"/>
                  </a:lnTo>
                  <a:lnTo>
                    <a:pt x="3827449" y="209003"/>
                  </a:lnTo>
                  <a:lnTo>
                    <a:pt x="3793147" y="238493"/>
                  </a:lnTo>
                  <a:lnTo>
                    <a:pt x="3749256" y="259702"/>
                  </a:lnTo>
                  <a:lnTo>
                    <a:pt x="3782403" y="309041"/>
                  </a:lnTo>
                  <a:lnTo>
                    <a:pt x="3823271" y="288582"/>
                  </a:lnTo>
                  <a:lnTo>
                    <a:pt x="3857269" y="260959"/>
                  </a:lnTo>
                  <a:lnTo>
                    <a:pt x="3884282" y="227088"/>
                  </a:lnTo>
                  <a:lnTo>
                    <a:pt x="3904170" y="187871"/>
                  </a:lnTo>
                  <a:lnTo>
                    <a:pt x="3923525" y="222961"/>
                  </a:lnTo>
                  <a:lnTo>
                    <a:pt x="3949204" y="253390"/>
                  </a:lnTo>
                  <a:lnTo>
                    <a:pt x="3981031" y="278333"/>
                  </a:lnTo>
                  <a:lnTo>
                    <a:pt x="4018826" y="297002"/>
                  </a:lnTo>
                  <a:lnTo>
                    <a:pt x="4052760" y="248653"/>
                  </a:lnTo>
                  <a:close/>
                </a:path>
                <a:path w="5612130" h="504825">
                  <a:moveTo>
                    <a:pt x="4173537" y="787"/>
                  </a:moveTo>
                  <a:lnTo>
                    <a:pt x="4111574" y="787"/>
                  </a:lnTo>
                  <a:lnTo>
                    <a:pt x="4111574" y="111887"/>
                  </a:lnTo>
                  <a:lnTo>
                    <a:pt x="4011320" y="111887"/>
                  </a:lnTo>
                  <a:lnTo>
                    <a:pt x="4011320" y="162407"/>
                  </a:lnTo>
                  <a:lnTo>
                    <a:pt x="4111574" y="162407"/>
                  </a:lnTo>
                  <a:lnTo>
                    <a:pt x="4111574" y="374942"/>
                  </a:lnTo>
                  <a:lnTo>
                    <a:pt x="4173537" y="374942"/>
                  </a:lnTo>
                  <a:lnTo>
                    <a:pt x="4173537" y="787"/>
                  </a:lnTo>
                  <a:close/>
                </a:path>
                <a:path w="5612130" h="504825">
                  <a:moveTo>
                    <a:pt x="4184586" y="444614"/>
                  </a:moveTo>
                  <a:lnTo>
                    <a:pt x="3903776" y="444614"/>
                  </a:lnTo>
                  <a:lnTo>
                    <a:pt x="3903776" y="334492"/>
                  </a:lnTo>
                  <a:lnTo>
                    <a:pt x="3841013" y="334492"/>
                  </a:lnTo>
                  <a:lnTo>
                    <a:pt x="3841013" y="494931"/>
                  </a:lnTo>
                  <a:lnTo>
                    <a:pt x="4184586" y="494931"/>
                  </a:lnTo>
                  <a:lnTo>
                    <a:pt x="4184586" y="444614"/>
                  </a:lnTo>
                  <a:close/>
                </a:path>
                <a:path w="5612130" h="504825">
                  <a:moveTo>
                    <a:pt x="4616158" y="31965"/>
                  </a:moveTo>
                  <a:lnTo>
                    <a:pt x="4554194" y="31965"/>
                  </a:lnTo>
                  <a:lnTo>
                    <a:pt x="4554194" y="100253"/>
                  </a:lnTo>
                  <a:lnTo>
                    <a:pt x="4554194" y="148602"/>
                  </a:lnTo>
                  <a:lnTo>
                    <a:pt x="4554194" y="218262"/>
                  </a:lnTo>
                  <a:lnTo>
                    <a:pt x="4436580" y="218262"/>
                  </a:lnTo>
                  <a:lnTo>
                    <a:pt x="4436580" y="148602"/>
                  </a:lnTo>
                  <a:lnTo>
                    <a:pt x="4554194" y="148602"/>
                  </a:lnTo>
                  <a:lnTo>
                    <a:pt x="4554194" y="100253"/>
                  </a:lnTo>
                  <a:lnTo>
                    <a:pt x="4436580" y="100253"/>
                  </a:lnTo>
                  <a:lnTo>
                    <a:pt x="4436580" y="31965"/>
                  </a:lnTo>
                  <a:lnTo>
                    <a:pt x="4375201" y="31965"/>
                  </a:lnTo>
                  <a:lnTo>
                    <a:pt x="4375201" y="267398"/>
                  </a:lnTo>
                  <a:lnTo>
                    <a:pt x="4616158" y="267398"/>
                  </a:lnTo>
                  <a:lnTo>
                    <a:pt x="4616158" y="218262"/>
                  </a:lnTo>
                  <a:lnTo>
                    <a:pt x="4616158" y="148602"/>
                  </a:lnTo>
                  <a:lnTo>
                    <a:pt x="4616158" y="100253"/>
                  </a:lnTo>
                  <a:lnTo>
                    <a:pt x="4616158" y="31965"/>
                  </a:lnTo>
                  <a:close/>
                </a:path>
                <a:path w="5612130" h="504825">
                  <a:moveTo>
                    <a:pt x="4760607" y="407708"/>
                  </a:moveTo>
                  <a:lnTo>
                    <a:pt x="4753102" y="374370"/>
                  </a:lnTo>
                  <a:lnTo>
                    <a:pt x="4741532" y="360146"/>
                  </a:lnTo>
                  <a:lnTo>
                    <a:pt x="4731347" y="347637"/>
                  </a:lnTo>
                  <a:lnTo>
                    <a:pt x="4699635" y="329755"/>
                  </a:lnTo>
                  <a:lnTo>
                    <a:pt x="4699635" y="407708"/>
                  </a:lnTo>
                  <a:lnTo>
                    <a:pt x="4692510" y="428383"/>
                  </a:lnTo>
                  <a:lnTo>
                    <a:pt x="4671657" y="443471"/>
                  </a:lnTo>
                  <a:lnTo>
                    <a:pt x="4637862" y="452716"/>
                  </a:lnTo>
                  <a:lnTo>
                    <a:pt x="4591888" y="455853"/>
                  </a:lnTo>
                  <a:lnTo>
                    <a:pt x="4545647" y="452716"/>
                  </a:lnTo>
                  <a:lnTo>
                    <a:pt x="4511472" y="443471"/>
                  </a:lnTo>
                  <a:lnTo>
                    <a:pt x="4490313" y="428383"/>
                  </a:lnTo>
                  <a:lnTo>
                    <a:pt x="4483151" y="407708"/>
                  </a:lnTo>
                  <a:lnTo>
                    <a:pt x="4490313" y="387146"/>
                  </a:lnTo>
                  <a:lnTo>
                    <a:pt x="4511472" y="372313"/>
                  </a:lnTo>
                  <a:lnTo>
                    <a:pt x="4545647" y="363283"/>
                  </a:lnTo>
                  <a:lnTo>
                    <a:pt x="4591888" y="360146"/>
                  </a:lnTo>
                  <a:lnTo>
                    <a:pt x="4637862" y="363283"/>
                  </a:lnTo>
                  <a:lnTo>
                    <a:pt x="4671657" y="372313"/>
                  </a:lnTo>
                  <a:lnTo>
                    <a:pt x="4692510" y="387146"/>
                  </a:lnTo>
                  <a:lnTo>
                    <a:pt x="4699635" y="407708"/>
                  </a:lnTo>
                  <a:lnTo>
                    <a:pt x="4699635" y="329755"/>
                  </a:lnTo>
                  <a:lnTo>
                    <a:pt x="4696460" y="327964"/>
                  </a:lnTo>
                  <a:lnTo>
                    <a:pt x="4649597" y="315861"/>
                  </a:lnTo>
                  <a:lnTo>
                    <a:pt x="4591888" y="311797"/>
                  </a:lnTo>
                  <a:lnTo>
                    <a:pt x="4533570" y="315861"/>
                  </a:lnTo>
                  <a:lnTo>
                    <a:pt x="4486135" y="327964"/>
                  </a:lnTo>
                  <a:lnTo>
                    <a:pt x="4450778" y="347637"/>
                  </a:lnTo>
                  <a:lnTo>
                    <a:pt x="4428731" y="374370"/>
                  </a:lnTo>
                  <a:lnTo>
                    <a:pt x="4421187" y="407708"/>
                  </a:lnTo>
                  <a:lnTo>
                    <a:pt x="4428731" y="441350"/>
                  </a:lnTo>
                  <a:lnTo>
                    <a:pt x="4450778" y="468337"/>
                  </a:lnTo>
                  <a:lnTo>
                    <a:pt x="4486135" y="488213"/>
                  </a:lnTo>
                  <a:lnTo>
                    <a:pt x="4533570" y="500519"/>
                  </a:lnTo>
                  <a:lnTo>
                    <a:pt x="4591888" y="504799"/>
                  </a:lnTo>
                  <a:lnTo>
                    <a:pt x="4649597" y="500519"/>
                  </a:lnTo>
                  <a:lnTo>
                    <a:pt x="4696460" y="488213"/>
                  </a:lnTo>
                  <a:lnTo>
                    <a:pt x="4731347" y="468337"/>
                  </a:lnTo>
                  <a:lnTo>
                    <a:pt x="4741405" y="455853"/>
                  </a:lnTo>
                  <a:lnTo>
                    <a:pt x="4753102" y="441350"/>
                  </a:lnTo>
                  <a:lnTo>
                    <a:pt x="4760607" y="407708"/>
                  </a:lnTo>
                  <a:close/>
                </a:path>
                <a:path w="5612130" h="504825">
                  <a:moveTo>
                    <a:pt x="4826520" y="120777"/>
                  </a:moveTo>
                  <a:lnTo>
                    <a:pt x="4756074" y="120777"/>
                  </a:lnTo>
                  <a:lnTo>
                    <a:pt x="4756074" y="393"/>
                  </a:lnTo>
                  <a:lnTo>
                    <a:pt x="4693717" y="393"/>
                  </a:lnTo>
                  <a:lnTo>
                    <a:pt x="4693717" y="299567"/>
                  </a:lnTo>
                  <a:lnTo>
                    <a:pt x="4756074" y="299567"/>
                  </a:lnTo>
                  <a:lnTo>
                    <a:pt x="4756074" y="172872"/>
                  </a:lnTo>
                  <a:lnTo>
                    <a:pt x="4826520" y="172872"/>
                  </a:lnTo>
                  <a:lnTo>
                    <a:pt x="4826520" y="120777"/>
                  </a:lnTo>
                  <a:close/>
                </a:path>
                <a:path w="5612130" h="504825">
                  <a:moveTo>
                    <a:pt x="5118405" y="160629"/>
                  </a:moveTo>
                  <a:lnTo>
                    <a:pt x="5111483" y="118960"/>
                  </a:lnTo>
                  <a:lnTo>
                    <a:pt x="5094668" y="88011"/>
                  </a:lnTo>
                  <a:lnTo>
                    <a:pt x="5092484" y="83985"/>
                  </a:lnTo>
                  <a:lnTo>
                    <a:pt x="5063350" y="57175"/>
                  </a:lnTo>
                  <a:lnTo>
                    <a:pt x="5057826" y="54635"/>
                  </a:lnTo>
                  <a:lnTo>
                    <a:pt x="5057826" y="160629"/>
                  </a:lnTo>
                  <a:lnTo>
                    <a:pt x="5051958" y="190550"/>
                  </a:lnTo>
                  <a:lnTo>
                    <a:pt x="5036045" y="213448"/>
                  </a:lnTo>
                  <a:lnTo>
                    <a:pt x="5012169" y="228104"/>
                  </a:lnTo>
                  <a:lnTo>
                    <a:pt x="4982438" y="233260"/>
                  </a:lnTo>
                  <a:lnTo>
                    <a:pt x="4952822" y="228104"/>
                  </a:lnTo>
                  <a:lnTo>
                    <a:pt x="4928857" y="213448"/>
                  </a:lnTo>
                  <a:lnTo>
                    <a:pt x="4912893" y="190550"/>
                  </a:lnTo>
                  <a:lnTo>
                    <a:pt x="4907254" y="160629"/>
                  </a:lnTo>
                  <a:lnTo>
                    <a:pt x="4912893" y="130556"/>
                  </a:lnTo>
                  <a:lnTo>
                    <a:pt x="4928857" y="107670"/>
                  </a:lnTo>
                  <a:lnTo>
                    <a:pt x="4952822" y="93116"/>
                  </a:lnTo>
                  <a:lnTo>
                    <a:pt x="4982438" y="88011"/>
                  </a:lnTo>
                  <a:lnTo>
                    <a:pt x="5012169" y="93116"/>
                  </a:lnTo>
                  <a:lnTo>
                    <a:pt x="5036045" y="107670"/>
                  </a:lnTo>
                  <a:lnTo>
                    <a:pt x="5051958" y="130556"/>
                  </a:lnTo>
                  <a:lnTo>
                    <a:pt x="5057826" y="160629"/>
                  </a:lnTo>
                  <a:lnTo>
                    <a:pt x="5057826" y="54635"/>
                  </a:lnTo>
                  <a:lnTo>
                    <a:pt x="5026025" y="39992"/>
                  </a:lnTo>
                  <a:lnTo>
                    <a:pt x="4982438" y="33947"/>
                  </a:lnTo>
                  <a:lnTo>
                    <a:pt x="4938763" y="39992"/>
                  </a:lnTo>
                  <a:lnTo>
                    <a:pt x="4901235" y="57175"/>
                  </a:lnTo>
                  <a:lnTo>
                    <a:pt x="4871923" y="83985"/>
                  </a:lnTo>
                  <a:lnTo>
                    <a:pt x="4852911" y="118960"/>
                  </a:lnTo>
                  <a:lnTo>
                    <a:pt x="4846269" y="160629"/>
                  </a:lnTo>
                  <a:lnTo>
                    <a:pt x="4852911" y="202095"/>
                  </a:lnTo>
                  <a:lnTo>
                    <a:pt x="4871923" y="237096"/>
                  </a:lnTo>
                  <a:lnTo>
                    <a:pt x="4901235" y="264058"/>
                  </a:lnTo>
                  <a:lnTo>
                    <a:pt x="4938763" y="281393"/>
                  </a:lnTo>
                  <a:lnTo>
                    <a:pt x="4982438" y="287528"/>
                  </a:lnTo>
                  <a:lnTo>
                    <a:pt x="5026025" y="281393"/>
                  </a:lnTo>
                  <a:lnTo>
                    <a:pt x="5063350" y="264058"/>
                  </a:lnTo>
                  <a:lnTo>
                    <a:pt x="5092484" y="237096"/>
                  </a:lnTo>
                  <a:lnTo>
                    <a:pt x="5094567" y="233260"/>
                  </a:lnTo>
                  <a:lnTo>
                    <a:pt x="5111483" y="202095"/>
                  </a:lnTo>
                  <a:lnTo>
                    <a:pt x="5118405" y="160629"/>
                  </a:lnTo>
                  <a:close/>
                </a:path>
                <a:path w="5612130" h="504825">
                  <a:moveTo>
                    <a:pt x="5258524" y="444614"/>
                  </a:moveTo>
                  <a:lnTo>
                    <a:pt x="4977308" y="444614"/>
                  </a:lnTo>
                  <a:lnTo>
                    <a:pt x="4977308" y="330542"/>
                  </a:lnTo>
                  <a:lnTo>
                    <a:pt x="4915535" y="330542"/>
                  </a:lnTo>
                  <a:lnTo>
                    <a:pt x="4915535" y="494931"/>
                  </a:lnTo>
                  <a:lnTo>
                    <a:pt x="5258524" y="494931"/>
                  </a:lnTo>
                  <a:lnTo>
                    <a:pt x="5258524" y="444614"/>
                  </a:lnTo>
                  <a:close/>
                </a:path>
                <a:path w="5612130" h="504825">
                  <a:moveTo>
                    <a:pt x="5309235" y="148005"/>
                  </a:moveTo>
                  <a:lnTo>
                    <a:pt x="5238788" y="148005"/>
                  </a:lnTo>
                  <a:lnTo>
                    <a:pt x="5238788" y="393"/>
                  </a:lnTo>
                  <a:lnTo>
                    <a:pt x="5176431" y="393"/>
                  </a:lnTo>
                  <a:lnTo>
                    <a:pt x="5176431" y="369227"/>
                  </a:lnTo>
                  <a:lnTo>
                    <a:pt x="5238788" y="369227"/>
                  </a:lnTo>
                  <a:lnTo>
                    <a:pt x="5238788" y="199517"/>
                  </a:lnTo>
                  <a:lnTo>
                    <a:pt x="5309235" y="199517"/>
                  </a:lnTo>
                  <a:lnTo>
                    <a:pt x="5309235" y="148005"/>
                  </a:lnTo>
                  <a:close/>
                </a:path>
                <a:path w="5612130" h="504825">
                  <a:moveTo>
                    <a:pt x="5611990" y="137807"/>
                  </a:moveTo>
                  <a:lnTo>
                    <a:pt x="5581053" y="137807"/>
                  </a:lnTo>
                  <a:lnTo>
                    <a:pt x="5581053" y="360934"/>
                  </a:lnTo>
                  <a:lnTo>
                    <a:pt x="5611990" y="360934"/>
                  </a:lnTo>
                  <a:lnTo>
                    <a:pt x="5611990" y="13780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37032" y="896844"/>
              <a:ext cx="157981" cy="1845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7192" y="944206"/>
              <a:ext cx="120591" cy="13647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63317" y="942277"/>
              <a:ext cx="309695" cy="13927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93129" y="911930"/>
              <a:ext cx="217636" cy="1688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84336" y="889214"/>
              <a:ext cx="170104" cy="18971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8338" y="942452"/>
              <a:ext cx="191245" cy="1364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993137" y="889215"/>
              <a:ext cx="564515" cy="192405"/>
            </a:xfrm>
            <a:custGeom>
              <a:avLst/>
              <a:gdLst/>
              <a:ahLst/>
              <a:cxnLst/>
              <a:rect l="l" t="t" r="r" b="b"/>
              <a:pathLst>
                <a:path w="564515" h="192405">
                  <a:moveTo>
                    <a:pt x="37553" y="54991"/>
                  </a:moveTo>
                  <a:lnTo>
                    <a:pt x="1536" y="54991"/>
                  </a:lnTo>
                  <a:lnTo>
                    <a:pt x="1536" y="189712"/>
                  </a:lnTo>
                  <a:lnTo>
                    <a:pt x="37553" y="189712"/>
                  </a:lnTo>
                  <a:lnTo>
                    <a:pt x="37553" y="54991"/>
                  </a:lnTo>
                  <a:close/>
                </a:path>
                <a:path w="564515" h="192405">
                  <a:moveTo>
                    <a:pt x="39192" y="18681"/>
                  </a:moveTo>
                  <a:lnTo>
                    <a:pt x="37642" y="11442"/>
                  </a:lnTo>
                  <a:lnTo>
                    <a:pt x="33426" y="5499"/>
                  </a:lnTo>
                  <a:lnTo>
                    <a:pt x="27190" y="1485"/>
                  </a:lnTo>
                  <a:lnTo>
                    <a:pt x="19596" y="0"/>
                  </a:lnTo>
                  <a:lnTo>
                    <a:pt x="12001" y="1485"/>
                  </a:lnTo>
                  <a:lnTo>
                    <a:pt x="5765" y="5499"/>
                  </a:lnTo>
                  <a:lnTo>
                    <a:pt x="1549" y="11442"/>
                  </a:lnTo>
                  <a:lnTo>
                    <a:pt x="0" y="18681"/>
                  </a:lnTo>
                  <a:lnTo>
                    <a:pt x="1549" y="25971"/>
                  </a:lnTo>
                  <a:lnTo>
                    <a:pt x="5765" y="31902"/>
                  </a:lnTo>
                  <a:lnTo>
                    <a:pt x="12001" y="35902"/>
                  </a:lnTo>
                  <a:lnTo>
                    <a:pt x="19596" y="37363"/>
                  </a:lnTo>
                  <a:lnTo>
                    <a:pt x="27190" y="35902"/>
                  </a:lnTo>
                  <a:lnTo>
                    <a:pt x="33426" y="31902"/>
                  </a:lnTo>
                  <a:lnTo>
                    <a:pt x="37642" y="25971"/>
                  </a:lnTo>
                  <a:lnTo>
                    <a:pt x="39192" y="18681"/>
                  </a:lnTo>
                  <a:close/>
                </a:path>
                <a:path w="564515" h="192405">
                  <a:moveTo>
                    <a:pt x="134518" y="161302"/>
                  </a:moveTo>
                  <a:lnTo>
                    <a:pt x="123939" y="162001"/>
                  </a:lnTo>
                  <a:lnTo>
                    <a:pt x="120421" y="161912"/>
                  </a:lnTo>
                  <a:lnTo>
                    <a:pt x="113030" y="161645"/>
                  </a:lnTo>
                  <a:lnTo>
                    <a:pt x="107873" y="159105"/>
                  </a:lnTo>
                  <a:lnTo>
                    <a:pt x="107873" y="82626"/>
                  </a:lnTo>
                  <a:lnTo>
                    <a:pt x="132791" y="82626"/>
                  </a:lnTo>
                  <a:lnTo>
                    <a:pt x="132791" y="54991"/>
                  </a:lnTo>
                  <a:lnTo>
                    <a:pt x="107873" y="54991"/>
                  </a:lnTo>
                  <a:lnTo>
                    <a:pt x="107873" y="22720"/>
                  </a:lnTo>
                  <a:lnTo>
                    <a:pt x="71856" y="22720"/>
                  </a:lnTo>
                  <a:lnTo>
                    <a:pt x="71856" y="54991"/>
                  </a:lnTo>
                  <a:lnTo>
                    <a:pt x="53721" y="54991"/>
                  </a:lnTo>
                  <a:lnTo>
                    <a:pt x="53721" y="82626"/>
                  </a:lnTo>
                  <a:lnTo>
                    <a:pt x="71856" y="82626"/>
                  </a:lnTo>
                  <a:lnTo>
                    <a:pt x="71856" y="153403"/>
                  </a:lnTo>
                  <a:lnTo>
                    <a:pt x="74930" y="170434"/>
                  </a:lnTo>
                  <a:lnTo>
                    <a:pt x="83820" y="182321"/>
                  </a:lnTo>
                  <a:lnTo>
                    <a:pt x="97650" y="189280"/>
                  </a:lnTo>
                  <a:lnTo>
                    <a:pt x="115519" y="191554"/>
                  </a:lnTo>
                  <a:lnTo>
                    <a:pt x="124282" y="191554"/>
                  </a:lnTo>
                  <a:lnTo>
                    <a:pt x="130733" y="190855"/>
                  </a:lnTo>
                  <a:lnTo>
                    <a:pt x="134518" y="190246"/>
                  </a:lnTo>
                  <a:lnTo>
                    <a:pt x="134518" y="161302"/>
                  </a:lnTo>
                  <a:close/>
                </a:path>
                <a:path w="564515" h="192405">
                  <a:moveTo>
                    <a:pt x="264223" y="98933"/>
                  </a:moveTo>
                  <a:lnTo>
                    <a:pt x="247040" y="63919"/>
                  </a:lnTo>
                  <a:lnTo>
                    <a:pt x="228549" y="55753"/>
                  </a:lnTo>
                  <a:lnTo>
                    <a:pt x="228549" y="131737"/>
                  </a:lnTo>
                  <a:lnTo>
                    <a:pt x="228549" y="141566"/>
                  </a:lnTo>
                  <a:lnTo>
                    <a:pt x="226542" y="151485"/>
                  </a:lnTo>
                  <a:lnTo>
                    <a:pt x="220814" y="159473"/>
                  </a:lnTo>
                  <a:lnTo>
                    <a:pt x="211988" y="164795"/>
                  </a:lnTo>
                  <a:lnTo>
                    <a:pt x="200698" y="166738"/>
                  </a:lnTo>
                  <a:lnTo>
                    <a:pt x="189179" y="166738"/>
                  </a:lnTo>
                  <a:lnTo>
                    <a:pt x="181013" y="161391"/>
                  </a:lnTo>
                  <a:lnTo>
                    <a:pt x="181013" y="150952"/>
                  </a:lnTo>
                  <a:lnTo>
                    <a:pt x="228549" y="131737"/>
                  </a:lnTo>
                  <a:lnTo>
                    <a:pt x="228549" y="55753"/>
                  </a:lnTo>
                  <a:lnTo>
                    <a:pt x="184848" y="56489"/>
                  </a:lnTo>
                  <a:lnTo>
                    <a:pt x="151193" y="95084"/>
                  </a:lnTo>
                  <a:lnTo>
                    <a:pt x="185318" y="95084"/>
                  </a:lnTo>
                  <a:lnTo>
                    <a:pt x="187858" y="88861"/>
                  </a:lnTo>
                  <a:lnTo>
                    <a:pt x="192455" y="84175"/>
                  </a:lnTo>
                  <a:lnTo>
                    <a:pt x="199009" y="81203"/>
                  </a:lnTo>
                  <a:lnTo>
                    <a:pt x="207403" y="80175"/>
                  </a:lnTo>
                  <a:lnTo>
                    <a:pt x="216293" y="81356"/>
                  </a:lnTo>
                  <a:lnTo>
                    <a:pt x="222859" y="84836"/>
                  </a:lnTo>
                  <a:lnTo>
                    <a:pt x="226936" y="90449"/>
                  </a:lnTo>
                  <a:lnTo>
                    <a:pt x="228384" y="98056"/>
                  </a:lnTo>
                  <a:lnTo>
                    <a:pt x="228384" y="108940"/>
                  </a:lnTo>
                  <a:lnTo>
                    <a:pt x="222262" y="109169"/>
                  </a:lnTo>
                  <a:lnTo>
                    <a:pt x="195630" y="110515"/>
                  </a:lnTo>
                  <a:lnTo>
                    <a:pt x="177266" y="113474"/>
                  </a:lnTo>
                  <a:lnTo>
                    <a:pt x="161582" y="120611"/>
                  </a:lnTo>
                  <a:lnTo>
                    <a:pt x="150660" y="133096"/>
                  </a:lnTo>
                  <a:lnTo>
                    <a:pt x="146558" y="152082"/>
                  </a:lnTo>
                  <a:lnTo>
                    <a:pt x="149872" y="169570"/>
                  </a:lnTo>
                  <a:lnTo>
                    <a:pt x="159067" y="182143"/>
                  </a:lnTo>
                  <a:lnTo>
                    <a:pt x="172986" y="189725"/>
                  </a:lnTo>
                  <a:lnTo>
                    <a:pt x="190474" y="192252"/>
                  </a:lnTo>
                  <a:lnTo>
                    <a:pt x="203873" y="190690"/>
                  </a:lnTo>
                  <a:lnTo>
                    <a:pt x="214731" y="186321"/>
                  </a:lnTo>
                  <a:lnTo>
                    <a:pt x="223113" y="179603"/>
                  </a:lnTo>
                  <a:lnTo>
                    <a:pt x="229069" y="171030"/>
                  </a:lnTo>
                  <a:lnTo>
                    <a:pt x="230098" y="171030"/>
                  </a:lnTo>
                  <a:lnTo>
                    <a:pt x="230098" y="189712"/>
                  </a:lnTo>
                  <a:lnTo>
                    <a:pt x="264223" y="189712"/>
                  </a:lnTo>
                  <a:lnTo>
                    <a:pt x="264223" y="171030"/>
                  </a:lnTo>
                  <a:lnTo>
                    <a:pt x="264223" y="166738"/>
                  </a:lnTo>
                  <a:lnTo>
                    <a:pt x="264223" y="131737"/>
                  </a:lnTo>
                  <a:lnTo>
                    <a:pt x="264223" y="98933"/>
                  </a:lnTo>
                  <a:close/>
                </a:path>
                <a:path w="564515" h="192405">
                  <a:moveTo>
                    <a:pt x="360489" y="161302"/>
                  </a:moveTo>
                  <a:lnTo>
                    <a:pt x="349923" y="162001"/>
                  </a:lnTo>
                  <a:lnTo>
                    <a:pt x="346392" y="161912"/>
                  </a:lnTo>
                  <a:lnTo>
                    <a:pt x="339001" y="161645"/>
                  </a:lnTo>
                  <a:lnTo>
                    <a:pt x="333844" y="159105"/>
                  </a:lnTo>
                  <a:lnTo>
                    <a:pt x="333844" y="82626"/>
                  </a:lnTo>
                  <a:lnTo>
                    <a:pt x="358775" y="82626"/>
                  </a:lnTo>
                  <a:lnTo>
                    <a:pt x="358775" y="54991"/>
                  </a:lnTo>
                  <a:lnTo>
                    <a:pt x="333844" y="54991"/>
                  </a:lnTo>
                  <a:lnTo>
                    <a:pt x="333844" y="22720"/>
                  </a:lnTo>
                  <a:lnTo>
                    <a:pt x="297827" y="22720"/>
                  </a:lnTo>
                  <a:lnTo>
                    <a:pt x="297827" y="54991"/>
                  </a:lnTo>
                  <a:lnTo>
                    <a:pt x="279692" y="54991"/>
                  </a:lnTo>
                  <a:lnTo>
                    <a:pt x="279692" y="82626"/>
                  </a:lnTo>
                  <a:lnTo>
                    <a:pt x="297827" y="82626"/>
                  </a:lnTo>
                  <a:lnTo>
                    <a:pt x="297827" y="153403"/>
                  </a:lnTo>
                  <a:lnTo>
                    <a:pt x="300913" y="170434"/>
                  </a:lnTo>
                  <a:lnTo>
                    <a:pt x="309803" y="182321"/>
                  </a:lnTo>
                  <a:lnTo>
                    <a:pt x="323621" y="189280"/>
                  </a:lnTo>
                  <a:lnTo>
                    <a:pt x="341503" y="191554"/>
                  </a:lnTo>
                  <a:lnTo>
                    <a:pt x="350266" y="191554"/>
                  </a:lnTo>
                  <a:lnTo>
                    <a:pt x="356704" y="190855"/>
                  </a:lnTo>
                  <a:lnTo>
                    <a:pt x="360489" y="190246"/>
                  </a:lnTo>
                  <a:lnTo>
                    <a:pt x="360489" y="161302"/>
                  </a:lnTo>
                  <a:close/>
                </a:path>
                <a:path w="564515" h="192405">
                  <a:moveTo>
                    <a:pt x="414731" y="54991"/>
                  </a:moveTo>
                  <a:lnTo>
                    <a:pt x="378714" y="54991"/>
                  </a:lnTo>
                  <a:lnTo>
                    <a:pt x="378714" y="189712"/>
                  </a:lnTo>
                  <a:lnTo>
                    <a:pt x="414731" y="189712"/>
                  </a:lnTo>
                  <a:lnTo>
                    <a:pt x="414731" y="54991"/>
                  </a:lnTo>
                  <a:close/>
                </a:path>
                <a:path w="564515" h="192405">
                  <a:moveTo>
                    <a:pt x="416369" y="18681"/>
                  </a:moveTo>
                  <a:lnTo>
                    <a:pt x="414820" y="11442"/>
                  </a:lnTo>
                  <a:lnTo>
                    <a:pt x="410591" y="5499"/>
                  </a:lnTo>
                  <a:lnTo>
                    <a:pt x="404368" y="1485"/>
                  </a:lnTo>
                  <a:lnTo>
                    <a:pt x="396773" y="0"/>
                  </a:lnTo>
                  <a:lnTo>
                    <a:pt x="389178" y="1485"/>
                  </a:lnTo>
                  <a:lnTo>
                    <a:pt x="382943" y="5499"/>
                  </a:lnTo>
                  <a:lnTo>
                    <a:pt x="378726" y="11442"/>
                  </a:lnTo>
                  <a:lnTo>
                    <a:pt x="377177" y="18681"/>
                  </a:lnTo>
                  <a:lnTo>
                    <a:pt x="378726" y="25971"/>
                  </a:lnTo>
                  <a:lnTo>
                    <a:pt x="382943" y="31902"/>
                  </a:lnTo>
                  <a:lnTo>
                    <a:pt x="389178" y="35902"/>
                  </a:lnTo>
                  <a:lnTo>
                    <a:pt x="396773" y="37363"/>
                  </a:lnTo>
                  <a:lnTo>
                    <a:pt x="404368" y="35902"/>
                  </a:lnTo>
                  <a:lnTo>
                    <a:pt x="410591" y="31902"/>
                  </a:lnTo>
                  <a:lnTo>
                    <a:pt x="414820" y="25971"/>
                  </a:lnTo>
                  <a:lnTo>
                    <a:pt x="416369" y="18681"/>
                  </a:lnTo>
                  <a:close/>
                </a:path>
                <a:path w="564515" h="192405">
                  <a:moveTo>
                    <a:pt x="564464" y="122885"/>
                  </a:moveTo>
                  <a:lnTo>
                    <a:pt x="559955" y="94386"/>
                  </a:lnTo>
                  <a:lnTo>
                    <a:pt x="552284" y="81305"/>
                  </a:lnTo>
                  <a:lnTo>
                    <a:pt x="547065" y="72402"/>
                  </a:lnTo>
                  <a:lnTo>
                    <a:pt x="527939" y="59131"/>
                  </a:lnTo>
                  <a:lnTo>
                    <a:pt x="527939" y="122618"/>
                  </a:lnTo>
                  <a:lnTo>
                    <a:pt x="526148" y="139052"/>
                  </a:lnTo>
                  <a:lnTo>
                    <a:pt x="520827" y="152107"/>
                  </a:lnTo>
                  <a:lnTo>
                    <a:pt x="512051" y="160731"/>
                  </a:lnTo>
                  <a:lnTo>
                    <a:pt x="499910" y="163842"/>
                  </a:lnTo>
                  <a:lnTo>
                    <a:pt x="487527" y="160731"/>
                  </a:lnTo>
                  <a:lnTo>
                    <a:pt x="478637" y="152107"/>
                  </a:lnTo>
                  <a:lnTo>
                    <a:pt x="473265" y="139052"/>
                  </a:lnTo>
                  <a:lnTo>
                    <a:pt x="471462" y="122618"/>
                  </a:lnTo>
                  <a:lnTo>
                    <a:pt x="473265" y="106210"/>
                  </a:lnTo>
                  <a:lnTo>
                    <a:pt x="478637" y="93116"/>
                  </a:lnTo>
                  <a:lnTo>
                    <a:pt x="487527" y="84442"/>
                  </a:lnTo>
                  <a:lnTo>
                    <a:pt x="499910" y="81305"/>
                  </a:lnTo>
                  <a:lnTo>
                    <a:pt x="512051" y="84442"/>
                  </a:lnTo>
                  <a:lnTo>
                    <a:pt x="520827" y="93116"/>
                  </a:lnTo>
                  <a:lnTo>
                    <a:pt x="526148" y="106210"/>
                  </a:lnTo>
                  <a:lnTo>
                    <a:pt x="527939" y="122618"/>
                  </a:lnTo>
                  <a:lnTo>
                    <a:pt x="527939" y="59131"/>
                  </a:lnTo>
                  <a:lnTo>
                    <a:pt x="526681" y="58254"/>
                  </a:lnTo>
                  <a:lnTo>
                    <a:pt x="499745" y="53238"/>
                  </a:lnTo>
                  <a:lnTo>
                    <a:pt x="472744" y="58254"/>
                  </a:lnTo>
                  <a:lnTo>
                    <a:pt x="452310" y="72402"/>
                  </a:lnTo>
                  <a:lnTo>
                    <a:pt x="439369" y="94386"/>
                  </a:lnTo>
                  <a:lnTo>
                    <a:pt x="434848" y="122885"/>
                  </a:lnTo>
                  <a:lnTo>
                    <a:pt x="439369" y="151231"/>
                  </a:lnTo>
                  <a:lnTo>
                    <a:pt x="452310" y="173177"/>
                  </a:lnTo>
                  <a:lnTo>
                    <a:pt x="472744" y="187325"/>
                  </a:lnTo>
                  <a:lnTo>
                    <a:pt x="499745" y="192341"/>
                  </a:lnTo>
                  <a:lnTo>
                    <a:pt x="526681" y="187325"/>
                  </a:lnTo>
                  <a:lnTo>
                    <a:pt x="547065" y="173177"/>
                  </a:lnTo>
                  <a:lnTo>
                    <a:pt x="552551" y="163842"/>
                  </a:lnTo>
                  <a:lnTo>
                    <a:pt x="559955" y="151231"/>
                  </a:lnTo>
                  <a:lnTo>
                    <a:pt x="564464" y="122885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77811" y="942452"/>
              <a:ext cx="121022" cy="1364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18090" y="942452"/>
              <a:ext cx="118014" cy="13910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05156" y="896932"/>
              <a:ext cx="152308" cy="18462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24674" y="899300"/>
              <a:ext cx="146807" cy="1796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92458" y="911930"/>
              <a:ext cx="351984" cy="16962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718144" y="899300"/>
              <a:ext cx="36830" cy="179705"/>
            </a:xfrm>
            <a:custGeom>
              <a:avLst/>
              <a:gdLst/>
              <a:ahLst/>
              <a:cxnLst/>
              <a:rect l="l" t="t" r="r" b="b"/>
              <a:pathLst>
                <a:path w="36829" h="179705">
                  <a:moveTo>
                    <a:pt x="36530" y="0"/>
                  </a:moveTo>
                  <a:lnTo>
                    <a:pt x="0" y="0"/>
                  </a:lnTo>
                  <a:lnTo>
                    <a:pt x="0" y="179624"/>
                  </a:lnTo>
                  <a:lnTo>
                    <a:pt x="36530" y="179624"/>
                  </a:lnTo>
                  <a:lnTo>
                    <a:pt x="36530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81065" y="942452"/>
              <a:ext cx="191245" cy="1364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997412" y="942452"/>
              <a:ext cx="128327" cy="18699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146287" y="942277"/>
              <a:ext cx="496990" cy="1392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663393" y="942452"/>
              <a:ext cx="191245" cy="13647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874325" y="942452"/>
              <a:ext cx="125835" cy="1391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020277" y="911930"/>
              <a:ext cx="347944" cy="169625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451215" y="4351590"/>
            <a:ext cx="328295" cy="2241550"/>
            <a:chOff x="1451215" y="4351590"/>
            <a:chExt cx="328295" cy="2241550"/>
          </a:xfrm>
        </p:grpSpPr>
        <p:sp>
          <p:nvSpPr>
            <p:cNvPr id="27" name="object 27"/>
            <p:cNvSpPr/>
            <p:nvPr/>
          </p:nvSpPr>
          <p:spPr>
            <a:xfrm>
              <a:off x="1451215" y="4351590"/>
              <a:ext cx="328295" cy="328295"/>
            </a:xfrm>
            <a:custGeom>
              <a:avLst/>
              <a:gdLst/>
              <a:ahLst/>
              <a:cxnLst/>
              <a:rect l="l" t="t" r="r" b="b"/>
              <a:pathLst>
                <a:path w="328294" h="328295">
                  <a:moveTo>
                    <a:pt x="164026" y="328053"/>
                  </a:moveTo>
                  <a:lnTo>
                    <a:pt x="120422" y="322194"/>
                  </a:lnTo>
                  <a:lnTo>
                    <a:pt x="81239" y="305658"/>
                  </a:lnTo>
                  <a:lnTo>
                    <a:pt x="48042" y="280010"/>
                  </a:lnTo>
                  <a:lnTo>
                    <a:pt x="22394" y="246813"/>
                  </a:lnTo>
                  <a:lnTo>
                    <a:pt x="5859" y="207631"/>
                  </a:lnTo>
                  <a:lnTo>
                    <a:pt x="0" y="164026"/>
                  </a:lnTo>
                  <a:lnTo>
                    <a:pt x="5859" y="120422"/>
                  </a:lnTo>
                  <a:lnTo>
                    <a:pt x="22394" y="81239"/>
                  </a:lnTo>
                  <a:lnTo>
                    <a:pt x="48042" y="48042"/>
                  </a:lnTo>
                  <a:lnTo>
                    <a:pt x="81239" y="22394"/>
                  </a:lnTo>
                  <a:lnTo>
                    <a:pt x="120422" y="5859"/>
                  </a:lnTo>
                  <a:lnTo>
                    <a:pt x="164026" y="0"/>
                  </a:lnTo>
                  <a:lnTo>
                    <a:pt x="207631" y="5859"/>
                  </a:lnTo>
                  <a:lnTo>
                    <a:pt x="246813" y="22394"/>
                  </a:lnTo>
                  <a:lnTo>
                    <a:pt x="280010" y="48042"/>
                  </a:lnTo>
                  <a:lnTo>
                    <a:pt x="305658" y="81239"/>
                  </a:lnTo>
                  <a:lnTo>
                    <a:pt x="322194" y="120422"/>
                  </a:lnTo>
                  <a:lnTo>
                    <a:pt x="328053" y="164026"/>
                  </a:lnTo>
                  <a:lnTo>
                    <a:pt x="322194" y="207631"/>
                  </a:lnTo>
                  <a:lnTo>
                    <a:pt x="305658" y="246813"/>
                  </a:lnTo>
                  <a:lnTo>
                    <a:pt x="280010" y="280010"/>
                  </a:lnTo>
                  <a:lnTo>
                    <a:pt x="246813" y="305658"/>
                  </a:lnTo>
                  <a:lnTo>
                    <a:pt x="207631" y="322194"/>
                  </a:lnTo>
                  <a:lnTo>
                    <a:pt x="164026" y="328053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15242" y="4520941"/>
              <a:ext cx="0" cy="1867535"/>
            </a:xfrm>
            <a:custGeom>
              <a:avLst/>
              <a:gdLst/>
              <a:ahLst/>
              <a:cxnLst/>
              <a:rect l="l" t="t" r="r" b="b"/>
              <a:pathLst>
                <a:path h="1867535">
                  <a:moveTo>
                    <a:pt x="0" y="0"/>
                  </a:moveTo>
                  <a:lnTo>
                    <a:pt x="0" y="1867041"/>
                  </a:lnTo>
                </a:path>
              </a:pathLst>
            </a:custGeom>
            <a:ln w="30755">
              <a:solidFill>
                <a:srgbClr val="323232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12726" y="5551446"/>
              <a:ext cx="205033" cy="20503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12726" y="6387984"/>
              <a:ext cx="205033" cy="205033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2009444" y="4323829"/>
            <a:ext cx="724535" cy="392430"/>
          </a:xfrm>
          <a:custGeom>
            <a:avLst/>
            <a:gdLst/>
            <a:ahLst/>
            <a:cxnLst/>
            <a:rect l="l" t="t" r="r" b="b"/>
            <a:pathLst>
              <a:path w="724535" h="392429">
                <a:moveTo>
                  <a:pt x="203212" y="175120"/>
                </a:moveTo>
                <a:lnTo>
                  <a:pt x="196240" y="144233"/>
                </a:lnTo>
                <a:lnTo>
                  <a:pt x="190080" y="136448"/>
                </a:lnTo>
                <a:lnTo>
                  <a:pt x="177177" y="120116"/>
                </a:lnTo>
                <a:lnTo>
                  <a:pt x="157784" y="109626"/>
                </a:lnTo>
                <a:lnTo>
                  <a:pt x="157784" y="175120"/>
                </a:lnTo>
                <a:lnTo>
                  <a:pt x="154190" y="191579"/>
                </a:lnTo>
                <a:lnTo>
                  <a:pt x="144564" y="203822"/>
                </a:lnTo>
                <a:lnTo>
                  <a:pt x="129959" y="211467"/>
                </a:lnTo>
                <a:lnTo>
                  <a:pt x="111429" y="214109"/>
                </a:lnTo>
                <a:lnTo>
                  <a:pt x="92773" y="211467"/>
                </a:lnTo>
                <a:lnTo>
                  <a:pt x="78244" y="203822"/>
                </a:lnTo>
                <a:lnTo>
                  <a:pt x="68821" y="191579"/>
                </a:lnTo>
                <a:lnTo>
                  <a:pt x="65544" y="175120"/>
                </a:lnTo>
                <a:lnTo>
                  <a:pt x="68821" y="159029"/>
                </a:lnTo>
                <a:lnTo>
                  <a:pt x="78244" y="146926"/>
                </a:lnTo>
                <a:lnTo>
                  <a:pt x="92773" y="139255"/>
                </a:lnTo>
                <a:lnTo>
                  <a:pt x="111429" y="136448"/>
                </a:lnTo>
                <a:lnTo>
                  <a:pt x="129959" y="139255"/>
                </a:lnTo>
                <a:lnTo>
                  <a:pt x="144564" y="146926"/>
                </a:lnTo>
                <a:lnTo>
                  <a:pt x="154190" y="159029"/>
                </a:lnTo>
                <a:lnTo>
                  <a:pt x="157784" y="175120"/>
                </a:lnTo>
                <a:lnTo>
                  <a:pt x="157784" y="109626"/>
                </a:lnTo>
                <a:lnTo>
                  <a:pt x="148196" y="104432"/>
                </a:lnTo>
                <a:lnTo>
                  <a:pt x="111429" y="98844"/>
                </a:lnTo>
                <a:lnTo>
                  <a:pt x="74790" y="104432"/>
                </a:lnTo>
                <a:lnTo>
                  <a:pt x="45974" y="120116"/>
                </a:lnTo>
                <a:lnTo>
                  <a:pt x="27165" y="144233"/>
                </a:lnTo>
                <a:lnTo>
                  <a:pt x="20574" y="175120"/>
                </a:lnTo>
                <a:lnTo>
                  <a:pt x="27165" y="206082"/>
                </a:lnTo>
                <a:lnTo>
                  <a:pt x="45974" y="230187"/>
                </a:lnTo>
                <a:lnTo>
                  <a:pt x="74790" y="245833"/>
                </a:lnTo>
                <a:lnTo>
                  <a:pt x="111429" y="251409"/>
                </a:lnTo>
                <a:lnTo>
                  <a:pt x="148196" y="245833"/>
                </a:lnTo>
                <a:lnTo>
                  <a:pt x="177177" y="230187"/>
                </a:lnTo>
                <a:lnTo>
                  <a:pt x="189890" y="214109"/>
                </a:lnTo>
                <a:lnTo>
                  <a:pt x="196240" y="206082"/>
                </a:lnTo>
                <a:lnTo>
                  <a:pt x="203212" y="175120"/>
                </a:lnTo>
                <a:close/>
              </a:path>
              <a:path w="724535" h="392429">
                <a:moveTo>
                  <a:pt x="219024" y="44043"/>
                </a:moveTo>
                <a:lnTo>
                  <a:pt x="135839" y="44043"/>
                </a:lnTo>
                <a:lnTo>
                  <a:pt x="135839" y="0"/>
                </a:lnTo>
                <a:lnTo>
                  <a:pt x="87795" y="0"/>
                </a:lnTo>
                <a:lnTo>
                  <a:pt x="87795" y="44043"/>
                </a:lnTo>
                <a:lnTo>
                  <a:pt x="0" y="44043"/>
                </a:lnTo>
                <a:lnTo>
                  <a:pt x="0" y="82423"/>
                </a:lnTo>
                <a:lnTo>
                  <a:pt x="219024" y="82423"/>
                </a:lnTo>
                <a:lnTo>
                  <a:pt x="219024" y="44043"/>
                </a:lnTo>
                <a:close/>
              </a:path>
              <a:path w="724535" h="392429">
                <a:moveTo>
                  <a:pt x="327850" y="609"/>
                </a:moveTo>
                <a:lnTo>
                  <a:pt x="279654" y="609"/>
                </a:lnTo>
                <a:lnTo>
                  <a:pt x="279654" y="100533"/>
                </a:lnTo>
                <a:lnTo>
                  <a:pt x="221640" y="100533"/>
                </a:lnTo>
                <a:lnTo>
                  <a:pt x="221640" y="139674"/>
                </a:lnTo>
                <a:lnTo>
                  <a:pt x="279654" y="139674"/>
                </a:lnTo>
                <a:lnTo>
                  <a:pt x="279654" y="183565"/>
                </a:lnTo>
                <a:lnTo>
                  <a:pt x="221640" y="183565"/>
                </a:lnTo>
                <a:lnTo>
                  <a:pt x="221640" y="222097"/>
                </a:lnTo>
                <a:lnTo>
                  <a:pt x="279654" y="222097"/>
                </a:lnTo>
                <a:lnTo>
                  <a:pt x="279654" y="299453"/>
                </a:lnTo>
                <a:lnTo>
                  <a:pt x="327850" y="299453"/>
                </a:lnTo>
                <a:lnTo>
                  <a:pt x="327850" y="609"/>
                </a:lnTo>
                <a:close/>
              </a:path>
              <a:path w="724535" h="392429">
                <a:moveTo>
                  <a:pt x="336448" y="345808"/>
                </a:moveTo>
                <a:lnTo>
                  <a:pt x="118033" y="345808"/>
                </a:lnTo>
                <a:lnTo>
                  <a:pt x="118033" y="273659"/>
                </a:lnTo>
                <a:lnTo>
                  <a:pt x="69227" y="273659"/>
                </a:lnTo>
                <a:lnTo>
                  <a:pt x="69227" y="384949"/>
                </a:lnTo>
                <a:lnTo>
                  <a:pt x="336448" y="384949"/>
                </a:lnTo>
                <a:lnTo>
                  <a:pt x="336448" y="345808"/>
                </a:lnTo>
                <a:close/>
              </a:path>
              <a:path w="724535" h="392429">
                <a:moveTo>
                  <a:pt x="587095" y="264604"/>
                </a:moveTo>
                <a:lnTo>
                  <a:pt x="549795" y="236080"/>
                </a:lnTo>
                <a:lnTo>
                  <a:pt x="528853" y="204139"/>
                </a:lnTo>
                <a:lnTo>
                  <a:pt x="524446" y="197421"/>
                </a:lnTo>
                <a:lnTo>
                  <a:pt x="510019" y="151333"/>
                </a:lnTo>
                <a:lnTo>
                  <a:pt x="505434" y="100533"/>
                </a:lnTo>
                <a:lnTo>
                  <a:pt x="505434" y="81800"/>
                </a:lnTo>
                <a:lnTo>
                  <a:pt x="569747" y="81800"/>
                </a:lnTo>
                <a:lnTo>
                  <a:pt x="569747" y="42976"/>
                </a:lnTo>
                <a:lnTo>
                  <a:pt x="388785" y="42976"/>
                </a:lnTo>
                <a:lnTo>
                  <a:pt x="388785" y="81800"/>
                </a:lnTo>
                <a:lnTo>
                  <a:pt x="458622" y="81800"/>
                </a:lnTo>
                <a:lnTo>
                  <a:pt x="458622" y="100533"/>
                </a:lnTo>
                <a:lnTo>
                  <a:pt x="454063" y="155956"/>
                </a:lnTo>
                <a:lnTo>
                  <a:pt x="439648" y="205828"/>
                </a:lnTo>
                <a:lnTo>
                  <a:pt x="414261" y="247523"/>
                </a:lnTo>
                <a:lnTo>
                  <a:pt x="376809" y="278422"/>
                </a:lnTo>
                <a:lnTo>
                  <a:pt x="406742" y="315264"/>
                </a:lnTo>
                <a:lnTo>
                  <a:pt x="433120" y="295046"/>
                </a:lnTo>
                <a:lnTo>
                  <a:pt x="454444" y="269367"/>
                </a:lnTo>
                <a:lnTo>
                  <a:pt x="470979" y="238848"/>
                </a:lnTo>
                <a:lnTo>
                  <a:pt x="483031" y="204139"/>
                </a:lnTo>
                <a:lnTo>
                  <a:pt x="495528" y="234518"/>
                </a:lnTo>
                <a:lnTo>
                  <a:pt x="512229" y="261251"/>
                </a:lnTo>
                <a:lnTo>
                  <a:pt x="533361" y="283756"/>
                </a:lnTo>
                <a:lnTo>
                  <a:pt x="559155" y="301447"/>
                </a:lnTo>
                <a:lnTo>
                  <a:pt x="587095" y="264604"/>
                </a:lnTo>
                <a:close/>
              </a:path>
              <a:path w="724535" h="392429">
                <a:moveTo>
                  <a:pt x="724001" y="304"/>
                </a:moveTo>
                <a:lnTo>
                  <a:pt x="677646" y="304"/>
                </a:lnTo>
                <a:lnTo>
                  <a:pt x="677646" y="153797"/>
                </a:lnTo>
                <a:lnTo>
                  <a:pt x="637590" y="153797"/>
                </a:lnTo>
                <a:lnTo>
                  <a:pt x="637590" y="7061"/>
                </a:lnTo>
                <a:lnTo>
                  <a:pt x="591997" y="7061"/>
                </a:lnTo>
                <a:lnTo>
                  <a:pt x="591997" y="373583"/>
                </a:lnTo>
                <a:lnTo>
                  <a:pt x="637590" y="373583"/>
                </a:lnTo>
                <a:lnTo>
                  <a:pt x="637590" y="193548"/>
                </a:lnTo>
                <a:lnTo>
                  <a:pt x="677646" y="193548"/>
                </a:lnTo>
                <a:lnTo>
                  <a:pt x="677646" y="392315"/>
                </a:lnTo>
                <a:lnTo>
                  <a:pt x="724001" y="392315"/>
                </a:lnTo>
                <a:lnTo>
                  <a:pt x="724001" y="193548"/>
                </a:lnTo>
                <a:lnTo>
                  <a:pt x="724001" y="153797"/>
                </a:lnTo>
                <a:lnTo>
                  <a:pt x="724001" y="304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83052" y="4324133"/>
            <a:ext cx="722630" cy="392430"/>
          </a:xfrm>
          <a:custGeom>
            <a:avLst/>
            <a:gdLst/>
            <a:ahLst/>
            <a:cxnLst/>
            <a:rect l="l" t="t" r="r" b="b"/>
            <a:pathLst>
              <a:path w="722629" h="392429">
                <a:moveTo>
                  <a:pt x="212267" y="173596"/>
                </a:moveTo>
                <a:lnTo>
                  <a:pt x="205193" y="142824"/>
                </a:lnTo>
                <a:lnTo>
                  <a:pt x="199250" y="135686"/>
                </a:lnTo>
                <a:lnTo>
                  <a:pt x="185534" y="119138"/>
                </a:lnTo>
                <a:lnTo>
                  <a:pt x="166535" y="109575"/>
                </a:lnTo>
                <a:lnTo>
                  <a:pt x="166535" y="173596"/>
                </a:lnTo>
                <a:lnTo>
                  <a:pt x="162775" y="189306"/>
                </a:lnTo>
                <a:lnTo>
                  <a:pt x="152590" y="200952"/>
                </a:lnTo>
                <a:lnTo>
                  <a:pt x="136893" y="208165"/>
                </a:lnTo>
                <a:lnTo>
                  <a:pt x="116649" y="210578"/>
                </a:lnTo>
                <a:lnTo>
                  <a:pt x="96227" y="208165"/>
                </a:lnTo>
                <a:lnTo>
                  <a:pt x="80518" y="200952"/>
                </a:lnTo>
                <a:lnTo>
                  <a:pt x="70485" y="189306"/>
                </a:lnTo>
                <a:lnTo>
                  <a:pt x="67068" y="173596"/>
                </a:lnTo>
                <a:lnTo>
                  <a:pt x="70485" y="157568"/>
                </a:lnTo>
                <a:lnTo>
                  <a:pt x="80518" y="145656"/>
                </a:lnTo>
                <a:lnTo>
                  <a:pt x="96227" y="138239"/>
                </a:lnTo>
                <a:lnTo>
                  <a:pt x="116649" y="135686"/>
                </a:lnTo>
                <a:lnTo>
                  <a:pt x="136893" y="138239"/>
                </a:lnTo>
                <a:lnTo>
                  <a:pt x="152590" y="145656"/>
                </a:lnTo>
                <a:lnTo>
                  <a:pt x="162775" y="157568"/>
                </a:lnTo>
                <a:lnTo>
                  <a:pt x="166535" y="173596"/>
                </a:lnTo>
                <a:lnTo>
                  <a:pt x="166535" y="109575"/>
                </a:lnTo>
                <a:lnTo>
                  <a:pt x="155333" y="103924"/>
                </a:lnTo>
                <a:lnTo>
                  <a:pt x="116649" y="98539"/>
                </a:lnTo>
                <a:lnTo>
                  <a:pt x="77419" y="103924"/>
                </a:lnTo>
                <a:lnTo>
                  <a:pt x="46926" y="119138"/>
                </a:lnTo>
                <a:lnTo>
                  <a:pt x="27203" y="142824"/>
                </a:lnTo>
                <a:lnTo>
                  <a:pt x="20256" y="173596"/>
                </a:lnTo>
                <a:lnTo>
                  <a:pt x="27203" y="204012"/>
                </a:lnTo>
                <a:lnTo>
                  <a:pt x="46926" y="227393"/>
                </a:lnTo>
                <a:lnTo>
                  <a:pt x="77419" y="242366"/>
                </a:lnTo>
                <a:lnTo>
                  <a:pt x="116649" y="247573"/>
                </a:lnTo>
                <a:lnTo>
                  <a:pt x="155333" y="242366"/>
                </a:lnTo>
                <a:lnTo>
                  <a:pt x="185534" y="227393"/>
                </a:lnTo>
                <a:lnTo>
                  <a:pt x="199669" y="210578"/>
                </a:lnTo>
                <a:lnTo>
                  <a:pt x="205193" y="204012"/>
                </a:lnTo>
                <a:lnTo>
                  <a:pt x="212267" y="173596"/>
                </a:lnTo>
                <a:close/>
              </a:path>
              <a:path w="722629" h="392429">
                <a:moveTo>
                  <a:pt x="232841" y="43738"/>
                </a:moveTo>
                <a:lnTo>
                  <a:pt x="140589" y="43738"/>
                </a:lnTo>
                <a:lnTo>
                  <a:pt x="140589" y="0"/>
                </a:lnTo>
                <a:lnTo>
                  <a:pt x="92557" y="0"/>
                </a:lnTo>
                <a:lnTo>
                  <a:pt x="92557" y="43738"/>
                </a:lnTo>
                <a:lnTo>
                  <a:pt x="0" y="43738"/>
                </a:lnTo>
                <a:lnTo>
                  <a:pt x="0" y="82118"/>
                </a:lnTo>
                <a:lnTo>
                  <a:pt x="232841" y="82118"/>
                </a:lnTo>
                <a:lnTo>
                  <a:pt x="232841" y="43738"/>
                </a:lnTo>
                <a:close/>
              </a:path>
              <a:path w="722629" h="392429">
                <a:moveTo>
                  <a:pt x="324624" y="345503"/>
                </a:moveTo>
                <a:lnTo>
                  <a:pt x="105905" y="345503"/>
                </a:lnTo>
                <a:lnTo>
                  <a:pt x="105905" y="270446"/>
                </a:lnTo>
                <a:lnTo>
                  <a:pt x="57861" y="270446"/>
                </a:lnTo>
                <a:lnTo>
                  <a:pt x="57861" y="384644"/>
                </a:lnTo>
                <a:lnTo>
                  <a:pt x="324624" y="384644"/>
                </a:lnTo>
                <a:lnTo>
                  <a:pt x="324624" y="345503"/>
                </a:lnTo>
                <a:close/>
              </a:path>
              <a:path w="722629" h="392429">
                <a:moveTo>
                  <a:pt x="364070" y="123558"/>
                </a:moveTo>
                <a:lnTo>
                  <a:pt x="309283" y="123558"/>
                </a:lnTo>
                <a:lnTo>
                  <a:pt x="309283" y="304"/>
                </a:lnTo>
                <a:lnTo>
                  <a:pt x="260769" y="304"/>
                </a:lnTo>
                <a:lnTo>
                  <a:pt x="260769" y="293471"/>
                </a:lnTo>
                <a:lnTo>
                  <a:pt x="309283" y="293471"/>
                </a:lnTo>
                <a:lnTo>
                  <a:pt x="309283" y="163309"/>
                </a:lnTo>
                <a:lnTo>
                  <a:pt x="364070" y="163309"/>
                </a:lnTo>
                <a:lnTo>
                  <a:pt x="364070" y="123558"/>
                </a:lnTo>
                <a:close/>
              </a:path>
              <a:path w="722629" h="392429">
                <a:moveTo>
                  <a:pt x="641426" y="9512"/>
                </a:moveTo>
                <a:lnTo>
                  <a:pt x="595528" y="9512"/>
                </a:lnTo>
                <a:lnTo>
                  <a:pt x="595528" y="105295"/>
                </a:lnTo>
                <a:lnTo>
                  <a:pt x="549795" y="105295"/>
                </a:lnTo>
                <a:lnTo>
                  <a:pt x="551611" y="91249"/>
                </a:lnTo>
                <a:lnTo>
                  <a:pt x="552894" y="76974"/>
                </a:lnTo>
                <a:lnTo>
                  <a:pt x="553681" y="62471"/>
                </a:lnTo>
                <a:lnTo>
                  <a:pt x="553935" y="47739"/>
                </a:lnTo>
                <a:lnTo>
                  <a:pt x="400913" y="47739"/>
                </a:lnTo>
                <a:lnTo>
                  <a:pt x="400913" y="86868"/>
                </a:lnTo>
                <a:lnTo>
                  <a:pt x="505891" y="86868"/>
                </a:lnTo>
                <a:lnTo>
                  <a:pt x="497814" y="132130"/>
                </a:lnTo>
                <a:lnTo>
                  <a:pt x="481799" y="173367"/>
                </a:lnTo>
                <a:lnTo>
                  <a:pt x="457238" y="210807"/>
                </a:lnTo>
                <a:lnTo>
                  <a:pt x="423468" y="244678"/>
                </a:lnTo>
                <a:lnTo>
                  <a:pt x="379882" y="275196"/>
                </a:lnTo>
                <a:lnTo>
                  <a:pt x="408432" y="309435"/>
                </a:lnTo>
                <a:lnTo>
                  <a:pt x="457606" y="274396"/>
                </a:lnTo>
                <a:lnTo>
                  <a:pt x="495490" y="235064"/>
                </a:lnTo>
                <a:lnTo>
                  <a:pt x="523087" y="191706"/>
                </a:lnTo>
                <a:lnTo>
                  <a:pt x="541350" y="144589"/>
                </a:lnTo>
                <a:lnTo>
                  <a:pt x="595528" y="144589"/>
                </a:lnTo>
                <a:lnTo>
                  <a:pt x="595528" y="203212"/>
                </a:lnTo>
                <a:lnTo>
                  <a:pt x="534289" y="203212"/>
                </a:lnTo>
                <a:lnTo>
                  <a:pt x="534289" y="242354"/>
                </a:lnTo>
                <a:lnTo>
                  <a:pt x="595528" y="242354"/>
                </a:lnTo>
                <a:lnTo>
                  <a:pt x="595528" y="373735"/>
                </a:lnTo>
                <a:lnTo>
                  <a:pt x="641426" y="373735"/>
                </a:lnTo>
                <a:lnTo>
                  <a:pt x="641426" y="144589"/>
                </a:lnTo>
                <a:lnTo>
                  <a:pt x="641426" y="105295"/>
                </a:lnTo>
                <a:lnTo>
                  <a:pt x="641426" y="9512"/>
                </a:lnTo>
                <a:close/>
              </a:path>
              <a:path w="722629" h="392429">
                <a:moveTo>
                  <a:pt x="722312" y="0"/>
                </a:moveTo>
                <a:lnTo>
                  <a:pt x="676732" y="0"/>
                </a:lnTo>
                <a:lnTo>
                  <a:pt x="676732" y="392010"/>
                </a:lnTo>
                <a:lnTo>
                  <a:pt x="722312" y="392010"/>
                </a:lnTo>
                <a:lnTo>
                  <a:pt x="722312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50496" y="4324126"/>
            <a:ext cx="329565" cy="387985"/>
          </a:xfrm>
          <a:custGeom>
            <a:avLst/>
            <a:gdLst/>
            <a:ahLst/>
            <a:cxnLst/>
            <a:rect l="l" t="t" r="r" b="b"/>
            <a:pathLst>
              <a:path w="329564" h="387985">
                <a:moveTo>
                  <a:pt x="329538" y="0"/>
                </a:moveTo>
                <a:lnTo>
                  <a:pt x="281342" y="0"/>
                </a:lnTo>
                <a:lnTo>
                  <a:pt x="281342" y="93013"/>
                </a:lnTo>
                <a:lnTo>
                  <a:pt x="213501" y="93013"/>
                </a:lnTo>
                <a:lnTo>
                  <a:pt x="213501" y="132613"/>
                </a:lnTo>
                <a:lnTo>
                  <a:pt x="281342" y="132613"/>
                </a:lnTo>
                <a:lnTo>
                  <a:pt x="281342" y="227775"/>
                </a:lnTo>
                <a:lnTo>
                  <a:pt x="329538" y="227775"/>
                </a:lnTo>
                <a:lnTo>
                  <a:pt x="329538" y="0"/>
                </a:lnTo>
                <a:close/>
              </a:path>
              <a:path w="329564" h="387985">
                <a:moveTo>
                  <a:pt x="145045" y="60934"/>
                </a:moveTo>
                <a:lnTo>
                  <a:pt x="95929" y="60934"/>
                </a:lnTo>
                <a:lnTo>
                  <a:pt x="95880" y="64464"/>
                </a:lnTo>
                <a:lnTo>
                  <a:pt x="89725" y="102579"/>
                </a:lnTo>
                <a:lnTo>
                  <a:pt x="71390" y="138081"/>
                </a:lnTo>
                <a:lnTo>
                  <a:pt x="41343" y="167740"/>
                </a:lnTo>
                <a:lnTo>
                  <a:pt x="0" y="188636"/>
                </a:lnTo>
                <a:lnTo>
                  <a:pt x="24865" y="226701"/>
                </a:lnTo>
                <a:lnTo>
                  <a:pt x="57039" y="211875"/>
                </a:lnTo>
                <a:lnTo>
                  <a:pt x="83919" y="191437"/>
                </a:lnTo>
                <a:lnTo>
                  <a:pt x="105330" y="166222"/>
                </a:lnTo>
                <a:lnTo>
                  <a:pt x="121101" y="137064"/>
                </a:lnTo>
                <a:lnTo>
                  <a:pt x="173017" y="137064"/>
                </a:lnTo>
                <a:lnTo>
                  <a:pt x="168433" y="132613"/>
                </a:lnTo>
                <a:lnTo>
                  <a:pt x="150933" y="99632"/>
                </a:lnTo>
                <a:lnTo>
                  <a:pt x="145045" y="64464"/>
                </a:lnTo>
                <a:lnTo>
                  <a:pt x="145045" y="60934"/>
                </a:lnTo>
                <a:close/>
              </a:path>
              <a:path w="329564" h="387985">
                <a:moveTo>
                  <a:pt x="173017" y="137064"/>
                </a:moveTo>
                <a:lnTo>
                  <a:pt x="121101" y="137064"/>
                </a:lnTo>
                <a:lnTo>
                  <a:pt x="136570" y="163447"/>
                </a:lnTo>
                <a:lnTo>
                  <a:pt x="157133" y="186391"/>
                </a:lnTo>
                <a:lnTo>
                  <a:pt x="182703" y="205162"/>
                </a:lnTo>
                <a:lnTo>
                  <a:pt x="213194" y="219026"/>
                </a:lnTo>
                <a:lnTo>
                  <a:pt x="237291" y="180962"/>
                </a:lnTo>
                <a:lnTo>
                  <a:pt x="197301" y="160644"/>
                </a:lnTo>
                <a:lnTo>
                  <a:pt x="173017" y="137064"/>
                </a:lnTo>
                <a:close/>
              </a:path>
              <a:path w="329564" h="387985">
                <a:moveTo>
                  <a:pt x="226240" y="21795"/>
                </a:moveTo>
                <a:lnTo>
                  <a:pt x="14120" y="21795"/>
                </a:lnTo>
                <a:lnTo>
                  <a:pt x="14120" y="60934"/>
                </a:lnTo>
                <a:lnTo>
                  <a:pt x="226240" y="60934"/>
                </a:lnTo>
                <a:lnTo>
                  <a:pt x="226240" y="21795"/>
                </a:lnTo>
                <a:close/>
              </a:path>
              <a:path w="329564" h="387985">
                <a:moveTo>
                  <a:pt x="329538" y="244812"/>
                </a:moveTo>
                <a:lnTo>
                  <a:pt x="68455" y="244812"/>
                </a:lnTo>
                <a:lnTo>
                  <a:pt x="68455" y="387402"/>
                </a:lnTo>
                <a:lnTo>
                  <a:pt x="329538" y="387402"/>
                </a:lnTo>
                <a:lnTo>
                  <a:pt x="329538" y="348417"/>
                </a:lnTo>
                <a:lnTo>
                  <a:pt x="116650" y="348417"/>
                </a:lnTo>
                <a:lnTo>
                  <a:pt x="116650" y="283031"/>
                </a:lnTo>
                <a:lnTo>
                  <a:pt x="329538" y="283031"/>
                </a:lnTo>
                <a:lnTo>
                  <a:pt x="329538" y="244812"/>
                </a:lnTo>
                <a:close/>
              </a:path>
              <a:path w="329564" h="387985">
                <a:moveTo>
                  <a:pt x="329538" y="283031"/>
                </a:moveTo>
                <a:lnTo>
                  <a:pt x="282263" y="283031"/>
                </a:lnTo>
                <a:lnTo>
                  <a:pt x="282263" y="348417"/>
                </a:lnTo>
                <a:lnTo>
                  <a:pt x="329538" y="348417"/>
                </a:lnTo>
                <a:lnTo>
                  <a:pt x="329538" y="283031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2009056" y="5439067"/>
            <a:ext cx="558165" cy="202565"/>
            <a:chOff x="2009056" y="5439067"/>
            <a:chExt cx="558165" cy="202565"/>
          </a:xfrm>
        </p:grpSpPr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009056" y="5439067"/>
              <a:ext cx="167266" cy="20160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06477" y="5439067"/>
              <a:ext cx="161425" cy="20207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06896" y="5439067"/>
              <a:ext cx="159925" cy="202077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2649758" y="5439067"/>
            <a:ext cx="436880" cy="201930"/>
            <a:chOff x="2649758" y="5439067"/>
            <a:chExt cx="436880" cy="201930"/>
          </a:xfrm>
        </p:grpSpPr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649758" y="5439067"/>
              <a:ext cx="371475" cy="20160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051939" y="5486903"/>
              <a:ext cx="34925" cy="114935"/>
            </a:xfrm>
            <a:custGeom>
              <a:avLst/>
              <a:gdLst/>
              <a:ahLst/>
              <a:cxnLst/>
              <a:rect l="l" t="t" r="r" b="b"/>
              <a:pathLst>
                <a:path w="34925" h="114935">
                  <a:moveTo>
                    <a:pt x="26759" y="0"/>
                  </a:moveTo>
                  <a:lnTo>
                    <a:pt x="7893" y="0"/>
                  </a:lnTo>
                  <a:lnTo>
                    <a:pt x="0" y="7656"/>
                  </a:lnTo>
                  <a:lnTo>
                    <a:pt x="157" y="17129"/>
                  </a:lnTo>
                  <a:lnTo>
                    <a:pt x="0" y="26680"/>
                  </a:lnTo>
                  <a:lnTo>
                    <a:pt x="7893" y="34416"/>
                  </a:lnTo>
                  <a:lnTo>
                    <a:pt x="26759" y="34416"/>
                  </a:lnTo>
                  <a:lnTo>
                    <a:pt x="34653" y="26680"/>
                  </a:lnTo>
                  <a:lnTo>
                    <a:pt x="34653" y="7656"/>
                  </a:lnTo>
                  <a:lnTo>
                    <a:pt x="26759" y="0"/>
                  </a:lnTo>
                  <a:close/>
                </a:path>
                <a:path w="34925" h="114935">
                  <a:moveTo>
                    <a:pt x="26759" y="80120"/>
                  </a:moveTo>
                  <a:lnTo>
                    <a:pt x="7893" y="80120"/>
                  </a:lnTo>
                  <a:lnTo>
                    <a:pt x="0" y="87777"/>
                  </a:lnTo>
                  <a:lnTo>
                    <a:pt x="157" y="97249"/>
                  </a:lnTo>
                  <a:lnTo>
                    <a:pt x="0" y="106800"/>
                  </a:lnTo>
                  <a:lnTo>
                    <a:pt x="7893" y="114536"/>
                  </a:lnTo>
                  <a:lnTo>
                    <a:pt x="26759" y="114536"/>
                  </a:lnTo>
                  <a:lnTo>
                    <a:pt x="34653" y="106800"/>
                  </a:lnTo>
                  <a:lnTo>
                    <a:pt x="34653" y="87777"/>
                  </a:lnTo>
                  <a:lnTo>
                    <a:pt x="26759" y="8012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3161411" y="5439067"/>
            <a:ext cx="371475" cy="201930"/>
            <a:chOff x="3161411" y="5439067"/>
            <a:chExt cx="371475" cy="201930"/>
          </a:xfrm>
        </p:grpSpPr>
        <p:pic>
          <p:nvPicPr>
            <p:cNvPr id="42" name="object 4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161411" y="5439067"/>
              <a:ext cx="174212" cy="19994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355674" y="5439067"/>
              <a:ext cx="177133" cy="201603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3615362" y="5457065"/>
            <a:ext cx="306070" cy="166370"/>
            <a:chOff x="3615362" y="5457065"/>
            <a:chExt cx="306070" cy="166370"/>
          </a:xfrm>
        </p:grpSpPr>
        <p:pic>
          <p:nvPicPr>
            <p:cNvPr id="45" name="object 4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615362" y="5457065"/>
              <a:ext cx="142322" cy="16608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78524" y="5457065"/>
              <a:ext cx="142875" cy="166370"/>
            </a:xfrm>
            <a:custGeom>
              <a:avLst/>
              <a:gdLst/>
              <a:ahLst/>
              <a:cxnLst/>
              <a:rect l="l" t="t" r="r" b="b"/>
              <a:pathLst>
                <a:path w="142875" h="166370">
                  <a:moveTo>
                    <a:pt x="73963" y="0"/>
                  </a:moveTo>
                  <a:lnTo>
                    <a:pt x="44557" y="5626"/>
                  </a:lnTo>
                  <a:lnTo>
                    <a:pt x="21115" y="21924"/>
                  </a:lnTo>
                  <a:lnTo>
                    <a:pt x="5606" y="48020"/>
                  </a:lnTo>
                  <a:lnTo>
                    <a:pt x="0" y="83041"/>
                  </a:lnTo>
                  <a:lnTo>
                    <a:pt x="5551" y="117995"/>
                  </a:lnTo>
                  <a:lnTo>
                    <a:pt x="20967" y="144098"/>
                  </a:lnTo>
                  <a:lnTo>
                    <a:pt x="44390" y="160433"/>
                  </a:lnTo>
                  <a:lnTo>
                    <a:pt x="73963" y="166082"/>
                  </a:lnTo>
                  <a:lnTo>
                    <a:pt x="100162" y="161727"/>
                  </a:lnTo>
                  <a:lnTo>
                    <a:pt x="120812" y="149831"/>
                  </a:lnTo>
                  <a:lnTo>
                    <a:pt x="135126" y="132148"/>
                  </a:lnTo>
                  <a:lnTo>
                    <a:pt x="142322" y="110432"/>
                  </a:lnTo>
                  <a:lnTo>
                    <a:pt x="112879" y="110274"/>
                  </a:lnTo>
                  <a:lnTo>
                    <a:pt x="107969" y="122903"/>
                  </a:lnTo>
                  <a:lnTo>
                    <a:pt x="99410" y="132218"/>
                  </a:lnTo>
                  <a:lnTo>
                    <a:pt x="87936" y="137980"/>
                  </a:lnTo>
                  <a:lnTo>
                    <a:pt x="74279" y="139954"/>
                  </a:lnTo>
                  <a:lnTo>
                    <a:pt x="56180" y="136289"/>
                  </a:lnTo>
                  <a:lnTo>
                    <a:pt x="41915" y="125439"/>
                  </a:lnTo>
                  <a:lnTo>
                    <a:pt x="32563" y="107618"/>
                  </a:lnTo>
                  <a:lnTo>
                    <a:pt x="29206" y="83041"/>
                  </a:lnTo>
                  <a:lnTo>
                    <a:pt x="32543" y="58729"/>
                  </a:lnTo>
                  <a:lnTo>
                    <a:pt x="41875" y="40879"/>
                  </a:lnTo>
                  <a:lnTo>
                    <a:pt x="56180" y="29881"/>
                  </a:lnTo>
                  <a:lnTo>
                    <a:pt x="74437" y="26128"/>
                  </a:lnTo>
                  <a:lnTo>
                    <a:pt x="88269" y="28182"/>
                  </a:lnTo>
                  <a:lnTo>
                    <a:pt x="99785" y="34159"/>
                  </a:lnTo>
                  <a:lnTo>
                    <a:pt x="108237" y="43777"/>
                  </a:lnTo>
                  <a:lnTo>
                    <a:pt x="112879" y="56755"/>
                  </a:lnTo>
                  <a:lnTo>
                    <a:pt x="142322" y="56755"/>
                  </a:lnTo>
                  <a:lnTo>
                    <a:pt x="134527" y="32701"/>
                  </a:lnTo>
                  <a:lnTo>
                    <a:pt x="119628" y="14879"/>
                  </a:lnTo>
                  <a:lnTo>
                    <a:pt x="98986" y="3806"/>
                  </a:lnTo>
                  <a:lnTo>
                    <a:pt x="73963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/>
          <p:nvPr/>
        </p:nvSpPr>
        <p:spPr>
          <a:xfrm>
            <a:off x="3938676" y="5439079"/>
            <a:ext cx="490220" cy="201295"/>
          </a:xfrm>
          <a:custGeom>
            <a:avLst/>
            <a:gdLst/>
            <a:ahLst/>
            <a:cxnLst/>
            <a:rect l="l" t="t" r="r" b="b"/>
            <a:pathLst>
              <a:path w="490220" h="201295">
                <a:moveTo>
                  <a:pt x="128752" y="20650"/>
                </a:moveTo>
                <a:lnTo>
                  <a:pt x="0" y="20650"/>
                </a:lnTo>
                <a:lnTo>
                  <a:pt x="0" y="44780"/>
                </a:lnTo>
                <a:lnTo>
                  <a:pt x="49974" y="44780"/>
                </a:lnTo>
                <a:lnTo>
                  <a:pt x="49974" y="181940"/>
                </a:lnTo>
                <a:lnTo>
                  <a:pt x="78867" y="181940"/>
                </a:lnTo>
                <a:lnTo>
                  <a:pt x="78867" y="44780"/>
                </a:lnTo>
                <a:lnTo>
                  <a:pt x="128752" y="44780"/>
                </a:lnTo>
                <a:lnTo>
                  <a:pt x="128752" y="20650"/>
                </a:lnTo>
                <a:close/>
              </a:path>
              <a:path w="490220" h="201295">
                <a:moveTo>
                  <a:pt x="290804" y="20205"/>
                </a:moveTo>
                <a:lnTo>
                  <a:pt x="258914" y="20205"/>
                </a:lnTo>
                <a:lnTo>
                  <a:pt x="216763" y="147688"/>
                </a:lnTo>
                <a:lnTo>
                  <a:pt x="215099" y="147688"/>
                </a:lnTo>
                <a:lnTo>
                  <a:pt x="172948" y="20205"/>
                </a:lnTo>
                <a:lnTo>
                  <a:pt x="140982" y="20205"/>
                </a:lnTo>
                <a:lnTo>
                  <a:pt x="197980" y="181864"/>
                </a:lnTo>
                <a:lnTo>
                  <a:pt x="233819" y="181864"/>
                </a:lnTo>
                <a:lnTo>
                  <a:pt x="290804" y="20205"/>
                </a:lnTo>
                <a:close/>
              </a:path>
              <a:path w="490220" h="201295">
                <a:moveTo>
                  <a:pt x="406603" y="20916"/>
                </a:moveTo>
                <a:lnTo>
                  <a:pt x="311569" y="20916"/>
                </a:lnTo>
                <a:lnTo>
                  <a:pt x="311569" y="41351"/>
                </a:lnTo>
                <a:lnTo>
                  <a:pt x="381342" y="41351"/>
                </a:lnTo>
                <a:lnTo>
                  <a:pt x="373608" y="73660"/>
                </a:lnTo>
                <a:lnTo>
                  <a:pt x="357670" y="101765"/>
                </a:lnTo>
                <a:lnTo>
                  <a:pt x="333438" y="125869"/>
                </a:lnTo>
                <a:lnTo>
                  <a:pt x="300824" y="146189"/>
                </a:lnTo>
                <a:lnTo>
                  <a:pt x="314807" y="165290"/>
                </a:lnTo>
                <a:lnTo>
                  <a:pt x="357428" y="137147"/>
                </a:lnTo>
                <a:lnTo>
                  <a:pt x="385800" y="102958"/>
                </a:lnTo>
                <a:lnTo>
                  <a:pt x="401624" y="63842"/>
                </a:lnTo>
                <a:lnTo>
                  <a:pt x="406603" y="20916"/>
                </a:lnTo>
                <a:close/>
              </a:path>
              <a:path w="490220" h="201295">
                <a:moveTo>
                  <a:pt x="489800" y="78778"/>
                </a:moveTo>
                <a:lnTo>
                  <a:pt x="459892" y="78778"/>
                </a:lnTo>
                <a:lnTo>
                  <a:pt x="459892" y="0"/>
                </a:lnTo>
                <a:lnTo>
                  <a:pt x="435025" y="0"/>
                </a:lnTo>
                <a:lnTo>
                  <a:pt x="435025" y="201282"/>
                </a:lnTo>
                <a:lnTo>
                  <a:pt x="459892" y="201282"/>
                </a:lnTo>
                <a:lnTo>
                  <a:pt x="459892" y="99377"/>
                </a:lnTo>
                <a:lnTo>
                  <a:pt x="489800" y="99377"/>
                </a:lnTo>
                <a:lnTo>
                  <a:pt x="489800" y="78778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/>
          <p:cNvGrpSpPr/>
          <p:nvPr/>
        </p:nvGrpSpPr>
        <p:grpSpPr>
          <a:xfrm>
            <a:off x="4494127" y="5439067"/>
            <a:ext cx="370205" cy="201930"/>
            <a:chOff x="4494127" y="5439067"/>
            <a:chExt cx="370205" cy="201930"/>
          </a:xfrm>
        </p:grpSpPr>
        <p:pic>
          <p:nvPicPr>
            <p:cNvPr id="49" name="object 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494127" y="5439067"/>
              <a:ext cx="187395" cy="20160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701966" y="5439225"/>
              <a:ext cx="161740" cy="197656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4942000" y="5438514"/>
            <a:ext cx="579755" cy="202565"/>
            <a:chOff x="4942000" y="5438514"/>
            <a:chExt cx="579755" cy="202565"/>
          </a:xfrm>
        </p:grpSpPr>
        <p:pic>
          <p:nvPicPr>
            <p:cNvPr id="52" name="object 5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942000" y="5438514"/>
              <a:ext cx="184474" cy="20247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145893" y="5439067"/>
              <a:ext cx="167345" cy="20160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337302" y="5447131"/>
              <a:ext cx="184150" cy="189230"/>
            </a:xfrm>
            <a:custGeom>
              <a:avLst/>
              <a:gdLst/>
              <a:ahLst/>
              <a:cxnLst/>
              <a:rect l="l" t="t" r="r" b="b"/>
              <a:pathLst>
                <a:path w="184150" h="189229">
                  <a:moveTo>
                    <a:pt x="163093" y="170078"/>
                  </a:moveTo>
                  <a:lnTo>
                    <a:pt x="47599" y="170078"/>
                  </a:lnTo>
                  <a:lnTo>
                    <a:pt x="47599" y="133248"/>
                  </a:lnTo>
                  <a:lnTo>
                    <a:pt x="22656" y="133248"/>
                  </a:lnTo>
                  <a:lnTo>
                    <a:pt x="22656" y="170078"/>
                  </a:lnTo>
                  <a:lnTo>
                    <a:pt x="22656" y="189128"/>
                  </a:lnTo>
                  <a:lnTo>
                    <a:pt x="163093" y="189128"/>
                  </a:lnTo>
                  <a:lnTo>
                    <a:pt x="163093" y="170078"/>
                  </a:lnTo>
                  <a:close/>
                </a:path>
                <a:path w="184150" h="189229">
                  <a:moveTo>
                    <a:pt x="183845" y="98742"/>
                  </a:moveTo>
                  <a:lnTo>
                    <a:pt x="104203" y="98742"/>
                  </a:lnTo>
                  <a:lnTo>
                    <a:pt x="104203" y="78066"/>
                  </a:lnTo>
                  <a:lnTo>
                    <a:pt x="165849" y="78066"/>
                  </a:lnTo>
                  <a:lnTo>
                    <a:pt x="165849" y="58648"/>
                  </a:lnTo>
                  <a:lnTo>
                    <a:pt x="139166" y="58648"/>
                  </a:lnTo>
                  <a:lnTo>
                    <a:pt x="139166" y="20040"/>
                  </a:lnTo>
                  <a:lnTo>
                    <a:pt x="166954" y="20040"/>
                  </a:lnTo>
                  <a:lnTo>
                    <a:pt x="166954" y="0"/>
                  </a:lnTo>
                  <a:lnTo>
                    <a:pt x="114300" y="0"/>
                  </a:lnTo>
                  <a:lnTo>
                    <a:pt x="114300" y="20040"/>
                  </a:lnTo>
                  <a:lnTo>
                    <a:pt x="114300" y="58648"/>
                  </a:lnTo>
                  <a:lnTo>
                    <a:pt x="68999" y="58648"/>
                  </a:lnTo>
                  <a:lnTo>
                    <a:pt x="68999" y="20040"/>
                  </a:lnTo>
                  <a:lnTo>
                    <a:pt x="114300" y="20040"/>
                  </a:lnTo>
                  <a:lnTo>
                    <a:pt x="114300" y="0"/>
                  </a:lnTo>
                  <a:lnTo>
                    <a:pt x="16497" y="0"/>
                  </a:lnTo>
                  <a:lnTo>
                    <a:pt x="16497" y="20040"/>
                  </a:lnTo>
                  <a:lnTo>
                    <a:pt x="44284" y="20040"/>
                  </a:lnTo>
                  <a:lnTo>
                    <a:pt x="44284" y="58648"/>
                  </a:lnTo>
                  <a:lnTo>
                    <a:pt x="17602" y="58648"/>
                  </a:lnTo>
                  <a:lnTo>
                    <a:pt x="17602" y="78066"/>
                  </a:lnTo>
                  <a:lnTo>
                    <a:pt x="79336" y="78066"/>
                  </a:lnTo>
                  <a:lnTo>
                    <a:pt x="79336" y="98742"/>
                  </a:lnTo>
                  <a:lnTo>
                    <a:pt x="0" y="98742"/>
                  </a:lnTo>
                  <a:lnTo>
                    <a:pt x="0" y="118478"/>
                  </a:lnTo>
                  <a:lnTo>
                    <a:pt x="183845" y="118478"/>
                  </a:lnTo>
                  <a:lnTo>
                    <a:pt x="183845" y="98742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589007" y="5438435"/>
            <a:ext cx="367607" cy="202077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6041775" y="5439067"/>
            <a:ext cx="382905" cy="201930"/>
            <a:chOff x="6041775" y="5439067"/>
            <a:chExt cx="382905" cy="201930"/>
          </a:xfrm>
        </p:grpSpPr>
        <p:pic>
          <p:nvPicPr>
            <p:cNvPr id="57" name="object 5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041775" y="5439067"/>
              <a:ext cx="166792" cy="20144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234379" y="5439067"/>
              <a:ext cx="189684" cy="201445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6488622" y="5439067"/>
            <a:ext cx="829944" cy="228600"/>
            <a:chOff x="6488622" y="5439067"/>
            <a:chExt cx="829944" cy="228600"/>
          </a:xfrm>
        </p:grpSpPr>
        <p:pic>
          <p:nvPicPr>
            <p:cNvPr id="60" name="object 6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488622" y="5439225"/>
              <a:ext cx="365634" cy="20128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890409" y="5439067"/>
              <a:ext cx="161425" cy="20207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089644" y="5439067"/>
              <a:ext cx="228915" cy="228363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7396762" y="5439067"/>
            <a:ext cx="579755" cy="201930"/>
            <a:chOff x="7396762" y="5439067"/>
            <a:chExt cx="579755" cy="201930"/>
          </a:xfrm>
        </p:grpSpPr>
        <p:pic>
          <p:nvPicPr>
            <p:cNvPr id="64" name="object 6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396762" y="5439067"/>
              <a:ext cx="174212" cy="19994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590709" y="5439067"/>
              <a:ext cx="385367" cy="201603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8042357" y="5438435"/>
            <a:ext cx="666750" cy="217170"/>
            <a:chOff x="8042357" y="5438435"/>
            <a:chExt cx="666750" cy="217170"/>
          </a:xfrm>
        </p:grpSpPr>
        <p:pic>
          <p:nvPicPr>
            <p:cNvPr id="67" name="object 6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042357" y="5438435"/>
              <a:ext cx="369817" cy="20128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453616" y="5454618"/>
              <a:ext cx="255123" cy="200656"/>
            </a:xfrm>
            <a:prstGeom prst="rect">
              <a:avLst/>
            </a:prstGeom>
          </p:spPr>
        </p:pic>
      </p:grpSp>
      <p:pic>
        <p:nvPicPr>
          <p:cNvPr id="69" name="object 69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001715" y="5701898"/>
            <a:ext cx="170187" cy="201761"/>
          </a:xfrm>
          <a:prstGeom prst="rect">
            <a:avLst/>
          </a:prstGeom>
        </p:spPr>
      </p:pic>
      <p:grpSp>
        <p:nvGrpSpPr>
          <p:cNvPr id="70" name="object 70"/>
          <p:cNvGrpSpPr/>
          <p:nvPr/>
        </p:nvGrpSpPr>
        <p:grpSpPr>
          <a:xfrm>
            <a:off x="2252033" y="5701661"/>
            <a:ext cx="1496695" cy="202565"/>
            <a:chOff x="2252033" y="5701661"/>
            <a:chExt cx="1496695" cy="202565"/>
          </a:xfrm>
        </p:grpSpPr>
        <p:pic>
          <p:nvPicPr>
            <p:cNvPr id="71" name="object 7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252033" y="5701898"/>
              <a:ext cx="170029" cy="202077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451347" y="5701898"/>
              <a:ext cx="169476" cy="199235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656503" y="5701898"/>
              <a:ext cx="224653" cy="202077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909494" y="5716270"/>
              <a:ext cx="382131" cy="16382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3311834" y="5795832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26759" y="0"/>
                  </a:moveTo>
                  <a:lnTo>
                    <a:pt x="7893" y="0"/>
                  </a:lnTo>
                  <a:lnTo>
                    <a:pt x="0" y="7735"/>
                  </a:lnTo>
                  <a:lnTo>
                    <a:pt x="157" y="17129"/>
                  </a:lnTo>
                  <a:lnTo>
                    <a:pt x="0" y="26680"/>
                  </a:lnTo>
                  <a:lnTo>
                    <a:pt x="7893" y="34416"/>
                  </a:lnTo>
                  <a:lnTo>
                    <a:pt x="17444" y="34416"/>
                  </a:lnTo>
                  <a:lnTo>
                    <a:pt x="26759" y="34416"/>
                  </a:lnTo>
                  <a:lnTo>
                    <a:pt x="34653" y="26680"/>
                  </a:lnTo>
                  <a:lnTo>
                    <a:pt x="34731" y="17129"/>
                  </a:lnTo>
                  <a:lnTo>
                    <a:pt x="34653" y="7735"/>
                  </a:lnTo>
                  <a:lnTo>
                    <a:pt x="26759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369773" y="5701661"/>
              <a:ext cx="378895" cy="201445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3816859" y="5701898"/>
            <a:ext cx="650875" cy="216535"/>
            <a:chOff x="3816859" y="5701898"/>
            <a:chExt cx="650875" cy="216535"/>
          </a:xfrm>
        </p:grpSpPr>
        <p:sp>
          <p:nvSpPr>
            <p:cNvPr id="78" name="object 78"/>
            <p:cNvSpPr/>
            <p:nvPr/>
          </p:nvSpPr>
          <p:spPr>
            <a:xfrm>
              <a:off x="3816858" y="5717539"/>
              <a:ext cx="184785" cy="161290"/>
            </a:xfrm>
            <a:custGeom>
              <a:avLst/>
              <a:gdLst/>
              <a:ahLst/>
              <a:cxnLst/>
              <a:rect l="l" t="t" r="r" b="b"/>
              <a:pathLst>
                <a:path w="184785" h="161289">
                  <a:moveTo>
                    <a:pt x="184467" y="142240"/>
                  </a:moveTo>
                  <a:lnTo>
                    <a:pt x="104432" y="142240"/>
                  </a:lnTo>
                  <a:lnTo>
                    <a:pt x="104432" y="92710"/>
                  </a:lnTo>
                  <a:lnTo>
                    <a:pt x="164020" y="92710"/>
                  </a:lnTo>
                  <a:lnTo>
                    <a:pt x="164020" y="72390"/>
                  </a:lnTo>
                  <a:lnTo>
                    <a:pt x="46647" y="72390"/>
                  </a:lnTo>
                  <a:lnTo>
                    <a:pt x="46647" y="0"/>
                  </a:lnTo>
                  <a:lnTo>
                    <a:pt x="21310" y="0"/>
                  </a:lnTo>
                  <a:lnTo>
                    <a:pt x="21310" y="72390"/>
                  </a:lnTo>
                  <a:lnTo>
                    <a:pt x="21310" y="92710"/>
                  </a:lnTo>
                  <a:lnTo>
                    <a:pt x="79489" y="92710"/>
                  </a:lnTo>
                  <a:lnTo>
                    <a:pt x="79489" y="142240"/>
                  </a:lnTo>
                  <a:lnTo>
                    <a:pt x="0" y="142240"/>
                  </a:lnTo>
                  <a:lnTo>
                    <a:pt x="0" y="161290"/>
                  </a:lnTo>
                  <a:lnTo>
                    <a:pt x="184467" y="161290"/>
                  </a:lnTo>
                  <a:lnTo>
                    <a:pt x="184467" y="14224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020989" y="5701898"/>
              <a:ext cx="161425" cy="20207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212173" y="5717448"/>
              <a:ext cx="255517" cy="200656"/>
            </a:xfrm>
            <a:prstGeom prst="rect">
              <a:avLst/>
            </a:prstGeom>
          </p:spPr>
        </p:pic>
      </p:grpSp>
      <p:pic>
        <p:nvPicPr>
          <p:cNvPr id="81" name="object 8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4553171" y="5701898"/>
            <a:ext cx="170423" cy="199235"/>
          </a:xfrm>
          <a:prstGeom prst="rect">
            <a:avLst/>
          </a:prstGeom>
        </p:spPr>
      </p:pic>
      <p:sp>
        <p:nvSpPr>
          <p:cNvPr id="82" name="object 82"/>
          <p:cNvSpPr/>
          <p:nvPr/>
        </p:nvSpPr>
        <p:spPr>
          <a:xfrm>
            <a:off x="4754054" y="5701906"/>
            <a:ext cx="562610" cy="201930"/>
          </a:xfrm>
          <a:custGeom>
            <a:avLst/>
            <a:gdLst/>
            <a:ahLst/>
            <a:cxnLst/>
            <a:rect l="l" t="t" r="r" b="b"/>
            <a:pathLst>
              <a:path w="562610" h="201929">
                <a:moveTo>
                  <a:pt x="96380" y="14516"/>
                </a:moveTo>
                <a:lnTo>
                  <a:pt x="71602" y="14516"/>
                </a:lnTo>
                <a:lnTo>
                  <a:pt x="71602" y="44843"/>
                </a:lnTo>
                <a:lnTo>
                  <a:pt x="24549" y="44843"/>
                </a:lnTo>
                <a:lnTo>
                  <a:pt x="24549" y="14363"/>
                </a:lnTo>
                <a:lnTo>
                  <a:pt x="0" y="14363"/>
                </a:lnTo>
                <a:lnTo>
                  <a:pt x="0" y="44843"/>
                </a:lnTo>
                <a:lnTo>
                  <a:pt x="0" y="63893"/>
                </a:lnTo>
                <a:lnTo>
                  <a:pt x="0" y="95643"/>
                </a:lnTo>
                <a:lnTo>
                  <a:pt x="0" y="115963"/>
                </a:lnTo>
                <a:lnTo>
                  <a:pt x="96380" y="115963"/>
                </a:lnTo>
                <a:lnTo>
                  <a:pt x="96380" y="96139"/>
                </a:lnTo>
                <a:lnTo>
                  <a:pt x="96380" y="95643"/>
                </a:lnTo>
                <a:lnTo>
                  <a:pt x="96380" y="64490"/>
                </a:lnTo>
                <a:lnTo>
                  <a:pt x="71602" y="64490"/>
                </a:lnTo>
                <a:lnTo>
                  <a:pt x="71602" y="95643"/>
                </a:lnTo>
                <a:lnTo>
                  <a:pt x="24549" y="95643"/>
                </a:lnTo>
                <a:lnTo>
                  <a:pt x="24549" y="63893"/>
                </a:lnTo>
                <a:lnTo>
                  <a:pt x="96380" y="63893"/>
                </a:lnTo>
                <a:lnTo>
                  <a:pt x="96380" y="45313"/>
                </a:lnTo>
                <a:lnTo>
                  <a:pt x="96380" y="44843"/>
                </a:lnTo>
                <a:lnTo>
                  <a:pt x="96380" y="14516"/>
                </a:lnTo>
                <a:close/>
              </a:path>
              <a:path w="562610" h="201929">
                <a:moveTo>
                  <a:pt x="160248" y="178193"/>
                </a:moveTo>
                <a:lnTo>
                  <a:pt x="47764" y="178193"/>
                </a:lnTo>
                <a:lnTo>
                  <a:pt x="47764" y="133743"/>
                </a:lnTo>
                <a:lnTo>
                  <a:pt x="23050" y="133743"/>
                </a:lnTo>
                <a:lnTo>
                  <a:pt x="23050" y="178193"/>
                </a:lnTo>
                <a:lnTo>
                  <a:pt x="23050" y="197243"/>
                </a:lnTo>
                <a:lnTo>
                  <a:pt x="160248" y="197243"/>
                </a:lnTo>
                <a:lnTo>
                  <a:pt x="160248" y="178193"/>
                </a:lnTo>
                <a:close/>
              </a:path>
              <a:path w="562610" h="201929">
                <a:moveTo>
                  <a:pt x="180530" y="58813"/>
                </a:moveTo>
                <a:lnTo>
                  <a:pt x="152349" y="58813"/>
                </a:lnTo>
                <a:lnTo>
                  <a:pt x="152349" y="393"/>
                </a:lnTo>
                <a:lnTo>
                  <a:pt x="127406" y="393"/>
                </a:lnTo>
                <a:lnTo>
                  <a:pt x="127406" y="58813"/>
                </a:lnTo>
                <a:lnTo>
                  <a:pt x="127406" y="79133"/>
                </a:lnTo>
                <a:lnTo>
                  <a:pt x="127406" y="148983"/>
                </a:lnTo>
                <a:lnTo>
                  <a:pt x="152349" y="148983"/>
                </a:lnTo>
                <a:lnTo>
                  <a:pt x="152349" y="79133"/>
                </a:lnTo>
                <a:lnTo>
                  <a:pt x="180530" y="79133"/>
                </a:lnTo>
                <a:lnTo>
                  <a:pt x="180530" y="58813"/>
                </a:lnTo>
                <a:close/>
              </a:path>
              <a:path w="562610" h="201929">
                <a:moveTo>
                  <a:pt x="312432" y="23202"/>
                </a:moveTo>
                <a:lnTo>
                  <a:pt x="264909" y="23202"/>
                </a:lnTo>
                <a:lnTo>
                  <a:pt x="264909" y="787"/>
                </a:lnTo>
                <a:lnTo>
                  <a:pt x="239966" y="787"/>
                </a:lnTo>
                <a:lnTo>
                  <a:pt x="239966" y="23202"/>
                </a:lnTo>
                <a:lnTo>
                  <a:pt x="192138" y="23202"/>
                </a:lnTo>
                <a:lnTo>
                  <a:pt x="192138" y="42862"/>
                </a:lnTo>
                <a:lnTo>
                  <a:pt x="312432" y="42862"/>
                </a:lnTo>
                <a:lnTo>
                  <a:pt x="312432" y="23202"/>
                </a:lnTo>
                <a:close/>
              </a:path>
              <a:path w="562610" h="201929">
                <a:moveTo>
                  <a:pt x="316306" y="158026"/>
                </a:moveTo>
                <a:lnTo>
                  <a:pt x="315048" y="144297"/>
                </a:lnTo>
                <a:lnTo>
                  <a:pt x="314642" y="139788"/>
                </a:lnTo>
                <a:lnTo>
                  <a:pt x="302552" y="141312"/>
                </a:lnTo>
                <a:lnTo>
                  <a:pt x="290169" y="142544"/>
                </a:lnTo>
                <a:lnTo>
                  <a:pt x="277583" y="143535"/>
                </a:lnTo>
                <a:lnTo>
                  <a:pt x="264909" y="144297"/>
                </a:lnTo>
                <a:lnTo>
                  <a:pt x="264909" y="126377"/>
                </a:lnTo>
                <a:lnTo>
                  <a:pt x="279895" y="121780"/>
                </a:lnTo>
                <a:lnTo>
                  <a:pt x="291477" y="113842"/>
                </a:lnTo>
                <a:lnTo>
                  <a:pt x="295325" y="108292"/>
                </a:lnTo>
                <a:lnTo>
                  <a:pt x="298970" y="103035"/>
                </a:lnTo>
                <a:lnTo>
                  <a:pt x="301701" y="89827"/>
                </a:lnTo>
                <a:lnTo>
                  <a:pt x="297992" y="74358"/>
                </a:lnTo>
                <a:lnTo>
                  <a:pt x="295160" y="71043"/>
                </a:lnTo>
                <a:lnTo>
                  <a:pt x="287832" y="62433"/>
                </a:lnTo>
                <a:lnTo>
                  <a:pt x="277863" y="57492"/>
                </a:lnTo>
                <a:lnTo>
                  <a:pt x="277863" y="89827"/>
                </a:lnTo>
                <a:lnTo>
                  <a:pt x="276034" y="97650"/>
                </a:lnTo>
                <a:lnTo>
                  <a:pt x="270878" y="103479"/>
                </a:lnTo>
                <a:lnTo>
                  <a:pt x="262902" y="107086"/>
                </a:lnTo>
                <a:lnTo>
                  <a:pt x="252603" y="108292"/>
                </a:lnTo>
                <a:lnTo>
                  <a:pt x="242163" y="107086"/>
                </a:lnTo>
                <a:lnTo>
                  <a:pt x="234124" y="103479"/>
                </a:lnTo>
                <a:lnTo>
                  <a:pt x="228968" y="97650"/>
                </a:lnTo>
                <a:lnTo>
                  <a:pt x="227177" y="89827"/>
                </a:lnTo>
                <a:lnTo>
                  <a:pt x="228968" y="81965"/>
                </a:lnTo>
                <a:lnTo>
                  <a:pt x="234124" y="76047"/>
                </a:lnTo>
                <a:lnTo>
                  <a:pt x="242163" y="72339"/>
                </a:lnTo>
                <a:lnTo>
                  <a:pt x="252603" y="71043"/>
                </a:lnTo>
                <a:lnTo>
                  <a:pt x="262902" y="72339"/>
                </a:lnTo>
                <a:lnTo>
                  <a:pt x="270878" y="76047"/>
                </a:lnTo>
                <a:lnTo>
                  <a:pt x="276034" y="81965"/>
                </a:lnTo>
                <a:lnTo>
                  <a:pt x="277863" y="89827"/>
                </a:lnTo>
                <a:lnTo>
                  <a:pt x="277863" y="57492"/>
                </a:lnTo>
                <a:lnTo>
                  <a:pt x="272338" y="54737"/>
                </a:lnTo>
                <a:lnTo>
                  <a:pt x="252603" y="52019"/>
                </a:lnTo>
                <a:lnTo>
                  <a:pt x="232689" y="54737"/>
                </a:lnTo>
                <a:lnTo>
                  <a:pt x="217208" y="62433"/>
                </a:lnTo>
                <a:lnTo>
                  <a:pt x="207187" y="74358"/>
                </a:lnTo>
                <a:lnTo>
                  <a:pt x="203657" y="89827"/>
                </a:lnTo>
                <a:lnTo>
                  <a:pt x="206209" y="103047"/>
                </a:lnTo>
                <a:lnTo>
                  <a:pt x="213525" y="113804"/>
                </a:lnTo>
                <a:lnTo>
                  <a:pt x="224993" y="121704"/>
                </a:lnTo>
                <a:lnTo>
                  <a:pt x="239966" y="126301"/>
                </a:lnTo>
                <a:lnTo>
                  <a:pt x="239966" y="145237"/>
                </a:lnTo>
                <a:lnTo>
                  <a:pt x="226237" y="145529"/>
                </a:lnTo>
                <a:lnTo>
                  <a:pt x="188341" y="145796"/>
                </a:lnTo>
                <a:lnTo>
                  <a:pt x="191897" y="166243"/>
                </a:lnTo>
                <a:lnTo>
                  <a:pt x="219722" y="166052"/>
                </a:lnTo>
                <a:lnTo>
                  <a:pt x="250723" y="165061"/>
                </a:lnTo>
                <a:lnTo>
                  <a:pt x="283413" y="162610"/>
                </a:lnTo>
                <a:lnTo>
                  <a:pt x="316306" y="158026"/>
                </a:lnTo>
                <a:close/>
              </a:path>
              <a:path w="562610" h="201929">
                <a:moveTo>
                  <a:pt x="378663" y="83273"/>
                </a:moveTo>
                <a:lnTo>
                  <a:pt x="350405" y="83273"/>
                </a:lnTo>
                <a:lnTo>
                  <a:pt x="350405" y="0"/>
                </a:lnTo>
                <a:lnTo>
                  <a:pt x="325462" y="0"/>
                </a:lnTo>
                <a:lnTo>
                  <a:pt x="325462" y="201599"/>
                </a:lnTo>
                <a:lnTo>
                  <a:pt x="350405" y="201599"/>
                </a:lnTo>
                <a:lnTo>
                  <a:pt x="350405" y="103873"/>
                </a:lnTo>
                <a:lnTo>
                  <a:pt x="378663" y="103873"/>
                </a:lnTo>
                <a:lnTo>
                  <a:pt x="378663" y="83273"/>
                </a:lnTo>
                <a:close/>
              </a:path>
              <a:path w="562610" h="201929">
                <a:moveTo>
                  <a:pt x="521068" y="3467"/>
                </a:moveTo>
                <a:lnTo>
                  <a:pt x="497459" y="3467"/>
                </a:lnTo>
                <a:lnTo>
                  <a:pt x="497459" y="75933"/>
                </a:lnTo>
                <a:lnTo>
                  <a:pt x="477964" y="75933"/>
                </a:lnTo>
                <a:lnTo>
                  <a:pt x="473341" y="50533"/>
                </a:lnTo>
                <a:lnTo>
                  <a:pt x="467601" y="38671"/>
                </a:lnTo>
                <a:lnTo>
                  <a:pt x="464096" y="31445"/>
                </a:lnTo>
                <a:lnTo>
                  <a:pt x="455383" y="23571"/>
                </a:lnTo>
                <a:lnTo>
                  <a:pt x="455383" y="87147"/>
                </a:lnTo>
                <a:lnTo>
                  <a:pt x="453923" y="108064"/>
                </a:lnTo>
                <a:lnTo>
                  <a:pt x="449707" y="123291"/>
                </a:lnTo>
                <a:lnTo>
                  <a:pt x="443001" y="132575"/>
                </a:lnTo>
                <a:lnTo>
                  <a:pt x="434073" y="135686"/>
                </a:lnTo>
                <a:lnTo>
                  <a:pt x="425373" y="132575"/>
                </a:lnTo>
                <a:lnTo>
                  <a:pt x="418858" y="123291"/>
                </a:lnTo>
                <a:lnTo>
                  <a:pt x="414807" y="108064"/>
                </a:lnTo>
                <a:lnTo>
                  <a:pt x="413473" y="87147"/>
                </a:lnTo>
                <a:lnTo>
                  <a:pt x="414807" y="66306"/>
                </a:lnTo>
                <a:lnTo>
                  <a:pt x="418858" y="51104"/>
                </a:lnTo>
                <a:lnTo>
                  <a:pt x="425373" y="41795"/>
                </a:lnTo>
                <a:lnTo>
                  <a:pt x="434073" y="38671"/>
                </a:lnTo>
                <a:lnTo>
                  <a:pt x="443001" y="41795"/>
                </a:lnTo>
                <a:lnTo>
                  <a:pt x="449707" y="51104"/>
                </a:lnTo>
                <a:lnTo>
                  <a:pt x="453923" y="66306"/>
                </a:lnTo>
                <a:lnTo>
                  <a:pt x="455383" y="87147"/>
                </a:lnTo>
                <a:lnTo>
                  <a:pt x="455383" y="23571"/>
                </a:lnTo>
                <a:lnTo>
                  <a:pt x="450824" y="19443"/>
                </a:lnTo>
                <a:lnTo>
                  <a:pt x="434073" y="15316"/>
                </a:lnTo>
                <a:lnTo>
                  <a:pt x="416102" y="20269"/>
                </a:lnTo>
                <a:lnTo>
                  <a:pt x="402348" y="34556"/>
                </a:lnTo>
                <a:lnTo>
                  <a:pt x="393560" y="57188"/>
                </a:lnTo>
                <a:lnTo>
                  <a:pt x="390499" y="87147"/>
                </a:lnTo>
                <a:lnTo>
                  <a:pt x="393560" y="117259"/>
                </a:lnTo>
                <a:lnTo>
                  <a:pt x="402348" y="140017"/>
                </a:lnTo>
                <a:lnTo>
                  <a:pt x="416102" y="154419"/>
                </a:lnTo>
                <a:lnTo>
                  <a:pt x="434073" y="159448"/>
                </a:lnTo>
                <a:lnTo>
                  <a:pt x="451129" y="155067"/>
                </a:lnTo>
                <a:lnTo>
                  <a:pt x="464566" y="142481"/>
                </a:lnTo>
                <a:lnTo>
                  <a:pt x="467690" y="135686"/>
                </a:lnTo>
                <a:lnTo>
                  <a:pt x="473773" y="122491"/>
                </a:lnTo>
                <a:lnTo>
                  <a:pt x="478116" y="95910"/>
                </a:lnTo>
                <a:lnTo>
                  <a:pt x="497459" y="95910"/>
                </a:lnTo>
                <a:lnTo>
                  <a:pt x="497459" y="191973"/>
                </a:lnTo>
                <a:lnTo>
                  <a:pt x="521068" y="191973"/>
                </a:lnTo>
                <a:lnTo>
                  <a:pt x="521068" y="95910"/>
                </a:lnTo>
                <a:lnTo>
                  <a:pt x="521068" y="75933"/>
                </a:lnTo>
                <a:lnTo>
                  <a:pt x="521068" y="3467"/>
                </a:lnTo>
                <a:close/>
              </a:path>
              <a:path w="562610" h="201929">
                <a:moveTo>
                  <a:pt x="562508" y="0"/>
                </a:moveTo>
                <a:lnTo>
                  <a:pt x="538670" y="0"/>
                </a:lnTo>
                <a:lnTo>
                  <a:pt x="538670" y="201599"/>
                </a:lnTo>
                <a:lnTo>
                  <a:pt x="562508" y="201599"/>
                </a:lnTo>
                <a:lnTo>
                  <a:pt x="562508" y="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3" name="object 83"/>
          <p:cNvGrpSpPr/>
          <p:nvPr/>
        </p:nvGrpSpPr>
        <p:grpSpPr>
          <a:xfrm>
            <a:off x="5390885" y="5701898"/>
            <a:ext cx="387985" cy="201930"/>
            <a:chOff x="5390885" y="5701898"/>
            <a:chExt cx="387985" cy="201930"/>
          </a:xfrm>
        </p:grpSpPr>
        <p:pic>
          <p:nvPicPr>
            <p:cNvPr id="84" name="object 8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390885" y="5701898"/>
              <a:ext cx="177133" cy="201603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594305" y="5701898"/>
              <a:ext cx="184316" cy="201603"/>
            </a:xfrm>
            <a:prstGeom prst="rect">
              <a:avLst/>
            </a:prstGeom>
          </p:spPr>
        </p:pic>
      </p:grpSp>
      <p:grpSp>
        <p:nvGrpSpPr>
          <p:cNvPr id="86" name="object 86"/>
          <p:cNvGrpSpPr/>
          <p:nvPr/>
        </p:nvGrpSpPr>
        <p:grpSpPr>
          <a:xfrm>
            <a:off x="2002347" y="6296906"/>
            <a:ext cx="377825" cy="199390"/>
            <a:chOff x="2002347" y="6296906"/>
            <a:chExt cx="377825" cy="199390"/>
          </a:xfrm>
        </p:grpSpPr>
        <p:sp>
          <p:nvSpPr>
            <p:cNvPr id="87" name="object 87"/>
            <p:cNvSpPr/>
            <p:nvPr/>
          </p:nvSpPr>
          <p:spPr>
            <a:xfrm>
              <a:off x="2002345" y="6311899"/>
              <a:ext cx="184785" cy="162560"/>
            </a:xfrm>
            <a:custGeom>
              <a:avLst/>
              <a:gdLst/>
              <a:ahLst/>
              <a:cxnLst/>
              <a:rect l="l" t="t" r="r" b="b"/>
              <a:pathLst>
                <a:path w="184785" h="162560">
                  <a:moveTo>
                    <a:pt x="184467" y="141706"/>
                  </a:moveTo>
                  <a:lnTo>
                    <a:pt x="104114" y="141706"/>
                  </a:lnTo>
                  <a:lnTo>
                    <a:pt x="104114" y="97790"/>
                  </a:lnTo>
                  <a:lnTo>
                    <a:pt x="163156" y="97790"/>
                  </a:lnTo>
                  <a:lnTo>
                    <a:pt x="163156" y="78740"/>
                  </a:lnTo>
                  <a:lnTo>
                    <a:pt x="44678" y="78740"/>
                  </a:lnTo>
                  <a:lnTo>
                    <a:pt x="44678" y="20320"/>
                  </a:lnTo>
                  <a:lnTo>
                    <a:pt x="138684" y="20320"/>
                  </a:lnTo>
                  <a:lnTo>
                    <a:pt x="138684" y="78232"/>
                  </a:lnTo>
                  <a:lnTo>
                    <a:pt x="163156" y="78232"/>
                  </a:lnTo>
                  <a:lnTo>
                    <a:pt x="163156" y="20320"/>
                  </a:lnTo>
                  <a:lnTo>
                    <a:pt x="163156" y="0"/>
                  </a:lnTo>
                  <a:lnTo>
                    <a:pt x="20281" y="0"/>
                  </a:lnTo>
                  <a:lnTo>
                    <a:pt x="20281" y="20320"/>
                  </a:lnTo>
                  <a:lnTo>
                    <a:pt x="20281" y="78740"/>
                  </a:lnTo>
                  <a:lnTo>
                    <a:pt x="20281" y="97790"/>
                  </a:lnTo>
                  <a:lnTo>
                    <a:pt x="79489" y="97790"/>
                  </a:lnTo>
                  <a:lnTo>
                    <a:pt x="79489" y="141706"/>
                  </a:lnTo>
                  <a:lnTo>
                    <a:pt x="0" y="141706"/>
                  </a:lnTo>
                  <a:lnTo>
                    <a:pt x="0" y="162064"/>
                  </a:lnTo>
                  <a:lnTo>
                    <a:pt x="184467" y="162064"/>
                  </a:lnTo>
                  <a:lnTo>
                    <a:pt x="184467" y="141706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209081" y="6296906"/>
              <a:ext cx="170976" cy="199077"/>
            </a:xfrm>
            <a:prstGeom prst="rect">
              <a:avLst/>
            </a:prstGeom>
          </p:spPr>
        </p:pic>
      </p:grpSp>
      <p:grpSp>
        <p:nvGrpSpPr>
          <p:cNvPr id="89" name="object 89"/>
          <p:cNvGrpSpPr/>
          <p:nvPr/>
        </p:nvGrpSpPr>
        <p:grpSpPr>
          <a:xfrm>
            <a:off x="2452904" y="6296748"/>
            <a:ext cx="633730" cy="202565"/>
            <a:chOff x="2452904" y="6296748"/>
            <a:chExt cx="633730" cy="202565"/>
          </a:xfrm>
        </p:grpSpPr>
        <p:pic>
          <p:nvPicPr>
            <p:cNvPr id="90" name="object 9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452904" y="6296748"/>
              <a:ext cx="167108" cy="20207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649613" y="6296748"/>
              <a:ext cx="367212" cy="201445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3051953" y="6344584"/>
              <a:ext cx="34925" cy="114935"/>
            </a:xfrm>
            <a:custGeom>
              <a:avLst/>
              <a:gdLst/>
              <a:ahLst/>
              <a:cxnLst/>
              <a:rect l="l" t="t" r="r" b="b"/>
              <a:pathLst>
                <a:path w="34925" h="114935">
                  <a:moveTo>
                    <a:pt x="26759" y="0"/>
                  </a:moveTo>
                  <a:lnTo>
                    <a:pt x="7893" y="0"/>
                  </a:lnTo>
                  <a:lnTo>
                    <a:pt x="0" y="7657"/>
                  </a:lnTo>
                  <a:lnTo>
                    <a:pt x="157" y="17129"/>
                  </a:lnTo>
                  <a:lnTo>
                    <a:pt x="0" y="26680"/>
                  </a:lnTo>
                  <a:lnTo>
                    <a:pt x="7893" y="34416"/>
                  </a:lnTo>
                  <a:lnTo>
                    <a:pt x="26759" y="34416"/>
                  </a:lnTo>
                  <a:lnTo>
                    <a:pt x="34653" y="26680"/>
                  </a:lnTo>
                  <a:lnTo>
                    <a:pt x="34653" y="7657"/>
                  </a:lnTo>
                  <a:lnTo>
                    <a:pt x="26759" y="0"/>
                  </a:lnTo>
                  <a:close/>
                </a:path>
                <a:path w="34925" h="114935">
                  <a:moveTo>
                    <a:pt x="26759" y="80120"/>
                  </a:moveTo>
                  <a:lnTo>
                    <a:pt x="7893" y="80120"/>
                  </a:lnTo>
                  <a:lnTo>
                    <a:pt x="0" y="87777"/>
                  </a:lnTo>
                  <a:lnTo>
                    <a:pt x="157" y="97249"/>
                  </a:lnTo>
                  <a:lnTo>
                    <a:pt x="0" y="106801"/>
                  </a:lnTo>
                  <a:lnTo>
                    <a:pt x="7893" y="114536"/>
                  </a:lnTo>
                  <a:lnTo>
                    <a:pt x="26759" y="114536"/>
                  </a:lnTo>
                  <a:lnTo>
                    <a:pt x="34653" y="106801"/>
                  </a:lnTo>
                  <a:lnTo>
                    <a:pt x="34653" y="87777"/>
                  </a:lnTo>
                  <a:lnTo>
                    <a:pt x="26759" y="8012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3" name="object 93"/>
          <p:cNvGrpSpPr/>
          <p:nvPr/>
        </p:nvGrpSpPr>
        <p:grpSpPr>
          <a:xfrm>
            <a:off x="3161174" y="6296275"/>
            <a:ext cx="959485" cy="202565"/>
            <a:chOff x="3161174" y="6296275"/>
            <a:chExt cx="959485" cy="202565"/>
          </a:xfrm>
        </p:grpSpPr>
        <p:pic>
          <p:nvPicPr>
            <p:cNvPr id="94" name="object 9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161174" y="6296906"/>
              <a:ext cx="366659" cy="201919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556883" y="6296275"/>
              <a:ext cx="381184" cy="202393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958670" y="6296748"/>
              <a:ext cx="161425" cy="202077"/>
            </a:xfrm>
            <a:prstGeom prst="rect">
              <a:avLst/>
            </a:prstGeom>
          </p:spPr>
        </p:pic>
      </p:grpSp>
      <p:grpSp>
        <p:nvGrpSpPr>
          <p:cNvPr id="97" name="object 97"/>
          <p:cNvGrpSpPr/>
          <p:nvPr/>
        </p:nvGrpSpPr>
        <p:grpSpPr>
          <a:xfrm>
            <a:off x="4208293" y="6314746"/>
            <a:ext cx="814069" cy="166370"/>
            <a:chOff x="4208293" y="6314746"/>
            <a:chExt cx="814069" cy="166370"/>
          </a:xfrm>
        </p:grpSpPr>
        <p:pic>
          <p:nvPicPr>
            <p:cNvPr id="98" name="object 98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208293" y="6314746"/>
              <a:ext cx="143427" cy="166082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378165" y="6316956"/>
              <a:ext cx="262621" cy="161661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4663047" y="6386105"/>
              <a:ext cx="73025" cy="23495"/>
            </a:xfrm>
            <a:custGeom>
              <a:avLst/>
              <a:gdLst/>
              <a:ahLst/>
              <a:cxnLst/>
              <a:rect l="l" t="t" r="r" b="b"/>
              <a:pathLst>
                <a:path w="73025" h="23495">
                  <a:moveTo>
                    <a:pt x="72700" y="0"/>
                  </a:moveTo>
                  <a:lnTo>
                    <a:pt x="0" y="0"/>
                  </a:lnTo>
                  <a:lnTo>
                    <a:pt x="0" y="23365"/>
                  </a:lnTo>
                  <a:lnTo>
                    <a:pt x="72700" y="23365"/>
                  </a:lnTo>
                  <a:lnTo>
                    <a:pt x="72700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760533" y="6316956"/>
              <a:ext cx="261832" cy="164030"/>
            </a:xfrm>
            <a:prstGeom prst="rect">
              <a:avLst/>
            </a:prstGeom>
          </p:spPr>
        </p:pic>
      </p:grpSp>
      <p:grpSp>
        <p:nvGrpSpPr>
          <p:cNvPr id="102" name="object 102"/>
          <p:cNvGrpSpPr/>
          <p:nvPr/>
        </p:nvGrpSpPr>
        <p:grpSpPr>
          <a:xfrm>
            <a:off x="5089502" y="6316956"/>
            <a:ext cx="339725" cy="161925"/>
            <a:chOff x="5089502" y="6316956"/>
            <a:chExt cx="339725" cy="161925"/>
          </a:xfrm>
        </p:grpSpPr>
        <p:pic>
          <p:nvPicPr>
            <p:cNvPr id="103" name="object 10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089502" y="6316956"/>
              <a:ext cx="149821" cy="161661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258741" y="6316956"/>
              <a:ext cx="117457" cy="161661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5399801" y="6316956"/>
              <a:ext cx="29209" cy="161925"/>
            </a:xfrm>
            <a:custGeom>
              <a:avLst/>
              <a:gdLst/>
              <a:ahLst/>
              <a:cxnLst/>
              <a:rect l="l" t="t" r="r" b="b"/>
              <a:pathLst>
                <a:path w="29210" h="161925">
                  <a:moveTo>
                    <a:pt x="28969" y="0"/>
                  </a:moveTo>
                  <a:lnTo>
                    <a:pt x="0" y="0"/>
                  </a:lnTo>
                  <a:lnTo>
                    <a:pt x="0" y="161661"/>
                  </a:lnTo>
                  <a:lnTo>
                    <a:pt x="28969" y="161661"/>
                  </a:lnTo>
                  <a:lnTo>
                    <a:pt x="28969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5504868" y="6296748"/>
            <a:ext cx="782320" cy="202565"/>
            <a:chOff x="5504868" y="6296748"/>
            <a:chExt cx="782320" cy="202565"/>
          </a:xfrm>
        </p:grpSpPr>
        <p:pic>
          <p:nvPicPr>
            <p:cNvPr id="107" name="object 10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504868" y="6296906"/>
              <a:ext cx="365634" cy="201288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906655" y="6296748"/>
              <a:ext cx="161425" cy="20207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105890" y="6296748"/>
              <a:ext cx="181080" cy="202077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6360343" y="6296748"/>
            <a:ext cx="1272540" cy="202565"/>
            <a:chOff x="6360343" y="6296748"/>
            <a:chExt cx="1272540" cy="202565"/>
          </a:xfrm>
        </p:grpSpPr>
        <p:sp>
          <p:nvSpPr>
            <p:cNvPr id="111" name="object 111"/>
            <p:cNvSpPr/>
            <p:nvPr/>
          </p:nvSpPr>
          <p:spPr>
            <a:xfrm>
              <a:off x="6360337" y="6296748"/>
              <a:ext cx="157480" cy="202565"/>
            </a:xfrm>
            <a:custGeom>
              <a:avLst/>
              <a:gdLst/>
              <a:ahLst/>
              <a:cxnLst/>
              <a:rect l="l" t="t" r="r" b="b"/>
              <a:pathLst>
                <a:path w="157479" h="202564">
                  <a:moveTo>
                    <a:pt x="98272" y="86283"/>
                  </a:moveTo>
                  <a:lnTo>
                    <a:pt x="73723" y="86283"/>
                  </a:lnTo>
                  <a:lnTo>
                    <a:pt x="73723" y="134035"/>
                  </a:lnTo>
                  <a:lnTo>
                    <a:pt x="98272" y="134035"/>
                  </a:lnTo>
                  <a:lnTo>
                    <a:pt x="98272" y="86283"/>
                  </a:lnTo>
                  <a:close/>
                </a:path>
                <a:path w="157479" h="202564">
                  <a:moveTo>
                    <a:pt x="98272" y="67221"/>
                  </a:moveTo>
                  <a:lnTo>
                    <a:pt x="24866" y="67221"/>
                  </a:lnTo>
                  <a:lnTo>
                    <a:pt x="24866" y="16421"/>
                  </a:lnTo>
                  <a:lnTo>
                    <a:pt x="0" y="16421"/>
                  </a:lnTo>
                  <a:lnTo>
                    <a:pt x="0" y="67221"/>
                  </a:lnTo>
                  <a:lnTo>
                    <a:pt x="0" y="86271"/>
                  </a:lnTo>
                  <a:lnTo>
                    <a:pt x="0" y="134531"/>
                  </a:lnTo>
                  <a:lnTo>
                    <a:pt x="0" y="154851"/>
                  </a:lnTo>
                  <a:lnTo>
                    <a:pt x="98272" y="154851"/>
                  </a:lnTo>
                  <a:lnTo>
                    <a:pt x="98272" y="134531"/>
                  </a:lnTo>
                  <a:lnTo>
                    <a:pt x="24866" y="134531"/>
                  </a:lnTo>
                  <a:lnTo>
                    <a:pt x="24866" y="86271"/>
                  </a:lnTo>
                  <a:lnTo>
                    <a:pt x="98272" y="86271"/>
                  </a:lnTo>
                  <a:lnTo>
                    <a:pt x="98272" y="67221"/>
                  </a:lnTo>
                  <a:close/>
                </a:path>
                <a:path w="157479" h="202564">
                  <a:moveTo>
                    <a:pt x="98272" y="16421"/>
                  </a:moveTo>
                  <a:lnTo>
                    <a:pt x="73723" y="16421"/>
                  </a:lnTo>
                  <a:lnTo>
                    <a:pt x="73723" y="66865"/>
                  </a:lnTo>
                  <a:lnTo>
                    <a:pt x="98272" y="66865"/>
                  </a:lnTo>
                  <a:lnTo>
                    <a:pt x="98272" y="16421"/>
                  </a:lnTo>
                  <a:close/>
                </a:path>
                <a:path w="157479" h="202564">
                  <a:moveTo>
                    <a:pt x="157314" y="0"/>
                  </a:moveTo>
                  <a:lnTo>
                    <a:pt x="132295" y="0"/>
                  </a:lnTo>
                  <a:lnTo>
                    <a:pt x="132295" y="202082"/>
                  </a:lnTo>
                  <a:lnTo>
                    <a:pt x="157314" y="202082"/>
                  </a:lnTo>
                  <a:lnTo>
                    <a:pt x="157314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547422" y="6299985"/>
              <a:ext cx="183842" cy="198051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6752104" y="6390683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26759" y="0"/>
                  </a:moveTo>
                  <a:lnTo>
                    <a:pt x="7893" y="0"/>
                  </a:lnTo>
                  <a:lnTo>
                    <a:pt x="0" y="7735"/>
                  </a:lnTo>
                  <a:lnTo>
                    <a:pt x="158" y="17129"/>
                  </a:lnTo>
                  <a:lnTo>
                    <a:pt x="0" y="26680"/>
                  </a:lnTo>
                  <a:lnTo>
                    <a:pt x="7893" y="34416"/>
                  </a:lnTo>
                  <a:lnTo>
                    <a:pt x="17444" y="34416"/>
                  </a:lnTo>
                  <a:lnTo>
                    <a:pt x="26759" y="34416"/>
                  </a:lnTo>
                  <a:lnTo>
                    <a:pt x="34653" y="26680"/>
                  </a:lnTo>
                  <a:lnTo>
                    <a:pt x="34732" y="17129"/>
                  </a:lnTo>
                  <a:lnTo>
                    <a:pt x="34653" y="7735"/>
                  </a:lnTo>
                  <a:lnTo>
                    <a:pt x="26759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806492" y="6296748"/>
              <a:ext cx="168844" cy="201603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007858" y="6296906"/>
              <a:ext cx="171291" cy="197657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7209778" y="6390683"/>
              <a:ext cx="34925" cy="34925"/>
            </a:xfrm>
            <a:custGeom>
              <a:avLst/>
              <a:gdLst/>
              <a:ahLst/>
              <a:cxnLst/>
              <a:rect l="l" t="t" r="r" b="b"/>
              <a:pathLst>
                <a:path w="34925" h="34925">
                  <a:moveTo>
                    <a:pt x="26759" y="0"/>
                  </a:moveTo>
                  <a:lnTo>
                    <a:pt x="7893" y="0"/>
                  </a:lnTo>
                  <a:lnTo>
                    <a:pt x="0" y="7735"/>
                  </a:lnTo>
                  <a:lnTo>
                    <a:pt x="157" y="17129"/>
                  </a:lnTo>
                  <a:lnTo>
                    <a:pt x="0" y="26680"/>
                  </a:lnTo>
                  <a:lnTo>
                    <a:pt x="7893" y="34416"/>
                  </a:lnTo>
                  <a:lnTo>
                    <a:pt x="17444" y="34416"/>
                  </a:lnTo>
                  <a:lnTo>
                    <a:pt x="26759" y="34416"/>
                  </a:lnTo>
                  <a:lnTo>
                    <a:pt x="34653" y="26680"/>
                  </a:lnTo>
                  <a:lnTo>
                    <a:pt x="34731" y="17129"/>
                  </a:lnTo>
                  <a:lnTo>
                    <a:pt x="34653" y="7735"/>
                  </a:lnTo>
                  <a:lnTo>
                    <a:pt x="26759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264875" y="6296748"/>
              <a:ext cx="367449" cy="201445"/>
            </a:xfrm>
            <a:prstGeom prst="rect">
              <a:avLst/>
            </a:prstGeom>
          </p:spPr>
        </p:pic>
      </p:grpSp>
      <p:grpSp>
        <p:nvGrpSpPr>
          <p:cNvPr id="118" name="object 118"/>
          <p:cNvGrpSpPr/>
          <p:nvPr/>
        </p:nvGrpSpPr>
        <p:grpSpPr>
          <a:xfrm>
            <a:off x="7717027" y="6296748"/>
            <a:ext cx="844550" cy="216535"/>
            <a:chOff x="7717027" y="6296748"/>
            <a:chExt cx="844550" cy="216535"/>
          </a:xfrm>
        </p:grpSpPr>
        <p:pic>
          <p:nvPicPr>
            <p:cNvPr id="119" name="object 11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717027" y="6296748"/>
              <a:ext cx="365002" cy="201761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108789" y="6296748"/>
              <a:ext cx="170897" cy="201445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321917" y="6296748"/>
              <a:ext cx="239335" cy="216207"/>
            </a:xfrm>
            <a:prstGeom prst="rect">
              <a:avLst/>
            </a:prstGeom>
          </p:spPr>
        </p:pic>
      </p:grpSp>
      <p:sp>
        <p:nvSpPr>
          <p:cNvPr id="122" name="object 122"/>
          <p:cNvSpPr/>
          <p:nvPr/>
        </p:nvSpPr>
        <p:spPr>
          <a:xfrm>
            <a:off x="2002104" y="6567169"/>
            <a:ext cx="184785" cy="194310"/>
          </a:xfrm>
          <a:custGeom>
            <a:avLst/>
            <a:gdLst/>
            <a:ahLst/>
            <a:cxnLst/>
            <a:rect l="l" t="t" r="r" b="b"/>
            <a:pathLst>
              <a:path w="184785" h="194309">
                <a:moveTo>
                  <a:pt x="161975" y="25400"/>
                </a:moveTo>
                <a:lnTo>
                  <a:pt x="46812" y="25400"/>
                </a:lnTo>
                <a:lnTo>
                  <a:pt x="46812" y="0"/>
                </a:lnTo>
                <a:lnTo>
                  <a:pt x="22339" y="0"/>
                </a:lnTo>
                <a:lnTo>
                  <a:pt x="22339" y="25400"/>
                </a:lnTo>
                <a:lnTo>
                  <a:pt x="22339" y="44450"/>
                </a:lnTo>
                <a:lnTo>
                  <a:pt x="22339" y="68580"/>
                </a:lnTo>
                <a:lnTo>
                  <a:pt x="22339" y="88900"/>
                </a:lnTo>
                <a:lnTo>
                  <a:pt x="161975" y="88900"/>
                </a:lnTo>
                <a:lnTo>
                  <a:pt x="161975" y="68745"/>
                </a:lnTo>
                <a:lnTo>
                  <a:pt x="161975" y="68580"/>
                </a:lnTo>
                <a:lnTo>
                  <a:pt x="161975" y="44754"/>
                </a:lnTo>
                <a:lnTo>
                  <a:pt x="137109" y="44754"/>
                </a:lnTo>
                <a:lnTo>
                  <a:pt x="137109" y="68580"/>
                </a:lnTo>
                <a:lnTo>
                  <a:pt x="46812" y="68580"/>
                </a:lnTo>
                <a:lnTo>
                  <a:pt x="46812" y="44450"/>
                </a:lnTo>
                <a:lnTo>
                  <a:pt x="161975" y="44450"/>
                </a:lnTo>
                <a:lnTo>
                  <a:pt x="161975" y="25400"/>
                </a:lnTo>
                <a:close/>
              </a:path>
              <a:path w="184785" h="194309">
                <a:moveTo>
                  <a:pt x="161975" y="393"/>
                </a:moveTo>
                <a:lnTo>
                  <a:pt x="137109" y="393"/>
                </a:lnTo>
                <a:lnTo>
                  <a:pt x="137109" y="25171"/>
                </a:lnTo>
                <a:lnTo>
                  <a:pt x="161975" y="25171"/>
                </a:lnTo>
                <a:lnTo>
                  <a:pt x="161975" y="393"/>
                </a:lnTo>
                <a:close/>
              </a:path>
              <a:path w="184785" h="194309">
                <a:moveTo>
                  <a:pt x="184480" y="109791"/>
                </a:moveTo>
                <a:lnTo>
                  <a:pt x="0" y="109791"/>
                </a:lnTo>
                <a:lnTo>
                  <a:pt x="0" y="129451"/>
                </a:lnTo>
                <a:lnTo>
                  <a:pt x="79413" y="129451"/>
                </a:lnTo>
                <a:lnTo>
                  <a:pt x="79413" y="194017"/>
                </a:lnTo>
                <a:lnTo>
                  <a:pt x="103962" y="194017"/>
                </a:lnTo>
                <a:lnTo>
                  <a:pt x="103962" y="129451"/>
                </a:lnTo>
                <a:lnTo>
                  <a:pt x="184480" y="129451"/>
                </a:lnTo>
                <a:lnTo>
                  <a:pt x="184480" y="109791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3" name="object 123"/>
          <p:cNvGrpSpPr/>
          <p:nvPr/>
        </p:nvGrpSpPr>
        <p:grpSpPr>
          <a:xfrm>
            <a:off x="2255111" y="6559579"/>
            <a:ext cx="452755" cy="216535"/>
            <a:chOff x="2255111" y="6559579"/>
            <a:chExt cx="452755" cy="216535"/>
          </a:xfrm>
        </p:grpSpPr>
        <p:pic>
          <p:nvPicPr>
            <p:cNvPr id="124" name="object 124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255111" y="6559579"/>
              <a:ext cx="167108" cy="202077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2451821" y="6568578"/>
              <a:ext cx="255517" cy="207208"/>
            </a:xfrm>
            <a:prstGeom prst="rect">
              <a:avLst/>
            </a:prstGeom>
          </p:spPr>
        </p:pic>
      </p:grpSp>
      <p:grpSp>
        <p:nvGrpSpPr>
          <p:cNvPr id="126" name="object 126"/>
          <p:cNvGrpSpPr/>
          <p:nvPr/>
        </p:nvGrpSpPr>
        <p:grpSpPr>
          <a:xfrm>
            <a:off x="2800173" y="6559579"/>
            <a:ext cx="568325" cy="202565"/>
            <a:chOff x="2800173" y="6559579"/>
            <a:chExt cx="568325" cy="202565"/>
          </a:xfrm>
        </p:grpSpPr>
        <p:pic>
          <p:nvPicPr>
            <p:cNvPr id="127" name="object 12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800173" y="6559579"/>
              <a:ext cx="157162" cy="202077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2986858" y="6572288"/>
              <a:ext cx="381499" cy="163319"/>
            </a:xfrm>
            <a:prstGeom prst="rect">
              <a:avLst/>
            </a:prstGeom>
          </p:spPr>
        </p:pic>
      </p:grpSp>
      <p:pic>
        <p:nvPicPr>
          <p:cNvPr id="129" name="object 129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3436604" y="6559579"/>
            <a:ext cx="372738" cy="201603"/>
          </a:xfrm>
          <a:prstGeom prst="rect">
            <a:avLst/>
          </a:prstGeom>
        </p:spPr>
      </p:pic>
      <p:sp>
        <p:nvSpPr>
          <p:cNvPr id="130" name="object 130"/>
          <p:cNvSpPr/>
          <p:nvPr/>
        </p:nvSpPr>
        <p:spPr>
          <a:xfrm>
            <a:off x="10058448" y="4324126"/>
            <a:ext cx="340360" cy="392430"/>
          </a:xfrm>
          <a:custGeom>
            <a:avLst/>
            <a:gdLst/>
            <a:ahLst/>
            <a:cxnLst/>
            <a:rect l="l" t="t" r="r" b="b"/>
            <a:pathLst>
              <a:path w="340359" h="392429">
                <a:moveTo>
                  <a:pt x="339974" y="190784"/>
                </a:moveTo>
                <a:lnTo>
                  <a:pt x="293468" y="190784"/>
                </a:lnTo>
                <a:lnTo>
                  <a:pt x="293468" y="392007"/>
                </a:lnTo>
                <a:lnTo>
                  <a:pt x="339974" y="392007"/>
                </a:lnTo>
                <a:lnTo>
                  <a:pt x="339974" y="190784"/>
                </a:lnTo>
                <a:close/>
              </a:path>
              <a:path w="340359" h="392429">
                <a:moveTo>
                  <a:pt x="251259" y="10437"/>
                </a:moveTo>
                <a:lnTo>
                  <a:pt x="206287" y="10437"/>
                </a:lnTo>
                <a:lnTo>
                  <a:pt x="206287" y="373895"/>
                </a:lnTo>
                <a:lnTo>
                  <a:pt x="251259" y="373895"/>
                </a:lnTo>
                <a:lnTo>
                  <a:pt x="251259" y="190784"/>
                </a:lnTo>
                <a:lnTo>
                  <a:pt x="339974" y="190784"/>
                </a:lnTo>
                <a:lnTo>
                  <a:pt x="339974" y="151646"/>
                </a:lnTo>
                <a:lnTo>
                  <a:pt x="251259" y="151646"/>
                </a:lnTo>
                <a:lnTo>
                  <a:pt x="251259" y="10437"/>
                </a:lnTo>
                <a:close/>
              </a:path>
              <a:path w="340359" h="392429">
                <a:moveTo>
                  <a:pt x="339974" y="0"/>
                </a:moveTo>
                <a:lnTo>
                  <a:pt x="293468" y="0"/>
                </a:lnTo>
                <a:lnTo>
                  <a:pt x="293468" y="151646"/>
                </a:lnTo>
                <a:lnTo>
                  <a:pt x="339974" y="151646"/>
                </a:lnTo>
                <a:lnTo>
                  <a:pt x="339974" y="0"/>
                </a:lnTo>
                <a:close/>
              </a:path>
              <a:path w="340359" h="392429">
                <a:moveTo>
                  <a:pt x="172980" y="49116"/>
                </a:moveTo>
                <a:lnTo>
                  <a:pt x="18111" y="49116"/>
                </a:lnTo>
                <a:lnTo>
                  <a:pt x="18111" y="88255"/>
                </a:lnTo>
                <a:lnTo>
                  <a:pt x="125859" y="88255"/>
                </a:lnTo>
                <a:lnTo>
                  <a:pt x="118134" y="133362"/>
                </a:lnTo>
                <a:lnTo>
                  <a:pt x="102620" y="174638"/>
                </a:lnTo>
                <a:lnTo>
                  <a:pt x="78384" y="212193"/>
                </a:lnTo>
                <a:lnTo>
                  <a:pt x="44489" y="246138"/>
                </a:lnTo>
                <a:lnTo>
                  <a:pt x="0" y="276584"/>
                </a:lnTo>
                <a:lnTo>
                  <a:pt x="27934" y="310198"/>
                </a:lnTo>
                <a:lnTo>
                  <a:pt x="70991" y="281253"/>
                </a:lnTo>
                <a:lnTo>
                  <a:pt x="105300" y="249162"/>
                </a:lnTo>
                <a:lnTo>
                  <a:pt x="131643" y="214141"/>
                </a:lnTo>
                <a:lnTo>
                  <a:pt x="150801" y="176409"/>
                </a:lnTo>
                <a:lnTo>
                  <a:pt x="163556" y="136182"/>
                </a:lnTo>
                <a:lnTo>
                  <a:pt x="170688" y="93679"/>
                </a:lnTo>
                <a:lnTo>
                  <a:pt x="172980" y="49116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0444468" y="4324433"/>
            <a:ext cx="339090" cy="384810"/>
          </a:xfrm>
          <a:custGeom>
            <a:avLst/>
            <a:gdLst/>
            <a:ahLst/>
            <a:cxnLst/>
            <a:rect l="l" t="t" r="r" b="b"/>
            <a:pathLst>
              <a:path w="339090" h="384810">
                <a:moveTo>
                  <a:pt x="120181" y="259547"/>
                </a:moveTo>
                <a:lnTo>
                  <a:pt x="71372" y="259547"/>
                </a:lnTo>
                <a:lnTo>
                  <a:pt x="71372" y="384332"/>
                </a:lnTo>
                <a:lnTo>
                  <a:pt x="338594" y="384332"/>
                </a:lnTo>
                <a:lnTo>
                  <a:pt x="338594" y="345193"/>
                </a:lnTo>
                <a:lnTo>
                  <a:pt x="120181" y="345193"/>
                </a:lnTo>
                <a:lnTo>
                  <a:pt x="120181" y="259547"/>
                </a:lnTo>
                <a:close/>
              </a:path>
              <a:path w="339090" h="384810">
                <a:moveTo>
                  <a:pt x="329998" y="0"/>
                </a:moveTo>
                <a:lnTo>
                  <a:pt x="281803" y="0"/>
                </a:lnTo>
                <a:lnTo>
                  <a:pt x="281803" y="86413"/>
                </a:lnTo>
                <a:lnTo>
                  <a:pt x="203831" y="86413"/>
                </a:lnTo>
                <a:lnTo>
                  <a:pt x="203831" y="125706"/>
                </a:lnTo>
                <a:lnTo>
                  <a:pt x="281803" y="125706"/>
                </a:lnTo>
                <a:lnTo>
                  <a:pt x="281803" y="291012"/>
                </a:lnTo>
                <a:lnTo>
                  <a:pt x="329998" y="291012"/>
                </a:lnTo>
                <a:lnTo>
                  <a:pt x="329998" y="0"/>
                </a:lnTo>
                <a:close/>
              </a:path>
              <a:path w="339090" h="384810">
                <a:moveTo>
                  <a:pt x="143971" y="23790"/>
                </a:moveTo>
                <a:lnTo>
                  <a:pt x="95623" y="23790"/>
                </a:lnTo>
                <a:lnTo>
                  <a:pt x="95532" y="69069"/>
                </a:lnTo>
                <a:lnTo>
                  <a:pt x="89423" y="110506"/>
                </a:lnTo>
                <a:lnTo>
                  <a:pt x="71352" y="148499"/>
                </a:lnTo>
                <a:lnTo>
                  <a:pt x="41511" y="179700"/>
                </a:lnTo>
                <a:lnTo>
                  <a:pt x="0" y="201376"/>
                </a:lnTo>
                <a:lnTo>
                  <a:pt x="25786" y="239747"/>
                </a:lnTo>
                <a:lnTo>
                  <a:pt x="57570" y="223835"/>
                </a:lnTo>
                <a:lnTo>
                  <a:pt x="84015" y="202354"/>
                </a:lnTo>
                <a:lnTo>
                  <a:pt x="105021" y="176009"/>
                </a:lnTo>
                <a:lnTo>
                  <a:pt x="120488" y="145506"/>
                </a:lnTo>
                <a:lnTo>
                  <a:pt x="170068" y="145506"/>
                </a:lnTo>
                <a:lnTo>
                  <a:pt x="167225" y="142609"/>
                </a:lnTo>
                <a:lnTo>
                  <a:pt x="149813" y="107415"/>
                </a:lnTo>
                <a:lnTo>
                  <a:pt x="143971" y="69069"/>
                </a:lnTo>
                <a:lnTo>
                  <a:pt x="143971" y="23790"/>
                </a:lnTo>
                <a:close/>
              </a:path>
              <a:path w="339090" h="384810">
                <a:moveTo>
                  <a:pt x="170068" y="145506"/>
                </a:moveTo>
                <a:lnTo>
                  <a:pt x="120488" y="145506"/>
                </a:lnTo>
                <a:lnTo>
                  <a:pt x="135544" y="172798"/>
                </a:lnTo>
                <a:lnTo>
                  <a:pt x="155521" y="196464"/>
                </a:lnTo>
                <a:lnTo>
                  <a:pt x="180276" y="215870"/>
                </a:lnTo>
                <a:lnTo>
                  <a:pt x="209665" y="230384"/>
                </a:lnTo>
                <a:lnTo>
                  <a:pt x="236064" y="192780"/>
                </a:lnTo>
                <a:lnTo>
                  <a:pt x="196033" y="171961"/>
                </a:lnTo>
                <a:lnTo>
                  <a:pt x="170068" y="145506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0948937" y="4324133"/>
            <a:ext cx="735965" cy="392430"/>
          </a:xfrm>
          <a:custGeom>
            <a:avLst/>
            <a:gdLst/>
            <a:ahLst/>
            <a:cxnLst/>
            <a:rect l="l" t="t" r="r" b="b"/>
            <a:pathLst>
              <a:path w="735965" h="392429">
                <a:moveTo>
                  <a:pt x="187401" y="24561"/>
                </a:moveTo>
                <a:lnTo>
                  <a:pt x="139204" y="24561"/>
                </a:lnTo>
                <a:lnTo>
                  <a:pt x="139204" y="77660"/>
                </a:lnTo>
                <a:lnTo>
                  <a:pt x="139204" y="115265"/>
                </a:lnTo>
                <a:lnTo>
                  <a:pt x="139204" y="169443"/>
                </a:lnTo>
                <a:lnTo>
                  <a:pt x="47726" y="169443"/>
                </a:lnTo>
                <a:lnTo>
                  <a:pt x="47726" y="115265"/>
                </a:lnTo>
                <a:lnTo>
                  <a:pt x="139204" y="115265"/>
                </a:lnTo>
                <a:lnTo>
                  <a:pt x="139204" y="77660"/>
                </a:lnTo>
                <a:lnTo>
                  <a:pt x="47726" y="77660"/>
                </a:lnTo>
                <a:lnTo>
                  <a:pt x="47726" y="24561"/>
                </a:lnTo>
                <a:lnTo>
                  <a:pt x="0" y="24561"/>
                </a:lnTo>
                <a:lnTo>
                  <a:pt x="0" y="207670"/>
                </a:lnTo>
                <a:lnTo>
                  <a:pt x="187401" y="207670"/>
                </a:lnTo>
                <a:lnTo>
                  <a:pt x="187401" y="169443"/>
                </a:lnTo>
                <a:lnTo>
                  <a:pt x="187401" y="115265"/>
                </a:lnTo>
                <a:lnTo>
                  <a:pt x="187401" y="77660"/>
                </a:lnTo>
                <a:lnTo>
                  <a:pt x="187401" y="24561"/>
                </a:lnTo>
                <a:close/>
              </a:path>
              <a:path w="735965" h="392429">
                <a:moveTo>
                  <a:pt x="299758" y="316801"/>
                </a:moveTo>
                <a:lnTo>
                  <a:pt x="290690" y="285178"/>
                </a:lnTo>
                <a:lnTo>
                  <a:pt x="284734" y="279806"/>
                </a:lnTo>
                <a:lnTo>
                  <a:pt x="264642" y="261708"/>
                </a:lnTo>
                <a:lnTo>
                  <a:pt x="252323" y="257365"/>
                </a:lnTo>
                <a:lnTo>
                  <a:pt x="252323" y="316801"/>
                </a:lnTo>
                <a:lnTo>
                  <a:pt x="246786" y="332879"/>
                </a:lnTo>
                <a:lnTo>
                  <a:pt x="230568" y="344614"/>
                </a:lnTo>
                <a:lnTo>
                  <a:pt x="204279" y="351802"/>
                </a:lnTo>
                <a:lnTo>
                  <a:pt x="168529" y="354253"/>
                </a:lnTo>
                <a:lnTo>
                  <a:pt x="132562" y="351802"/>
                </a:lnTo>
                <a:lnTo>
                  <a:pt x="105981" y="344614"/>
                </a:lnTo>
                <a:lnTo>
                  <a:pt x="89522" y="332879"/>
                </a:lnTo>
                <a:lnTo>
                  <a:pt x="83959" y="316801"/>
                </a:lnTo>
                <a:lnTo>
                  <a:pt x="89522" y="300812"/>
                </a:lnTo>
                <a:lnTo>
                  <a:pt x="105981" y="289267"/>
                </a:lnTo>
                <a:lnTo>
                  <a:pt x="132562" y="282244"/>
                </a:lnTo>
                <a:lnTo>
                  <a:pt x="168529" y="279806"/>
                </a:lnTo>
                <a:lnTo>
                  <a:pt x="204279" y="282244"/>
                </a:lnTo>
                <a:lnTo>
                  <a:pt x="230568" y="289267"/>
                </a:lnTo>
                <a:lnTo>
                  <a:pt x="246786" y="300812"/>
                </a:lnTo>
                <a:lnTo>
                  <a:pt x="252323" y="316801"/>
                </a:lnTo>
                <a:lnTo>
                  <a:pt x="252323" y="257365"/>
                </a:lnTo>
                <a:lnTo>
                  <a:pt x="223354" y="247142"/>
                </a:lnTo>
                <a:lnTo>
                  <a:pt x="168529" y="242201"/>
                </a:lnTo>
                <a:lnTo>
                  <a:pt x="113118" y="247142"/>
                </a:lnTo>
                <a:lnTo>
                  <a:pt x="71285" y="261708"/>
                </a:lnTo>
                <a:lnTo>
                  <a:pt x="44894" y="285178"/>
                </a:lnTo>
                <a:lnTo>
                  <a:pt x="35763" y="316801"/>
                </a:lnTo>
                <a:lnTo>
                  <a:pt x="44894" y="348716"/>
                </a:lnTo>
                <a:lnTo>
                  <a:pt x="71285" y="372402"/>
                </a:lnTo>
                <a:lnTo>
                  <a:pt x="113118" y="387159"/>
                </a:lnTo>
                <a:lnTo>
                  <a:pt x="168529" y="392315"/>
                </a:lnTo>
                <a:lnTo>
                  <a:pt x="223354" y="387159"/>
                </a:lnTo>
                <a:lnTo>
                  <a:pt x="264642" y="372402"/>
                </a:lnTo>
                <a:lnTo>
                  <a:pt x="284607" y="354253"/>
                </a:lnTo>
                <a:lnTo>
                  <a:pt x="290690" y="348716"/>
                </a:lnTo>
                <a:lnTo>
                  <a:pt x="299758" y="316801"/>
                </a:lnTo>
                <a:close/>
              </a:path>
              <a:path w="735965" h="392429">
                <a:moveTo>
                  <a:pt x="351028" y="93624"/>
                </a:moveTo>
                <a:lnTo>
                  <a:pt x="296227" y="93624"/>
                </a:lnTo>
                <a:lnTo>
                  <a:pt x="296227" y="0"/>
                </a:lnTo>
                <a:lnTo>
                  <a:pt x="247726" y="0"/>
                </a:lnTo>
                <a:lnTo>
                  <a:pt x="247726" y="232689"/>
                </a:lnTo>
                <a:lnTo>
                  <a:pt x="296227" y="232689"/>
                </a:lnTo>
                <a:lnTo>
                  <a:pt x="296227" y="134150"/>
                </a:lnTo>
                <a:lnTo>
                  <a:pt x="351028" y="134150"/>
                </a:lnTo>
                <a:lnTo>
                  <a:pt x="351028" y="93624"/>
                </a:lnTo>
                <a:close/>
              </a:path>
              <a:path w="735965" h="392429">
                <a:moveTo>
                  <a:pt x="586930" y="124625"/>
                </a:moveTo>
                <a:lnTo>
                  <a:pt x="578675" y="84886"/>
                </a:lnTo>
                <a:lnTo>
                  <a:pt x="566674" y="68148"/>
                </a:lnTo>
                <a:lnTo>
                  <a:pt x="556336" y="53721"/>
                </a:lnTo>
                <a:lnTo>
                  <a:pt x="539813" y="43688"/>
                </a:lnTo>
                <a:lnTo>
                  <a:pt x="539813" y="124625"/>
                </a:lnTo>
                <a:lnTo>
                  <a:pt x="535254" y="147891"/>
                </a:lnTo>
                <a:lnTo>
                  <a:pt x="522871" y="165709"/>
                </a:lnTo>
                <a:lnTo>
                  <a:pt x="504304" y="177101"/>
                </a:lnTo>
                <a:lnTo>
                  <a:pt x="481177" y="181114"/>
                </a:lnTo>
                <a:lnTo>
                  <a:pt x="458139" y="177101"/>
                </a:lnTo>
                <a:lnTo>
                  <a:pt x="439508" y="165709"/>
                </a:lnTo>
                <a:lnTo>
                  <a:pt x="427088" y="147891"/>
                </a:lnTo>
                <a:lnTo>
                  <a:pt x="422694" y="124625"/>
                </a:lnTo>
                <a:lnTo>
                  <a:pt x="427088" y="101231"/>
                </a:lnTo>
                <a:lnTo>
                  <a:pt x="439508" y="83439"/>
                </a:lnTo>
                <a:lnTo>
                  <a:pt x="458139" y="72110"/>
                </a:lnTo>
                <a:lnTo>
                  <a:pt x="481177" y="68148"/>
                </a:lnTo>
                <a:lnTo>
                  <a:pt x="504304" y="72110"/>
                </a:lnTo>
                <a:lnTo>
                  <a:pt x="522871" y="83439"/>
                </a:lnTo>
                <a:lnTo>
                  <a:pt x="535254" y="101231"/>
                </a:lnTo>
                <a:lnTo>
                  <a:pt x="539813" y="124625"/>
                </a:lnTo>
                <a:lnTo>
                  <a:pt x="539813" y="43688"/>
                </a:lnTo>
                <a:lnTo>
                  <a:pt x="522846" y="33375"/>
                </a:lnTo>
                <a:lnTo>
                  <a:pt x="481177" y="26085"/>
                </a:lnTo>
                <a:lnTo>
                  <a:pt x="439394" y="33375"/>
                </a:lnTo>
                <a:lnTo>
                  <a:pt x="405726" y="53721"/>
                </a:lnTo>
                <a:lnTo>
                  <a:pt x="383298" y="84886"/>
                </a:lnTo>
                <a:lnTo>
                  <a:pt x="375272" y="124625"/>
                </a:lnTo>
                <a:lnTo>
                  <a:pt x="383298" y="164198"/>
                </a:lnTo>
                <a:lnTo>
                  <a:pt x="405726" y="195440"/>
                </a:lnTo>
                <a:lnTo>
                  <a:pt x="439394" y="215950"/>
                </a:lnTo>
                <a:lnTo>
                  <a:pt x="481177" y="223329"/>
                </a:lnTo>
                <a:lnTo>
                  <a:pt x="522846" y="215950"/>
                </a:lnTo>
                <a:lnTo>
                  <a:pt x="556336" y="195440"/>
                </a:lnTo>
                <a:lnTo>
                  <a:pt x="566585" y="181114"/>
                </a:lnTo>
                <a:lnTo>
                  <a:pt x="578675" y="164198"/>
                </a:lnTo>
                <a:lnTo>
                  <a:pt x="586930" y="124625"/>
                </a:lnTo>
                <a:close/>
              </a:path>
              <a:path w="735965" h="392429">
                <a:moveTo>
                  <a:pt x="695909" y="345503"/>
                </a:moveTo>
                <a:lnTo>
                  <a:pt x="477189" y="345503"/>
                </a:lnTo>
                <a:lnTo>
                  <a:pt x="477189" y="256781"/>
                </a:lnTo>
                <a:lnTo>
                  <a:pt x="429145" y="256781"/>
                </a:lnTo>
                <a:lnTo>
                  <a:pt x="429145" y="384644"/>
                </a:lnTo>
                <a:lnTo>
                  <a:pt x="695909" y="384644"/>
                </a:lnTo>
                <a:lnTo>
                  <a:pt x="695909" y="345503"/>
                </a:lnTo>
                <a:close/>
              </a:path>
              <a:path w="735965" h="392429">
                <a:moveTo>
                  <a:pt x="735355" y="114808"/>
                </a:moveTo>
                <a:lnTo>
                  <a:pt x="680554" y="114808"/>
                </a:lnTo>
                <a:lnTo>
                  <a:pt x="680554" y="0"/>
                </a:lnTo>
                <a:lnTo>
                  <a:pt x="632053" y="0"/>
                </a:lnTo>
                <a:lnTo>
                  <a:pt x="632053" y="286867"/>
                </a:lnTo>
                <a:lnTo>
                  <a:pt x="680554" y="286867"/>
                </a:lnTo>
                <a:lnTo>
                  <a:pt x="680554" y="154863"/>
                </a:lnTo>
                <a:lnTo>
                  <a:pt x="735355" y="154863"/>
                </a:lnTo>
                <a:lnTo>
                  <a:pt x="735355" y="114808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3" name="object 133"/>
          <p:cNvGrpSpPr/>
          <p:nvPr/>
        </p:nvGrpSpPr>
        <p:grpSpPr>
          <a:xfrm>
            <a:off x="11218585" y="5457065"/>
            <a:ext cx="614680" cy="166370"/>
            <a:chOff x="11218585" y="5457065"/>
            <a:chExt cx="614680" cy="166370"/>
          </a:xfrm>
        </p:grpSpPr>
        <p:pic>
          <p:nvPicPr>
            <p:cNvPr id="134" name="object 134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1218585" y="5457065"/>
              <a:ext cx="142322" cy="166082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1381747" y="5457065"/>
              <a:ext cx="450964" cy="166082"/>
            </a:xfrm>
            <a:prstGeom prst="rect">
              <a:avLst/>
            </a:prstGeom>
          </p:spPr>
        </p:pic>
      </p:grpSp>
      <p:grpSp>
        <p:nvGrpSpPr>
          <p:cNvPr id="136" name="object 136"/>
          <p:cNvGrpSpPr/>
          <p:nvPr/>
        </p:nvGrpSpPr>
        <p:grpSpPr>
          <a:xfrm>
            <a:off x="13642316" y="5439067"/>
            <a:ext cx="666115" cy="206375"/>
            <a:chOff x="13642316" y="5439067"/>
            <a:chExt cx="666115" cy="206375"/>
          </a:xfrm>
        </p:grpSpPr>
        <p:pic>
          <p:nvPicPr>
            <p:cNvPr id="137" name="object 137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3642316" y="5439067"/>
              <a:ext cx="371633" cy="201603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14045591" y="5439079"/>
              <a:ext cx="262890" cy="206375"/>
            </a:xfrm>
            <a:custGeom>
              <a:avLst/>
              <a:gdLst/>
              <a:ahLst/>
              <a:cxnLst/>
              <a:rect l="l" t="t" r="r" b="b"/>
              <a:pathLst>
                <a:path w="262890" h="206375">
                  <a:moveTo>
                    <a:pt x="112255" y="147370"/>
                  </a:moveTo>
                  <a:lnTo>
                    <a:pt x="110693" y="133794"/>
                  </a:lnTo>
                  <a:lnTo>
                    <a:pt x="109956" y="127393"/>
                  </a:lnTo>
                  <a:lnTo>
                    <a:pt x="89293" y="130441"/>
                  </a:lnTo>
                  <a:lnTo>
                    <a:pt x="68884" y="132372"/>
                  </a:lnTo>
                  <a:lnTo>
                    <a:pt x="47790" y="133413"/>
                  </a:lnTo>
                  <a:lnTo>
                    <a:pt x="25031" y="133794"/>
                  </a:lnTo>
                  <a:lnTo>
                    <a:pt x="25031" y="93611"/>
                  </a:lnTo>
                  <a:lnTo>
                    <a:pt x="92760" y="93611"/>
                  </a:lnTo>
                  <a:lnTo>
                    <a:pt x="92760" y="17513"/>
                  </a:lnTo>
                  <a:lnTo>
                    <a:pt x="0" y="17513"/>
                  </a:lnTo>
                  <a:lnTo>
                    <a:pt x="0" y="37642"/>
                  </a:lnTo>
                  <a:lnTo>
                    <a:pt x="67970" y="37642"/>
                  </a:lnTo>
                  <a:lnTo>
                    <a:pt x="67970" y="73799"/>
                  </a:lnTo>
                  <a:lnTo>
                    <a:pt x="393" y="73799"/>
                  </a:lnTo>
                  <a:lnTo>
                    <a:pt x="393" y="154470"/>
                  </a:lnTo>
                  <a:lnTo>
                    <a:pt x="16979" y="154470"/>
                  </a:lnTo>
                  <a:lnTo>
                    <a:pt x="42938" y="154127"/>
                  </a:lnTo>
                  <a:lnTo>
                    <a:pt x="66687" y="153022"/>
                  </a:lnTo>
                  <a:lnTo>
                    <a:pt x="89395" y="150863"/>
                  </a:lnTo>
                  <a:lnTo>
                    <a:pt x="112255" y="147370"/>
                  </a:lnTo>
                  <a:close/>
                </a:path>
                <a:path w="262890" h="206375">
                  <a:moveTo>
                    <a:pt x="181089" y="77508"/>
                  </a:moveTo>
                  <a:lnTo>
                    <a:pt x="149987" y="77508"/>
                  </a:lnTo>
                  <a:lnTo>
                    <a:pt x="149987" y="0"/>
                  </a:lnTo>
                  <a:lnTo>
                    <a:pt x="125437" y="0"/>
                  </a:lnTo>
                  <a:lnTo>
                    <a:pt x="125437" y="202069"/>
                  </a:lnTo>
                  <a:lnTo>
                    <a:pt x="149987" y="202069"/>
                  </a:lnTo>
                  <a:lnTo>
                    <a:pt x="149987" y="98107"/>
                  </a:lnTo>
                  <a:lnTo>
                    <a:pt x="181089" y="98107"/>
                  </a:lnTo>
                  <a:lnTo>
                    <a:pt x="181089" y="77508"/>
                  </a:lnTo>
                  <a:close/>
                </a:path>
                <a:path w="262890" h="206375">
                  <a:moveTo>
                    <a:pt x="262394" y="12623"/>
                  </a:moveTo>
                  <a:lnTo>
                    <a:pt x="237528" y="12623"/>
                  </a:lnTo>
                  <a:lnTo>
                    <a:pt x="185432" y="206171"/>
                  </a:lnTo>
                  <a:lnTo>
                    <a:pt x="210286" y="206171"/>
                  </a:lnTo>
                  <a:lnTo>
                    <a:pt x="262394" y="12623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9" name="object 139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10054153" y="5437488"/>
            <a:ext cx="3505684" cy="480616"/>
          </a:xfrm>
          <a:prstGeom prst="rect">
            <a:avLst/>
          </a:prstGeom>
        </p:spPr>
      </p:pic>
      <p:sp>
        <p:nvSpPr>
          <p:cNvPr id="140" name="object 140"/>
          <p:cNvSpPr/>
          <p:nvPr/>
        </p:nvSpPr>
        <p:spPr>
          <a:xfrm>
            <a:off x="14325499" y="5439079"/>
            <a:ext cx="373380" cy="202565"/>
          </a:xfrm>
          <a:custGeom>
            <a:avLst/>
            <a:gdLst/>
            <a:ahLst/>
            <a:cxnLst/>
            <a:rect l="l" t="t" r="r" b="b"/>
            <a:pathLst>
              <a:path w="373380" h="202564">
                <a:moveTo>
                  <a:pt x="111620" y="146265"/>
                </a:moveTo>
                <a:lnTo>
                  <a:pt x="109677" y="131978"/>
                </a:lnTo>
                <a:lnTo>
                  <a:pt x="108775" y="125349"/>
                </a:lnTo>
                <a:lnTo>
                  <a:pt x="88353" y="128447"/>
                </a:lnTo>
                <a:lnTo>
                  <a:pt x="68135" y="130441"/>
                </a:lnTo>
                <a:lnTo>
                  <a:pt x="47231" y="131533"/>
                </a:lnTo>
                <a:lnTo>
                  <a:pt x="24714" y="131978"/>
                </a:lnTo>
                <a:lnTo>
                  <a:pt x="24714" y="39141"/>
                </a:lnTo>
                <a:lnTo>
                  <a:pt x="94411" y="39141"/>
                </a:lnTo>
                <a:lnTo>
                  <a:pt x="94411" y="19011"/>
                </a:lnTo>
                <a:lnTo>
                  <a:pt x="0" y="19011"/>
                </a:lnTo>
                <a:lnTo>
                  <a:pt x="0" y="152577"/>
                </a:lnTo>
                <a:lnTo>
                  <a:pt x="16586" y="152577"/>
                </a:lnTo>
                <a:lnTo>
                  <a:pt x="42443" y="152387"/>
                </a:lnTo>
                <a:lnTo>
                  <a:pt x="66052" y="151498"/>
                </a:lnTo>
                <a:lnTo>
                  <a:pt x="88696" y="149555"/>
                </a:lnTo>
                <a:lnTo>
                  <a:pt x="111620" y="146265"/>
                </a:lnTo>
                <a:close/>
              </a:path>
              <a:path w="373380" h="202564">
                <a:moveTo>
                  <a:pt x="180848" y="76479"/>
                </a:moveTo>
                <a:lnTo>
                  <a:pt x="149745" y="76479"/>
                </a:lnTo>
                <a:lnTo>
                  <a:pt x="149745" y="0"/>
                </a:lnTo>
                <a:lnTo>
                  <a:pt x="124879" y="0"/>
                </a:lnTo>
                <a:lnTo>
                  <a:pt x="124879" y="202069"/>
                </a:lnTo>
                <a:lnTo>
                  <a:pt x="149745" y="202069"/>
                </a:lnTo>
                <a:lnTo>
                  <a:pt x="149745" y="96850"/>
                </a:lnTo>
                <a:lnTo>
                  <a:pt x="180848" y="96850"/>
                </a:lnTo>
                <a:lnTo>
                  <a:pt x="180848" y="76479"/>
                </a:lnTo>
                <a:close/>
              </a:path>
              <a:path w="373380" h="202564">
                <a:moveTo>
                  <a:pt x="364617" y="63779"/>
                </a:moveTo>
                <a:lnTo>
                  <a:pt x="338823" y="59156"/>
                </a:lnTo>
                <a:lnTo>
                  <a:pt x="318884" y="51155"/>
                </a:lnTo>
                <a:lnTo>
                  <a:pt x="310375" y="44589"/>
                </a:lnTo>
                <a:lnTo>
                  <a:pt x="305295" y="40678"/>
                </a:lnTo>
                <a:lnTo>
                  <a:pt x="298627" y="28651"/>
                </a:lnTo>
                <a:lnTo>
                  <a:pt x="356717" y="28651"/>
                </a:lnTo>
                <a:lnTo>
                  <a:pt x="356717" y="8839"/>
                </a:lnTo>
                <a:lnTo>
                  <a:pt x="206184" y="8839"/>
                </a:lnTo>
                <a:lnTo>
                  <a:pt x="206184" y="28651"/>
                </a:lnTo>
                <a:lnTo>
                  <a:pt x="263817" y="28651"/>
                </a:lnTo>
                <a:lnTo>
                  <a:pt x="257009" y="40640"/>
                </a:lnTo>
                <a:lnTo>
                  <a:pt x="243357" y="51130"/>
                </a:lnTo>
                <a:lnTo>
                  <a:pt x="223469" y="59169"/>
                </a:lnTo>
                <a:lnTo>
                  <a:pt x="198208" y="63779"/>
                </a:lnTo>
                <a:lnTo>
                  <a:pt x="206667" y="83350"/>
                </a:lnTo>
                <a:lnTo>
                  <a:pt x="232244" y="78600"/>
                </a:lnTo>
                <a:lnTo>
                  <a:pt x="253555" y="70243"/>
                </a:lnTo>
                <a:lnTo>
                  <a:pt x="270027" y="58750"/>
                </a:lnTo>
                <a:lnTo>
                  <a:pt x="281101" y="44589"/>
                </a:lnTo>
                <a:lnTo>
                  <a:pt x="292252" y="58788"/>
                </a:lnTo>
                <a:lnTo>
                  <a:pt x="308851" y="70281"/>
                </a:lnTo>
                <a:lnTo>
                  <a:pt x="330263" y="78613"/>
                </a:lnTo>
                <a:lnTo>
                  <a:pt x="355854" y="83350"/>
                </a:lnTo>
                <a:lnTo>
                  <a:pt x="364617" y="63779"/>
                </a:lnTo>
                <a:close/>
              </a:path>
              <a:path w="373380" h="202564">
                <a:moveTo>
                  <a:pt x="373214" y="92506"/>
                </a:moveTo>
                <a:lnTo>
                  <a:pt x="189369" y="92506"/>
                </a:lnTo>
                <a:lnTo>
                  <a:pt x="189369" y="112560"/>
                </a:lnTo>
                <a:lnTo>
                  <a:pt x="268859" y="112560"/>
                </a:lnTo>
                <a:lnTo>
                  <a:pt x="268859" y="129603"/>
                </a:lnTo>
                <a:lnTo>
                  <a:pt x="244335" y="133172"/>
                </a:lnTo>
                <a:lnTo>
                  <a:pt x="226085" y="140449"/>
                </a:lnTo>
                <a:lnTo>
                  <a:pt x="214693" y="151269"/>
                </a:lnTo>
                <a:lnTo>
                  <a:pt x="210769" y="165442"/>
                </a:lnTo>
                <a:lnTo>
                  <a:pt x="215557" y="180835"/>
                </a:lnTo>
                <a:lnTo>
                  <a:pt x="229400" y="192151"/>
                </a:lnTo>
                <a:lnTo>
                  <a:pt x="251498" y="199097"/>
                </a:lnTo>
                <a:lnTo>
                  <a:pt x="281025" y="201434"/>
                </a:lnTo>
                <a:lnTo>
                  <a:pt x="310286" y="199097"/>
                </a:lnTo>
                <a:lnTo>
                  <a:pt x="332270" y="192151"/>
                </a:lnTo>
                <a:lnTo>
                  <a:pt x="344081" y="182499"/>
                </a:lnTo>
                <a:lnTo>
                  <a:pt x="346113" y="180835"/>
                </a:lnTo>
                <a:lnTo>
                  <a:pt x="350951" y="165442"/>
                </a:lnTo>
                <a:lnTo>
                  <a:pt x="347002" y="151320"/>
                </a:lnTo>
                <a:lnTo>
                  <a:pt x="343687" y="148158"/>
                </a:lnTo>
                <a:lnTo>
                  <a:pt x="335686" y="140550"/>
                </a:lnTo>
                <a:lnTo>
                  <a:pt x="326174" y="136728"/>
                </a:lnTo>
                <a:lnTo>
                  <a:pt x="326174" y="165442"/>
                </a:lnTo>
                <a:lnTo>
                  <a:pt x="323126" y="172796"/>
                </a:lnTo>
                <a:lnTo>
                  <a:pt x="314401" y="178168"/>
                </a:lnTo>
                <a:lnTo>
                  <a:pt x="300278" y="181457"/>
                </a:lnTo>
                <a:lnTo>
                  <a:pt x="281025" y="182499"/>
                </a:lnTo>
                <a:lnTo>
                  <a:pt x="261607" y="181457"/>
                </a:lnTo>
                <a:lnTo>
                  <a:pt x="247484" y="178168"/>
                </a:lnTo>
                <a:lnTo>
                  <a:pt x="238874" y="172796"/>
                </a:lnTo>
                <a:lnTo>
                  <a:pt x="236029" y="165442"/>
                </a:lnTo>
                <a:lnTo>
                  <a:pt x="238874" y="158000"/>
                </a:lnTo>
                <a:lnTo>
                  <a:pt x="247484" y="152628"/>
                </a:lnTo>
                <a:lnTo>
                  <a:pt x="261607" y="149339"/>
                </a:lnTo>
                <a:lnTo>
                  <a:pt x="281025" y="148158"/>
                </a:lnTo>
                <a:lnTo>
                  <a:pt x="300278" y="149339"/>
                </a:lnTo>
                <a:lnTo>
                  <a:pt x="314401" y="152628"/>
                </a:lnTo>
                <a:lnTo>
                  <a:pt x="323126" y="158000"/>
                </a:lnTo>
                <a:lnTo>
                  <a:pt x="326174" y="165442"/>
                </a:lnTo>
                <a:lnTo>
                  <a:pt x="326174" y="136728"/>
                </a:lnTo>
                <a:lnTo>
                  <a:pt x="317639" y="133286"/>
                </a:lnTo>
                <a:lnTo>
                  <a:pt x="293497" y="129692"/>
                </a:lnTo>
                <a:lnTo>
                  <a:pt x="293497" y="112560"/>
                </a:lnTo>
                <a:lnTo>
                  <a:pt x="373214" y="112560"/>
                </a:lnTo>
                <a:lnTo>
                  <a:pt x="373214" y="92506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1" name="object 141"/>
          <p:cNvGrpSpPr/>
          <p:nvPr/>
        </p:nvGrpSpPr>
        <p:grpSpPr>
          <a:xfrm>
            <a:off x="14764650" y="5439067"/>
            <a:ext cx="779780" cy="202565"/>
            <a:chOff x="14764650" y="5439067"/>
            <a:chExt cx="779780" cy="202565"/>
          </a:xfrm>
        </p:grpSpPr>
        <p:pic>
          <p:nvPicPr>
            <p:cNvPr id="142" name="object 142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4764650" y="5439067"/>
              <a:ext cx="170029" cy="202077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4971464" y="5439067"/>
              <a:ext cx="180921" cy="201288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5173067" y="5439067"/>
              <a:ext cx="157162" cy="202077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5359752" y="5450355"/>
              <a:ext cx="184474" cy="165924"/>
            </a:xfrm>
            <a:prstGeom prst="rect">
              <a:avLst/>
            </a:prstGeom>
          </p:spPr>
        </p:pic>
      </p:grpSp>
      <p:grpSp>
        <p:nvGrpSpPr>
          <p:cNvPr id="146" name="object 146"/>
          <p:cNvGrpSpPr/>
          <p:nvPr/>
        </p:nvGrpSpPr>
        <p:grpSpPr>
          <a:xfrm>
            <a:off x="15618389" y="5439067"/>
            <a:ext cx="558165" cy="202565"/>
            <a:chOff x="15618389" y="5439067"/>
            <a:chExt cx="558165" cy="202565"/>
          </a:xfrm>
        </p:grpSpPr>
        <p:pic>
          <p:nvPicPr>
            <p:cNvPr id="147" name="object 14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5618389" y="5439067"/>
              <a:ext cx="167266" cy="201603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815808" y="5439067"/>
              <a:ext cx="161425" cy="202077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016228" y="5439067"/>
              <a:ext cx="159925" cy="202077"/>
            </a:xfrm>
            <a:prstGeom prst="rect">
              <a:avLst/>
            </a:prstGeom>
          </p:spPr>
        </p:pic>
      </p:grpSp>
      <p:pic>
        <p:nvPicPr>
          <p:cNvPr id="150" name="object 150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16258933" y="5439146"/>
            <a:ext cx="183843" cy="201840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10050918" y="6296748"/>
            <a:ext cx="375500" cy="201603"/>
          </a:xfrm>
          <a:prstGeom prst="rect">
            <a:avLst/>
          </a:prstGeom>
        </p:spPr>
      </p:pic>
      <p:grpSp>
        <p:nvGrpSpPr>
          <p:cNvPr id="152" name="object 152"/>
          <p:cNvGrpSpPr/>
          <p:nvPr/>
        </p:nvGrpSpPr>
        <p:grpSpPr>
          <a:xfrm>
            <a:off x="10504790" y="6296748"/>
            <a:ext cx="635000" cy="201930"/>
            <a:chOff x="10504790" y="6296748"/>
            <a:chExt cx="635000" cy="201930"/>
          </a:xfrm>
        </p:grpSpPr>
        <p:sp>
          <p:nvSpPr>
            <p:cNvPr id="153" name="object 153"/>
            <p:cNvSpPr/>
            <p:nvPr/>
          </p:nvSpPr>
          <p:spPr>
            <a:xfrm>
              <a:off x="10504780" y="6311899"/>
              <a:ext cx="184785" cy="162560"/>
            </a:xfrm>
            <a:custGeom>
              <a:avLst/>
              <a:gdLst/>
              <a:ahLst/>
              <a:cxnLst/>
              <a:rect l="l" t="t" r="r" b="b"/>
              <a:pathLst>
                <a:path w="184784" h="162560">
                  <a:moveTo>
                    <a:pt x="184480" y="141706"/>
                  </a:moveTo>
                  <a:lnTo>
                    <a:pt x="104127" y="141706"/>
                  </a:lnTo>
                  <a:lnTo>
                    <a:pt x="104127" y="97790"/>
                  </a:lnTo>
                  <a:lnTo>
                    <a:pt x="163169" y="97790"/>
                  </a:lnTo>
                  <a:lnTo>
                    <a:pt x="163169" y="78740"/>
                  </a:lnTo>
                  <a:lnTo>
                    <a:pt x="44678" y="78740"/>
                  </a:lnTo>
                  <a:lnTo>
                    <a:pt x="44678" y="20320"/>
                  </a:lnTo>
                  <a:lnTo>
                    <a:pt x="138696" y="20320"/>
                  </a:lnTo>
                  <a:lnTo>
                    <a:pt x="138696" y="78232"/>
                  </a:lnTo>
                  <a:lnTo>
                    <a:pt x="163169" y="78232"/>
                  </a:lnTo>
                  <a:lnTo>
                    <a:pt x="163169" y="20320"/>
                  </a:lnTo>
                  <a:lnTo>
                    <a:pt x="163169" y="0"/>
                  </a:lnTo>
                  <a:lnTo>
                    <a:pt x="20294" y="0"/>
                  </a:lnTo>
                  <a:lnTo>
                    <a:pt x="20294" y="20320"/>
                  </a:lnTo>
                  <a:lnTo>
                    <a:pt x="20294" y="78740"/>
                  </a:lnTo>
                  <a:lnTo>
                    <a:pt x="20294" y="97790"/>
                  </a:lnTo>
                  <a:lnTo>
                    <a:pt x="79489" y="97790"/>
                  </a:lnTo>
                  <a:lnTo>
                    <a:pt x="79489" y="141706"/>
                  </a:lnTo>
                  <a:lnTo>
                    <a:pt x="0" y="141706"/>
                  </a:lnTo>
                  <a:lnTo>
                    <a:pt x="0" y="162064"/>
                  </a:lnTo>
                  <a:lnTo>
                    <a:pt x="184480" y="162064"/>
                  </a:lnTo>
                  <a:lnTo>
                    <a:pt x="184480" y="141706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0711525" y="6296748"/>
              <a:ext cx="427914" cy="201603"/>
            </a:xfrm>
            <a:prstGeom prst="rect">
              <a:avLst/>
            </a:prstGeom>
          </p:spPr>
        </p:pic>
      </p:grpSp>
      <p:grpSp>
        <p:nvGrpSpPr>
          <p:cNvPr id="155" name="object 155"/>
          <p:cNvGrpSpPr/>
          <p:nvPr/>
        </p:nvGrpSpPr>
        <p:grpSpPr>
          <a:xfrm>
            <a:off x="11218585" y="6314746"/>
            <a:ext cx="433070" cy="166370"/>
            <a:chOff x="11218585" y="6314746"/>
            <a:chExt cx="433070" cy="166370"/>
          </a:xfrm>
        </p:grpSpPr>
        <p:pic>
          <p:nvPicPr>
            <p:cNvPr id="156" name="object 15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1218585" y="6314746"/>
              <a:ext cx="143427" cy="166082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1388457" y="6316956"/>
              <a:ext cx="262622" cy="161661"/>
            </a:xfrm>
            <a:prstGeom prst="rect">
              <a:avLst/>
            </a:prstGeom>
          </p:spPr>
        </p:pic>
      </p:grpSp>
      <p:grpSp>
        <p:nvGrpSpPr>
          <p:cNvPr id="158" name="object 158"/>
          <p:cNvGrpSpPr/>
          <p:nvPr/>
        </p:nvGrpSpPr>
        <p:grpSpPr>
          <a:xfrm>
            <a:off x="11720919" y="6296748"/>
            <a:ext cx="579120" cy="202565"/>
            <a:chOff x="11720919" y="6296748"/>
            <a:chExt cx="579120" cy="202565"/>
          </a:xfrm>
        </p:grpSpPr>
        <p:pic>
          <p:nvPicPr>
            <p:cNvPr id="159" name="object 15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1720919" y="6296748"/>
              <a:ext cx="167108" cy="202077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1917628" y="6305747"/>
              <a:ext cx="382130" cy="188816"/>
            </a:xfrm>
            <a:prstGeom prst="rect">
              <a:avLst/>
            </a:prstGeom>
          </p:spPr>
        </p:pic>
      </p:grpSp>
      <p:sp>
        <p:nvSpPr>
          <p:cNvPr id="161" name="object 161"/>
          <p:cNvSpPr/>
          <p:nvPr/>
        </p:nvSpPr>
        <p:spPr>
          <a:xfrm>
            <a:off x="12365635" y="6296748"/>
            <a:ext cx="581660" cy="199390"/>
          </a:xfrm>
          <a:custGeom>
            <a:avLst/>
            <a:gdLst/>
            <a:ahLst/>
            <a:cxnLst/>
            <a:rect l="l" t="t" r="r" b="b"/>
            <a:pathLst>
              <a:path w="581659" h="199389">
                <a:moveTo>
                  <a:pt x="104673" y="12242"/>
                </a:moveTo>
                <a:lnTo>
                  <a:pt x="9639" y="12242"/>
                </a:lnTo>
                <a:lnTo>
                  <a:pt x="9639" y="32207"/>
                </a:lnTo>
                <a:lnTo>
                  <a:pt x="77685" y="32207"/>
                </a:lnTo>
                <a:lnTo>
                  <a:pt x="70319" y="53022"/>
                </a:lnTo>
                <a:lnTo>
                  <a:pt x="54762" y="71208"/>
                </a:lnTo>
                <a:lnTo>
                  <a:pt x="31254" y="86144"/>
                </a:lnTo>
                <a:lnTo>
                  <a:pt x="0" y="97180"/>
                </a:lnTo>
                <a:lnTo>
                  <a:pt x="9956" y="117068"/>
                </a:lnTo>
                <a:lnTo>
                  <a:pt x="50152" y="101282"/>
                </a:lnTo>
                <a:lnTo>
                  <a:pt x="79870" y="78295"/>
                </a:lnTo>
                <a:lnTo>
                  <a:pt x="98310" y="48501"/>
                </a:lnTo>
                <a:lnTo>
                  <a:pt x="104673" y="12242"/>
                </a:lnTo>
                <a:close/>
              </a:path>
              <a:path w="581659" h="199389">
                <a:moveTo>
                  <a:pt x="160794" y="121412"/>
                </a:moveTo>
                <a:lnTo>
                  <a:pt x="136245" y="121412"/>
                </a:lnTo>
                <a:lnTo>
                  <a:pt x="136245" y="141617"/>
                </a:lnTo>
                <a:lnTo>
                  <a:pt x="136245" y="179425"/>
                </a:lnTo>
                <a:lnTo>
                  <a:pt x="54940" y="179425"/>
                </a:lnTo>
                <a:lnTo>
                  <a:pt x="54940" y="141617"/>
                </a:lnTo>
                <a:lnTo>
                  <a:pt x="136245" y="141617"/>
                </a:lnTo>
                <a:lnTo>
                  <a:pt x="136245" y="121412"/>
                </a:lnTo>
                <a:lnTo>
                  <a:pt x="30238" y="121412"/>
                </a:lnTo>
                <a:lnTo>
                  <a:pt x="30238" y="199009"/>
                </a:lnTo>
                <a:lnTo>
                  <a:pt x="160794" y="199009"/>
                </a:lnTo>
                <a:lnTo>
                  <a:pt x="160794" y="179425"/>
                </a:lnTo>
                <a:lnTo>
                  <a:pt x="160794" y="141617"/>
                </a:lnTo>
                <a:lnTo>
                  <a:pt x="160794" y="121412"/>
                </a:lnTo>
                <a:close/>
              </a:path>
              <a:path w="581659" h="199389">
                <a:moveTo>
                  <a:pt x="188976" y="45872"/>
                </a:moveTo>
                <a:lnTo>
                  <a:pt x="160794" y="45872"/>
                </a:lnTo>
                <a:lnTo>
                  <a:pt x="160794" y="0"/>
                </a:lnTo>
                <a:lnTo>
                  <a:pt x="135851" y="0"/>
                </a:lnTo>
                <a:lnTo>
                  <a:pt x="135851" y="113284"/>
                </a:lnTo>
                <a:lnTo>
                  <a:pt x="160794" y="113284"/>
                </a:lnTo>
                <a:lnTo>
                  <a:pt x="160794" y="66306"/>
                </a:lnTo>
                <a:lnTo>
                  <a:pt x="188976" y="66306"/>
                </a:lnTo>
                <a:lnTo>
                  <a:pt x="188976" y="45872"/>
                </a:lnTo>
                <a:close/>
              </a:path>
              <a:path w="581659" h="199389">
                <a:moveTo>
                  <a:pt x="376529" y="94335"/>
                </a:moveTo>
                <a:lnTo>
                  <a:pt x="347141" y="85217"/>
                </a:lnTo>
                <a:lnTo>
                  <a:pt x="324015" y="69494"/>
                </a:lnTo>
                <a:lnTo>
                  <a:pt x="318782" y="62522"/>
                </a:lnTo>
                <a:lnTo>
                  <a:pt x="308914" y="49390"/>
                </a:lnTo>
                <a:lnTo>
                  <a:pt x="303517" y="27000"/>
                </a:lnTo>
                <a:lnTo>
                  <a:pt x="303517" y="12242"/>
                </a:lnTo>
                <a:lnTo>
                  <a:pt x="277152" y="12242"/>
                </a:lnTo>
                <a:lnTo>
                  <a:pt x="277152" y="27000"/>
                </a:lnTo>
                <a:lnTo>
                  <a:pt x="271691" y="49352"/>
                </a:lnTo>
                <a:lnTo>
                  <a:pt x="256654" y="69494"/>
                </a:lnTo>
                <a:lnTo>
                  <a:pt x="233667" y="85229"/>
                </a:lnTo>
                <a:lnTo>
                  <a:pt x="204533" y="94335"/>
                </a:lnTo>
                <a:lnTo>
                  <a:pt x="215265" y="115011"/>
                </a:lnTo>
                <a:lnTo>
                  <a:pt x="239483" y="107797"/>
                </a:lnTo>
                <a:lnTo>
                  <a:pt x="260591" y="96202"/>
                </a:lnTo>
                <a:lnTo>
                  <a:pt x="277799" y="80886"/>
                </a:lnTo>
                <a:lnTo>
                  <a:pt x="290334" y="62522"/>
                </a:lnTo>
                <a:lnTo>
                  <a:pt x="302996" y="80924"/>
                </a:lnTo>
                <a:lnTo>
                  <a:pt x="320306" y="96202"/>
                </a:lnTo>
                <a:lnTo>
                  <a:pt x="341503" y="107759"/>
                </a:lnTo>
                <a:lnTo>
                  <a:pt x="365798" y="115011"/>
                </a:lnTo>
                <a:lnTo>
                  <a:pt x="376529" y="94335"/>
                </a:lnTo>
                <a:close/>
              </a:path>
              <a:path w="581659" h="199389">
                <a:moveTo>
                  <a:pt x="383717" y="156692"/>
                </a:moveTo>
                <a:lnTo>
                  <a:pt x="302806" y="156692"/>
                </a:lnTo>
                <a:lnTo>
                  <a:pt x="302806" y="109880"/>
                </a:lnTo>
                <a:lnTo>
                  <a:pt x="278180" y="109880"/>
                </a:lnTo>
                <a:lnTo>
                  <a:pt x="278180" y="156692"/>
                </a:lnTo>
                <a:lnTo>
                  <a:pt x="199237" y="156692"/>
                </a:lnTo>
                <a:lnTo>
                  <a:pt x="199237" y="176745"/>
                </a:lnTo>
                <a:lnTo>
                  <a:pt x="383717" y="176745"/>
                </a:lnTo>
                <a:lnTo>
                  <a:pt x="383717" y="156692"/>
                </a:lnTo>
                <a:close/>
              </a:path>
              <a:path w="581659" h="199389">
                <a:moveTo>
                  <a:pt x="561797" y="63411"/>
                </a:moveTo>
                <a:lnTo>
                  <a:pt x="444652" y="63411"/>
                </a:lnTo>
                <a:lnTo>
                  <a:pt x="444652" y="49441"/>
                </a:lnTo>
                <a:lnTo>
                  <a:pt x="558330" y="49441"/>
                </a:lnTo>
                <a:lnTo>
                  <a:pt x="558330" y="34201"/>
                </a:lnTo>
                <a:lnTo>
                  <a:pt x="558330" y="21501"/>
                </a:lnTo>
                <a:lnTo>
                  <a:pt x="558330" y="4991"/>
                </a:lnTo>
                <a:lnTo>
                  <a:pt x="419557" y="4991"/>
                </a:lnTo>
                <a:lnTo>
                  <a:pt x="419557" y="21501"/>
                </a:lnTo>
                <a:lnTo>
                  <a:pt x="533539" y="21501"/>
                </a:lnTo>
                <a:lnTo>
                  <a:pt x="533539" y="34201"/>
                </a:lnTo>
                <a:lnTo>
                  <a:pt x="420027" y="34201"/>
                </a:lnTo>
                <a:lnTo>
                  <a:pt x="420027" y="49441"/>
                </a:lnTo>
                <a:lnTo>
                  <a:pt x="420027" y="63411"/>
                </a:lnTo>
                <a:lnTo>
                  <a:pt x="420027" y="79921"/>
                </a:lnTo>
                <a:lnTo>
                  <a:pt x="561797" y="79921"/>
                </a:lnTo>
                <a:lnTo>
                  <a:pt x="561797" y="63411"/>
                </a:lnTo>
                <a:close/>
              </a:path>
              <a:path w="581659" h="199389">
                <a:moveTo>
                  <a:pt x="564870" y="182791"/>
                </a:moveTo>
                <a:lnTo>
                  <a:pt x="443077" y="182791"/>
                </a:lnTo>
                <a:lnTo>
                  <a:pt x="443077" y="168821"/>
                </a:lnTo>
                <a:lnTo>
                  <a:pt x="558723" y="168821"/>
                </a:lnTo>
                <a:lnTo>
                  <a:pt x="558723" y="152311"/>
                </a:lnTo>
                <a:lnTo>
                  <a:pt x="558723" y="139611"/>
                </a:lnTo>
                <a:lnTo>
                  <a:pt x="558723" y="121831"/>
                </a:lnTo>
                <a:lnTo>
                  <a:pt x="418134" y="121831"/>
                </a:lnTo>
                <a:lnTo>
                  <a:pt x="418134" y="139611"/>
                </a:lnTo>
                <a:lnTo>
                  <a:pt x="534085" y="139611"/>
                </a:lnTo>
                <a:lnTo>
                  <a:pt x="534085" y="152311"/>
                </a:lnTo>
                <a:lnTo>
                  <a:pt x="418376" y="152311"/>
                </a:lnTo>
                <a:lnTo>
                  <a:pt x="418376" y="168821"/>
                </a:lnTo>
                <a:lnTo>
                  <a:pt x="418376" y="182791"/>
                </a:lnTo>
                <a:lnTo>
                  <a:pt x="418376" y="199301"/>
                </a:lnTo>
                <a:lnTo>
                  <a:pt x="564870" y="199301"/>
                </a:lnTo>
                <a:lnTo>
                  <a:pt x="564870" y="182791"/>
                </a:lnTo>
                <a:close/>
              </a:path>
              <a:path w="581659" h="199389">
                <a:moveTo>
                  <a:pt x="581139" y="91490"/>
                </a:moveTo>
                <a:lnTo>
                  <a:pt x="396659" y="91490"/>
                </a:lnTo>
                <a:lnTo>
                  <a:pt x="396659" y="110121"/>
                </a:lnTo>
                <a:lnTo>
                  <a:pt x="581139" y="110121"/>
                </a:lnTo>
                <a:lnTo>
                  <a:pt x="581139" y="9149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2" name="object 162"/>
          <p:cNvGrpSpPr/>
          <p:nvPr/>
        </p:nvGrpSpPr>
        <p:grpSpPr>
          <a:xfrm>
            <a:off x="13014638" y="6296748"/>
            <a:ext cx="371475" cy="201930"/>
            <a:chOff x="13014638" y="6296748"/>
            <a:chExt cx="371475" cy="201930"/>
          </a:xfrm>
        </p:grpSpPr>
        <p:pic>
          <p:nvPicPr>
            <p:cNvPr id="163" name="object 163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3211742" y="6296748"/>
              <a:ext cx="173896" cy="201603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3014638" y="6296906"/>
              <a:ext cx="168608" cy="201445"/>
            </a:xfrm>
            <a:prstGeom prst="rect">
              <a:avLst/>
            </a:prstGeom>
          </p:spPr>
        </p:pic>
      </p:grpSp>
      <p:grpSp>
        <p:nvGrpSpPr>
          <p:cNvPr id="165" name="object 165"/>
          <p:cNvGrpSpPr/>
          <p:nvPr/>
        </p:nvGrpSpPr>
        <p:grpSpPr>
          <a:xfrm>
            <a:off x="13461720" y="6316956"/>
            <a:ext cx="462915" cy="161925"/>
            <a:chOff x="13461720" y="6316956"/>
            <a:chExt cx="462915" cy="161925"/>
          </a:xfrm>
        </p:grpSpPr>
        <p:pic>
          <p:nvPicPr>
            <p:cNvPr id="166" name="object 166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3461720" y="6316956"/>
              <a:ext cx="149822" cy="161661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13630949" y="6316979"/>
              <a:ext cx="100330" cy="161290"/>
            </a:xfrm>
            <a:custGeom>
              <a:avLst/>
              <a:gdLst/>
              <a:ahLst/>
              <a:cxnLst/>
              <a:rect l="l" t="t" r="r" b="b"/>
              <a:pathLst>
                <a:path w="100330" h="161289">
                  <a:moveTo>
                    <a:pt x="100330" y="137160"/>
                  </a:moveTo>
                  <a:lnTo>
                    <a:pt x="28981" y="137160"/>
                  </a:lnTo>
                  <a:lnTo>
                    <a:pt x="28981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161290"/>
                  </a:lnTo>
                  <a:lnTo>
                    <a:pt x="100330" y="161290"/>
                  </a:lnTo>
                  <a:lnTo>
                    <a:pt x="100330" y="13716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3754733" y="6316956"/>
              <a:ext cx="169318" cy="161661"/>
            </a:xfrm>
            <a:prstGeom prst="rect">
              <a:avLst/>
            </a:prstGeom>
          </p:spPr>
        </p:pic>
      </p:grpSp>
      <p:pic>
        <p:nvPicPr>
          <p:cNvPr id="169" name="object 169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14001509" y="6296748"/>
            <a:ext cx="167108" cy="201603"/>
          </a:xfrm>
          <a:prstGeom prst="rect">
            <a:avLst/>
          </a:prstGeom>
        </p:spPr>
      </p:pic>
      <p:sp>
        <p:nvSpPr>
          <p:cNvPr id="170" name="object 170"/>
          <p:cNvSpPr/>
          <p:nvPr/>
        </p:nvSpPr>
        <p:spPr>
          <a:xfrm>
            <a:off x="14204683" y="6296659"/>
            <a:ext cx="180975" cy="198120"/>
          </a:xfrm>
          <a:custGeom>
            <a:avLst/>
            <a:gdLst/>
            <a:ahLst/>
            <a:cxnLst/>
            <a:rect l="l" t="t" r="r" b="b"/>
            <a:pathLst>
              <a:path w="180975" h="198120">
                <a:moveTo>
                  <a:pt x="96380" y="45720"/>
                </a:moveTo>
                <a:lnTo>
                  <a:pt x="24549" y="45720"/>
                </a:lnTo>
                <a:lnTo>
                  <a:pt x="24549" y="15240"/>
                </a:lnTo>
                <a:lnTo>
                  <a:pt x="0" y="15240"/>
                </a:lnTo>
                <a:lnTo>
                  <a:pt x="0" y="45720"/>
                </a:lnTo>
                <a:lnTo>
                  <a:pt x="0" y="64770"/>
                </a:lnTo>
                <a:lnTo>
                  <a:pt x="0" y="96520"/>
                </a:lnTo>
                <a:lnTo>
                  <a:pt x="0" y="115570"/>
                </a:lnTo>
                <a:lnTo>
                  <a:pt x="96380" y="115570"/>
                </a:lnTo>
                <a:lnTo>
                  <a:pt x="96380" y="96520"/>
                </a:lnTo>
                <a:lnTo>
                  <a:pt x="24549" y="96520"/>
                </a:lnTo>
                <a:lnTo>
                  <a:pt x="24549" y="64770"/>
                </a:lnTo>
                <a:lnTo>
                  <a:pt x="71602" y="64770"/>
                </a:lnTo>
                <a:lnTo>
                  <a:pt x="71602" y="96240"/>
                </a:lnTo>
                <a:lnTo>
                  <a:pt x="96380" y="96240"/>
                </a:lnTo>
                <a:lnTo>
                  <a:pt x="96380" y="64770"/>
                </a:lnTo>
                <a:lnTo>
                  <a:pt x="96380" y="64592"/>
                </a:lnTo>
                <a:lnTo>
                  <a:pt x="96380" y="45720"/>
                </a:lnTo>
                <a:close/>
              </a:path>
              <a:path w="180975" h="198120">
                <a:moveTo>
                  <a:pt x="96380" y="14617"/>
                </a:moveTo>
                <a:lnTo>
                  <a:pt x="71602" y="14617"/>
                </a:lnTo>
                <a:lnTo>
                  <a:pt x="71602" y="45402"/>
                </a:lnTo>
                <a:lnTo>
                  <a:pt x="96380" y="45402"/>
                </a:lnTo>
                <a:lnTo>
                  <a:pt x="96380" y="14617"/>
                </a:lnTo>
                <a:close/>
              </a:path>
              <a:path w="180975" h="198120">
                <a:moveTo>
                  <a:pt x="160248" y="177800"/>
                </a:moveTo>
                <a:lnTo>
                  <a:pt x="47764" y="177800"/>
                </a:lnTo>
                <a:lnTo>
                  <a:pt x="47764" y="133350"/>
                </a:lnTo>
                <a:lnTo>
                  <a:pt x="23050" y="133350"/>
                </a:lnTo>
                <a:lnTo>
                  <a:pt x="23050" y="177800"/>
                </a:lnTo>
                <a:lnTo>
                  <a:pt x="23050" y="198120"/>
                </a:lnTo>
                <a:lnTo>
                  <a:pt x="160248" y="198120"/>
                </a:lnTo>
                <a:lnTo>
                  <a:pt x="160248" y="177800"/>
                </a:lnTo>
                <a:close/>
              </a:path>
              <a:path w="180975" h="198120">
                <a:moveTo>
                  <a:pt x="180530" y="58420"/>
                </a:moveTo>
                <a:lnTo>
                  <a:pt x="152349" y="58420"/>
                </a:lnTo>
                <a:lnTo>
                  <a:pt x="152349" y="0"/>
                </a:lnTo>
                <a:lnTo>
                  <a:pt x="127406" y="0"/>
                </a:lnTo>
                <a:lnTo>
                  <a:pt x="127406" y="58420"/>
                </a:lnTo>
                <a:lnTo>
                  <a:pt x="127406" y="78740"/>
                </a:lnTo>
                <a:lnTo>
                  <a:pt x="127406" y="148590"/>
                </a:lnTo>
                <a:lnTo>
                  <a:pt x="152349" y="148590"/>
                </a:lnTo>
                <a:lnTo>
                  <a:pt x="152349" y="78740"/>
                </a:lnTo>
                <a:lnTo>
                  <a:pt x="180530" y="78740"/>
                </a:lnTo>
                <a:lnTo>
                  <a:pt x="180530" y="5842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1" name="object 171"/>
          <p:cNvGrpSpPr/>
          <p:nvPr/>
        </p:nvGrpSpPr>
        <p:grpSpPr>
          <a:xfrm>
            <a:off x="14449383" y="6296275"/>
            <a:ext cx="777240" cy="202565"/>
            <a:chOff x="14449383" y="6296275"/>
            <a:chExt cx="777240" cy="202565"/>
          </a:xfrm>
        </p:grpSpPr>
        <p:pic>
          <p:nvPicPr>
            <p:cNvPr id="172" name="object 172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4449383" y="6296906"/>
              <a:ext cx="366658" cy="201919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4845091" y="6296275"/>
              <a:ext cx="381183" cy="202393"/>
            </a:xfrm>
            <a:prstGeom prst="rect">
              <a:avLst/>
            </a:prstGeom>
          </p:spPr>
        </p:pic>
      </p:grpSp>
      <p:pic>
        <p:nvPicPr>
          <p:cNvPr id="174" name="object 174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15292071" y="6296748"/>
            <a:ext cx="368158" cy="202077"/>
          </a:xfrm>
          <a:prstGeom prst="rect">
            <a:avLst/>
          </a:prstGeom>
        </p:spPr>
      </p:pic>
      <p:grpSp>
        <p:nvGrpSpPr>
          <p:cNvPr id="175" name="object 175"/>
          <p:cNvGrpSpPr/>
          <p:nvPr/>
        </p:nvGrpSpPr>
        <p:grpSpPr>
          <a:xfrm>
            <a:off x="15689989" y="6296748"/>
            <a:ext cx="569595" cy="202565"/>
            <a:chOff x="15689989" y="6296748"/>
            <a:chExt cx="569595" cy="202565"/>
          </a:xfrm>
        </p:grpSpPr>
        <p:sp>
          <p:nvSpPr>
            <p:cNvPr id="176" name="object 176"/>
            <p:cNvSpPr/>
            <p:nvPr/>
          </p:nvSpPr>
          <p:spPr>
            <a:xfrm>
              <a:off x="15689987" y="6315379"/>
              <a:ext cx="184785" cy="158750"/>
            </a:xfrm>
            <a:custGeom>
              <a:avLst/>
              <a:gdLst/>
              <a:ahLst/>
              <a:cxnLst/>
              <a:rect l="l" t="t" r="r" b="b"/>
              <a:pathLst>
                <a:path w="184784" h="158750">
                  <a:moveTo>
                    <a:pt x="168363" y="0"/>
                  </a:moveTo>
                  <a:lnTo>
                    <a:pt x="114300" y="0"/>
                  </a:lnTo>
                  <a:lnTo>
                    <a:pt x="114300" y="20053"/>
                  </a:lnTo>
                  <a:lnTo>
                    <a:pt x="114300" y="84226"/>
                  </a:lnTo>
                  <a:lnTo>
                    <a:pt x="68986" y="84226"/>
                  </a:lnTo>
                  <a:lnTo>
                    <a:pt x="68986" y="20053"/>
                  </a:lnTo>
                  <a:lnTo>
                    <a:pt x="114300" y="20053"/>
                  </a:lnTo>
                  <a:lnTo>
                    <a:pt x="114300" y="0"/>
                  </a:lnTo>
                  <a:lnTo>
                    <a:pt x="15074" y="0"/>
                  </a:lnTo>
                  <a:lnTo>
                    <a:pt x="15074" y="20053"/>
                  </a:lnTo>
                  <a:lnTo>
                    <a:pt x="44284" y="20053"/>
                  </a:lnTo>
                  <a:lnTo>
                    <a:pt x="44284" y="84226"/>
                  </a:lnTo>
                  <a:lnTo>
                    <a:pt x="15709" y="84226"/>
                  </a:lnTo>
                  <a:lnTo>
                    <a:pt x="15709" y="103962"/>
                  </a:lnTo>
                  <a:lnTo>
                    <a:pt x="167576" y="103962"/>
                  </a:lnTo>
                  <a:lnTo>
                    <a:pt x="167576" y="84226"/>
                  </a:lnTo>
                  <a:lnTo>
                    <a:pt x="138760" y="84226"/>
                  </a:lnTo>
                  <a:lnTo>
                    <a:pt x="138760" y="20053"/>
                  </a:lnTo>
                  <a:lnTo>
                    <a:pt x="168363" y="20053"/>
                  </a:lnTo>
                  <a:lnTo>
                    <a:pt x="168363" y="0"/>
                  </a:lnTo>
                  <a:close/>
                </a:path>
                <a:path w="184784" h="158750">
                  <a:moveTo>
                    <a:pt x="184467" y="137985"/>
                  </a:moveTo>
                  <a:lnTo>
                    <a:pt x="0" y="137985"/>
                  </a:lnTo>
                  <a:lnTo>
                    <a:pt x="0" y="158750"/>
                  </a:lnTo>
                  <a:lnTo>
                    <a:pt x="184467" y="158750"/>
                  </a:lnTo>
                  <a:lnTo>
                    <a:pt x="184467" y="137985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5895697" y="6296748"/>
              <a:ext cx="363265" cy="202077"/>
            </a:xfrm>
            <a:prstGeom prst="rect">
              <a:avLst/>
            </a:prstGeom>
          </p:spPr>
        </p:pic>
      </p:grpSp>
      <p:pic>
        <p:nvPicPr>
          <p:cNvPr id="178" name="object 178"/>
          <p:cNvPicPr/>
          <p:nvPr/>
        </p:nvPicPr>
        <p:blipFill>
          <a:blip r:embed="rId100" cstate="print"/>
          <a:stretch>
            <a:fillRect/>
          </a:stretch>
        </p:blipFill>
        <p:spPr>
          <a:xfrm>
            <a:off x="16337215" y="6308983"/>
            <a:ext cx="183843" cy="189684"/>
          </a:xfrm>
          <a:prstGeom prst="rect">
            <a:avLst/>
          </a:prstGeom>
        </p:spPr>
      </p:pic>
      <p:pic>
        <p:nvPicPr>
          <p:cNvPr id="179" name="object 179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10055180" y="6559342"/>
            <a:ext cx="183843" cy="201445"/>
          </a:xfrm>
          <a:prstGeom prst="rect">
            <a:avLst/>
          </a:prstGeom>
        </p:spPr>
      </p:pic>
      <p:sp>
        <p:nvSpPr>
          <p:cNvPr id="180" name="object 180"/>
          <p:cNvSpPr/>
          <p:nvPr/>
        </p:nvSpPr>
        <p:spPr>
          <a:xfrm>
            <a:off x="10319385" y="6623050"/>
            <a:ext cx="109220" cy="109220"/>
          </a:xfrm>
          <a:custGeom>
            <a:avLst/>
            <a:gdLst/>
            <a:ahLst/>
            <a:cxnLst/>
            <a:rect l="l" t="t" r="r" b="b"/>
            <a:pathLst>
              <a:path w="109220" h="109220">
                <a:moveTo>
                  <a:pt x="109169" y="41910"/>
                </a:moveTo>
                <a:lnTo>
                  <a:pt x="66852" y="41910"/>
                </a:lnTo>
                <a:lnTo>
                  <a:pt x="66852" y="0"/>
                </a:lnTo>
                <a:lnTo>
                  <a:pt x="42227" y="0"/>
                </a:lnTo>
                <a:lnTo>
                  <a:pt x="42227" y="41910"/>
                </a:lnTo>
                <a:lnTo>
                  <a:pt x="0" y="41910"/>
                </a:lnTo>
                <a:lnTo>
                  <a:pt x="0" y="66040"/>
                </a:lnTo>
                <a:lnTo>
                  <a:pt x="42227" y="66040"/>
                </a:lnTo>
                <a:lnTo>
                  <a:pt x="42227" y="109220"/>
                </a:lnTo>
                <a:lnTo>
                  <a:pt x="66852" y="109220"/>
                </a:lnTo>
                <a:lnTo>
                  <a:pt x="66852" y="66040"/>
                </a:lnTo>
                <a:lnTo>
                  <a:pt x="109169" y="66040"/>
                </a:lnTo>
                <a:lnTo>
                  <a:pt x="109169" y="41910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1" name="object 181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0520571" y="6559579"/>
            <a:ext cx="156214" cy="199235"/>
          </a:xfrm>
          <a:prstGeom prst="rect">
            <a:avLst/>
          </a:prstGeom>
        </p:spPr>
      </p:pic>
      <p:grpSp>
        <p:nvGrpSpPr>
          <p:cNvPr id="182" name="object 182"/>
          <p:cNvGrpSpPr/>
          <p:nvPr/>
        </p:nvGrpSpPr>
        <p:grpSpPr>
          <a:xfrm>
            <a:off x="10713175" y="6559579"/>
            <a:ext cx="359410" cy="202565"/>
            <a:chOff x="10713175" y="6559579"/>
            <a:chExt cx="359410" cy="202565"/>
          </a:xfrm>
        </p:grpSpPr>
        <p:pic>
          <p:nvPicPr>
            <p:cNvPr id="183" name="object 183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0916042" y="6559579"/>
              <a:ext cx="156452" cy="201445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0713175" y="6559579"/>
              <a:ext cx="162214" cy="202077"/>
            </a:xfrm>
            <a:prstGeom prst="rect">
              <a:avLst/>
            </a:prstGeom>
          </p:spPr>
        </p:pic>
      </p:grpSp>
      <p:pic>
        <p:nvPicPr>
          <p:cNvPr id="185" name="object 185"/>
          <p:cNvPicPr/>
          <p:nvPr/>
        </p:nvPicPr>
        <p:blipFill>
          <a:blip r:embed="rId105" cstate="print"/>
          <a:stretch>
            <a:fillRect/>
          </a:stretch>
        </p:blipFill>
        <p:spPr>
          <a:xfrm>
            <a:off x="11155667" y="6559579"/>
            <a:ext cx="367606" cy="201900"/>
          </a:xfrm>
          <a:prstGeom prst="rect">
            <a:avLst/>
          </a:prstGeom>
        </p:spPr>
      </p:pic>
      <p:sp>
        <p:nvSpPr>
          <p:cNvPr id="186" name="object 186"/>
          <p:cNvSpPr/>
          <p:nvPr/>
        </p:nvSpPr>
        <p:spPr>
          <a:xfrm>
            <a:off x="11629428" y="6565900"/>
            <a:ext cx="136525" cy="82550"/>
          </a:xfrm>
          <a:custGeom>
            <a:avLst/>
            <a:gdLst/>
            <a:ahLst/>
            <a:cxnLst/>
            <a:rect l="l" t="t" r="r" b="b"/>
            <a:pathLst>
              <a:path w="136525" h="82550">
                <a:moveTo>
                  <a:pt x="136398" y="22860"/>
                </a:moveTo>
                <a:lnTo>
                  <a:pt x="111696" y="22860"/>
                </a:lnTo>
                <a:lnTo>
                  <a:pt x="111696" y="41910"/>
                </a:lnTo>
                <a:lnTo>
                  <a:pt x="111696" y="62230"/>
                </a:lnTo>
                <a:lnTo>
                  <a:pt x="24549" y="62230"/>
                </a:lnTo>
                <a:lnTo>
                  <a:pt x="24549" y="41910"/>
                </a:lnTo>
                <a:lnTo>
                  <a:pt x="111696" y="41910"/>
                </a:lnTo>
                <a:lnTo>
                  <a:pt x="111696" y="22860"/>
                </a:lnTo>
                <a:lnTo>
                  <a:pt x="24549" y="22860"/>
                </a:lnTo>
                <a:lnTo>
                  <a:pt x="24549" y="0"/>
                </a:lnTo>
                <a:lnTo>
                  <a:pt x="0" y="0"/>
                </a:lnTo>
                <a:lnTo>
                  <a:pt x="0" y="22860"/>
                </a:lnTo>
                <a:lnTo>
                  <a:pt x="0" y="41910"/>
                </a:lnTo>
                <a:lnTo>
                  <a:pt x="0" y="62230"/>
                </a:lnTo>
                <a:lnTo>
                  <a:pt x="0" y="82550"/>
                </a:lnTo>
                <a:lnTo>
                  <a:pt x="136398" y="82550"/>
                </a:lnTo>
                <a:lnTo>
                  <a:pt x="136398" y="62522"/>
                </a:lnTo>
                <a:lnTo>
                  <a:pt x="136398" y="62230"/>
                </a:lnTo>
                <a:lnTo>
                  <a:pt x="136398" y="41910"/>
                </a:lnTo>
                <a:lnTo>
                  <a:pt x="136398" y="41363"/>
                </a:lnTo>
                <a:lnTo>
                  <a:pt x="136398" y="22860"/>
                </a:lnTo>
                <a:close/>
              </a:path>
              <a:path w="136525" h="82550">
                <a:moveTo>
                  <a:pt x="136398" y="76"/>
                </a:moveTo>
                <a:lnTo>
                  <a:pt x="111696" y="76"/>
                </a:lnTo>
                <a:lnTo>
                  <a:pt x="111696" y="22809"/>
                </a:lnTo>
                <a:lnTo>
                  <a:pt x="136398" y="22809"/>
                </a:lnTo>
                <a:lnTo>
                  <a:pt x="136398" y="76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1605425" y="6565900"/>
            <a:ext cx="382270" cy="195580"/>
          </a:xfrm>
          <a:custGeom>
            <a:avLst/>
            <a:gdLst/>
            <a:ahLst/>
            <a:cxnLst/>
            <a:rect l="l" t="t" r="r" b="b"/>
            <a:pathLst>
              <a:path w="382270" h="195579">
                <a:moveTo>
                  <a:pt x="164109" y="171450"/>
                </a:moveTo>
                <a:lnTo>
                  <a:pt x="46977" y="171450"/>
                </a:lnTo>
                <a:lnTo>
                  <a:pt x="46977" y="135890"/>
                </a:lnTo>
                <a:lnTo>
                  <a:pt x="22339" y="135890"/>
                </a:lnTo>
                <a:lnTo>
                  <a:pt x="22339" y="171450"/>
                </a:lnTo>
                <a:lnTo>
                  <a:pt x="22339" y="191770"/>
                </a:lnTo>
                <a:lnTo>
                  <a:pt x="164109" y="191770"/>
                </a:lnTo>
                <a:lnTo>
                  <a:pt x="164109" y="171450"/>
                </a:lnTo>
                <a:close/>
              </a:path>
              <a:path w="382270" h="195579">
                <a:moveTo>
                  <a:pt x="184480" y="98196"/>
                </a:moveTo>
                <a:lnTo>
                  <a:pt x="0" y="98196"/>
                </a:lnTo>
                <a:lnTo>
                  <a:pt x="0" y="117932"/>
                </a:lnTo>
                <a:lnTo>
                  <a:pt x="82016" y="117932"/>
                </a:lnTo>
                <a:lnTo>
                  <a:pt x="82016" y="152666"/>
                </a:lnTo>
                <a:lnTo>
                  <a:pt x="106565" y="152666"/>
                </a:lnTo>
                <a:lnTo>
                  <a:pt x="106565" y="117932"/>
                </a:lnTo>
                <a:lnTo>
                  <a:pt x="184480" y="117932"/>
                </a:lnTo>
                <a:lnTo>
                  <a:pt x="184480" y="98196"/>
                </a:lnTo>
                <a:close/>
              </a:path>
              <a:path w="382270" h="195579">
                <a:moveTo>
                  <a:pt x="365163" y="76200"/>
                </a:moveTo>
                <a:lnTo>
                  <a:pt x="244868" y="76200"/>
                </a:lnTo>
                <a:lnTo>
                  <a:pt x="244868" y="57150"/>
                </a:lnTo>
                <a:lnTo>
                  <a:pt x="360591" y="57150"/>
                </a:lnTo>
                <a:lnTo>
                  <a:pt x="360591" y="38100"/>
                </a:lnTo>
                <a:lnTo>
                  <a:pt x="360591" y="20320"/>
                </a:lnTo>
                <a:lnTo>
                  <a:pt x="360591" y="0"/>
                </a:lnTo>
                <a:lnTo>
                  <a:pt x="219290" y="0"/>
                </a:lnTo>
                <a:lnTo>
                  <a:pt x="219290" y="20320"/>
                </a:lnTo>
                <a:lnTo>
                  <a:pt x="335165" y="20320"/>
                </a:lnTo>
                <a:lnTo>
                  <a:pt x="335165" y="38100"/>
                </a:lnTo>
                <a:lnTo>
                  <a:pt x="219760" y="38100"/>
                </a:lnTo>
                <a:lnTo>
                  <a:pt x="219760" y="57150"/>
                </a:lnTo>
                <a:lnTo>
                  <a:pt x="219760" y="76200"/>
                </a:lnTo>
                <a:lnTo>
                  <a:pt x="219760" y="96520"/>
                </a:lnTo>
                <a:lnTo>
                  <a:pt x="365163" y="96520"/>
                </a:lnTo>
                <a:lnTo>
                  <a:pt x="365163" y="76200"/>
                </a:lnTo>
                <a:close/>
              </a:path>
              <a:path w="382270" h="195579">
                <a:moveTo>
                  <a:pt x="382130" y="112725"/>
                </a:moveTo>
                <a:lnTo>
                  <a:pt x="197662" y="112725"/>
                </a:lnTo>
                <a:lnTo>
                  <a:pt x="197662" y="132219"/>
                </a:lnTo>
                <a:lnTo>
                  <a:pt x="242493" y="132219"/>
                </a:lnTo>
                <a:lnTo>
                  <a:pt x="242493" y="195287"/>
                </a:lnTo>
                <a:lnTo>
                  <a:pt x="267360" y="195287"/>
                </a:lnTo>
                <a:lnTo>
                  <a:pt x="267360" y="132219"/>
                </a:lnTo>
                <a:lnTo>
                  <a:pt x="312674" y="132219"/>
                </a:lnTo>
                <a:lnTo>
                  <a:pt x="312674" y="195287"/>
                </a:lnTo>
                <a:lnTo>
                  <a:pt x="337693" y="195287"/>
                </a:lnTo>
                <a:lnTo>
                  <a:pt x="337693" y="132219"/>
                </a:lnTo>
                <a:lnTo>
                  <a:pt x="382130" y="132219"/>
                </a:lnTo>
                <a:lnTo>
                  <a:pt x="382130" y="112725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8" name="object 188"/>
          <p:cNvGrpSpPr/>
          <p:nvPr/>
        </p:nvGrpSpPr>
        <p:grpSpPr>
          <a:xfrm>
            <a:off x="12055281" y="6559736"/>
            <a:ext cx="580390" cy="199390"/>
            <a:chOff x="12055281" y="6559736"/>
            <a:chExt cx="580390" cy="199390"/>
          </a:xfrm>
        </p:grpSpPr>
        <p:sp>
          <p:nvSpPr>
            <p:cNvPr id="189" name="object 189"/>
            <p:cNvSpPr/>
            <p:nvPr/>
          </p:nvSpPr>
          <p:spPr>
            <a:xfrm>
              <a:off x="12055272" y="6574789"/>
              <a:ext cx="184785" cy="162560"/>
            </a:xfrm>
            <a:custGeom>
              <a:avLst/>
              <a:gdLst/>
              <a:ahLst/>
              <a:cxnLst/>
              <a:rect l="l" t="t" r="r" b="b"/>
              <a:pathLst>
                <a:path w="184784" h="162559">
                  <a:moveTo>
                    <a:pt x="184480" y="141643"/>
                  </a:moveTo>
                  <a:lnTo>
                    <a:pt x="104114" y="141643"/>
                  </a:lnTo>
                  <a:lnTo>
                    <a:pt x="104114" y="97790"/>
                  </a:lnTo>
                  <a:lnTo>
                    <a:pt x="163169" y="97790"/>
                  </a:lnTo>
                  <a:lnTo>
                    <a:pt x="163169" y="78740"/>
                  </a:lnTo>
                  <a:lnTo>
                    <a:pt x="44678" y="78740"/>
                  </a:lnTo>
                  <a:lnTo>
                    <a:pt x="44678" y="20320"/>
                  </a:lnTo>
                  <a:lnTo>
                    <a:pt x="138696" y="20320"/>
                  </a:lnTo>
                  <a:lnTo>
                    <a:pt x="138696" y="78181"/>
                  </a:lnTo>
                  <a:lnTo>
                    <a:pt x="163169" y="78181"/>
                  </a:lnTo>
                  <a:lnTo>
                    <a:pt x="163169" y="20320"/>
                  </a:lnTo>
                  <a:lnTo>
                    <a:pt x="163169" y="0"/>
                  </a:lnTo>
                  <a:lnTo>
                    <a:pt x="20294" y="0"/>
                  </a:lnTo>
                  <a:lnTo>
                    <a:pt x="20294" y="20320"/>
                  </a:lnTo>
                  <a:lnTo>
                    <a:pt x="20294" y="78740"/>
                  </a:lnTo>
                  <a:lnTo>
                    <a:pt x="20294" y="97790"/>
                  </a:lnTo>
                  <a:lnTo>
                    <a:pt x="79489" y="97790"/>
                  </a:lnTo>
                  <a:lnTo>
                    <a:pt x="79489" y="141643"/>
                  </a:lnTo>
                  <a:lnTo>
                    <a:pt x="0" y="141643"/>
                  </a:lnTo>
                  <a:lnTo>
                    <a:pt x="0" y="162013"/>
                  </a:lnTo>
                  <a:lnTo>
                    <a:pt x="184480" y="162013"/>
                  </a:lnTo>
                  <a:lnTo>
                    <a:pt x="184480" y="141643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2262017" y="6559736"/>
              <a:ext cx="373052" cy="199077"/>
            </a:xfrm>
            <a:prstGeom prst="rect">
              <a:avLst/>
            </a:prstGeom>
          </p:spPr>
        </p:pic>
      </p:grpSp>
      <p:grpSp>
        <p:nvGrpSpPr>
          <p:cNvPr id="191" name="object 191"/>
          <p:cNvGrpSpPr/>
          <p:nvPr/>
        </p:nvGrpSpPr>
        <p:grpSpPr>
          <a:xfrm>
            <a:off x="12710981" y="6559579"/>
            <a:ext cx="556260" cy="201930"/>
            <a:chOff x="12710981" y="6559579"/>
            <a:chExt cx="556260" cy="201930"/>
          </a:xfrm>
        </p:grpSpPr>
        <p:pic>
          <p:nvPicPr>
            <p:cNvPr id="192" name="object 192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2710981" y="6559579"/>
              <a:ext cx="363187" cy="201603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3097375" y="6559579"/>
              <a:ext cx="169476" cy="201603"/>
            </a:xfrm>
            <a:prstGeom prst="rect">
              <a:avLst/>
            </a:prstGeom>
          </p:spPr>
        </p:pic>
      </p:grpSp>
      <p:grpSp>
        <p:nvGrpSpPr>
          <p:cNvPr id="194" name="object 194"/>
          <p:cNvGrpSpPr/>
          <p:nvPr/>
        </p:nvGrpSpPr>
        <p:grpSpPr>
          <a:xfrm>
            <a:off x="13349315" y="6558947"/>
            <a:ext cx="385445" cy="198755"/>
            <a:chOff x="13349315" y="6558947"/>
            <a:chExt cx="385445" cy="198755"/>
          </a:xfrm>
        </p:grpSpPr>
        <p:pic>
          <p:nvPicPr>
            <p:cNvPr id="195" name="object 195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3349315" y="6559736"/>
              <a:ext cx="174527" cy="197657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3545630" y="6558947"/>
              <a:ext cx="188973" cy="198446"/>
            </a:xfrm>
            <a:prstGeom prst="rect">
              <a:avLst/>
            </a:prstGeom>
          </p:spPr>
        </p:pic>
      </p:grpSp>
      <p:grpSp>
        <p:nvGrpSpPr>
          <p:cNvPr id="197" name="object 197"/>
          <p:cNvGrpSpPr/>
          <p:nvPr/>
        </p:nvGrpSpPr>
        <p:grpSpPr>
          <a:xfrm>
            <a:off x="9504049" y="4365648"/>
            <a:ext cx="328295" cy="2241550"/>
            <a:chOff x="9504049" y="4365648"/>
            <a:chExt cx="328295" cy="2241550"/>
          </a:xfrm>
        </p:grpSpPr>
        <p:sp>
          <p:nvSpPr>
            <p:cNvPr id="198" name="object 198"/>
            <p:cNvSpPr/>
            <p:nvPr/>
          </p:nvSpPr>
          <p:spPr>
            <a:xfrm>
              <a:off x="9504049" y="4365648"/>
              <a:ext cx="328295" cy="328295"/>
            </a:xfrm>
            <a:custGeom>
              <a:avLst/>
              <a:gdLst/>
              <a:ahLst/>
              <a:cxnLst/>
              <a:rect l="l" t="t" r="r" b="b"/>
              <a:pathLst>
                <a:path w="328295" h="328295">
                  <a:moveTo>
                    <a:pt x="164026" y="328053"/>
                  </a:moveTo>
                  <a:lnTo>
                    <a:pt x="120422" y="322194"/>
                  </a:lnTo>
                  <a:lnTo>
                    <a:pt x="81239" y="305658"/>
                  </a:lnTo>
                  <a:lnTo>
                    <a:pt x="48042" y="280010"/>
                  </a:lnTo>
                  <a:lnTo>
                    <a:pt x="22394" y="246813"/>
                  </a:lnTo>
                  <a:lnTo>
                    <a:pt x="5859" y="207631"/>
                  </a:lnTo>
                  <a:lnTo>
                    <a:pt x="0" y="164026"/>
                  </a:lnTo>
                  <a:lnTo>
                    <a:pt x="5859" y="120422"/>
                  </a:lnTo>
                  <a:lnTo>
                    <a:pt x="22394" y="81239"/>
                  </a:lnTo>
                  <a:lnTo>
                    <a:pt x="48042" y="48042"/>
                  </a:lnTo>
                  <a:lnTo>
                    <a:pt x="81239" y="22394"/>
                  </a:lnTo>
                  <a:lnTo>
                    <a:pt x="120422" y="5859"/>
                  </a:lnTo>
                  <a:lnTo>
                    <a:pt x="164026" y="0"/>
                  </a:lnTo>
                  <a:lnTo>
                    <a:pt x="207631" y="5859"/>
                  </a:lnTo>
                  <a:lnTo>
                    <a:pt x="246813" y="22394"/>
                  </a:lnTo>
                  <a:lnTo>
                    <a:pt x="280010" y="48042"/>
                  </a:lnTo>
                  <a:lnTo>
                    <a:pt x="305658" y="81239"/>
                  </a:lnTo>
                  <a:lnTo>
                    <a:pt x="322194" y="120422"/>
                  </a:lnTo>
                  <a:lnTo>
                    <a:pt x="328053" y="164026"/>
                  </a:lnTo>
                  <a:lnTo>
                    <a:pt x="322194" y="207631"/>
                  </a:lnTo>
                  <a:lnTo>
                    <a:pt x="305658" y="246813"/>
                  </a:lnTo>
                  <a:lnTo>
                    <a:pt x="280010" y="280010"/>
                  </a:lnTo>
                  <a:lnTo>
                    <a:pt x="246813" y="305658"/>
                  </a:lnTo>
                  <a:lnTo>
                    <a:pt x="207631" y="322194"/>
                  </a:lnTo>
                  <a:lnTo>
                    <a:pt x="164026" y="328053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9668075" y="4534999"/>
              <a:ext cx="0" cy="1867535"/>
            </a:xfrm>
            <a:custGeom>
              <a:avLst/>
              <a:gdLst/>
              <a:ahLst/>
              <a:cxnLst/>
              <a:rect l="l" t="t" r="r" b="b"/>
              <a:pathLst>
                <a:path h="1867535">
                  <a:moveTo>
                    <a:pt x="0" y="0"/>
                  </a:moveTo>
                  <a:lnTo>
                    <a:pt x="0" y="1867041"/>
                  </a:lnTo>
                </a:path>
              </a:pathLst>
            </a:custGeom>
            <a:ln w="30755">
              <a:solidFill>
                <a:srgbClr val="323232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0" name="object 2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565558" y="5565505"/>
              <a:ext cx="205033" cy="205033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565558" y="6402042"/>
              <a:ext cx="205033" cy="205033"/>
            </a:xfrm>
            <a:prstGeom prst="rect">
              <a:avLst/>
            </a:prstGeom>
          </p:spPr>
        </p:pic>
      </p:grpSp>
      <p:grpSp>
        <p:nvGrpSpPr>
          <p:cNvPr id="202" name="object 202"/>
          <p:cNvGrpSpPr/>
          <p:nvPr/>
        </p:nvGrpSpPr>
        <p:grpSpPr>
          <a:xfrm>
            <a:off x="17516374" y="9534877"/>
            <a:ext cx="300990" cy="196850"/>
            <a:chOff x="17516374" y="9534877"/>
            <a:chExt cx="300990" cy="196850"/>
          </a:xfrm>
        </p:grpSpPr>
        <p:pic>
          <p:nvPicPr>
            <p:cNvPr id="203" name="object 203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7516374" y="9534877"/>
              <a:ext cx="126172" cy="196646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7672858" y="9537529"/>
              <a:ext cx="144170" cy="1939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09849" cy="65036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5918" y="4564584"/>
            <a:ext cx="13116560" cy="709295"/>
            <a:chOff x="2585918" y="4564584"/>
            <a:chExt cx="13116560" cy="709295"/>
          </a:xfrm>
        </p:grpSpPr>
        <p:sp>
          <p:nvSpPr>
            <p:cNvPr id="3" name="object 3"/>
            <p:cNvSpPr/>
            <p:nvPr/>
          </p:nvSpPr>
          <p:spPr>
            <a:xfrm>
              <a:off x="2585910" y="4564595"/>
              <a:ext cx="13116560" cy="709295"/>
            </a:xfrm>
            <a:custGeom>
              <a:avLst/>
              <a:gdLst/>
              <a:ahLst/>
              <a:cxnLst/>
              <a:rect l="l" t="t" r="r" b="b"/>
              <a:pathLst>
                <a:path w="13116560" h="709295">
                  <a:moveTo>
                    <a:pt x="13116166" y="0"/>
                  </a:moveTo>
                  <a:lnTo>
                    <a:pt x="13116166" y="0"/>
                  </a:lnTo>
                  <a:lnTo>
                    <a:pt x="0" y="0"/>
                  </a:lnTo>
                  <a:lnTo>
                    <a:pt x="0" y="709155"/>
                  </a:lnTo>
                  <a:lnTo>
                    <a:pt x="13116166" y="709155"/>
                  </a:lnTo>
                  <a:lnTo>
                    <a:pt x="13116166" y="0"/>
                  </a:lnTo>
                  <a:close/>
                </a:path>
              </a:pathLst>
            </a:custGeom>
            <a:solidFill>
              <a:srgbClr val="8BA2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50627" y="4776952"/>
              <a:ext cx="4225925" cy="273050"/>
            </a:xfrm>
            <a:custGeom>
              <a:avLst/>
              <a:gdLst/>
              <a:ahLst/>
              <a:cxnLst/>
              <a:rect l="l" t="t" r="r" b="b"/>
              <a:pathLst>
                <a:path w="4225925" h="273050">
                  <a:moveTo>
                    <a:pt x="116395" y="191173"/>
                  </a:moveTo>
                  <a:lnTo>
                    <a:pt x="115100" y="179171"/>
                  </a:lnTo>
                  <a:lnTo>
                    <a:pt x="114287" y="171589"/>
                  </a:lnTo>
                  <a:lnTo>
                    <a:pt x="92875" y="175285"/>
                  </a:lnTo>
                  <a:lnTo>
                    <a:pt x="71551" y="177596"/>
                  </a:lnTo>
                  <a:lnTo>
                    <a:pt x="48856" y="178790"/>
                  </a:lnTo>
                  <a:lnTo>
                    <a:pt x="23355" y="179171"/>
                  </a:lnTo>
                  <a:lnTo>
                    <a:pt x="23355" y="51612"/>
                  </a:lnTo>
                  <a:lnTo>
                    <a:pt x="99136" y="51612"/>
                  </a:lnTo>
                  <a:lnTo>
                    <a:pt x="99136" y="32461"/>
                  </a:lnTo>
                  <a:lnTo>
                    <a:pt x="0" y="32461"/>
                  </a:lnTo>
                  <a:lnTo>
                    <a:pt x="0" y="199161"/>
                  </a:lnTo>
                  <a:lnTo>
                    <a:pt x="17043" y="199161"/>
                  </a:lnTo>
                  <a:lnTo>
                    <a:pt x="45237" y="198767"/>
                  </a:lnTo>
                  <a:lnTo>
                    <a:pt x="70040" y="197612"/>
                  </a:lnTo>
                  <a:lnTo>
                    <a:pt x="93179" y="195224"/>
                  </a:lnTo>
                  <a:lnTo>
                    <a:pt x="116395" y="191173"/>
                  </a:lnTo>
                  <a:close/>
                </a:path>
                <a:path w="4225925" h="273050">
                  <a:moveTo>
                    <a:pt x="216382" y="38"/>
                  </a:moveTo>
                  <a:lnTo>
                    <a:pt x="194068" y="38"/>
                  </a:lnTo>
                  <a:lnTo>
                    <a:pt x="194068" y="106337"/>
                  </a:lnTo>
                  <a:lnTo>
                    <a:pt x="155333" y="106337"/>
                  </a:lnTo>
                  <a:lnTo>
                    <a:pt x="155333" y="5930"/>
                  </a:lnTo>
                  <a:lnTo>
                    <a:pt x="133654" y="5930"/>
                  </a:lnTo>
                  <a:lnTo>
                    <a:pt x="133654" y="250736"/>
                  </a:lnTo>
                  <a:lnTo>
                    <a:pt x="155333" y="250736"/>
                  </a:lnTo>
                  <a:lnTo>
                    <a:pt x="155333" y="125704"/>
                  </a:lnTo>
                  <a:lnTo>
                    <a:pt x="194068" y="125704"/>
                  </a:lnTo>
                  <a:lnTo>
                    <a:pt x="194068" y="264629"/>
                  </a:lnTo>
                  <a:lnTo>
                    <a:pt x="216382" y="264629"/>
                  </a:lnTo>
                  <a:lnTo>
                    <a:pt x="216382" y="125704"/>
                  </a:lnTo>
                  <a:lnTo>
                    <a:pt x="216382" y="106337"/>
                  </a:lnTo>
                  <a:lnTo>
                    <a:pt x="216382" y="38"/>
                  </a:lnTo>
                  <a:close/>
                </a:path>
                <a:path w="4225925" h="273050">
                  <a:moveTo>
                    <a:pt x="423075" y="32664"/>
                  </a:moveTo>
                  <a:lnTo>
                    <a:pt x="354037" y="32664"/>
                  </a:lnTo>
                  <a:lnTo>
                    <a:pt x="354037" y="254"/>
                  </a:lnTo>
                  <a:lnTo>
                    <a:pt x="330669" y="254"/>
                  </a:lnTo>
                  <a:lnTo>
                    <a:pt x="330669" y="32664"/>
                  </a:lnTo>
                  <a:lnTo>
                    <a:pt x="260997" y="32664"/>
                  </a:lnTo>
                  <a:lnTo>
                    <a:pt x="260997" y="51612"/>
                  </a:lnTo>
                  <a:lnTo>
                    <a:pt x="423075" y="51612"/>
                  </a:lnTo>
                  <a:lnTo>
                    <a:pt x="423075" y="32664"/>
                  </a:lnTo>
                  <a:close/>
                </a:path>
                <a:path w="4225925" h="273050">
                  <a:moveTo>
                    <a:pt x="431927" y="203581"/>
                  </a:moveTo>
                  <a:lnTo>
                    <a:pt x="430695" y="192011"/>
                  </a:lnTo>
                  <a:lnTo>
                    <a:pt x="430022" y="185699"/>
                  </a:lnTo>
                  <a:lnTo>
                    <a:pt x="411467" y="187845"/>
                  </a:lnTo>
                  <a:lnTo>
                    <a:pt x="392506" y="189598"/>
                  </a:lnTo>
                  <a:lnTo>
                    <a:pt x="373316" y="190982"/>
                  </a:lnTo>
                  <a:lnTo>
                    <a:pt x="354037" y="192011"/>
                  </a:lnTo>
                  <a:lnTo>
                    <a:pt x="354037" y="163906"/>
                  </a:lnTo>
                  <a:lnTo>
                    <a:pt x="375437" y="158597"/>
                  </a:lnTo>
                  <a:lnTo>
                    <a:pt x="391833" y="148450"/>
                  </a:lnTo>
                  <a:lnTo>
                    <a:pt x="393534" y="146126"/>
                  </a:lnTo>
                  <a:lnTo>
                    <a:pt x="402336" y="134061"/>
                  </a:lnTo>
                  <a:lnTo>
                    <a:pt x="406031" y="116027"/>
                  </a:lnTo>
                  <a:lnTo>
                    <a:pt x="401383" y="95719"/>
                  </a:lnTo>
                  <a:lnTo>
                    <a:pt x="392417" y="85077"/>
                  </a:lnTo>
                  <a:lnTo>
                    <a:pt x="388302" y="80187"/>
                  </a:lnTo>
                  <a:lnTo>
                    <a:pt x="383717" y="77952"/>
                  </a:lnTo>
                  <a:lnTo>
                    <a:pt x="383717" y="116027"/>
                  </a:lnTo>
                  <a:lnTo>
                    <a:pt x="380669" y="128485"/>
                  </a:lnTo>
                  <a:lnTo>
                    <a:pt x="372084" y="138023"/>
                  </a:lnTo>
                  <a:lnTo>
                    <a:pt x="358851" y="144081"/>
                  </a:lnTo>
                  <a:lnTo>
                    <a:pt x="341833" y="146126"/>
                  </a:lnTo>
                  <a:lnTo>
                    <a:pt x="325018" y="144081"/>
                  </a:lnTo>
                  <a:lnTo>
                    <a:pt x="311861" y="138023"/>
                  </a:lnTo>
                  <a:lnTo>
                    <a:pt x="303326" y="128485"/>
                  </a:lnTo>
                  <a:lnTo>
                    <a:pt x="300367" y="116027"/>
                  </a:lnTo>
                  <a:lnTo>
                    <a:pt x="303326" y="103378"/>
                  </a:lnTo>
                  <a:lnTo>
                    <a:pt x="311861" y="93599"/>
                  </a:lnTo>
                  <a:lnTo>
                    <a:pt x="325018" y="87312"/>
                  </a:lnTo>
                  <a:lnTo>
                    <a:pt x="341833" y="85077"/>
                  </a:lnTo>
                  <a:lnTo>
                    <a:pt x="358851" y="87312"/>
                  </a:lnTo>
                  <a:lnTo>
                    <a:pt x="372084" y="93599"/>
                  </a:lnTo>
                  <a:lnTo>
                    <a:pt x="380669" y="103378"/>
                  </a:lnTo>
                  <a:lnTo>
                    <a:pt x="383717" y="116027"/>
                  </a:lnTo>
                  <a:lnTo>
                    <a:pt x="383717" y="77952"/>
                  </a:lnTo>
                  <a:lnTo>
                    <a:pt x="368020" y="70256"/>
                  </a:lnTo>
                  <a:lnTo>
                    <a:pt x="341833" y="66763"/>
                  </a:lnTo>
                  <a:lnTo>
                    <a:pt x="315823" y="70256"/>
                  </a:lnTo>
                  <a:lnTo>
                    <a:pt x="295783" y="80187"/>
                  </a:lnTo>
                  <a:lnTo>
                    <a:pt x="282930" y="95719"/>
                  </a:lnTo>
                  <a:lnTo>
                    <a:pt x="278472" y="116027"/>
                  </a:lnTo>
                  <a:lnTo>
                    <a:pt x="282067" y="134239"/>
                  </a:lnTo>
                  <a:lnTo>
                    <a:pt x="292582" y="148717"/>
                  </a:lnTo>
                  <a:lnTo>
                    <a:pt x="309079" y="158864"/>
                  </a:lnTo>
                  <a:lnTo>
                    <a:pt x="330669" y="164122"/>
                  </a:lnTo>
                  <a:lnTo>
                    <a:pt x="330669" y="192849"/>
                  </a:lnTo>
                  <a:lnTo>
                    <a:pt x="310756" y="193370"/>
                  </a:lnTo>
                  <a:lnTo>
                    <a:pt x="255320" y="194119"/>
                  </a:lnTo>
                  <a:lnTo>
                    <a:pt x="258902" y="213893"/>
                  </a:lnTo>
                  <a:lnTo>
                    <a:pt x="298310" y="213614"/>
                  </a:lnTo>
                  <a:lnTo>
                    <a:pt x="341617" y="212293"/>
                  </a:lnTo>
                  <a:lnTo>
                    <a:pt x="386829" y="209194"/>
                  </a:lnTo>
                  <a:lnTo>
                    <a:pt x="431927" y="203581"/>
                  </a:lnTo>
                  <a:close/>
                </a:path>
                <a:path w="4225925" h="273050">
                  <a:moveTo>
                    <a:pt x="470865" y="38"/>
                  </a:moveTo>
                  <a:lnTo>
                    <a:pt x="447497" y="38"/>
                  </a:lnTo>
                  <a:lnTo>
                    <a:pt x="447497" y="264629"/>
                  </a:lnTo>
                  <a:lnTo>
                    <a:pt x="470865" y="264629"/>
                  </a:lnTo>
                  <a:lnTo>
                    <a:pt x="470865" y="38"/>
                  </a:lnTo>
                  <a:close/>
                </a:path>
                <a:path w="4225925" h="273050">
                  <a:moveTo>
                    <a:pt x="736714" y="38"/>
                  </a:moveTo>
                  <a:lnTo>
                    <a:pt x="713346" y="38"/>
                  </a:lnTo>
                  <a:lnTo>
                    <a:pt x="713346" y="43192"/>
                  </a:lnTo>
                  <a:lnTo>
                    <a:pt x="713346" y="62344"/>
                  </a:lnTo>
                  <a:lnTo>
                    <a:pt x="713346" y="95605"/>
                  </a:lnTo>
                  <a:lnTo>
                    <a:pt x="651256" y="95605"/>
                  </a:lnTo>
                  <a:lnTo>
                    <a:pt x="651256" y="62344"/>
                  </a:lnTo>
                  <a:lnTo>
                    <a:pt x="713346" y="62344"/>
                  </a:lnTo>
                  <a:lnTo>
                    <a:pt x="713346" y="43192"/>
                  </a:lnTo>
                  <a:lnTo>
                    <a:pt x="651256" y="43192"/>
                  </a:lnTo>
                  <a:lnTo>
                    <a:pt x="651256" y="39192"/>
                  </a:lnTo>
                  <a:lnTo>
                    <a:pt x="651256" y="20243"/>
                  </a:lnTo>
                  <a:lnTo>
                    <a:pt x="628307" y="20243"/>
                  </a:lnTo>
                  <a:lnTo>
                    <a:pt x="628307" y="39192"/>
                  </a:lnTo>
                  <a:lnTo>
                    <a:pt x="628307" y="118541"/>
                  </a:lnTo>
                  <a:lnTo>
                    <a:pt x="552958" y="118541"/>
                  </a:lnTo>
                  <a:lnTo>
                    <a:pt x="552958" y="39192"/>
                  </a:lnTo>
                  <a:lnTo>
                    <a:pt x="628307" y="39192"/>
                  </a:lnTo>
                  <a:lnTo>
                    <a:pt x="628307" y="20243"/>
                  </a:lnTo>
                  <a:lnTo>
                    <a:pt x="529793" y="20243"/>
                  </a:lnTo>
                  <a:lnTo>
                    <a:pt x="529793" y="137706"/>
                  </a:lnTo>
                  <a:lnTo>
                    <a:pt x="651256" y="137706"/>
                  </a:lnTo>
                  <a:lnTo>
                    <a:pt x="651256" y="118541"/>
                  </a:lnTo>
                  <a:lnTo>
                    <a:pt x="651256" y="114973"/>
                  </a:lnTo>
                  <a:lnTo>
                    <a:pt x="713346" y="114973"/>
                  </a:lnTo>
                  <a:lnTo>
                    <a:pt x="713346" y="156857"/>
                  </a:lnTo>
                  <a:lnTo>
                    <a:pt x="736714" y="156857"/>
                  </a:lnTo>
                  <a:lnTo>
                    <a:pt x="736714" y="114973"/>
                  </a:lnTo>
                  <a:lnTo>
                    <a:pt x="736714" y="95605"/>
                  </a:lnTo>
                  <a:lnTo>
                    <a:pt x="736714" y="62344"/>
                  </a:lnTo>
                  <a:lnTo>
                    <a:pt x="736714" y="43192"/>
                  </a:lnTo>
                  <a:lnTo>
                    <a:pt x="736714" y="38"/>
                  </a:lnTo>
                  <a:close/>
                </a:path>
                <a:path w="4225925" h="273050">
                  <a:moveTo>
                    <a:pt x="737552" y="214528"/>
                  </a:moveTo>
                  <a:lnTo>
                    <a:pt x="731431" y="193294"/>
                  </a:lnTo>
                  <a:lnTo>
                    <a:pt x="719645" y="182753"/>
                  </a:lnTo>
                  <a:lnTo>
                    <a:pt x="714400" y="178066"/>
                  </a:lnTo>
                  <a:lnTo>
                    <a:pt x="714400" y="214528"/>
                  </a:lnTo>
                  <a:lnTo>
                    <a:pt x="709853" y="227444"/>
                  </a:lnTo>
                  <a:lnTo>
                    <a:pt x="696823" y="237185"/>
                  </a:lnTo>
                  <a:lnTo>
                    <a:pt x="676211" y="243332"/>
                  </a:lnTo>
                  <a:lnTo>
                    <a:pt x="648931" y="245478"/>
                  </a:lnTo>
                  <a:lnTo>
                    <a:pt x="621538" y="243332"/>
                  </a:lnTo>
                  <a:lnTo>
                    <a:pt x="600887" y="237185"/>
                  </a:lnTo>
                  <a:lnTo>
                    <a:pt x="587895" y="227444"/>
                  </a:lnTo>
                  <a:lnTo>
                    <a:pt x="583476" y="214528"/>
                  </a:lnTo>
                  <a:lnTo>
                    <a:pt x="587895" y="201155"/>
                  </a:lnTo>
                  <a:lnTo>
                    <a:pt x="600887" y="191223"/>
                  </a:lnTo>
                  <a:lnTo>
                    <a:pt x="621538" y="184988"/>
                  </a:lnTo>
                  <a:lnTo>
                    <a:pt x="648931" y="182753"/>
                  </a:lnTo>
                  <a:lnTo>
                    <a:pt x="676211" y="184988"/>
                  </a:lnTo>
                  <a:lnTo>
                    <a:pt x="696823" y="191223"/>
                  </a:lnTo>
                  <a:lnTo>
                    <a:pt x="709853" y="201155"/>
                  </a:lnTo>
                  <a:lnTo>
                    <a:pt x="714400" y="214528"/>
                  </a:lnTo>
                  <a:lnTo>
                    <a:pt x="714400" y="178066"/>
                  </a:lnTo>
                  <a:lnTo>
                    <a:pt x="713841" y="177558"/>
                  </a:lnTo>
                  <a:lnTo>
                    <a:pt x="685965" y="167792"/>
                  </a:lnTo>
                  <a:lnTo>
                    <a:pt x="648931" y="164439"/>
                  </a:lnTo>
                  <a:lnTo>
                    <a:pt x="611797" y="167792"/>
                  </a:lnTo>
                  <a:lnTo>
                    <a:pt x="583869" y="177558"/>
                  </a:lnTo>
                  <a:lnTo>
                    <a:pt x="566318" y="193294"/>
                  </a:lnTo>
                  <a:lnTo>
                    <a:pt x="560324" y="214528"/>
                  </a:lnTo>
                  <a:lnTo>
                    <a:pt x="566318" y="235585"/>
                  </a:lnTo>
                  <a:lnTo>
                    <a:pt x="583869" y="251104"/>
                  </a:lnTo>
                  <a:lnTo>
                    <a:pt x="611797" y="260705"/>
                  </a:lnTo>
                  <a:lnTo>
                    <a:pt x="648931" y="263994"/>
                  </a:lnTo>
                  <a:lnTo>
                    <a:pt x="685965" y="260705"/>
                  </a:lnTo>
                  <a:lnTo>
                    <a:pt x="713841" y="251104"/>
                  </a:lnTo>
                  <a:lnTo>
                    <a:pt x="720229" y="245478"/>
                  </a:lnTo>
                  <a:lnTo>
                    <a:pt x="731431" y="235585"/>
                  </a:lnTo>
                  <a:lnTo>
                    <a:pt x="737552" y="214528"/>
                  </a:lnTo>
                  <a:close/>
                </a:path>
                <a:path w="4225925" h="273050">
                  <a:moveTo>
                    <a:pt x="2937218" y="34315"/>
                  </a:moveTo>
                  <a:lnTo>
                    <a:pt x="2833662" y="34315"/>
                  </a:lnTo>
                  <a:lnTo>
                    <a:pt x="2833662" y="53682"/>
                  </a:lnTo>
                  <a:lnTo>
                    <a:pt x="2914383" y="53682"/>
                  </a:lnTo>
                  <a:lnTo>
                    <a:pt x="2907220" y="93421"/>
                  </a:lnTo>
                  <a:lnTo>
                    <a:pt x="2890634" y="130060"/>
                  </a:lnTo>
                  <a:lnTo>
                    <a:pt x="2863215" y="162877"/>
                  </a:lnTo>
                  <a:lnTo>
                    <a:pt x="2823553" y="191135"/>
                  </a:lnTo>
                  <a:lnTo>
                    <a:pt x="2837243" y="207759"/>
                  </a:lnTo>
                  <a:lnTo>
                    <a:pt x="2884970" y="172186"/>
                  </a:lnTo>
                  <a:lnTo>
                    <a:pt x="2915729" y="130352"/>
                  </a:lnTo>
                  <a:lnTo>
                    <a:pt x="2932226" y="83845"/>
                  </a:lnTo>
                  <a:lnTo>
                    <a:pt x="2937218" y="34315"/>
                  </a:lnTo>
                  <a:close/>
                </a:path>
                <a:path w="4225925" h="273050">
                  <a:moveTo>
                    <a:pt x="3049206" y="0"/>
                  </a:moveTo>
                  <a:lnTo>
                    <a:pt x="3026473" y="0"/>
                  </a:lnTo>
                  <a:lnTo>
                    <a:pt x="3026473" y="106718"/>
                  </a:lnTo>
                  <a:lnTo>
                    <a:pt x="2989630" y="106718"/>
                  </a:lnTo>
                  <a:lnTo>
                    <a:pt x="2989630" y="7162"/>
                  </a:lnTo>
                  <a:lnTo>
                    <a:pt x="2967532" y="7162"/>
                  </a:lnTo>
                  <a:lnTo>
                    <a:pt x="2967532" y="251333"/>
                  </a:lnTo>
                  <a:lnTo>
                    <a:pt x="2989630" y="251333"/>
                  </a:lnTo>
                  <a:lnTo>
                    <a:pt x="2989630" y="126085"/>
                  </a:lnTo>
                  <a:lnTo>
                    <a:pt x="3026473" y="126085"/>
                  </a:lnTo>
                  <a:lnTo>
                    <a:pt x="3026473" y="264591"/>
                  </a:lnTo>
                  <a:lnTo>
                    <a:pt x="3049206" y="264591"/>
                  </a:lnTo>
                  <a:lnTo>
                    <a:pt x="3049206" y="126085"/>
                  </a:lnTo>
                  <a:lnTo>
                    <a:pt x="3049206" y="106718"/>
                  </a:lnTo>
                  <a:lnTo>
                    <a:pt x="3049206" y="0"/>
                  </a:lnTo>
                  <a:close/>
                </a:path>
                <a:path w="4225925" h="273050">
                  <a:moveTo>
                    <a:pt x="3255276" y="127139"/>
                  </a:moveTo>
                  <a:lnTo>
                    <a:pt x="3206915" y="99301"/>
                  </a:lnTo>
                  <a:lnTo>
                    <a:pt x="3187281" y="54102"/>
                  </a:lnTo>
                  <a:lnTo>
                    <a:pt x="3249384" y="54102"/>
                  </a:lnTo>
                  <a:lnTo>
                    <a:pt x="3249384" y="34734"/>
                  </a:lnTo>
                  <a:lnTo>
                    <a:pt x="3187281" y="34734"/>
                  </a:lnTo>
                  <a:lnTo>
                    <a:pt x="3187281" y="1892"/>
                  </a:lnTo>
                  <a:lnTo>
                    <a:pt x="3164128" y="1892"/>
                  </a:lnTo>
                  <a:lnTo>
                    <a:pt x="3164128" y="34734"/>
                  </a:lnTo>
                  <a:lnTo>
                    <a:pt x="3102876" y="34734"/>
                  </a:lnTo>
                  <a:lnTo>
                    <a:pt x="3102876" y="54102"/>
                  </a:lnTo>
                  <a:lnTo>
                    <a:pt x="3163709" y="54102"/>
                  </a:lnTo>
                  <a:lnTo>
                    <a:pt x="3158426" y="79413"/>
                  </a:lnTo>
                  <a:lnTo>
                    <a:pt x="3144469" y="101193"/>
                  </a:lnTo>
                  <a:lnTo>
                    <a:pt x="3123298" y="118478"/>
                  </a:lnTo>
                  <a:lnTo>
                    <a:pt x="3096349" y="130302"/>
                  </a:lnTo>
                  <a:lnTo>
                    <a:pt x="3107715" y="148183"/>
                  </a:lnTo>
                  <a:lnTo>
                    <a:pt x="3130131" y="138823"/>
                  </a:lnTo>
                  <a:lnTo>
                    <a:pt x="3149333" y="125552"/>
                  </a:lnTo>
                  <a:lnTo>
                    <a:pt x="3164713" y="108775"/>
                  </a:lnTo>
                  <a:lnTo>
                    <a:pt x="3175711" y="88938"/>
                  </a:lnTo>
                  <a:lnTo>
                    <a:pt x="3186976" y="107772"/>
                  </a:lnTo>
                  <a:lnTo>
                    <a:pt x="3202559" y="123774"/>
                  </a:lnTo>
                  <a:lnTo>
                    <a:pt x="3221863" y="136537"/>
                  </a:lnTo>
                  <a:lnTo>
                    <a:pt x="3244329" y="145669"/>
                  </a:lnTo>
                  <a:lnTo>
                    <a:pt x="3255276" y="127139"/>
                  </a:lnTo>
                  <a:close/>
                </a:path>
                <a:path w="4225925" h="273050">
                  <a:moveTo>
                    <a:pt x="3264954" y="198501"/>
                  </a:moveTo>
                  <a:lnTo>
                    <a:pt x="3263836" y="188175"/>
                  </a:lnTo>
                  <a:lnTo>
                    <a:pt x="3263061" y="181025"/>
                  </a:lnTo>
                  <a:lnTo>
                    <a:pt x="3244545" y="183515"/>
                  </a:lnTo>
                  <a:lnTo>
                    <a:pt x="3225609" y="185508"/>
                  </a:lnTo>
                  <a:lnTo>
                    <a:pt x="3206445" y="187045"/>
                  </a:lnTo>
                  <a:lnTo>
                    <a:pt x="3187281" y="188175"/>
                  </a:lnTo>
                  <a:lnTo>
                    <a:pt x="3187281" y="139344"/>
                  </a:lnTo>
                  <a:lnTo>
                    <a:pt x="3164128" y="139344"/>
                  </a:lnTo>
                  <a:lnTo>
                    <a:pt x="3164128" y="189128"/>
                  </a:lnTo>
                  <a:lnTo>
                    <a:pt x="3143808" y="189699"/>
                  </a:lnTo>
                  <a:lnTo>
                    <a:pt x="3088348" y="190284"/>
                  </a:lnTo>
                  <a:lnTo>
                    <a:pt x="3091510" y="209867"/>
                  </a:lnTo>
                  <a:lnTo>
                    <a:pt x="3130245" y="209626"/>
                  </a:lnTo>
                  <a:lnTo>
                    <a:pt x="3173412" y="208280"/>
                  </a:lnTo>
                  <a:lnTo>
                    <a:pt x="3218992" y="204889"/>
                  </a:lnTo>
                  <a:lnTo>
                    <a:pt x="3264954" y="198501"/>
                  </a:lnTo>
                  <a:close/>
                </a:path>
                <a:path w="4225925" h="273050">
                  <a:moveTo>
                    <a:pt x="3303892" y="0"/>
                  </a:moveTo>
                  <a:lnTo>
                    <a:pt x="3280537" y="0"/>
                  </a:lnTo>
                  <a:lnTo>
                    <a:pt x="3280537" y="265010"/>
                  </a:lnTo>
                  <a:lnTo>
                    <a:pt x="3303892" y="265010"/>
                  </a:lnTo>
                  <a:lnTo>
                    <a:pt x="3303892" y="0"/>
                  </a:lnTo>
                  <a:close/>
                </a:path>
                <a:path w="4225925" h="273050">
                  <a:moveTo>
                    <a:pt x="3493973" y="68414"/>
                  </a:moveTo>
                  <a:lnTo>
                    <a:pt x="3488728" y="44704"/>
                  </a:lnTo>
                  <a:lnTo>
                    <a:pt x="3476955" y="29476"/>
                  </a:lnTo>
                  <a:lnTo>
                    <a:pt x="3474415" y="26187"/>
                  </a:lnTo>
                  <a:lnTo>
                    <a:pt x="3471240" y="24422"/>
                  </a:lnTo>
                  <a:lnTo>
                    <a:pt x="3471240" y="68414"/>
                  </a:lnTo>
                  <a:lnTo>
                    <a:pt x="3467760" y="84302"/>
                  </a:lnTo>
                  <a:lnTo>
                    <a:pt x="3458159" y="96672"/>
                  </a:lnTo>
                  <a:lnTo>
                    <a:pt x="3443617" y="104698"/>
                  </a:lnTo>
                  <a:lnTo>
                    <a:pt x="3425342" y="107569"/>
                  </a:lnTo>
                  <a:lnTo>
                    <a:pt x="3406965" y="104698"/>
                  </a:lnTo>
                  <a:lnTo>
                    <a:pt x="3392386" y="96672"/>
                  </a:lnTo>
                  <a:lnTo>
                    <a:pt x="3382810" y="84302"/>
                  </a:lnTo>
                  <a:lnTo>
                    <a:pt x="3379457" y="68414"/>
                  </a:lnTo>
                  <a:lnTo>
                    <a:pt x="3382810" y="52616"/>
                  </a:lnTo>
                  <a:lnTo>
                    <a:pt x="3392386" y="40259"/>
                  </a:lnTo>
                  <a:lnTo>
                    <a:pt x="3406965" y="32245"/>
                  </a:lnTo>
                  <a:lnTo>
                    <a:pt x="3425342" y="29476"/>
                  </a:lnTo>
                  <a:lnTo>
                    <a:pt x="3443617" y="32245"/>
                  </a:lnTo>
                  <a:lnTo>
                    <a:pt x="3458159" y="40259"/>
                  </a:lnTo>
                  <a:lnTo>
                    <a:pt x="3467760" y="52616"/>
                  </a:lnTo>
                  <a:lnTo>
                    <a:pt x="3471240" y="68414"/>
                  </a:lnTo>
                  <a:lnTo>
                    <a:pt x="3471240" y="24422"/>
                  </a:lnTo>
                  <a:lnTo>
                    <a:pt x="3452736" y="14097"/>
                  </a:lnTo>
                  <a:lnTo>
                    <a:pt x="3425342" y="9690"/>
                  </a:lnTo>
                  <a:lnTo>
                    <a:pt x="3397720" y="14097"/>
                  </a:lnTo>
                  <a:lnTo>
                    <a:pt x="3375939" y="26187"/>
                  </a:lnTo>
                  <a:lnTo>
                    <a:pt x="3361652" y="44704"/>
                  </a:lnTo>
                  <a:lnTo>
                    <a:pt x="3356521" y="68414"/>
                  </a:lnTo>
                  <a:lnTo>
                    <a:pt x="3361652" y="92087"/>
                  </a:lnTo>
                  <a:lnTo>
                    <a:pt x="3375939" y="110515"/>
                  </a:lnTo>
                  <a:lnTo>
                    <a:pt x="3397720" y="122466"/>
                  </a:lnTo>
                  <a:lnTo>
                    <a:pt x="3425342" y="126720"/>
                  </a:lnTo>
                  <a:lnTo>
                    <a:pt x="3452736" y="122466"/>
                  </a:lnTo>
                  <a:lnTo>
                    <a:pt x="3474415" y="110515"/>
                  </a:lnTo>
                  <a:lnTo>
                    <a:pt x="3476701" y="107569"/>
                  </a:lnTo>
                  <a:lnTo>
                    <a:pt x="3488728" y="92087"/>
                  </a:lnTo>
                  <a:lnTo>
                    <a:pt x="3493973" y="68414"/>
                  </a:lnTo>
                  <a:close/>
                </a:path>
                <a:path w="4225925" h="273050">
                  <a:moveTo>
                    <a:pt x="3568903" y="0"/>
                  </a:moveTo>
                  <a:lnTo>
                    <a:pt x="3545535" y="0"/>
                  </a:lnTo>
                  <a:lnTo>
                    <a:pt x="3545535" y="135775"/>
                  </a:lnTo>
                  <a:lnTo>
                    <a:pt x="3568903" y="135775"/>
                  </a:lnTo>
                  <a:lnTo>
                    <a:pt x="3568903" y="0"/>
                  </a:lnTo>
                  <a:close/>
                </a:path>
                <a:path w="4225925" h="273050">
                  <a:moveTo>
                    <a:pt x="3578377" y="242062"/>
                  </a:moveTo>
                  <a:lnTo>
                    <a:pt x="3420300" y="242062"/>
                  </a:lnTo>
                  <a:lnTo>
                    <a:pt x="3420300" y="212394"/>
                  </a:lnTo>
                  <a:lnTo>
                    <a:pt x="3568903" y="212394"/>
                  </a:lnTo>
                  <a:lnTo>
                    <a:pt x="3568903" y="148615"/>
                  </a:lnTo>
                  <a:lnTo>
                    <a:pt x="3396716" y="148615"/>
                  </a:lnTo>
                  <a:lnTo>
                    <a:pt x="3396716" y="167551"/>
                  </a:lnTo>
                  <a:lnTo>
                    <a:pt x="3545751" y="167551"/>
                  </a:lnTo>
                  <a:lnTo>
                    <a:pt x="3545751" y="194703"/>
                  </a:lnTo>
                  <a:lnTo>
                    <a:pt x="3397567" y="194703"/>
                  </a:lnTo>
                  <a:lnTo>
                    <a:pt x="3397567" y="261010"/>
                  </a:lnTo>
                  <a:lnTo>
                    <a:pt x="3578377" y="261010"/>
                  </a:lnTo>
                  <a:lnTo>
                    <a:pt x="3578377" y="242062"/>
                  </a:lnTo>
                  <a:close/>
                </a:path>
                <a:path w="4225925" h="273050">
                  <a:moveTo>
                    <a:pt x="3772230" y="188607"/>
                  </a:moveTo>
                  <a:lnTo>
                    <a:pt x="3745293" y="170053"/>
                  </a:lnTo>
                  <a:lnTo>
                    <a:pt x="3723373" y="143929"/>
                  </a:lnTo>
                  <a:lnTo>
                    <a:pt x="3714572" y="125564"/>
                  </a:lnTo>
                  <a:lnTo>
                    <a:pt x="3708679" y="113296"/>
                  </a:lnTo>
                  <a:lnTo>
                    <a:pt x="3703409" y="81254"/>
                  </a:lnTo>
                  <a:lnTo>
                    <a:pt x="3703409" y="46736"/>
                  </a:lnTo>
                  <a:lnTo>
                    <a:pt x="3762972" y="46736"/>
                  </a:lnTo>
                  <a:lnTo>
                    <a:pt x="3762972" y="27152"/>
                  </a:lnTo>
                  <a:lnTo>
                    <a:pt x="3619004" y="27152"/>
                  </a:lnTo>
                  <a:lnTo>
                    <a:pt x="3619004" y="46736"/>
                  </a:lnTo>
                  <a:lnTo>
                    <a:pt x="3680460" y="46736"/>
                  </a:lnTo>
                  <a:lnTo>
                    <a:pt x="3680460" y="81254"/>
                  </a:lnTo>
                  <a:lnTo>
                    <a:pt x="3674643" y="115443"/>
                  </a:lnTo>
                  <a:lnTo>
                    <a:pt x="3659200" y="148132"/>
                  </a:lnTo>
                  <a:lnTo>
                    <a:pt x="3636657" y="175856"/>
                  </a:lnTo>
                  <a:lnTo>
                    <a:pt x="3609530" y="195122"/>
                  </a:lnTo>
                  <a:lnTo>
                    <a:pt x="3623627" y="213652"/>
                  </a:lnTo>
                  <a:lnTo>
                    <a:pt x="3645128" y="198945"/>
                  </a:lnTo>
                  <a:lnTo>
                    <a:pt x="3664394" y="178447"/>
                  </a:lnTo>
                  <a:lnTo>
                    <a:pt x="3680422" y="153530"/>
                  </a:lnTo>
                  <a:lnTo>
                    <a:pt x="3692144" y="125564"/>
                  </a:lnTo>
                  <a:lnTo>
                    <a:pt x="3703409" y="151345"/>
                  </a:lnTo>
                  <a:lnTo>
                    <a:pt x="3718826" y="174282"/>
                  </a:lnTo>
                  <a:lnTo>
                    <a:pt x="3737546" y="193243"/>
                  </a:lnTo>
                  <a:lnTo>
                    <a:pt x="3758768" y="207124"/>
                  </a:lnTo>
                  <a:lnTo>
                    <a:pt x="3772230" y="188607"/>
                  </a:lnTo>
                  <a:close/>
                </a:path>
                <a:path w="4225925" h="273050">
                  <a:moveTo>
                    <a:pt x="3862959" y="106934"/>
                  </a:moveTo>
                  <a:lnTo>
                    <a:pt x="3818750" y="106934"/>
                  </a:lnTo>
                  <a:lnTo>
                    <a:pt x="3818750" y="0"/>
                  </a:lnTo>
                  <a:lnTo>
                    <a:pt x="3795395" y="0"/>
                  </a:lnTo>
                  <a:lnTo>
                    <a:pt x="3795395" y="264591"/>
                  </a:lnTo>
                  <a:lnTo>
                    <a:pt x="3818750" y="264591"/>
                  </a:lnTo>
                  <a:lnTo>
                    <a:pt x="3818750" y="126923"/>
                  </a:lnTo>
                  <a:lnTo>
                    <a:pt x="3862959" y="126923"/>
                  </a:lnTo>
                  <a:lnTo>
                    <a:pt x="3862959" y="106934"/>
                  </a:lnTo>
                  <a:close/>
                </a:path>
                <a:path w="4225925" h="273050">
                  <a:moveTo>
                    <a:pt x="3964000" y="14732"/>
                  </a:moveTo>
                  <a:lnTo>
                    <a:pt x="3940632" y="14732"/>
                  </a:lnTo>
                  <a:lnTo>
                    <a:pt x="3871163" y="272796"/>
                  </a:lnTo>
                  <a:lnTo>
                    <a:pt x="3894531" y="272796"/>
                  </a:lnTo>
                  <a:lnTo>
                    <a:pt x="3964000" y="14732"/>
                  </a:lnTo>
                  <a:close/>
                </a:path>
                <a:path w="4225925" h="273050">
                  <a:moveTo>
                    <a:pt x="4133646" y="128612"/>
                  </a:moveTo>
                  <a:lnTo>
                    <a:pt x="4086631" y="97561"/>
                  </a:lnTo>
                  <a:lnTo>
                    <a:pt x="4068851" y="50304"/>
                  </a:lnTo>
                  <a:lnTo>
                    <a:pt x="4068813" y="38938"/>
                  </a:lnTo>
                  <a:lnTo>
                    <a:pt x="4128173" y="38938"/>
                  </a:lnTo>
                  <a:lnTo>
                    <a:pt x="4128173" y="19583"/>
                  </a:lnTo>
                  <a:lnTo>
                    <a:pt x="3985247" y="19583"/>
                  </a:lnTo>
                  <a:lnTo>
                    <a:pt x="3985247" y="38938"/>
                  </a:lnTo>
                  <a:lnTo>
                    <a:pt x="4045661" y="38938"/>
                  </a:lnTo>
                  <a:lnTo>
                    <a:pt x="4045661" y="50304"/>
                  </a:lnTo>
                  <a:lnTo>
                    <a:pt x="4040606" y="77876"/>
                  </a:lnTo>
                  <a:lnTo>
                    <a:pt x="4026725" y="102374"/>
                  </a:lnTo>
                  <a:lnTo>
                    <a:pt x="4005402" y="122262"/>
                  </a:lnTo>
                  <a:lnTo>
                    <a:pt x="3978097" y="135978"/>
                  </a:lnTo>
                  <a:lnTo>
                    <a:pt x="3990098" y="154711"/>
                  </a:lnTo>
                  <a:lnTo>
                    <a:pt x="4012463" y="143903"/>
                  </a:lnTo>
                  <a:lnTo>
                    <a:pt x="4031538" y="129044"/>
                  </a:lnTo>
                  <a:lnTo>
                    <a:pt x="4046778" y="110655"/>
                  </a:lnTo>
                  <a:lnTo>
                    <a:pt x="4057662" y="89255"/>
                  </a:lnTo>
                  <a:lnTo>
                    <a:pt x="4068305" y="108026"/>
                  </a:lnTo>
                  <a:lnTo>
                    <a:pt x="4082935" y="124244"/>
                  </a:lnTo>
                  <a:lnTo>
                    <a:pt x="4101134" y="137375"/>
                  </a:lnTo>
                  <a:lnTo>
                    <a:pt x="4122496" y="146926"/>
                  </a:lnTo>
                  <a:lnTo>
                    <a:pt x="4133646" y="128612"/>
                  </a:lnTo>
                  <a:close/>
                </a:path>
                <a:path w="4225925" h="273050">
                  <a:moveTo>
                    <a:pt x="4188371" y="215125"/>
                  </a:moveTo>
                  <a:lnTo>
                    <a:pt x="4182402" y="194716"/>
                  </a:lnTo>
                  <a:lnTo>
                    <a:pt x="4172089" y="185661"/>
                  </a:lnTo>
                  <a:lnTo>
                    <a:pt x="4165650" y="180009"/>
                  </a:lnTo>
                  <a:lnTo>
                    <a:pt x="4165650" y="215125"/>
                  </a:lnTo>
                  <a:lnTo>
                    <a:pt x="4161205" y="227825"/>
                  </a:lnTo>
                  <a:lnTo>
                    <a:pt x="4148442" y="237274"/>
                  </a:lnTo>
                  <a:lnTo>
                    <a:pt x="4128173" y="243192"/>
                  </a:lnTo>
                  <a:lnTo>
                    <a:pt x="4101236" y="245224"/>
                  </a:lnTo>
                  <a:lnTo>
                    <a:pt x="4074274" y="243192"/>
                  </a:lnTo>
                  <a:lnTo>
                    <a:pt x="4053954" y="237274"/>
                  </a:lnTo>
                  <a:lnTo>
                    <a:pt x="4041178" y="227825"/>
                  </a:lnTo>
                  <a:lnTo>
                    <a:pt x="4036822" y="215125"/>
                  </a:lnTo>
                  <a:lnTo>
                    <a:pt x="4041178" y="202704"/>
                  </a:lnTo>
                  <a:lnTo>
                    <a:pt x="4053954" y="193446"/>
                  </a:lnTo>
                  <a:lnTo>
                    <a:pt x="4074274" y="187655"/>
                  </a:lnTo>
                  <a:lnTo>
                    <a:pt x="4101236" y="185661"/>
                  </a:lnTo>
                  <a:lnTo>
                    <a:pt x="4128173" y="187655"/>
                  </a:lnTo>
                  <a:lnTo>
                    <a:pt x="4148442" y="193446"/>
                  </a:lnTo>
                  <a:lnTo>
                    <a:pt x="4161205" y="202704"/>
                  </a:lnTo>
                  <a:lnTo>
                    <a:pt x="4165650" y="215125"/>
                  </a:lnTo>
                  <a:lnTo>
                    <a:pt x="4165650" y="180009"/>
                  </a:lnTo>
                  <a:lnTo>
                    <a:pt x="4165168" y="179578"/>
                  </a:lnTo>
                  <a:lnTo>
                    <a:pt x="4137761" y="170167"/>
                  </a:lnTo>
                  <a:lnTo>
                    <a:pt x="4101236" y="166916"/>
                  </a:lnTo>
                  <a:lnTo>
                    <a:pt x="4064520" y="170167"/>
                  </a:lnTo>
                  <a:lnTo>
                    <a:pt x="4036898" y="179578"/>
                  </a:lnTo>
                  <a:lnTo>
                    <a:pt x="4019512" y="194716"/>
                  </a:lnTo>
                  <a:lnTo>
                    <a:pt x="4013454" y="215125"/>
                  </a:lnTo>
                  <a:lnTo>
                    <a:pt x="4019512" y="235813"/>
                  </a:lnTo>
                  <a:lnTo>
                    <a:pt x="4036898" y="251142"/>
                  </a:lnTo>
                  <a:lnTo>
                    <a:pt x="4064520" y="260680"/>
                  </a:lnTo>
                  <a:lnTo>
                    <a:pt x="4101236" y="263956"/>
                  </a:lnTo>
                  <a:lnTo>
                    <a:pt x="4137761" y="260680"/>
                  </a:lnTo>
                  <a:lnTo>
                    <a:pt x="4165168" y="251142"/>
                  </a:lnTo>
                  <a:lnTo>
                    <a:pt x="4171823" y="245224"/>
                  </a:lnTo>
                  <a:lnTo>
                    <a:pt x="4182402" y="235813"/>
                  </a:lnTo>
                  <a:lnTo>
                    <a:pt x="4188371" y="215125"/>
                  </a:lnTo>
                  <a:close/>
                </a:path>
                <a:path w="4225925" h="273050">
                  <a:moveTo>
                    <a:pt x="4225849" y="67576"/>
                  </a:moveTo>
                  <a:lnTo>
                    <a:pt x="4186059" y="67576"/>
                  </a:lnTo>
                  <a:lnTo>
                    <a:pt x="4186059" y="0"/>
                  </a:lnTo>
                  <a:lnTo>
                    <a:pt x="4162691" y="0"/>
                  </a:lnTo>
                  <a:lnTo>
                    <a:pt x="4162691" y="159766"/>
                  </a:lnTo>
                  <a:lnTo>
                    <a:pt x="4186059" y="159766"/>
                  </a:lnTo>
                  <a:lnTo>
                    <a:pt x="4186059" y="87147"/>
                  </a:lnTo>
                  <a:lnTo>
                    <a:pt x="4225849" y="87147"/>
                  </a:lnTo>
                  <a:lnTo>
                    <a:pt x="4225849" y="67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3317" y="4794841"/>
              <a:ext cx="242275" cy="2119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097376" y="4776952"/>
              <a:ext cx="3930650" cy="265430"/>
            </a:xfrm>
            <a:custGeom>
              <a:avLst/>
              <a:gdLst/>
              <a:ahLst/>
              <a:cxnLst/>
              <a:rect l="l" t="t" r="r" b="b"/>
              <a:pathLst>
                <a:path w="3930650" h="265429">
                  <a:moveTo>
                    <a:pt x="213652" y="80416"/>
                  </a:moveTo>
                  <a:lnTo>
                    <a:pt x="55994" y="80416"/>
                  </a:lnTo>
                  <a:lnTo>
                    <a:pt x="55994" y="10566"/>
                  </a:lnTo>
                  <a:lnTo>
                    <a:pt x="33045" y="10566"/>
                  </a:lnTo>
                  <a:lnTo>
                    <a:pt x="33045" y="80416"/>
                  </a:lnTo>
                  <a:lnTo>
                    <a:pt x="33045" y="99466"/>
                  </a:lnTo>
                  <a:lnTo>
                    <a:pt x="213652" y="99466"/>
                  </a:lnTo>
                  <a:lnTo>
                    <a:pt x="213652" y="80416"/>
                  </a:lnTo>
                  <a:close/>
                </a:path>
                <a:path w="3930650" h="265429">
                  <a:moveTo>
                    <a:pt x="215747" y="239166"/>
                  </a:moveTo>
                  <a:lnTo>
                    <a:pt x="54102" y="239166"/>
                  </a:lnTo>
                  <a:lnTo>
                    <a:pt x="54102" y="179476"/>
                  </a:lnTo>
                  <a:lnTo>
                    <a:pt x="30937" y="179476"/>
                  </a:lnTo>
                  <a:lnTo>
                    <a:pt x="30937" y="239166"/>
                  </a:lnTo>
                  <a:lnTo>
                    <a:pt x="30937" y="258216"/>
                  </a:lnTo>
                  <a:lnTo>
                    <a:pt x="215747" y="258216"/>
                  </a:lnTo>
                  <a:lnTo>
                    <a:pt x="215747" y="239166"/>
                  </a:lnTo>
                  <a:close/>
                </a:path>
                <a:path w="3930650" h="265429">
                  <a:moveTo>
                    <a:pt x="241439" y="138722"/>
                  </a:moveTo>
                  <a:lnTo>
                    <a:pt x="132194" y="138722"/>
                  </a:lnTo>
                  <a:lnTo>
                    <a:pt x="132194" y="99771"/>
                  </a:lnTo>
                  <a:lnTo>
                    <a:pt x="109245" y="99771"/>
                  </a:lnTo>
                  <a:lnTo>
                    <a:pt x="109245" y="138722"/>
                  </a:lnTo>
                  <a:lnTo>
                    <a:pt x="0" y="138722"/>
                  </a:lnTo>
                  <a:lnTo>
                    <a:pt x="0" y="157873"/>
                  </a:lnTo>
                  <a:lnTo>
                    <a:pt x="241439" y="157873"/>
                  </a:lnTo>
                  <a:lnTo>
                    <a:pt x="241439" y="138722"/>
                  </a:lnTo>
                  <a:close/>
                </a:path>
                <a:path w="3930650" h="265429">
                  <a:moveTo>
                    <a:pt x="473811" y="13106"/>
                  </a:moveTo>
                  <a:lnTo>
                    <a:pt x="294690" y="13106"/>
                  </a:lnTo>
                  <a:lnTo>
                    <a:pt x="294690" y="32156"/>
                  </a:lnTo>
                  <a:lnTo>
                    <a:pt x="294690" y="86766"/>
                  </a:lnTo>
                  <a:lnTo>
                    <a:pt x="294690" y="104546"/>
                  </a:lnTo>
                  <a:lnTo>
                    <a:pt x="473811" y="104546"/>
                  </a:lnTo>
                  <a:lnTo>
                    <a:pt x="473811" y="86766"/>
                  </a:lnTo>
                  <a:lnTo>
                    <a:pt x="317627" y="86766"/>
                  </a:lnTo>
                  <a:lnTo>
                    <a:pt x="317627" y="32156"/>
                  </a:lnTo>
                  <a:lnTo>
                    <a:pt x="450659" y="32156"/>
                  </a:lnTo>
                  <a:lnTo>
                    <a:pt x="450659" y="86309"/>
                  </a:lnTo>
                  <a:lnTo>
                    <a:pt x="473811" y="86309"/>
                  </a:lnTo>
                  <a:lnTo>
                    <a:pt x="473811" y="32156"/>
                  </a:lnTo>
                  <a:lnTo>
                    <a:pt x="473811" y="31572"/>
                  </a:lnTo>
                  <a:lnTo>
                    <a:pt x="473811" y="13106"/>
                  </a:lnTo>
                  <a:close/>
                </a:path>
                <a:path w="3930650" h="265429">
                  <a:moveTo>
                    <a:pt x="478447" y="239166"/>
                  </a:moveTo>
                  <a:lnTo>
                    <a:pt x="317627" y="239166"/>
                  </a:lnTo>
                  <a:lnTo>
                    <a:pt x="317627" y="183286"/>
                  </a:lnTo>
                  <a:lnTo>
                    <a:pt x="294271" y="183286"/>
                  </a:lnTo>
                  <a:lnTo>
                    <a:pt x="294271" y="239166"/>
                  </a:lnTo>
                  <a:lnTo>
                    <a:pt x="294271" y="258216"/>
                  </a:lnTo>
                  <a:lnTo>
                    <a:pt x="478447" y="258216"/>
                  </a:lnTo>
                  <a:lnTo>
                    <a:pt x="478447" y="239166"/>
                  </a:lnTo>
                  <a:close/>
                </a:path>
                <a:path w="3930650" h="265429">
                  <a:moveTo>
                    <a:pt x="505383" y="135343"/>
                  </a:moveTo>
                  <a:lnTo>
                    <a:pt x="263118" y="135343"/>
                  </a:lnTo>
                  <a:lnTo>
                    <a:pt x="263118" y="154711"/>
                  </a:lnTo>
                  <a:lnTo>
                    <a:pt x="374459" y="154711"/>
                  </a:lnTo>
                  <a:lnTo>
                    <a:pt x="374459" y="208813"/>
                  </a:lnTo>
                  <a:lnTo>
                    <a:pt x="397611" y="208813"/>
                  </a:lnTo>
                  <a:lnTo>
                    <a:pt x="397611" y="154711"/>
                  </a:lnTo>
                  <a:lnTo>
                    <a:pt x="505383" y="154711"/>
                  </a:lnTo>
                  <a:lnTo>
                    <a:pt x="505383" y="135343"/>
                  </a:lnTo>
                  <a:close/>
                </a:path>
                <a:path w="3930650" h="265429">
                  <a:moveTo>
                    <a:pt x="736079" y="45466"/>
                  </a:moveTo>
                  <a:lnTo>
                    <a:pt x="712724" y="45466"/>
                  </a:lnTo>
                  <a:lnTo>
                    <a:pt x="712724" y="178079"/>
                  </a:lnTo>
                  <a:lnTo>
                    <a:pt x="736079" y="178079"/>
                  </a:lnTo>
                  <a:lnTo>
                    <a:pt x="736079" y="45466"/>
                  </a:lnTo>
                  <a:close/>
                </a:path>
                <a:path w="3930650" h="265429">
                  <a:moveTo>
                    <a:pt x="736079" y="27076"/>
                  </a:moveTo>
                  <a:lnTo>
                    <a:pt x="613994" y="27076"/>
                  </a:lnTo>
                  <a:lnTo>
                    <a:pt x="613994" y="44856"/>
                  </a:lnTo>
                  <a:lnTo>
                    <a:pt x="613994" y="178206"/>
                  </a:lnTo>
                  <a:lnTo>
                    <a:pt x="613994" y="197256"/>
                  </a:lnTo>
                  <a:lnTo>
                    <a:pt x="736079" y="197256"/>
                  </a:lnTo>
                  <a:lnTo>
                    <a:pt x="736079" y="178206"/>
                  </a:lnTo>
                  <a:lnTo>
                    <a:pt x="636727" y="178206"/>
                  </a:lnTo>
                  <a:lnTo>
                    <a:pt x="636727" y="44856"/>
                  </a:lnTo>
                  <a:lnTo>
                    <a:pt x="736079" y="44856"/>
                  </a:lnTo>
                  <a:lnTo>
                    <a:pt x="736079" y="27076"/>
                  </a:lnTo>
                  <a:close/>
                </a:path>
                <a:path w="3930650" h="265429">
                  <a:moveTo>
                    <a:pt x="852068" y="105816"/>
                  </a:moveTo>
                  <a:lnTo>
                    <a:pt x="807859" y="105816"/>
                  </a:lnTo>
                  <a:lnTo>
                    <a:pt x="807859" y="406"/>
                  </a:lnTo>
                  <a:lnTo>
                    <a:pt x="784491" y="406"/>
                  </a:lnTo>
                  <a:lnTo>
                    <a:pt x="784491" y="105816"/>
                  </a:lnTo>
                  <a:lnTo>
                    <a:pt x="784491" y="126136"/>
                  </a:lnTo>
                  <a:lnTo>
                    <a:pt x="784491" y="264566"/>
                  </a:lnTo>
                  <a:lnTo>
                    <a:pt x="807859" y="264566"/>
                  </a:lnTo>
                  <a:lnTo>
                    <a:pt x="807859" y="126136"/>
                  </a:lnTo>
                  <a:lnTo>
                    <a:pt x="852068" y="126136"/>
                  </a:lnTo>
                  <a:lnTo>
                    <a:pt x="852068" y="105816"/>
                  </a:lnTo>
                  <a:close/>
                </a:path>
                <a:path w="3930650" h="265429">
                  <a:moveTo>
                    <a:pt x="1001090" y="17259"/>
                  </a:moveTo>
                  <a:lnTo>
                    <a:pt x="878166" y="17259"/>
                  </a:lnTo>
                  <a:lnTo>
                    <a:pt x="878166" y="36626"/>
                  </a:lnTo>
                  <a:lnTo>
                    <a:pt x="975931" y="36626"/>
                  </a:lnTo>
                  <a:lnTo>
                    <a:pt x="965873" y="68211"/>
                  </a:lnTo>
                  <a:lnTo>
                    <a:pt x="943686" y="95504"/>
                  </a:lnTo>
                  <a:lnTo>
                    <a:pt x="910234" y="117716"/>
                  </a:lnTo>
                  <a:lnTo>
                    <a:pt x="866381" y="134086"/>
                  </a:lnTo>
                  <a:lnTo>
                    <a:pt x="875842" y="152819"/>
                  </a:lnTo>
                  <a:lnTo>
                    <a:pt x="928420" y="132029"/>
                  </a:lnTo>
                  <a:lnTo>
                    <a:pt x="967752" y="102006"/>
                  </a:lnTo>
                  <a:lnTo>
                    <a:pt x="992441" y="63512"/>
                  </a:lnTo>
                  <a:lnTo>
                    <a:pt x="1001090" y="17259"/>
                  </a:lnTo>
                  <a:close/>
                </a:path>
                <a:path w="3930650" h="265429">
                  <a:moveTo>
                    <a:pt x="1073492" y="162293"/>
                  </a:moveTo>
                  <a:lnTo>
                    <a:pt x="1050340" y="162293"/>
                  </a:lnTo>
                  <a:lnTo>
                    <a:pt x="1050340" y="181864"/>
                  </a:lnTo>
                  <a:lnTo>
                    <a:pt x="1050340" y="241858"/>
                  </a:lnTo>
                  <a:lnTo>
                    <a:pt x="929106" y="241858"/>
                  </a:lnTo>
                  <a:lnTo>
                    <a:pt x="929106" y="181864"/>
                  </a:lnTo>
                  <a:lnTo>
                    <a:pt x="1050340" y="181864"/>
                  </a:lnTo>
                  <a:lnTo>
                    <a:pt x="1050340" y="162293"/>
                  </a:lnTo>
                  <a:lnTo>
                    <a:pt x="905738" y="162293"/>
                  </a:lnTo>
                  <a:lnTo>
                    <a:pt x="905738" y="260807"/>
                  </a:lnTo>
                  <a:lnTo>
                    <a:pt x="1073492" y="260807"/>
                  </a:lnTo>
                  <a:lnTo>
                    <a:pt x="1073492" y="241858"/>
                  </a:lnTo>
                  <a:lnTo>
                    <a:pt x="1073492" y="181864"/>
                  </a:lnTo>
                  <a:lnTo>
                    <a:pt x="1073492" y="162293"/>
                  </a:lnTo>
                  <a:close/>
                </a:path>
                <a:path w="3930650" h="265429">
                  <a:moveTo>
                    <a:pt x="1113282" y="64833"/>
                  </a:moveTo>
                  <a:lnTo>
                    <a:pt x="1073492" y="64833"/>
                  </a:lnTo>
                  <a:lnTo>
                    <a:pt x="1073492" y="0"/>
                  </a:lnTo>
                  <a:lnTo>
                    <a:pt x="1050137" y="0"/>
                  </a:lnTo>
                  <a:lnTo>
                    <a:pt x="1050137" y="150291"/>
                  </a:lnTo>
                  <a:lnTo>
                    <a:pt x="1073492" y="150291"/>
                  </a:lnTo>
                  <a:lnTo>
                    <a:pt x="1073492" y="84201"/>
                  </a:lnTo>
                  <a:lnTo>
                    <a:pt x="1113282" y="84201"/>
                  </a:lnTo>
                  <a:lnTo>
                    <a:pt x="1113282" y="64833"/>
                  </a:lnTo>
                  <a:close/>
                </a:path>
                <a:path w="3930650" h="265429">
                  <a:moveTo>
                    <a:pt x="1273670" y="68414"/>
                  </a:moveTo>
                  <a:lnTo>
                    <a:pt x="1268425" y="44704"/>
                  </a:lnTo>
                  <a:lnTo>
                    <a:pt x="1256665" y="29476"/>
                  </a:lnTo>
                  <a:lnTo>
                    <a:pt x="1254125" y="26187"/>
                  </a:lnTo>
                  <a:lnTo>
                    <a:pt x="1250937" y="24422"/>
                  </a:lnTo>
                  <a:lnTo>
                    <a:pt x="1250937" y="68414"/>
                  </a:lnTo>
                  <a:lnTo>
                    <a:pt x="1247470" y="84302"/>
                  </a:lnTo>
                  <a:lnTo>
                    <a:pt x="1237869" y="96672"/>
                  </a:lnTo>
                  <a:lnTo>
                    <a:pt x="1223327" y="104698"/>
                  </a:lnTo>
                  <a:lnTo>
                    <a:pt x="1205052" y="107569"/>
                  </a:lnTo>
                  <a:lnTo>
                    <a:pt x="1186662" y="104698"/>
                  </a:lnTo>
                  <a:lnTo>
                    <a:pt x="1172083" y="96672"/>
                  </a:lnTo>
                  <a:lnTo>
                    <a:pt x="1162519" y="84302"/>
                  </a:lnTo>
                  <a:lnTo>
                    <a:pt x="1159167" y="68414"/>
                  </a:lnTo>
                  <a:lnTo>
                    <a:pt x="1162519" y="52616"/>
                  </a:lnTo>
                  <a:lnTo>
                    <a:pt x="1172083" y="40259"/>
                  </a:lnTo>
                  <a:lnTo>
                    <a:pt x="1186662" y="32245"/>
                  </a:lnTo>
                  <a:lnTo>
                    <a:pt x="1205052" y="29476"/>
                  </a:lnTo>
                  <a:lnTo>
                    <a:pt x="1223327" y="32245"/>
                  </a:lnTo>
                  <a:lnTo>
                    <a:pt x="1237869" y="40259"/>
                  </a:lnTo>
                  <a:lnTo>
                    <a:pt x="1247470" y="52616"/>
                  </a:lnTo>
                  <a:lnTo>
                    <a:pt x="1250937" y="68414"/>
                  </a:lnTo>
                  <a:lnTo>
                    <a:pt x="1250937" y="24422"/>
                  </a:lnTo>
                  <a:lnTo>
                    <a:pt x="1232446" y="14097"/>
                  </a:lnTo>
                  <a:lnTo>
                    <a:pt x="1205052" y="9690"/>
                  </a:lnTo>
                  <a:lnTo>
                    <a:pt x="1177429" y="14097"/>
                  </a:lnTo>
                  <a:lnTo>
                    <a:pt x="1155636" y="26187"/>
                  </a:lnTo>
                  <a:lnTo>
                    <a:pt x="1141349" y="44704"/>
                  </a:lnTo>
                  <a:lnTo>
                    <a:pt x="1136218" y="68414"/>
                  </a:lnTo>
                  <a:lnTo>
                    <a:pt x="1141349" y="92087"/>
                  </a:lnTo>
                  <a:lnTo>
                    <a:pt x="1155636" y="110515"/>
                  </a:lnTo>
                  <a:lnTo>
                    <a:pt x="1177429" y="122466"/>
                  </a:lnTo>
                  <a:lnTo>
                    <a:pt x="1205052" y="126720"/>
                  </a:lnTo>
                  <a:lnTo>
                    <a:pt x="1232446" y="122466"/>
                  </a:lnTo>
                  <a:lnTo>
                    <a:pt x="1254125" y="110515"/>
                  </a:lnTo>
                  <a:lnTo>
                    <a:pt x="1256411" y="107569"/>
                  </a:lnTo>
                  <a:lnTo>
                    <a:pt x="1268425" y="92087"/>
                  </a:lnTo>
                  <a:lnTo>
                    <a:pt x="1273670" y="68414"/>
                  </a:lnTo>
                  <a:close/>
                </a:path>
                <a:path w="3930650" h="265429">
                  <a:moveTo>
                    <a:pt x="1348613" y="0"/>
                  </a:moveTo>
                  <a:lnTo>
                    <a:pt x="1325245" y="0"/>
                  </a:lnTo>
                  <a:lnTo>
                    <a:pt x="1325245" y="135775"/>
                  </a:lnTo>
                  <a:lnTo>
                    <a:pt x="1348613" y="135775"/>
                  </a:lnTo>
                  <a:lnTo>
                    <a:pt x="1348613" y="0"/>
                  </a:lnTo>
                  <a:close/>
                </a:path>
                <a:path w="3930650" h="265429">
                  <a:moveTo>
                    <a:pt x="1358087" y="242062"/>
                  </a:moveTo>
                  <a:lnTo>
                    <a:pt x="1199997" y="242062"/>
                  </a:lnTo>
                  <a:lnTo>
                    <a:pt x="1199997" y="212394"/>
                  </a:lnTo>
                  <a:lnTo>
                    <a:pt x="1348613" y="212394"/>
                  </a:lnTo>
                  <a:lnTo>
                    <a:pt x="1348613" y="148615"/>
                  </a:lnTo>
                  <a:lnTo>
                    <a:pt x="1176426" y="148615"/>
                  </a:lnTo>
                  <a:lnTo>
                    <a:pt x="1176426" y="167551"/>
                  </a:lnTo>
                  <a:lnTo>
                    <a:pt x="1325460" y="167551"/>
                  </a:lnTo>
                  <a:lnTo>
                    <a:pt x="1325460" y="194703"/>
                  </a:lnTo>
                  <a:lnTo>
                    <a:pt x="1177264" y="194703"/>
                  </a:lnTo>
                  <a:lnTo>
                    <a:pt x="1177264" y="261010"/>
                  </a:lnTo>
                  <a:lnTo>
                    <a:pt x="1358087" y="261010"/>
                  </a:lnTo>
                  <a:lnTo>
                    <a:pt x="1358087" y="242062"/>
                  </a:lnTo>
                  <a:close/>
                </a:path>
                <a:path w="3930650" h="265429">
                  <a:moveTo>
                    <a:pt x="3853040" y="111137"/>
                  </a:moveTo>
                  <a:lnTo>
                    <a:pt x="3829888" y="111137"/>
                  </a:lnTo>
                  <a:lnTo>
                    <a:pt x="3829888" y="181444"/>
                  </a:lnTo>
                  <a:lnTo>
                    <a:pt x="3853040" y="181444"/>
                  </a:lnTo>
                  <a:lnTo>
                    <a:pt x="3853040" y="111137"/>
                  </a:lnTo>
                  <a:close/>
                </a:path>
                <a:path w="3930650" h="265429">
                  <a:moveTo>
                    <a:pt x="3853040" y="22529"/>
                  </a:moveTo>
                  <a:lnTo>
                    <a:pt x="3829888" y="22529"/>
                  </a:lnTo>
                  <a:lnTo>
                    <a:pt x="3829888" y="91846"/>
                  </a:lnTo>
                  <a:lnTo>
                    <a:pt x="3751161" y="91846"/>
                  </a:lnTo>
                  <a:lnTo>
                    <a:pt x="3751161" y="21996"/>
                  </a:lnTo>
                  <a:lnTo>
                    <a:pt x="3727793" y="21996"/>
                  </a:lnTo>
                  <a:lnTo>
                    <a:pt x="3727793" y="91846"/>
                  </a:lnTo>
                  <a:lnTo>
                    <a:pt x="3727793" y="110896"/>
                  </a:lnTo>
                  <a:lnTo>
                    <a:pt x="3727793" y="182016"/>
                  </a:lnTo>
                  <a:lnTo>
                    <a:pt x="3727793" y="201066"/>
                  </a:lnTo>
                  <a:lnTo>
                    <a:pt x="3853040" y="201066"/>
                  </a:lnTo>
                  <a:lnTo>
                    <a:pt x="3853040" y="182016"/>
                  </a:lnTo>
                  <a:lnTo>
                    <a:pt x="3751161" y="182016"/>
                  </a:lnTo>
                  <a:lnTo>
                    <a:pt x="3751161" y="110896"/>
                  </a:lnTo>
                  <a:lnTo>
                    <a:pt x="3853040" y="110896"/>
                  </a:lnTo>
                  <a:lnTo>
                    <a:pt x="3853040" y="92405"/>
                  </a:lnTo>
                  <a:lnTo>
                    <a:pt x="3853040" y="91846"/>
                  </a:lnTo>
                  <a:lnTo>
                    <a:pt x="3853040" y="22529"/>
                  </a:lnTo>
                  <a:close/>
                </a:path>
                <a:path w="3930650" h="265429">
                  <a:moveTo>
                    <a:pt x="3930497" y="0"/>
                  </a:moveTo>
                  <a:lnTo>
                    <a:pt x="3907129" y="0"/>
                  </a:lnTo>
                  <a:lnTo>
                    <a:pt x="3907129" y="265010"/>
                  </a:lnTo>
                  <a:lnTo>
                    <a:pt x="3930497" y="265010"/>
                  </a:lnTo>
                  <a:lnTo>
                    <a:pt x="39304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73345" y="4803681"/>
              <a:ext cx="241221" cy="20038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217331" y="5776674"/>
            <a:ext cx="574675" cy="184785"/>
            <a:chOff x="3217331" y="5776674"/>
            <a:chExt cx="574675" cy="1847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7331" y="5776674"/>
              <a:ext cx="116823" cy="1820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62571" y="5776674"/>
              <a:ext cx="125592" cy="1845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17633" y="5776674"/>
              <a:ext cx="116823" cy="1820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63925" y="5776674"/>
              <a:ext cx="128049" cy="184531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3903929" y="5779388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52400" h="101600">
                <a:moveTo>
                  <a:pt x="152260" y="85090"/>
                </a:moveTo>
                <a:lnTo>
                  <a:pt x="19291" y="85090"/>
                </a:lnTo>
                <a:lnTo>
                  <a:pt x="19291" y="15240"/>
                </a:lnTo>
                <a:lnTo>
                  <a:pt x="150152" y="15240"/>
                </a:lnTo>
                <a:lnTo>
                  <a:pt x="150152" y="0"/>
                </a:lnTo>
                <a:lnTo>
                  <a:pt x="0" y="0"/>
                </a:lnTo>
                <a:lnTo>
                  <a:pt x="0" y="15240"/>
                </a:lnTo>
                <a:lnTo>
                  <a:pt x="0" y="85090"/>
                </a:lnTo>
                <a:lnTo>
                  <a:pt x="0" y="101600"/>
                </a:lnTo>
                <a:lnTo>
                  <a:pt x="152260" y="101600"/>
                </a:lnTo>
                <a:lnTo>
                  <a:pt x="152260" y="850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878149" y="5765408"/>
            <a:ext cx="641350" cy="210820"/>
            <a:chOff x="3878149" y="5765408"/>
            <a:chExt cx="641350" cy="210820"/>
          </a:xfrm>
        </p:grpSpPr>
        <p:sp>
          <p:nvSpPr>
            <p:cNvPr id="15" name="object 15"/>
            <p:cNvSpPr/>
            <p:nvPr/>
          </p:nvSpPr>
          <p:spPr>
            <a:xfrm>
              <a:off x="3878149" y="5932438"/>
              <a:ext cx="201930" cy="16510"/>
            </a:xfrm>
            <a:custGeom>
              <a:avLst/>
              <a:gdLst/>
              <a:ahLst/>
              <a:cxnLst/>
              <a:rect l="l" t="t" r="r" b="b"/>
              <a:pathLst>
                <a:path w="201929" h="16510">
                  <a:moveTo>
                    <a:pt x="201897" y="0"/>
                  </a:moveTo>
                  <a:lnTo>
                    <a:pt x="0" y="0"/>
                  </a:lnTo>
                  <a:lnTo>
                    <a:pt x="0" y="16312"/>
                  </a:lnTo>
                  <a:lnTo>
                    <a:pt x="201897" y="16312"/>
                  </a:lnTo>
                  <a:lnTo>
                    <a:pt x="2018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97411" y="5765408"/>
              <a:ext cx="421861" cy="21082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600412" y="5758432"/>
            <a:ext cx="647065" cy="220979"/>
            <a:chOff x="4600412" y="5758432"/>
            <a:chExt cx="647065" cy="220979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00412" y="5780007"/>
              <a:ext cx="201019" cy="16874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32480" y="5758432"/>
              <a:ext cx="169621" cy="22084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43147" y="5758432"/>
              <a:ext cx="204001" cy="22049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6439222" y="5636378"/>
            <a:ext cx="636905" cy="184785"/>
            <a:chOff x="6439222" y="5636378"/>
            <a:chExt cx="636905" cy="184785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9222" y="5636378"/>
              <a:ext cx="116823" cy="1820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4462" y="5636378"/>
              <a:ext cx="125593" cy="1845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39524" y="5636378"/>
              <a:ext cx="116823" cy="1820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85816" y="5636378"/>
              <a:ext cx="128049" cy="18453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043861" y="578793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24907" y="0"/>
                  </a:moveTo>
                  <a:lnTo>
                    <a:pt x="7366" y="0"/>
                  </a:lnTo>
                  <a:lnTo>
                    <a:pt x="0" y="7192"/>
                  </a:lnTo>
                  <a:lnTo>
                    <a:pt x="175" y="15962"/>
                  </a:lnTo>
                  <a:lnTo>
                    <a:pt x="0" y="24732"/>
                  </a:lnTo>
                  <a:lnTo>
                    <a:pt x="7366" y="31924"/>
                  </a:lnTo>
                  <a:lnTo>
                    <a:pt x="16137" y="31924"/>
                  </a:lnTo>
                  <a:lnTo>
                    <a:pt x="24907" y="31924"/>
                  </a:lnTo>
                  <a:lnTo>
                    <a:pt x="32099" y="24732"/>
                  </a:lnTo>
                  <a:lnTo>
                    <a:pt x="32099" y="7192"/>
                  </a:lnTo>
                  <a:lnTo>
                    <a:pt x="24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7172200" y="5636379"/>
            <a:ext cx="180975" cy="183515"/>
            <a:chOff x="7172200" y="5636379"/>
            <a:chExt cx="180975" cy="183515"/>
          </a:xfrm>
        </p:grpSpPr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72200" y="5636379"/>
              <a:ext cx="116823" cy="18207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320773" y="578793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24907" y="0"/>
                  </a:moveTo>
                  <a:lnTo>
                    <a:pt x="7366" y="0"/>
                  </a:lnTo>
                  <a:lnTo>
                    <a:pt x="0" y="7192"/>
                  </a:lnTo>
                  <a:lnTo>
                    <a:pt x="175" y="15962"/>
                  </a:lnTo>
                  <a:lnTo>
                    <a:pt x="0" y="24732"/>
                  </a:lnTo>
                  <a:lnTo>
                    <a:pt x="7366" y="31924"/>
                  </a:lnTo>
                  <a:lnTo>
                    <a:pt x="16137" y="31924"/>
                  </a:lnTo>
                  <a:lnTo>
                    <a:pt x="24907" y="31924"/>
                  </a:lnTo>
                  <a:lnTo>
                    <a:pt x="32099" y="24732"/>
                  </a:lnTo>
                  <a:lnTo>
                    <a:pt x="32099" y="7192"/>
                  </a:lnTo>
                  <a:lnTo>
                    <a:pt x="24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7449467" y="5636379"/>
            <a:ext cx="269875" cy="184785"/>
            <a:chOff x="7449467" y="5636379"/>
            <a:chExt cx="269875" cy="184785"/>
          </a:xfrm>
        </p:grpSpPr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49467" y="5636379"/>
              <a:ext cx="116823" cy="1820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98916" y="5638834"/>
              <a:ext cx="120331" cy="182076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7815404" y="5724609"/>
            <a:ext cx="122555" cy="45720"/>
          </a:xfrm>
          <a:custGeom>
            <a:avLst/>
            <a:gdLst/>
            <a:ahLst/>
            <a:cxnLst/>
            <a:rect l="l" t="t" r="r" b="b"/>
            <a:pathLst>
              <a:path w="122554" h="45720">
                <a:moveTo>
                  <a:pt x="34731" y="0"/>
                </a:moveTo>
                <a:lnTo>
                  <a:pt x="21608" y="2239"/>
                </a:lnTo>
                <a:lnTo>
                  <a:pt x="10393" y="9362"/>
                </a:lnTo>
                <a:lnTo>
                  <a:pt x="2664" y="21978"/>
                </a:lnTo>
                <a:lnTo>
                  <a:pt x="0" y="40695"/>
                </a:lnTo>
                <a:lnTo>
                  <a:pt x="19295" y="40695"/>
                </a:lnTo>
                <a:lnTo>
                  <a:pt x="20336" y="30913"/>
                </a:lnTo>
                <a:lnTo>
                  <a:pt x="23680" y="24272"/>
                </a:lnTo>
                <a:lnTo>
                  <a:pt x="28865" y="20493"/>
                </a:lnTo>
                <a:lnTo>
                  <a:pt x="35433" y="19295"/>
                </a:lnTo>
                <a:lnTo>
                  <a:pt x="41572" y="19295"/>
                </a:lnTo>
                <a:lnTo>
                  <a:pt x="45606" y="22101"/>
                </a:lnTo>
                <a:lnTo>
                  <a:pt x="54202" y="29469"/>
                </a:lnTo>
                <a:lnTo>
                  <a:pt x="63134" y="36726"/>
                </a:lnTo>
                <a:lnTo>
                  <a:pt x="71194" y="41747"/>
                </a:lnTo>
                <a:lnTo>
                  <a:pt x="79091" y="44663"/>
                </a:lnTo>
                <a:lnTo>
                  <a:pt x="87529" y="45606"/>
                </a:lnTo>
                <a:lnTo>
                  <a:pt x="100680" y="43340"/>
                </a:lnTo>
                <a:lnTo>
                  <a:pt x="111955" y="36156"/>
                </a:lnTo>
                <a:lnTo>
                  <a:pt x="119744" y="23480"/>
                </a:lnTo>
                <a:lnTo>
                  <a:pt x="122436" y="4736"/>
                </a:lnTo>
                <a:lnTo>
                  <a:pt x="102966" y="4736"/>
                </a:lnTo>
                <a:lnTo>
                  <a:pt x="102001" y="14000"/>
                </a:lnTo>
                <a:lnTo>
                  <a:pt x="98799" y="20698"/>
                </a:lnTo>
                <a:lnTo>
                  <a:pt x="93690" y="24766"/>
                </a:lnTo>
                <a:lnTo>
                  <a:pt x="87003" y="26136"/>
                </a:lnTo>
                <a:lnTo>
                  <a:pt x="80689" y="26136"/>
                </a:lnTo>
                <a:lnTo>
                  <a:pt x="76654" y="23329"/>
                </a:lnTo>
                <a:lnTo>
                  <a:pt x="68058" y="15962"/>
                </a:lnTo>
                <a:lnTo>
                  <a:pt x="59127" y="8806"/>
                </a:lnTo>
                <a:lnTo>
                  <a:pt x="51066" y="3837"/>
                </a:lnTo>
                <a:lnTo>
                  <a:pt x="43170" y="940"/>
                </a:lnTo>
                <a:lnTo>
                  <a:pt x="347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8036594" y="5636379"/>
            <a:ext cx="180975" cy="183515"/>
            <a:chOff x="8036594" y="5636379"/>
            <a:chExt cx="180975" cy="183515"/>
          </a:xfrm>
        </p:grpSpPr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36594" y="5636379"/>
              <a:ext cx="116823" cy="18207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185167" y="578793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24907" y="0"/>
                  </a:moveTo>
                  <a:lnTo>
                    <a:pt x="7366" y="0"/>
                  </a:lnTo>
                  <a:lnTo>
                    <a:pt x="0" y="7192"/>
                  </a:lnTo>
                  <a:lnTo>
                    <a:pt x="174" y="15962"/>
                  </a:lnTo>
                  <a:lnTo>
                    <a:pt x="0" y="24732"/>
                  </a:lnTo>
                  <a:lnTo>
                    <a:pt x="7366" y="31924"/>
                  </a:lnTo>
                  <a:lnTo>
                    <a:pt x="16137" y="31924"/>
                  </a:lnTo>
                  <a:lnTo>
                    <a:pt x="24907" y="31924"/>
                  </a:lnTo>
                  <a:lnTo>
                    <a:pt x="32099" y="24732"/>
                  </a:lnTo>
                  <a:lnTo>
                    <a:pt x="32099" y="7192"/>
                  </a:lnTo>
                  <a:lnTo>
                    <a:pt x="24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8313713" y="5636379"/>
            <a:ext cx="260985" cy="182245"/>
            <a:chOff x="8313713" y="5636379"/>
            <a:chExt cx="260985" cy="182245"/>
          </a:xfrm>
        </p:grpSpPr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13713" y="5636379"/>
              <a:ext cx="116823" cy="18207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56145" y="5638834"/>
              <a:ext cx="118050" cy="179620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6932406" y="5898650"/>
            <a:ext cx="426084" cy="220979"/>
            <a:chOff x="6932406" y="5898650"/>
            <a:chExt cx="426084" cy="220979"/>
          </a:xfrm>
        </p:grpSpPr>
        <p:sp>
          <p:nvSpPr>
            <p:cNvPr id="41" name="object 41"/>
            <p:cNvSpPr/>
            <p:nvPr/>
          </p:nvSpPr>
          <p:spPr>
            <a:xfrm>
              <a:off x="6958355" y="5907658"/>
              <a:ext cx="150495" cy="95250"/>
            </a:xfrm>
            <a:custGeom>
              <a:avLst/>
              <a:gdLst/>
              <a:ahLst/>
              <a:cxnLst/>
              <a:rect l="l" t="t" r="r" b="b"/>
              <a:pathLst>
                <a:path w="150495" h="95250">
                  <a:moveTo>
                    <a:pt x="149987" y="292"/>
                  </a:moveTo>
                  <a:lnTo>
                    <a:pt x="130505" y="292"/>
                  </a:lnTo>
                  <a:lnTo>
                    <a:pt x="130505" y="30480"/>
                  </a:lnTo>
                  <a:lnTo>
                    <a:pt x="19304" y="30480"/>
                  </a:lnTo>
                  <a:lnTo>
                    <a:pt x="19304" y="0"/>
                  </a:lnTo>
                  <a:lnTo>
                    <a:pt x="0" y="0"/>
                  </a:lnTo>
                  <a:lnTo>
                    <a:pt x="0" y="30480"/>
                  </a:lnTo>
                  <a:lnTo>
                    <a:pt x="0" y="46990"/>
                  </a:lnTo>
                  <a:lnTo>
                    <a:pt x="0" y="80010"/>
                  </a:lnTo>
                  <a:lnTo>
                    <a:pt x="0" y="95250"/>
                  </a:lnTo>
                  <a:lnTo>
                    <a:pt x="149987" y="95250"/>
                  </a:lnTo>
                  <a:lnTo>
                    <a:pt x="149987" y="80010"/>
                  </a:lnTo>
                  <a:lnTo>
                    <a:pt x="19304" y="80010"/>
                  </a:lnTo>
                  <a:lnTo>
                    <a:pt x="19304" y="46990"/>
                  </a:lnTo>
                  <a:lnTo>
                    <a:pt x="130505" y="46990"/>
                  </a:lnTo>
                  <a:lnTo>
                    <a:pt x="130505" y="79400"/>
                  </a:lnTo>
                  <a:lnTo>
                    <a:pt x="149987" y="79400"/>
                  </a:lnTo>
                  <a:lnTo>
                    <a:pt x="149987" y="46990"/>
                  </a:lnTo>
                  <a:lnTo>
                    <a:pt x="149987" y="46609"/>
                  </a:lnTo>
                  <a:lnTo>
                    <a:pt x="149987" y="30810"/>
                  </a:lnTo>
                  <a:lnTo>
                    <a:pt x="149987" y="30480"/>
                  </a:lnTo>
                  <a:lnTo>
                    <a:pt x="149987" y="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32406" y="5898650"/>
              <a:ext cx="425545" cy="220665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7445523" y="5898825"/>
            <a:ext cx="630555" cy="220979"/>
            <a:chOff x="7445523" y="5898825"/>
            <a:chExt cx="630555" cy="220979"/>
          </a:xfrm>
        </p:grpSpPr>
        <p:sp>
          <p:nvSpPr>
            <p:cNvPr id="44" name="object 44"/>
            <p:cNvSpPr/>
            <p:nvPr/>
          </p:nvSpPr>
          <p:spPr>
            <a:xfrm>
              <a:off x="7445514" y="5898832"/>
              <a:ext cx="177165" cy="220979"/>
            </a:xfrm>
            <a:custGeom>
              <a:avLst/>
              <a:gdLst/>
              <a:ahLst/>
              <a:cxnLst/>
              <a:rect l="l" t="t" r="r" b="b"/>
              <a:pathLst>
                <a:path w="177165" h="220979">
                  <a:moveTo>
                    <a:pt x="133489" y="4381"/>
                  </a:moveTo>
                  <a:lnTo>
                    <a:pt x="115074" y="4381"/>
                  </a:lnTo>
                  <a:lnTo>
                    <a:pt x="115074" y="58356"/>
                  </a:lnTo>
                  <a:lnTo>
                    <a:pt x="85775" y="58356"/>
                  </a:lnTo>
                  <a:lnTo>
                    <a:pt x="85775" y="49644"/>
                  </a:lnTo>
                  <a:lnTo>
                    <a:pt x="85775" y="49466"/>
                  </a:lnTo>
                  <a:lnTo>
                    <a:pt x="85775" y="14033"/>
                  </a:lnTo>
                  <a:lnTo>
                    <a:pt x="67538" y="14033"/>
                  </a:lnTo>
                  <a:lnTo>
                    <a:pt x="67538" y="49466"/>
                  </a:lnTo>
                  <a:lnTo>
                    <a:pt x="67538" y="65976"/>
                  </a:lnTo>
                  <a:lnTo>
                    <a:pt x="67538" y="74866"/>
                  </a:lnTo>
                  <a:lnTo>
                    <a:pt x="67538" y="102806"/>
                  </a:lnTo>
                  <a:lnTo>
                    <a:pt x="18427" y="102806"/>
                  </a:lnTo>
                  <a:lnTo>
                    <a:pt x="18427" y="65976"/>
                  </a:lnTo>
                  <a:lnTo>
                    <a:pt x="67538" y="65976"/>
                  </a:lnTo>
                  <a:lnTo>
                    <a:pt x="67538" y="49466"/>
                  </a:lnTo>
                  <a:lnTo>
                    <a:pt x="18427" y="49466"/>
                  </a:lnTo>
                  <a:lnTo>
                    <a:pt x="18427" y="13906"/>
                  </a:lnTo>
                  <a:lnTo>
                    <a:pt x="0" y="13906"/>
                  </a:lnTo>
                  <a:lnTo>
                    <a:pt x="0" y="118046"/>
                  </a:lnTo>
                  <a:lnTo>
                    <a:pt x="85775" y="118046"/>
                  </a:lnTo>
                  <a:lnTo>
                    <a:pt x="85775" y="102806"/>
                  </a:lnTo>
                  <a:lnTo>
                    <a:pt x="85775" y="74866"/>
                  </a:lnTo>
                  <a:lnTo>
                    <a:pt x="115074" y="74866"/>
                  </a:lnTo>
                  <a:lnTo>
                    <a:pt x="115074" y="131559"/>
                  </a:lnTo>
                  <a:lnTo>
                    <a:pt x="133489" y="131559"/>
                  </a:lnTo>
                  <a:lnTo>
                    <a:pt x="133489" y="74866"/>
                  </a:lnTo>
                  <a:lnTo>
                    <a:pt x="133489" y="74549"/>
                  </a:lnTo>
                  <a:lnTo>
                    <a:pt x="133489" y="65976"/>
                  </a:lnTo>
                  <a:lnTo>
                    <a:pt x="133489" y="58407"/>
                  </a:lnTo>
                  <a:lnTo>
                    <a:pt x="133489" y="4381"/>
                  </a:lnTo>
                  <a:close/>
                </a:path>
                <a:path w="177165" h="220979">
                  <a:moveTo>
                    <a:pt x="176987" y="144716"/>
                  </a:moveTo>
                  <a:lnTo>
                    <a:pt x="28422" y="144716"/>
                  </a:lnTo>
                  <a:lnTo>
                    <a:pt x="28422" y="159956"/>
                  </a:lnTo>
                  <a:lnTo>
                    <a:pt x="157873" y="159956"/>
                  </a:lnTo>
                  <a:lnTo>
                    <a:pt x="157873" y="220916"/>
                  </a:lnTo>
                  <a:lnTo>
                    <a:pt x="176987" y="220916"/>
                  </a:lnTo>
                  <a:lnTo>
                    <a:pt x="176987" y="159956"/>
                  </a:lnTo>
                  <a:lnTo>
                    <a:pt x="176987" y="144716"/>
                  </a:lnTo>
                  <a:close/>
                </a:path>
                <a:path w="177165" h="220979">
                  <a:moveTo>
                    <a:pt x="176987" y="0"/>
                  </a:moveTo>
                  <a:lnTo>
                    <a:pt x="158572" y="0"/>
                  </a:lnTo>
                  <a:lnTo>
                    <a:pt x="158572" y="133667"/>
                  </a:lnTo>
                  <a:lnTo>
                    <a:pt x="176987" y="133667"/>
                  </a:lnTo>
                  <a:lnTo>
                    <a:pt x="1769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54963" y="5914262"/>
              <a:ext cx="420633" cy="175059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726987" y="5824035"/>
            <a:ext cx="112963" cy="134713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12596621" y="5618136"/>
            <a:ext cx="645160" cy="220979"/>
            <a:chOff x="12596621" y="5618136"/>
            <a:chExt cx="645160" cy="220979"/>
          </a:xfrm>
        </p:grpSpPr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596621" y="5618136"/>
              <a:ext cx="188391" cy="21803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814655" y="5618136"/>
              <a:ext cx="427123" cy="220490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317157" y="5618312"/>
            <a:ext cx="406774" cy="220315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13845680" y="5638418"/>
            <a:ext cx="152400" cy="101600"/>
          </a:xfrm>
          <a:custGeom>
            <a:avLst/>
            <a:gdLst/>
            <a:ahLst/>
            <a:cxnLst/>
            <a:rect l="l" t="t" r="r" b="b"/>
            <a:pathLst>
              <a:path w="152400" h="101600">
                <a:moveTo>
                  <a:pt x="152247" y="85090"/>
                </a:moveTo>
                <a:lnTo>
                  <a:pt x="19291" y="85090"/>
                </a:lnTo>
                <a:lnTo>
                  <a:pt x="19291" y="16510"/>
                </a:lnTo>
                <a:lnTo>
                  <a:pt x="150152" y="16510"/>
                </a:lnTo>
                <a:lnTo>
                  <a:pt x="150152" y="0"/>
                </a:lnTo>
                <a:lnTo>
                  <a:pt x="0" y="0"/>
                </a:lnTo>
                <a:lnTo>
                  <a:pt x="0" y="16510"/>
                </a:lnTo>
                <a:lnTo>
                  <a:pt x="0" y="85090"/>
                </a:lnTo>
                <a:lnTo>
                  <a:pt x="0" y="101600"/>
                </a:lnTo>
                <a:lnTo>
                  <a:pt x="152247" y="101600"/>
                </a:lnTo>
                <a:lnTo>
                  <a:pt x="152247" y="850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3819899" y="5625718"/>
            <a:ext cx="421640" cy="210820"/>
          </a:xfrm>
          <a:custGeom>
            <a:avLst/>
            <a:gdLst/>
            <a:ahLst/>
            <a:cxnLst/>
            <a:rect l="l" t="t" r="r" b="b"/>
            <a:pathLst>
              <a:path w="421640" h="210820">
                <a:moveTo>
                  <a:pt x="201891" y="166433"/>
                </a:moveTo>
                <a:lnTo>
                  <a:pt x="0" y="166433"/>
                </a:lnTo>
                <a:lnTo>
                  <a:pt x="0" y="182740"/>
                </a:lnTo>
                <a:lnTo>
                  <a:pt x="201891" y="182740"/>
                </a:lnTo>
                <a:lnTo>
                  <a:pt x="201891" y="166433"/>
                </a:lnTo>
                <a:close/>
              </a:path>
              <a:path w="421640" h="210820">
                <a:moveTo>
                  <a:pt x="399923" y="194310"/>
                </a:moveTo>
                <a:lnTo>
                  <a:pt x="265734" y="194310"/>
                </a:lnTo>
                <a:lnTo>
                  <a:pt x="265734" y="149860"/>
                </a:lnTo>
                <a:lnTo>
                  <a:pt x="246087" y="149860"/>
                </a:lnTo>
                <a:lnTo>
                  <a:pt x="246087" y="194310"/>
                </a:lnTo>
                <a:lnTo>
                  <a:pt x="246087" y="210820"/>
                </a:lnTo>
                <a:lnTo>
                  <a:pt x="399923" y="210820"/>
                </a:lnTo>
                <a:lnTo>
                  <a:pt x="399923" y="194310"/>
                </a:lnTo>
                <a:close/>
              </a:path>
              <a:path w="421640" h="210820">
                <a:moveTo>
                  <a:pt x="421157" y="118364"/>
                </a:moveTo>
                <a:lnTo>
                  <a:pt x="329768" y="118364"/>
                </a:lnTo>
                <a:lnTo>
                  <a:pt x="329768" y="93980"/>
                </a:lnTo>
                <a:lnTo>
                  <a:pt x="399923" y="93980"/>
                </a:lnTo>
                <a:lnTo>
                  <a:pt x="399923" y="78740"/>
                </a:lnTo>
                <a:lnTo>
                  <a:pt x="264858" y="78740"/>
                </a:lnTo>
                <a:lnTo>
                  <a:pt x="264858" y="54610"/>
                </a:lnTo>
                <a:lnTo>
                  <a:pt x="395185" y="54610"/>
                </a:lnTo>
                <a:lnTo>
                  <a:pt x="395185" y="39370"/>
                </a:lnTo>
                <a:lnTo>
                  <a:pt x="395185" y="15240"/>
                </a:lnTo>
                <a:lnTo>
                  <a:pt x="395185" y="0"/>
                </a:lnTo>
                <a:lnTo>
                  <a:pt x="244868" y="0"/>
                </a:lnTo>
                <a:lnTo>
                  <a:pt x="244868" y="15240"/>
                </a:lnTo>
                <a:lnTo>
                  <a:pt x="375716" y="15240"/>
                </a:lnTo>
                <a:lnTo>
                  <a:pt x="375716" y="39370"/>
                </a:lnTo>
                <a:lnTo>
                  <a:pt x="245567" y="39370"/>
                </a:lnTo>
                <a:lnTo>
                  <a:pt x="245567" y="54610"/>
                </a:lnTo>
                <a:lnTo>
                  <a:pt x="245567" y="78740"/>
                </a:lnTo>
                <a:lnTo>
                  <a:pt x="245567" y="93980"/>
                </a:lnTo>
                <a:lnTo>
                  <a:pt x="310642" y="93980"/>
                </a:lnTo>
                <a:lnTo>
                  <a:pt x="310642" y="118364"/>
                </a:lnTo>
                <a:lnTo>
                  <a:pt x="219252" y="118364"/>
                </a:lnTo>
                <a:lnTo>
                  <a:pt x="219252" y="134505"/>
                </a:lnTo>
                <a:lnTo>
                  <a:pt x="421157" y="134505"/>
                </a:lnTo>
                <a:lnTo>
                  <a:pt x="421157" y="1183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609368" y="5618136"/>
            <a:ext cx="179971" cy="21996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334216" y="5618136"/>
            <a:ext cx="183655" cy="219788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14824595" y="5618136"/>
            <a:ext cx="622935" cy="220979"/>
          </a:xfrm>
          <a:custGeom>
            <a:avLst/>
            <a:gdLst/>
            <a:ahLst/>
            <a:cxnLst/>
            <a:rect l="l" t="t" r="r" b="b"/>
            <a:pathLst>
              <a:path w="622934" h="220979">
                <a:moveTo>
                  <a:pt x="129273" y="104025"/>
                </a:moveTo>
                <a:lnTo>
                  <a:pt x="107251" y="92964"/>
                </a:lnTo>
                <a:lnTo>
                  <a:pt x="89941" y="76987"/>
                </a:lnTo>
                <a:lnTo>
                  <a:pt x="85483" y="69291"/>
                </a:lnTo>
                <a:lnTo>
                  <a:pt x="78600" y="57429"/>
                </a:lnTo>
                <a:lnTo>
                  <a:pt x="74549" y="35610"/>
                </a:lnTo>
                <a:lnTo>
                  <a:pt x="74549" y="11404"/>
                </a:lnTo>
                <a:lnTo>
                  <a:pt x="55422" y="11404"/>
                </a:lnTo>
                <a:lnTo>
                  <a:pt x="55422" y="34213"/>
                </a:lnTo>
                <a:lnTo>
                  <a:pt x="51346" y="58686"/>
                </a:lnTo>
                <a:lnTo>
                  <a:pt x="40081" y="80251"/>
                </a:lnTo>
                <a:lnTo>
                  <a:pt x="22618" y="97751"/>
                </a:lnTo>
                <a:lnTo>
                  <a:pt x="0" y="109982"/>
                </a:lnTo>
                <a:lnTo>
                  <a:pt x="10515" y="125603"/>
                </a:lnTo>
                <a:lnTo>
                  <a:pt x="28651" y="116281"/>
                </a:lnTo>
                <a:lnTo>
                  <a:pt x="44132" y="103492"/>
                </a:lnTo>
                <a:lnTo>
                  <a:pt x="56553" y="87680"/>
                </a:lnTo>
                <a:lnTo>
                  <a:pt x="65506" y="69291"/>
                </a:lnTo>
                <a:lnTo>
                  <a:pt x="74434" y="85572"/>
                </a:lnTo>
                <a:lnTo>
                  <a:pt x="86575" y="99644"/>
                </a:lnTo>
                <a:lnTo>
                  <a:pt x="101485" y="111074"/>
                </a:lnTo>
                <a:lnTo>
                  <a:pt x="118745" y="119456"/>
                </a:lnTo>
                <a:lnTo>
                  <a:pt x="129273" y="104025"/>
                </a:lnTo>
                <a:close/>
              </a:path>
              <a:path w="622934" h="220979">
                <a:moveTo>
                  <a:pt x="175234" y="179806"/>
                </a:moveTo>
                <a:lnTo>
                  <a:pt x="170243" y="162890"/>
                </a:lnTo>
                <a:lnTo>
                  <a:pt x="161696" y="155422"/>
                </a:lnTo>
                <a:lnTo>
                  <a:pt x="156286" y="150685"/>
                </a:lnTo>
                <a:lnTo>
                  <a:pt x="156286" y="179806"/>
                </a:lnTo>
                <a:lnTo>
                  <a:pt x="152590" y="190220"/>
                </a:lnTo>
                <a:lnTo>
                  <a:pt x="141947" y="197954"/>
                </a:lnTo>
                <a:lnTo>
                  <a:pt x="125056" y="202793"/>
                </a:lnTo>
                <a:lnTo>
                  <a:pt x="102603" y="204533"/>
                </a:lnTo>
                <a:lnTo>
                  <a:pt x="80137" y="202793"/>
                </a:lnTo>
                <a:lnTo>
                  <a:pt x="63207" y="197954"/>
                </a:lnTo>
                <a:lnTo>
                  <a:pt x="52565" y="190220"/>
                </a:lnTo>
                <a:lnTo>
                  <a:pt x="48933" y="179806"/>
                </a:lnTo>
                <a:lnTo>
                  <a:pt x="52565" y="169621"/>
                </a:lnTo>
                <a:lnTo>
                  <a:pt x="102603" y="155422"/>
                </a:lnTo>
                <a:lnTo>
                  <a:pt x="141947" y="161950"/>
                </a:lnTo>
                <a:lnTo>
                  <a:pt x="156286" y="179806"/>
                </a:lnTo>
                <a:lnTo>
                  <a:pt x="156286" y="150685"/>
                </a:lnTo>
                <a:lnTo>
                  <a:pt x="155892" y="150329"/>
                </a:lnTo>
                <a:lnTo>
                  <a:pt x="133045" y="142506"/>
                </a:lnTo>
                <a:lnTo>
                  <a:pt x="102603" y="139801"/>
                </a:lnTo>
                <a:lnTo>
                  <a:pt x="72009" y="142506"/>
                </a:lnTo>
                <a:lnTo>
                  <a:pt x="48996" y="150329"/>
                </a:lnTo>
                <a:lnTo>
                  <a:pt x="34505" y="162890"/>
                </a:lnTo>
                <a:lnTo>
                  <a:pt x="29464" y="179806"/>
                </a:lnTo>
                <a:lnTo>
                  <a:pt x="34505" y="196875"/>
                </a:lnTo>
                <a:lnTo>
                  <a:pt x="48996" y="209486"/>
                </a:lnTo>
                <a:lnTo>
                  <a:pt x="72009" y="217297"/>
                </a:lnTo>
                <a:lnTo>
                  <a:pt x="102603" y="219964"/>
                </a:lnTo>
                <a:lnTo>
                  <a:pt x="133045" y="217297"/>
                </a:lnTo>
                <a:lnTo>
                  <a:pt x="155892" y="209486"/>
                </a:lnTo>
                <a:lnTo>
                  <a:pt x="161531" y="204533"/>
                </a:lnTo>
                <a:lnTo>
                  <a:pt x="170243" y="196875"/>
                </a:lnTo>
                <a:lnTo>
                  <a:pt x="175234" y="179806"/>
                </a:lnTo>
                <a:close/>
              </a:path>
              <a:path w="622934" h="220979">
                <a:moveTo>
                  <a:pt x="206451" y="57543"/>
                </a:moveTo>
                <a:lnTo>
                  <a:pt x="173304" y="57543"/>
                </a:lnTo>
                <a:lnTo>
                  <a:pt x="173304" y="0"/>
                </a:lnTo>
                <a:lnTo>
                  <a:pt x="153822" y="0"/>
                </a:lnTo>
                <a:lnTo>
                  <a:pt x="153822" y="134188"/>
                </a:lnTo>
                <a:lnTo>
                  <a:pt x="173304" y="134188"/>
                </a:lnTo>
                <a:lnTo>
                  <a:pt x="173304" y="73850"/>
                </a:lnTo>
                <a:lnTo>
                  <a:pt x="206451" y="73850"/>
                </a:lnTo>
                <a:lnTo>
                  <a:pt x="206451" y="57543"/>
                </a:lnTo>
                <a:close/>
              </a:path>
              <a:path w="622934" h="220979">
                <a:moveTo>
                  <a:pt x="395198" y="35521"/>
                </a:moveTo>
                <a:lnTo>
                  <a:pt x="375716" y="35521"/>
                </a:lnTo>
                <a:lnTo>
                  <a:pt x="375716" y="50761"/>
                </a:lnTo>
                <a:lnTo>
                  <a:pt x="375716" y="78701"/>
                </a:lnTo>
                <a:lnTo>
                  <a:pt x="266623" y="78701"/>
                </a:lnTo>
                <a:lnTo>
                  <a:pt x="266623" y="50761"/>
                </a:lnTo>
                <a:lnTo>
                  <a:pt x="375716" y="50761"/>
                </a:lnTo>
                <a:lnTo>
                  <a:pt x="375716" y="35521"/>
                </a:lnTo>
                <a:lnTo>
                  <a:pt x="266623" y="35521"/>
                </a:lnTo>
                <a:lnTo>
                  <a:pt x="266623" y="7581"/>
                </a:lnTo>
                <a:lnTo>
                  <a:pt x="247142" y="7581"/>
                </a:lnTo>
                <a:lnTo>
                  <a:pt x="247142" y="35521"/>
                </a:lnTo>
                <a:lnTo>
                  <a:pt x="247142" y="50761"/>
                </a:lnTo>
                <a:lnTo>
                  <a:pt x="247142" y="78701"/>
                </a:lnTo>
                <a:lnTo>
                  <a:pt x="247142" y="95211"/>
                </a:lnTo>
                <a:lnTo>
                  <a:pt x="395198" y="95211"/>
                </a:lnTo>
                <a:lnTo>
                  <a:pt x="395198" y="79286"/>
                </a:lnTo>
                <a:lnTo>
                  <a:pt x="395198" y="78701"/>
                </a:lnTo>
                <a:lnTo>
                  <a:pt x="395198" y="50761"/>
                </a:lnTo>
                <a:lnTo>
                  <a:pt x="395198" y="50342"/>
                </a:lnTo>
                <a:lnTo>
                  <a:pt x="395198" y="35521"/>
                </a:lnTo>
                <a:close/>
              </a:path>
              <a:path w="622934" h="220979">
                <a:moveTo>
                  <a:pt x="395198" y="7023"/>
                </a:moveTo>
                <a:lnTo>
                  <a:pt x="375716" y="7023"/>
                </a:lnTo>
                <a:lnTo>
                  <a:pt x="375716" y="35433"/>
                </a:lnTo>
                <a:lnTo>
                  <a:pt x="395198" y="35433"/>
                </a:lnTo>
                <a:lnTo>
                  <a:pt x="395198" y="7023"/>
                </a:lnTo>
                <a:close/>
              </a:path>
              <a:path w="622934" h="220979">
                <a:moveTo>
                  <a:pt x="399580" y="199351"/>
                </a:moveTo>
                <a:lnTo>
                  <a:pt x="265391" y="199351"/>
                </a:lnTo>
                <a:lnTo>
                  <a:pt x="265391" y="154901"/>
                </a:lnTo>
                <a:lnTo>
                  <a:pt x="246087" y="154901"/>
                </a:lnTo>
                <a:lnTo>
                  <a:pt x="246087" y="199351"/>
                </a:lnTo>
                <a:lnTo>
                  <a:pt x="246087" y="215861"/>
                </a:lnTo>
                <a:lnTo>
                  <a:pt x="399580" y="215861"/>
                </a:lnTo>
                <a:lnTo>
                  <a:pt x="399580" y="199351"/>
                </a:lnTo>
                <a:close/>
              </a:path>
              <a:path w="622934" h="220979">
                <a:moveTo>
                  <a:pt x="422033" y="116649"/>
                </a:moveTo>
                <a:lnTo>
                  <a:pt x="220129" y="116649"/>
                </a:lnTo>
                <a:lnTo>
                  <a:pt x="220129" y="132613"/>
                </a:lnTo>
                <a:lnTo>
                  <a:pt x="312928" y="132613"/>
                </a:lnTo>
                <a:lnTo>
                  <a:pt x="312928" y="175768"/>
                </a:lnTo>
                <a:lnTo>
                  <a:pt x="332219" y="175768"/>
                </a:lnTo>
                <a:lnTo>
                  <a:pt x="332219" y="132613"/>
                </a:lnTo>
                <a:lnTo>
                  <a:pt x="422033" y="132613"/>
                </a:lnTo>
                <a:lnTo>
                  <a:pt x="422033" y="116649"/>
                </a:lnTo>
                <a:close/>
              </a:path>
              <a:path w="622934" h="220979">
                <a:moveTo>
                  <a:pt x="569899" y="104902"/>
                </a:moveTo>
                <a:lnTo>
                  <a:pt x="547814" y="93649"/>
                </a:lnTo>
                <a:lnTo>
                  <a:pt x="530517" y="77406"/>
                </a:lnTo>
                <a:lnTo>
                  <a:pt x="525830" y="69113"/>
                </a:lnTo>
                <a:lnTo>
                  <a:pt x="519290" y="57543"/>
                </a:lnTo>
                <a:lnTo>
                  <a:pt x="515353" y="35433"/>
                </a:lnTo>
                <a:lnTo>
                  <a:pt x="515353" y="11226"/>
                </a:lnTo>
                <a:lnTo>
                  <a:pt x="496049" y="11226"/>
                </a:lnTo>
                <a:lnTo>
                  <a:pt x="496049" y="34556"/>
                </a:lnTo>
                <a:lnTo>
                  <a:pt x="491972" y="58966"/>
                </a:lnTo>
                <a:lnTo>
                  <a:pt x="480682" y="80391"/>
                </a:lnTo>
                <a:lnTo>
                  <a:pt x="463169" y="97663"/>
                </a:lnTo>
                <a:lnTo>
                  <a:pt x="440448" y="109639"/>
                </a:lnTo>
                <a:lnTo>
                  <a:pt x="450977" y="125603"/>
                </a:lnTo>
                <a:lnTo>
                  <a:pt x="469176" y="116141"/>
                </a:lnTo>
                <a:lnTo>
                  <a:pt x="484695" y="103314"/>
                </a:lnTo>
                <a:lnTo>
                  <a:pt x="497128" y="87503"/>
                </a:lnTo>
                <a:lnTo>
                  <a:pt x="506056" y="69113"/>
                </a:lnTo>
                <a:lnTo>
                  <a:pt x="514896" y="85775"/>
                </a:lnTo>
                <a:lnTo>
                  <a:pt x="526973" y="100203"/>
                </a:lnTo>
                <a:lnTo>
                  <a:pt x="541870" y="111937"/>
                </a:lnTo>
                <a:lnTo>
                  <a:pt x="559206" y="120510"/>
                </a:lnTo>
                <a:lnTo>
                  <a:pt x="569899" y="104902"/>
                </a:lnTo>
                <a:close/>
              </a:path>
              <a:path w="622934" h="220979">
                <a:moveTo>
                  <a:pt x="622871" y="142608"/>
                </a:moveTo>
                <a:lnTo>
                  <a:pt x="474472" y="142608"/>
                </a:lnTo>
                <a:lnTo>
                  <a:pt x="474472" y="158229"/>
                </a:lnTo>
                <a:lnTo>
                  <a:pt x="603402" y="158229"/>
                </a:lnTo>
                <a:lnTo>
                  <a:pt x="603402" y="220497"/>
                </a:lnTo>
                <a:lnTo>
                  <a:pt x="622871" y="220497"/>
                </a:lnTo>
                <a:lnTo>
                  <a:pt x="622871" y="142608"/>
                </a:lnTo>
                <a:close/>
              </a:path>
              <a:path w="622934" h="220979">
                <a:moveTo>
                  <a:pt x="622871" y="0"/>
                </a:moveTo>
                <a:lnTo>
                  <a:pt x="603402" y="0"/>
                </a:lnTo>
                <a:lnTo>
                  <a:pt x="603402" y="46316"/>
                </a:lnTo>
                <a:lnTo>
                  <a:pt x="554291" y="46316"/>
                </a:lnTo>
                <a:lnTo>
                  <a:pt x="554291" y="62623"/>
                </a:lnTo>
                <a:lnTo>
                  <a:pt x="603402" y="62623"/>
                </a:lnTo>
                <a:lnTo>
                  <a:pt x="603402" y="130340"/>
                </a:lnTo>
                <a:lnTo>
                  <a:pt x="622871" y="130340"/>
                </a:lnTo>
                <a:lnTo>
                  <a:pt x="6228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" name="object 56"/>
          <p:cNvGrpSpPr/>
          <p:nvPr/>
        </p:nvGrpSpPr>
        <p:grpSpPr>
          <a:xfrm>
            <a:off x="13351961" y="5898825"/>
            <a:ext cx="417830" cy="220979"/>
            <a:chOff x="13351961" y="5898825"/>
            <a:chExt cx="417830" cy="220979"/>
          </a:xfrm>
        </p:grpSpPr>
        <p:pic>
          <p:nvPicPr>
            <p:cNvPr id="57" name="object 5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351961" y="5898825"/>
              <a:ext cx="179445" cy="22049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568768" y="5899878"/>
              <a:ext cx="201019" cy="216982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13851923" y="5898825"/>
            <a:ext cx="425450" cy="220345"/>
            <a:chOff x="13851923" y="5898825"/>
            <a:chExt cx="425450" cy="220345"/>
          </a:xfrm>
        </p:grpSpPr>
        <p:pic>
          <p:nvPicPr>
            <p:cNvPr id="60" name="object 6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851923" y="5898825"/>
              <a:ext cx="187689" cy="21557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070484" y="5898825"/>
              <a:ext cx="206459" cy="219964"/>
            </a:xfrm>
            <a:prstGeom prst="rect">
              <a:avLst/>
            </a:prstGeom>
          </p:spPr>
        </p:pic>
      </p:grpSp>
      <p:pic>
        <p:nvPicPr>
          <p:cNvPr id="62" name="object 6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4354489" y="5898825"/>
            <a:ext cx="427122" cy="220490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3137213" y="6759119"/>
            <a:ext cx="2157095" cy="503555"/>
            <a:chOff x="3137213" y="6759119"/>
            <a:chExt cx="2157095" cy="503555"/>
          </a:xfrm>
        </p:grpSpPr>
        <p:pic>
          <p:nvPicPr>
            <p:cNvPr id="64" name="object 6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137213" y="6759119"/>
              <a:ext cx="2156841" cy="50328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249181" y="7060156"/>
              <a:ext cx="116823" cy="18207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4420" y="7060156"/>
              <a:ext cx="125593" cy="18453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549482" y="7060156"/>
              <a:ext cx="116823" cy="18207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95775" y="7060156"/>
              <a:ext cx="128049" cy="184531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6132338" y="6779466"/>
            <a:ext cx="636905" cy="184785"/>
            <a:chOff x="6132338" y="6779466"/>
            <a:chExt cx="636905" cy="184785"/>
          </a:xfrm>
        </p:grpSpPr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2338" y="6779466"/>
              <a:ext cx="116823" cy="18207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277579" y="6779466"/>
              <a:ext cx="125592" cy="184531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2641" y="6779466"/>
              <a:ext cx="116823" cy="18207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578932" y="6779466"/>
              <a:ext cx="128049" cy="184531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736977" y="693102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4">
                  <a:moveTo>
                    <a:pt x="24908" y="0"/>
                  </a:moveTo>
                  <a:lnTo>
                    <a:pt x="7367" y="0"/>
                  </a:lnTo>
                  <a:lnTo>
                    <a:pt x="0" y="7191"/>
                  </a:lnTo>
                  <a:lnTo>
                    <a:pt x="175" y="15961"/>
                  </a:lnTo>
                  <a:lnTo>
                    <a:pt x="0" y="24732"/>
                  </a:lnTo>
                  <a:lnTo>
                    <a:pt x="7367" y="31923"/>
                  </a:lnTo>
                  <a:lnTo>
                    <a:pt x="16137" y="31923"/>
                  </a:lnTo>
                  <a:lnTo>
                    <a:pt x="24908" y="31923"/>
                  </a:lnTo>
                  <a:lnTo>
                    <a:pt x="32100" y="24732"/>
                  </a:lnTo>
                  <a:lnTo>
                    <a:pt x="32100" y="7191"/>
                  </a:lnTo>
                  <a:lnTo>
                    <a:pt x="249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6865668" y="6781923"/>
            <a:ext cx="182880" cy="182245"/>
            <a:chOff x="6865668" y="6781923"/>
            <a:chExt cx="182880" cy="182245"/>
          </a:xfrm>
        </p:grpSpPr>
        <p:pic>
          <p:nvPicPr>
            <p:cNvPr id="76" name="object 7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65668" y="6781923"/>
              <a:ext cx="120331" cy="182075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016345" y="693102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4">
                  <a:moveTo>
                    <a:pt x="24907" y="0"/>
                  </a:moveTo>
                  <a:lnTo>
                    <a:pt x="7367" y="0"/>
                  </a:lnTo>
                  <a:lnTo>
                    <a:pt x="0" y="7191"/>
                  </a:lnTo>
                  <a:lnTo>
                    <a:pt x="175" y="15961"/>
                  </a:lnTo>
                  <a:lnTo>
                    <a:pt x="0" y="24732"/>
                  </a:lnTo>
                  <a:lnTo>
                    <a:pt x="7367" y="31923"/>
                  </a:lnTo>
                  <a:lnTo>
                    <a:pt x="16138" y="31923"/>
                  </a:lnTo>
                  <a:lnTo>
                    <a:pt x="24907" y="31923"/>
                  </a:lnTo>
                  <a:lnTo>
                    <a:pt x="32100" y="24732"/>
                  </a:lnTo>
                  <a:lnTo>
                    <a:pt x="32100" y="7191"/>
                  </a:lnTo>
                  <a:lnTo>
                    <a:pt x="24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7145115" y="6779466"/>
            <a:ext cx="213360" cy="182245"/>
            <a:chOff x="7145115" y="6779466"/>
            <a:chExt cx="213360" cy="182245"/>
          </a:xfrm>
        </p:grpSpPr>
        <p:pic>
          <p:nvPicPr>
            <p:cNvPr id="79" name="object 7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45115" y="6779466"/>
              <a:ext cx="116823" cy="18207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290704" y="6781923"/>
              <a:ext cx="67181" cy="179619"/>
            </a:xfrm>
            <a:prstGeom prst="rect">
              <a:avLst/>
            </a:prstGeom>
          </p:spPr>
        </p:pic>
      </p:grpSp>
      <p:grpSp>
        <p:nvGrpSpPr>
          <p:cNvPr id="81" name="object 81"/>
          <p:cNvGrpSpPr/>
          <p:nvPr/>
        </p:nvGrpSpPr>
        <p:grpSpPr>
          <a:xfrm>
            <a:off x="7476831" y="6769978"/>
            <a:ext cx="344170" cy="228600"/>
            <a:chOff x="7476831" y="6769978"/>
            <a:chExt cx="344170" cy="228600"/>
          </a:xfrm>
        </p:grpSpPr>
        <p:pic>
          <p:nvPicPr>
            <p:cNvPr id="82" name="object 8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476831" y="6769978"/>
              <a:ext cx="272060" cy="228225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7768187" y="6773678"/>
              <a:ext cx="52705" cy="224790"/>
            </a:xfrm>
            <a:custGeom>
              <a:avLst/>
              <a:gdLst/>
              <a:ahLst/>
              <a:cxnLst/>
              <a:rect l="l" t="t" r="r" b="b"/>
              <a:pathLst>
                <a:path w="52704" h="224790">
                  <a:moveTo>
                    <a:pt x="18943" y="0"/>
                  </a:moveTo>
                  <a:lnTo>
                    <a:pt x="0" y="0"/>
                  </a:lnTo>
                  <a:lnTo>
                    <a:pt x="11845" y="21438"/>
                  </a:lnTo>
                  <a:lnTo>
                    <a:pt x="21487" y="49159"/>
                  </a:lnTo>
                  <a:lnTo>
                    <a:pt x="27972" y="80365"/>
                  </a:lnTo>
                  <a:lnTo>
                    <a:pt x="30345" y="112262"/>
                  </a:lnTo>
                  <a:lnTo>
                    <a:pt x="27972" y="144160"/>
                  </a:lnTo>
                  <a:lnTo>
                    <a:pt x="21487" y="175366"/>
                  </a:lnTo>
                  <a:lnTo>
                    <a:pt x="11845" y="203086"/>
                  </a:lnTo>
                  <a:lnTo>
                    <a:pt x="0" y="224525"/>
                  </a:lnTo>
                  <a:lnTo>
                    <a:pt x="18943" y="224525"/>
                  </a:lnTo>
                  <a:lnTo>
                    <a:pt x="33280" y="200028"/>
                  </a:lnTo>
                  <a:lnTo>
                    <a:pt x="43785" y="173261"/>
                  </a:lnTo>
                  <a:lnTo>
                    <a:pt x="50245" y="144061"/>
                  </a:lnTo>
                  <a:lnTo>
                    <a:pt x="52446" y="112262"/>
                  </a:lnTo>
                  <a:lnTo>
                    <a:pt x="50245" y="80463"/>
                  </a:lnTo>
                  <a:lnTo>
                    <a:pt x="43785" y="51263"/>
                  </a:lnTo>
                  <a:lnTo>
                    <a:pt x="33280" y="24497"/>
                  </a:lnTo>
                  <a:lnTo>
                    <a:pt x="18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/>
          <p:nvPr/>
        </p:nvSpPr>
        <p:spPr>
          <a:xfrm>
            <a:off x="7926876" y="6867698"/>
            <a:ext cx="122555" cy="45720"/>
          </a:xfrm>
          <a:custGeom>
            <a:avLst/>
            <a:gdLst/>
            <a:ahLst/>
            <a:cxnLst/>
            <a:rect l="l" t="t" r="r" b="b"/>
            <a:pathLst>
              <a:path w="122554" h="45720">
                <a:moveTo>
                  <a:pt x="34731" y="0"/>
                </a:moveTo>
                <a:lnTo>
                  <a:pt x="21608" y="2239"/>
                </a:lnTo>
                <a:lnTo>
                  <a:pt x="10393" y="9362"/>
                </a:lnTo>
                <a:lnTo>
                  <a:pt x="2664" y="21978"/>
                </a:lnTo>
                <a:lnTo>
                  <a:pt x="0" y="40694"/>
                </a:lnTo>
                <a:lnTo>
                  <a:pt x="19295" y="40694"/>
                </a:lnTo>
                <a:lnTo>
                  <a:pt x="20336" y="30912"/>
                </a:lnTo>
                <a:lnTo>
                  <a:pt x="23680" y="24271"/>
                </a:lnTo>
                <a:lnTo>
                  <a:pt x="28866" y="20492"/>
                </a:lnTo>
                <a:lnTo>
                  <a:pt x="35433" y="19294"/>
                </a:lnTo>
                <a:lnTo>
                  <a:pt x="41572" y="19294"/>
                </a:lnTo>
                <a:lnTo>
                  <a:pt x="45606" y="22100"/>
                </a:lnTo>
                <a:lnTo>
                  <a:pt x="54202" y="29468"/>
                </a:lnTo>
                <a:lnTo>
                  <a:pt x="63134" y="36726"/>
                </a:lnTo>
                <a:lnTo>
                  <a:pt x="71194" y="41747"/>
                </a:lnTo>
                <a:lnTo>
                  <a:pt x="79091" y="44663"/>
                </a:lnTo>
                <a:lnTo>
                  <a:pt x="87529" y="45606"/>
                </a:lnTo>
                <a:lnTo>
                  <a:pt x="100680" y="43339"/>
                </a:lnTo>
                <a:lnTo>
                  <a:pt x="111955" y="36156"/>
                </a:lnTo>
                <a:lnTo>
                  <a:pt x="119745" y="23479"/>
                </a:lnTo>
                <a:lnTo>
                  <a:pt x="122436" y="4735"/>
                </a:lnTo>
                <a:lnTo>
                  <a:pt x="102966" y="4735"/>
                </a:lnTo>
                <a:lnTo>
                  <a:pt x="102001" y="13999"/>
                </a:lnTo>
                <a:lnTo>
                  <a:pt x="98800" y="20697"/>
                </a:lnTo>
                <a:lnTo>
                  <a:pt x="93691" y="24765"/>
                </a:lnTo>
                <a:lnTo>
                  <a:pt x="87003" y="26135"/>
                </a:lnTo>
                <a:lnTo>
                  <a:pt x="80689" y="26135"/>
                </a:lnTo>
                <a:lnTo>
                  <a:pt x="76654" y="23329"/>
                </a:lnTo>
                <a:lnTo>
                  <a:pt x="68059" y="15961"/>
                </a:lnTo>
                <a:lnTo>
                  <a:pt x="59127" y="8805"/>
                </a:lnTo>
                <a:lnTo>
                  <a:pt x="51066" y="3836"/>
                </a:lnTo>
                <a:lnTo>
                  <a:pt x="43170" y="940"/>
                </a:lnTo>
                <a:lnTo>
                  <a:pt x="347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5" name="object 85"/>
          <p:cNvGrpSpPr/>
          <p:nvPr/>
        </p:nvGrpSpPr>
        <p:grpSpPr>
          <a:xfrm>
            <a:off x="8148066" y="6779466"/>
            <a:ext cx="274320" cy="184785"/>
            <a:chOff x="8148066" y="6779466"/>
            <a:chExt cx="274320" cy="184785"/>
          </a:xfrm>
        </p:grpSpPr>
        <p:pic>
          <p:nvPicPr>
            <p:cNvPr id="86" name="object 8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8066" y="6779466"/>
              <a:ext cx="116823" cy="182076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296815" y="6779466"/>
              <a:ext cx="125067" cy="184531"/>
            </a:xfrm>
            <a:prstGeom prst="rect">
              <a:avLst/>
            </a:prstGeom>
          </p:spPr>
        </p:pic>
      </p:grpSp>
      <p:pic>
        <p:nvPicPr>
          <p:cNvPr id="88" name="object 8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8525028" y="6773678"/>
            <a:ext cx="343802" cy="224525"/>
          </a:xfrm>
          <a:prstGeom prst="rect">
            <a:avLst/>
          </a:prstGeom>
        </p:spPr>
      </p:pic>
      <p:grpSp>
        <p:nvGrpSpPr>
          <p:cNvPr id="89" name="object 89"/>
          <p:cNvGrpSpPr/>
          <p:nvPr/>
        </p:nvGrpSpPr>
        <p:grpSpPr>
          <a:xfrm>
            <a:off x="6930125" y="7041914"/>
            <a:ext cx="423545" cy="220979"/>
            <a:chOff x="6930125" y="7041914"/>
            <a:chExt cx="423545" cy="220979"/>
          </a:xfrm>
        </p:grpSpPr>
        <p:pic>
          <p:nvPicPr>
            <p:cNvPr id="90" name="object 9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930125" y="7041914"/>
              <a:ext cx="191021" cy="22049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152370" y="7055771"/>
              <a:ext cx="201019" cy="206457"/>
            </a:xfrm>
            <a:prstGeom prst="rect">
              <a:avLst/>
            </a:prstGeom>
          </p:spPr>
        </p:pic>
      </p:grpSp>
      <p:grpSp>
        <p:nvGrpSpPr>
          <p:cNvPr id="92" name="object 92"/>
          <p:cNvGrpSpPr/>
          <p:nvPr/>
        </p:nvGrpSpPr>
        <p:grpSpPr>
          <a:xfrm>
            <a:off x="7435350" y="7041914"/>
            <a:ext cx="645160" cy="217804"/>
            <a:chOff x="7435350" y="7041914"/>
            <a:chExt cx="645160" cy="217804"/>
          </a:xfrm>
        </p:grpSpPr>
        <p:pic>
          <p:nvPicPr>
            <p:cNvPr id="93" name="object 9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435350" y="7056823"/>
              <a:ext cx="421510" cy="17670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877383" y="7041914"/>
              <a:ext cx="202773" cy="217508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10006542" y="6919762"/>
            <a:ext cx="636905" cy="184785"/>
            <a:chOff x="10006542" y="6919762"/>
            <a:chExt cx="636905" cy="184785"/>
          </a:xfrm>
        </p:grpSpPr>
        <p:pic>
          <p:nvPicPr>
            <p:cNvPr id="96" name="object 9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006542" y="6919762"/>
              <a:ext cx="116823" cy="18207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51782" y="6919762"/>
              <a:ext cx="125593" cy="184531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306844" y="6919762"/>
              <a:ext cx="116823" cy="182076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453137" y="6919762"/>
              <a:ext cx="128049" cy="184531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10611182" y="7071316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4">
                  <a:moveTo>
                    <a:pt x="24907" y="0"/>
                  </a:moveTo>
                  <a:lnTo>
                    <a:pt x="7366" y="0"/>
                  </a:lnTo>
                  <a:lnTo>
                    <a:pt x="0" y="7192"/>
                  </a:lnTo>
                  <a:lnTo>
                    <a:pt x="174" y="15962"/>
                  </a:lnTo>
                  <a:lnTo>
                    <a:pt x="0" y="24732"/>
                  </a:lnTo>
                  <a:lnTo>
                    <a:pt x="7366" y="31924"/>
                  </a:lnTo>
                  <a:lnTo>
                    <a:pt x="16137" y="31924"/>
                  </a:lnTo>
                  <a:lnTo>
                    <a:pt x="24907" y="31924"/>
                  </a:lnTo>
                  <a:lnTo>
                    <a:pt x="32099" y="24732"/>
                  </a:lnTo>
                  <a:lnTo>
                    <a:pt x="32099" y="7192"/>
                  </a:lnTo>
                  <a:lnTo>
                    <a:pt x="24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10735312" y="6922217"/>
            <a:ext cx="194310" cy="181610"/>
            <a:chOff x="10735312" y="6922217"/>
            <a:chExt cx="194310" cy="181610"/>
          </a:xfrm>
        </p:grpSpPr>
        <p:pic>
          <p:nvPicPr>
            <p:cNvPr id="102" name="object 10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735312" y="6922217"/>
              <a:ext cx="133487" cy="179620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10897391" y="7071316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4">
                  <a:moveTo>
                    <a:pt x="24907" y="0"/>
                  </a:moveTo>
                  <a:lnTo>
                    <a:pt x="7366" y="0"/>
                  </a:lnTo>
                  <a:lnTo>
                    <a:pt x="0" y="7192"/>
                  </a:lnTo>
                  <a:lnTo>
                    <a:pt x="175" y="15962"/>
                  </a:lnTo>
                  <a:lnTo>
                    <a:pt x="0" y="24732"/>
                  </a:lnTo>
                  <a:lnTo>
                    <a:pt x="7366" y="31924"/>
                  </a:lnTo>
                  <a:lnTo>
                    <a:pt x="16137" y="31924"/>
                  </a:lnTo>
                  <a:lnTo>
                    <a:pt x="24907" y="31924"/>
                  </a:lnTo>
                  <a:lnTo>
                    <a:pt x="32099" y="24732"/>
                  </a:lnTo>
                  <a:lnTo>
                    <a:pt x="32099" y="7192"/>
                  </a:lnTo>
                  <a:lnTo>
                    <a:pt x="249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4" name="object 104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1022656" y="6922217"/>
            <a:ext cx="67181" cy="179620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1208756" y="6901519"/>
            <a:ext cx="343802" cy="236979"/>
          </a:xfrm>
          <a:prstGeom prst="rect">
            <a:avLst/>
          </a:prstGeom>
        </p:spPr>
      </p:pic>
      <p:grpSp>
        <p:nvGrpSpPr>
          <p:cNvPr id="106" name="object 106"/>
          <p:cNvGrpSpPr/>
          <p:nvPr/>
        </p:nvGrpSpPr>
        <p:grpSpPr>
          <a:xfrm>
            <a:off x="12486935" y="6901519"/>
            <a:ext cx="645160" cy="220979"/>
            <a:chOff x="12486935" y="6901519"/>
            <a:chExt cx="645160" cy="220979"/>
          </a:xfrm>
        </p:grpSpPr>
        <p:pic>
          <p:nvPicPr>
            <p:cNvPr id="107" name="object 10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486935" y="6901519"/>
              <a:ext cx="188391" cy="218034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704970" y="6901519"/>
              <a:ext cx="427123" cy="220490"/>
            </a:xfrm>
            <a:prstGeom prst="rect">
              <a:avLst/>
            </a:prstGeom>
          </p:spPr>
        </p:pic>
      </p:grpSp>
      <p:pic>
        <p:nvPicPr>
          <p:cNvPr id="109" name="object 109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3217819" y="6901519"/>
            <a:ext cx="390988" cy="220490"/>
          </a:xfrm>
          <a:prstGeom prst="rect">
            <a:avLst/>
          </a:prstGeom>
        </p:spPr>
      </p:pic>
      <p:grpSp>
        <p:nvGrpSpPr>
          <p:cNvPr id="110" name="object 110"/>
          <p:cNvGrpSpPr/>
          <p:nvPr/>
        </p:nvGrpSpPr>
        <p:grpSpPr>
          <a:xfrm>
            <a:off x="13710738" y="6901519"/>
            <a:ext cx="426084" cy="220345"/>
            <a:chOff x="13710738" y="6901519"/>
            <a:chExt cx="426084" cy="220345"/>
          </a:xfrm>
        </p:grpSpPr>
        <p:pic>
          <p:nvPicPr>
            <p:cNvPr id="111" name="object 11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3710738" y="6901519"/>
              <a:ext cx="182952" cy="219963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3931227" y="6901519"/>
              <a:ext cx="205055" cy="220315"/>
            </a:xfrm>
            <a:prstGeom prst="rect">
              <a:avLst/>
            </a:prstGeom>
          </p:spPr>
        </p:pic>
      </p:grpSp>
      <p:grpSp>
        <p:nvGrpSpPr>
          <p:cNvPr id="113" name="object 113"/>
          <p:cNvGrpSpPr/>
          <p:nvPr/>
        </p:nvGrpSpPr>
        <p:grpSpPr>
          <a:xfrm>
            <a:off x="14212954" y="6901519"/>
            <a:ext cx="421640" cy="220979"/>
            <a:chOff x="14212954" y="6901519"/>
            <a:chExt cx="421640" cy="220979"/>
          </a:xfrm>
        </p:grpSpPr>
        <p:pic>
          <p:nvPicPr>
            <p:cNvPr id="114" name="object 11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4212954" y="6901519"/>
              <a:ext cx="181723" cy="220490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14432559" y="6922045"/>
              <a:ext cx="201930" cy="173355"/>
            </a:xfrm>
            <a:custGeom>
              <a:avLst/>
              <a:gdLst/>
              <a:ahLst/>
              <a:cxnLst/>
              <a:rect l="l" t="t" r="r" b="b"/>
              <a:pathLst>
                <a:path w="201930" h="173354">
                  <a:moveTo>
                    <a:pt x="201891" y="156819"/>
                  </a:moveTo>
                  <a:lnTo>
                    <a:pt x="144183" y="156819"/>
                  </a:lnTo>
                  <a:lnTo>
                    <a:pt x="144183" y="104190"/>
                  </a:lnTo>
                  <a:lnTo>
                    <a:pt x="182079" y="104190"/>
                  </a:lnTo>
                  <a:lnTo>
                    <a:pt x="182079" y="88061"/>
                  </a:lnTo>
                  <a:lnTo>
                    <a:pt x="147523" y="88061"/>
                  </a:lnTo>
                  <a:lnTo>
                    <a:pt x="147523" y="16141"/>
                  </a:lnTo>
                  <a:lnTo>
                    <a:pt x="182600" y="16141"/>
                  </a:lnTo>
                  <a:lnTo>
                    <a:pt x="182600" y="0"/>
                  </a:lnTo>
                  <a:lnTo>
                    <a:pt x="128397" y="0"/>
                  </a:lnTo>
                  <a:lnTo>
                    <a:pt x="128397" y="16141"/>
                  </a:lnTo>
                  <a:lnTo>
                    <a:pt x="128397" y="88061"/>
                  </a:lnTo>
                  <a:lnTo>
                    <a:pt x="124714" y="88061"/>
                  </a:lnTo>
                  <a:lnTo>
                    <a:pt x="124714" y="104190"/>
                  </a:lnTo>
                  <a:lnTo>
                    <a:pt x="124714" y="156819"/>
                  </a:lnTo>
                  <a:lnTo>
                    <a:pt x="75780" y="156819"/>
                  </a:lnTo>
                  <a:lnTo>
                    <a:pt x="75780" y="104190"/>
                  </a:lnTo>
                  <a:lnTo>
                    <a:pt x="124714" y="104190"/>
                  </a:lnTo>
                  <a:lnTo>
                    <a:pt x="124714" y="88061"/>
                  </a:lnTo>
                  <a:lnTo>
                    <a:pt x="72097" y="88061"/>
                  </a:lnTo>
                  <a:lnTo>
                    <a:pt x="72097" y="16141"/>
                  </a:lnTo>
                  <a:lnTo>
                    <a:pt x="128397" y="16141"/>
                  </a:lnTo>
                  <a:lnTo>
                    <a:pt x="128397" y="0"/>
                  </a:lnTo>
                  <a:lnTo>
                    <a:pt x="17894" y="0"/>
                  </a:lnTo>
                  <a:lnTo>
                    <a:pt x="17894" y="16141"/>
                  </a:lnTo>
                  <a:lnTo>
                    <a:pt x="52793" y="16141"/>
                  </a:lnTo>
                  <a:lnTo>
                    <a:pt x="52793" y="88061"/>
                  </a:lnTo>
                  <a:lnTo>
                    <a:pt x="18237" y="88061"/>
                  </a:lnTo>
                  <a:lnTo>
                    <a:pt x="18237" y="104190"/>
                  </a:lnTo>
                  <a:lnTo>
                    <a:pt x="56311" y="104190"/>
                  </a:lnTo>
                  <a:lnTo>
                    <a:pt x="56311" y="156819"/>
                  </a:lnTo>
                  <a:lnTo>
                    <a:pt x="0" y="156819"/>
                  </a:lnTo>
                  <a:lnTo>
                    <a:pt x="0" y="172961"/>
                  </a:lnTo>
                  <a:lnTo>
                    <a:pt x="201891" y="172961"/>
                  </a:lnTo>
                  <a:lnTo>
                    <a:pt x="201891" y="1568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14715695" y="6901695"/>
            <a:ext cx="401955" cy="220345"/>
            <a:chOff x="14715695" y="6901695"/>
            <a:chExt cx="401955" cy="220345"/>
          </a:xfrm>
        </p:grpSpPr>
        <p:pic>
          <p:nvPicPr>
            <p:cNvPr id="117" name="object 11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4715695" y="6911868"/>
              <a:ext cx="201019" cy="209614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4937062" y="6901695"/>
              <a:ext cx="180321" cy="217332"/>
            </a:xfrm>
            <a:prstGeom prst="rect">
              <a:avLst/>
            </a:prstGeom>
          </p:spPr>
        </p:pic>
      </p:grpSp>
      <p:grpSp>
        <p:nvGrpSpPr>
          <p:cNvPr id="119" name="object 119"/>
          <p:cNvGrpSpPr/>
          <p:nvPr/>
        </p:nvGrpSpPr>
        <p:grpSpPr>
          <a:xfrm>
            <a:off x="15218086" y="6912218"/>
            <a:ext cx="421005" cy="210185"/>
            <a:chOff x="15218086" y="6912218"/>
            <a:chExt cx="421005" cy="210185"/>
          </a:xfrm>
        </p:grpSpPr>
        <p:sp>
          <p:nvSpPr>
            <p:cNvPr id="120" name="object 120"/>
            <p:cNvSpPr/>
            <p:nvPr/>
          </p:nvSpPr>
          <p:spPr>
            <a:xfrm>
              <a:off x="15245271" y="6912228"/>
              <a:ext cx="152400" cy="100330"/>
            </a:xfrm>
            <a:custGeom>
              <a:avLst/>
              <a:gdLst/>
              <a:ahLst/>
              <a:cxnLst/>
              <a:rect l="l" t="t" r="r" b="b"/>
              <a:pathLst>
                <a:path w="152400" h="100329">
                  <a:moveTo>
                    <a:pt x="151904" y="83820"/>
                  </a:moveTo>
                  <a:lnTo>
                    <a:pt x="19291" y="83820"/>
                  </a:lnTo>
                  <a:lnTo>
                    <a:pt x="19291" y="57150"/>
                  </a:lnTo>
                  <a:lnTo>
                    <a:pt x="144183" y="57150"/>
                  </a:lnTo>
                  <a:lnTo>
                    <a:pt x="144183" y="40640"/>
                  </a:lnTo>
                  <a:lnTo>
                    <a:pt x="19291" y="40640"/>
                  </a:lnTo>
                  <a:lnTo>
                    <a:pt x="19291" y="15240"/>
                  </a:lnTo>
                  <a:lnTo>
                    <a:pt x="149453" y="15240"/>
                  </a:lnTo>
                  <a:lnTo>
                    <a:pt x="149453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0" y="40640"/>
                  </a:lnTo>
                  <a:lnTo>
                    <a:pt x="0" y="57150"/>
                  </a:lnTo>
                  <a:lnTo>
                    <a:pt x="0" y="83820"/>
                  </a:lnTo>
                  <a:lnTo>
                    <a:pt x="0" y="100330"/>
                  </a:lnTo>
                  <a:lnTo>
                    <a:pt x="151904" y="100330"/>
                  </a:lnTo>
                  <a:lnTo>
                    <a:pt x="151904" y="83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5218086" y="6923796"/>
              <a:ext cx="420983" cy="198213"/>
            </a:xfrm>
            <a:prstGeom prst="rect">
              <a:avLst/>
            </a:prstGeom>
          </p:spPr>
        </p:pic>
      </p:grpSp>
      <p:sp>
        <p:nvSpPr>
          <p:cNvPr id="122" name="object 122"/>
          <p:cNvSpPr/>
          <p:nvPr/>
        </p:nvSpPr>
        <p:spPr>
          <a:xfrm>
            <a:off x="2585918" y="4569346"/>
            <a:ext cx="0" cy="699770"/>
          </a:xfrm>
          <a:custGeom>
            <a:avLst/>
            <a:gdLst/>
            <a:ahLst/>
            <a:cxnLst/>
            <a:rect l="l" t="t" r="r" b="b"/>
            <a:pathLst>
              <a:path h="699770">
                <a:moveTo>
                  <a:pt x="0" y="0"/>
                </a:moveTo>
                <a:lnTo>
                  <a:pt x="0" y="699634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864959" y="4569346"/>
            <a:ext cx="0" cy="699770"/>
          </a:xfrm>
          <a:custGeom>
            <a:avLst/>
            <a:gdLst/>
            <a:ahLst/>
            <a:cxnLst/>
            <a:rect l="l" t="t" r="r" b="b"/>
            <a:pathLst>
              <a:path h="699770">
                <a:moveTo>
                  <a:pt x="0" y="0"/>
                </a:moveTo>
                <a:lnTo>
                  <a:pt x="0" y="699634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9144000" y="4569346"/>
            <a:ext cx="0" cy="699770"/>
          </a:xfrm>
          <a:custGeom>
            <a:avLst/>
            <a:gdLst/>
            <a:ahLst/>
            <a:cxnLst/>
            <a:rect l="l" t="t" r="r" b="b"/>
            <a:pathLst>
              <a:path h="699770">
                <a:moveTo>
                  <a:pt x="0" y="0"/>
                </a:moveTo>
                <a:lnTo>
                  <a:pt x="0" y="699634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2423040" y="4569346"/>
            <a:ext cx="0" cy="699770"/>
          </a:xfrm>
          <a:custGeom>
            <a:avLst/>
            <a:gdLst/>
            <a:ahLst/>
            <a:cxnLst/>
            <a:rect l="l" t="t" r="r" b="b"/>
            <a:pathLst>
              <a:path h="699770">
                <a:moveTo>
                  <a:pt x="0" y="0"/>
                </a:moveTo>
                <a:lnTo>
                  <a:pt x="0" y="699634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5702081" y="4569346"/>
            <a:ext cx="0" cy="699770"/>
          </a:xfrm>
          <a:custGeom>
            <a:avLst/>
            <a:gdLst/>
            <a:ahLst/>
            <a:cxnLst/>
            <a:rect l="l" t="t" r="r" b="b"/>
            <a:pathLst>
              <a:path h="699770">
                <a:moveTo>
                  <a:pt x="0" y="0"/>
                </a:moveTo>
                <a:lnTo>
                  <a:pt x="0" y="699634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585918" y="5278505"/>
            <a:ext cx="0" cy="1184275"/>
          </a:xfrm>
          <a:custGeom>
            <a:avLst/>
            <a:gdLst/>
            <a:ahLst/>
            <a:cxnLst/>
            <a:rect l="l" t="t" r="r" b="b"/>
            <a:pathLst>
              <a:path h="1184275">
                <a:moveTo>
                  <a:pt x="0" y="0"/>
                </a:moveTo>
                <a:lnTo>
                  <a:pt x="0" y="1184082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864959" y="5278505"/>
            <a:ext cx="0" cy="1184275"/>
          </a:xfrm>
          <a:custGeom>
            <a:avLst/>
            <a:gdLst/>
            <a:ahLst/>
            <a:cxnLst/>
            <a:rect l="l" t="t" r="r" b="b"/>
            <a:pathLst>
              <a:path h="1184275">
                <a:moveTo>
                  <a:pt x="0" y="0"/>
                </a:moveTo>
                <a:lnTo>
                  <a:pt x="0" y="1184082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9144000" y="5278505"/>
            <a:ext cx="0" cy="1184275"/>
          </a:xfrm>
          <a:custGeom>
            <a:avLst/>
            <a:gdLst/>
            <a:ahLst/>
            <a:cxnLst/>
            <a:rect l="l" t="t" r="r" b="b"/>
            <a:pathLst>
              <a:path h="1184275">
                <a:moveTo>
                  <a:pt x="0" y="0"/>
                </a:moveTo>
                <a:lnTo>
                  <a:pt x="0" y="1184082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2423040" y="5278505"/>
            <a:ext cx="0" cy="1184275"/>
          </a:xfrm>
          <a:custGeom>
            <a:avLst/>
            <a:gdLst/>
            <a:ahLst/>
            <a:cxnLst/>
            <a:rect l="l" t="t" r="r" b="b"/>
            <a:pathLst>
              <a:path h="1184275">
                <a:moveTo>
                  <a:pt x="0" y="0"/>
                </a:moveTo>
                <a:lnTo>
                  <a:pt x="0" y="1184082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5702081" y="5278505"/>
            <a:ext cx="0" cy="1184275"/>
          </a:xfrm>
          <a:custGeom>
            <a:avLst/>
            <a:gdLst/>
            <a:ahLst/>
            <a:cxnLst/>
            <a:rect l="l" t="t" r="r" b="b"/>
            <a:pathLst>
              <a:path h="1184275">
                <a:moveTo>
                  <a:pt x="0" y="0"/>
                </a:moveTo>
                <a:lnTo>
                  <a:pt x="0" y="1184082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2585918" y="6472113"/>
            <a:ext cx="0" cy="1083310"/>
          </a:xfrm>
          <a:custGeom>
            <a:avLst/>
            <a:gdLst/>
            <a:ahLst/>
            <a:cxnLst/>
            <a:rect l="l" t="t" r="r" b="b"/>
            <a:pathLst>
              <a:path h="1083309">
                <a:moveTo>
                  <a:pt x="0" y="0"/>
                </a:moveTo>
                <a:lnTo>
                  <a:pt x="0" y="1083042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864959" y="6472113"/>
            <a:ext cx="0" cy="1083310"/>
          </a:xfrm>
          <a:custGeom>
            <a:avLst/>
            <a:gdLst/>
            <a:ahLst/>
            <a:cxnLst/>
            <a:rect l="l" t="t" r="r" b="b"/>
            <a:pathLst>
              <a:path h="1083309">
                <a:moveTo>
                  <a:pt x="0" y="0"/>
                </a:moveTo>
                <a:lnTo>
                  <a:pt x="0" y="1083042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9144000" y="6472113"/>
            <a:ext cx="0" cy="1083310"/>
          </a:xfrm>
          <a:custGeom>
            <a:avLst/>
            <a:gdLst/>
            <a:ahLst/>
            <a:cxnLst/>
            <a:rect l="l" t="t" r="r" b="b"/>
            <a:pathLst>
              <a:path h="1083309">
                <a:moveTo>
                  <a:pt x="0" y="0"/>
                </a:moveTo>
                <a:lnTo>
                  <a:pt x="0" y="1083042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12423040" y="6472113"/>
            <a:ext cx="0" cy="1083310"/>
          </a:xfrm>
          <a:custGeom>
            <a:avLst/>
            <a:gdLst/>
            <a:ahLst/>
            <a:cxnLst/>
            <a:rect l="l" t="t" r="r" b="b"/>
            <a:pathLst>
              <a:path h="1083309">
                <a:moveTo>
                  <a:pt x="0" y="0"/>
                </a:moveTo>
                <a:lnTo>
                  <a:pt x="0" y="1083042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15702081" y="6472113"/>
            <a:ext cx="0" cy="1083310"/>
          </a:xfrm>
          <a:custGeom>
            <a:avLst/>
            <a:gdLst/>
            <a:ahLst/>
            <a:cxnLst/>
            <a:rect l="l" t="t" r="r" b="b"/>
            <a:pathLst>
              <a:path h="1083309">
                <a:moveTo>
                  <a:pt x="0" y="0"/>
                </a:moveTo>
                <a:lnTo>
                  <a:pt x="0" y="1083042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581155" y="4564584"/>
            <a:ext cx="3284220" cy="0"/>
          </a:xfrm>
          <a:custGeom>
            <a:avLst/>
            <a:gdLst/>
            <a:ahLst/>
            <a:cxnLst/>
            <a:rect l="l" t="t" r="r" b="b"/>
            <a:pathLst>
              <a:path w="3284220">
                <a:moveTo>
                  <a:pt x="0" y="0"/>
                </a:moveTo>
                <a:lnTo>
                  <a:pt x="3283803" y="0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2581155" y="5273743"/>
            <a:ext cx="3284220" cy="0"/>
          </a:xfrm>
          <a:custGeom>
            <a:avLst/>
            <a:gdLst/>
            <a:ahLst/>
            <a:cxnLst/>
            <a:rect l="l" t="t" r="r" b="b"/>
            <a:pathLst>
              <a:path w="3284220">
                <a:moveTo>
                  <a:pt x="0" y="0"/>
                </a:moveTo>
                <a:lnTo>
                  <a:pt x="3283803" y="0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864959" y="4564584"/>
            <a:ext cx="3279140" cy="0"/>
          </a:xfrm>
          <a:custGeom>
            <a:avLst/>
            <a:gdLst/>
            <a:ahLst/>
            <a:cxnLst/>
            <a:rect l="l" t="t" r="r" b="b"/>
            <a:pathLst>
              <a:path w="3279140">
                <a:moveTo>
                  <a:pt x="0" y="0"/>
                </a:moveTo>
                <a:lnTo>
                  <a:pt x="3279040" y="0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5864959" y="5273743"/>
            <a:ext cx="3279140" cy="0"/>
          </a:xfrm>
          <a:custGeom>
            <a:avLst/>
            <a:gdLst/>
            <a:ahLst/>
            <a:cxnLst/>
            <a:rect l="l" t="t" r="r" b="b"/>
            <a:pathLst>
              <a:path w="3279140">
                <a:moveTo>
                  <a:pt x="0" y="0"/>
                </a:moveTo>
                <a:lnTo>
                  <a:pt x="3279040" y="0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9144000" y="4564584"/>
            <a:ext cx="3279140" cy="0"/>
          </a:xfrm>
          <a:custGeom>
            <a:avLst/>
            <a:gdLst/>
            <a:ahLst/>
            <a:cxnLst/>
            <a:rect l="l" t="t" r="r" b="b"/>
            <a:pathLst>
              <a:path w="3279140">
                <a:moveTo>
                  <a:pt x="0" y="0"/>
                </a:moveTo>
                <a:lnTo>
                  <a:pt x="3279041" y="0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9144000" y="5273743"/>
            <a:ext cx="3279140" cy="0"/>
          </a:xfrm>
          <a:custGeom>
            <a:avLst/>
            <a:gdLst/>
            <a:ahLst/>
            <a:cxnLst/>
            <a:rect l="l" t="t" r="r" b="b"/>
            <a:pathLst>
              <a:path w="3279140">
                <a:moveTo>
                  <a:pt x="0" y="0"/>
                </a:moveTo>
                <a:lnTo>
                  <a:pt x="3279041" y="0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2423040" y="4564584"/>
            <a:ext cx="3284220" cy="0"/>
          </a:xfrm>
          <a:custGeom>
            <a:avLst/>
            <a:gdLst/>
            <a:ahLst/>
            <a:cxnLst/>
            <a:rect l="l" t="t" r="r" b="b"/>
            <a:pathLst>
              <a:path w="3284219">
                <a:moveTo>
                  <a:pt x="0" y="0"/>
                </a:moveTo>
                <a:lnTo>
                  <a:pt x="3283802" y="0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2423040" y="5273743"/>
            <a:ext cx="3284220" cy="0"/>
          </a:xfrm>
          <a:custGeom>
            <a:avLst/>
            <a:gdLst/>
            <a:ahLst/>
            <a:cxnLst/>
            <a:rect l="l" t="t" r="r" b="b"/>
            <a:pathLst>
              <a:path w="3284219">
                <a:moveTo>
                  <a:pt x="0" y="0"/>
                </a:moveTo>
                <a:lnTo>
                  <a:pt x="3283802" y="0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2581155" y="6467350"/>
            <a:ext cx="13126085" cy="0"/>
          </a:xfrm>
          <a:custGeom>
            <a:avLst/>
            <a:gdLst/>
            <a:ahLst/>
            <a:cxnLst/>
            <a:rect l="l" t="t" r="r" b="b"/>
            <a:pathLst>
              <a:path w="13126085">
                <a:moveTo>
                  <a:pt x="0" y="0"/>
                </a:moveTo>
                <a:lnTo>
                  <a:pt x="3283803" y="0"/>
                </a:lnTo>
              </a:path>
              <a:path w="13126085">
                <a:moveTo>
                  <a:pt x="3283803" y="0"/>
                </a:moveTo>
                <a:lnTo>
                  <a:pt x="6562844" y="0"/>
                </a:lnTo>
              </a:path>
              <a:path w="13126085">
                <a:moveTo>
                  <a:pt x="6562844" y="0"/>
                </a:moveTo>
                <a:lnTo>
                  <a:pt x="9841885" y="0"/>
                </a:lnTo>
              </a:path>
              <a:path w="13126085">
                <a:moveTo>
                  <a:pt x="9841885" y="0"/>
                </a:moveTo>
                <a:lnTo>
                  <a:pt x="13125688" y="0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581155" y="7559918"/>
            <a:ext cx="13126085" cy="0"/>
          </a:xfrm>
          <a:custGeom>
            <a:avLst/>
            <a:gdLst/>
            <a:ahLst/>
            <a:cxnLst/>
            <a:rect l="l" t="t" r="r" b="b"/>
            <a:pathLst>
              <a:path w="13126085">
                <a:moveTo>
                  <a:pt x="0" y="0"/>
                </a:moveTo>
                <a:lnTo>
                  <a:pt x="3283803" y="0"/>
                </a:lnTo>
              </a:path>
              <a:path w="13126085">
                <a:moveTo>
                  <a:pt x="3283803" y="0"/>
                </a:moveTo>
                <a:lnTo>
                  <a:pt x="6562844" y="0"/>
                </a:lnTo>
              </a:path>
              <a:path w="13126085">
                <a:moveTo>
                  <a:pt x="6562844" y="0"/>
                </a:moveTo>
                <a:lnTo>
                  <a:pt x="9841885" y="0"/>
                </a:lnTo>
              </a:path>
              <a:path w="13126085">
                <a:moveTo>
                  <a:pt x="9841885" y="0"/>
                </a:moveTo>
                <a:lnTo>
                  <a:pt x="13125688" y="0"/>
                </a:lnTo>
              </a:path>
            </a:pathLst>
          </a:custGeom>
          <a:ln w="9525">
            <a:solidFill>
              <a:srgbClr val="076F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4739733" y="2873715"/>
            <a:ext cx="371475" cy="446405"/>
          </a:xfrm>
          <a:custGeom>
            <a:avLst/>
            <a:gdLst/>
            <a:ahLst/>
            <a:cxnLst/>
            <a:rect l="l" t="t" r="r" b="b"/>
            <a:pathLst>
              <a:path w="371475" h="446404">
                <a:moveTo>
                  <a:pt x="228311" y="32211"/>
                </a:moveTo>
                <a:lnTo>
                  <a:pt x="23185" y="32211"/>
                </a:lnTo>
                <a:lnTo>
                  <a:pt x="23185" y="71148"/>
                </a:lnTo>
                <a:lnTo>
                  <a:pt x="176631" y="71148"/>
                </a:lnTo>
                <a:lnTo>
                  <a:pt x="165295" y="112574"/>
                </a:lnTo>
                <a:lnTo>
                  <a:pt x="141548" y="149820"/>
                </a:lnTo>
                <a:lnTo>
                  <a:pt x="105806" y="182318"/>
                </a:lnTo>
                <a:lnTo>
                  <a:pt x="58484" y="209497"/>
                </a:lnTo>
                <a:lnTo>
                  <a:pt x="0" y="230789"/>
                </a:lnTo>
                <a:lnTo>
                  <a:pt x="19114" y="268310"/>
                </a:lnTo>
                <a:lnTo>
                  <a:pt x="73757" y="248786"/>
                </a:lnTo>
                <a:lnTo>
                  <a:pt x="120823" y="223834"/>
                </a:lnTo>
                <a:lnTo>
                  <a:pt x="159911" y="193547"/>
                </a:lnTo>
                <a:lnTo>
                  <a:pt x="190623" y="158018"/>
                </a:lnTo>
                <a:lnTo>
                  <a:pt x="212559" y="117341"/>
                </a:lnTo>
                <a:lnTo>
                  <a:pt x="368483" y="117341"/>
                </a:lnTo>
                <a:lnTo>
                  <a:pt x="368483" y="79643"/>
                </a:lnTo>
                <a:lnTo>
                  <a:pt x="223709" y="79643"/>
                </a:lnTo>
                <a:lnTo>
                  <a:pt x="225698" y="68225"/>
                </a:lnTo>
                <a:lnTo>
                  <a:pt x="227138" y="56525"/>
                </a:lnTo>
                <a:lnTo>
                  <a:pt x="228015" y="44525"/>
                </a:lnTo>
                <a:lnTo>
                  <a:pt x="228311" y="32211"/>
                </a:lnTo>
                <a:close/>
              </a:path>
              <a:path w="371475" h="446404">
                <a:moveTo>
                  <a:pt x="368483" y="117341"/>
                </a:moveTo>
                <a:lnTo>
                  <a:pt x="321051" y="117341"/>
                </a:lnTo>
                <a:lnTo>
                  <a:pt x="321051" y="171852"/>
                </a:lnTo>
                <a:lnTo>
                  <a:pt x="207957" y="171852"/>
                </a:lnTo>
                <a:lnTo>
                  <a:pt x="207957" y="210790"/>
                </a:lnTo>
                <a:lnTo>
                  <a:pt x="321051" y="210790"/>
                </a:lnTo>
                <a:lnTo>
                  <a:pt x="321051" y="265832"/>
                </a:lnTo>
                <a:lnTo>
                  <a:pt x="368483" y="265832"/>
                </a:lnTo>
                <a:lnTo>
                  <a:pt x="368483" y="117341"/>
                </a:lnTo>
                <a:close/>
              </a:path>
              <a:path w="371475" h="446404">
                <a:moveTo>
                  <a:pt x="368483" y="0"/>
                </a:moveTo>
                <a:lnTo>
                  <a:pt x="321051" y="0"/>
                </a:lnTo>
                <a:lnTo>
                  <a:pt x="321051" y="79643"/>
                </a:lnTo>
                <a:lnTo>
                  <a:pt x="368483" y="79643"/>
                </a:lnTo>
                <a:lnTo>
                  <a:pt x="368483" y="0"/>
                </a:lnTo>
                <a:close/>
              </a:path>
              <a:path w="371475" h="446404">
                <a:moveTo>
                  <a:pt x="220878" y="270610"/>
                </a:moveTo>
                <a:lnTo>
                  <a:pt x="158407" y="276631"/>
                </a:lnTo>
                <a:lnTo>
                  <a:pt x="110704" y="293951"/>
                </a:lnTo>
                <a:lnTo>
                  <a:pt x="80257" y="321458"/>
                </a:lnTo>
                <a:lnTo>
                  <a:pt x="69555" y="358042"/>
                </a:lnTo>
                <a:lnTo>
                  <a:pt x="80257" y="394783"/>
                </a:lnTo>
                <a:lnTo>
                  <a:pt x="110704" y="422464"/>
                </a:lnTo>
                <a:lnTo>
                  <a:pt x="158407" y="439925"/>
                </a:lnTo>
                <a:lnTo>
                  <a:pt x="220878" y="446003"/>
                </a:lnTo>
                <a:lnTo>
                  <a:pt x="282662" y="439925"/>
                </a:lnTo>
                <a:lnTo>
                  <a:pt x="330077" y="422464"/>
                </a:lnTo>
                <a:lnTo>
                  <a:pt x="346028" y="407951"/>
                </a:lnTo>
                <a:lnTo>
                  <a:pt x="220878" y="407951"/>
                </a:lnTo>
                <a:lnTo>
                  <a:pt x="177588" y="404608"/>
                </a:lnTo>
                <a:lnTo>
                  <a:pt x="144818" y="394876"/>
                </a:lnTo>
                <a:lnTo>
                  <a:pt x="124061" y="379205"/>
                </a:lnTo>
                <a:lnTo>
                  <a:pt x="116810" y="358042"/>
                </a:lnTo>
                <a:lnTo>
                  <a:pt x="124061" y="336778"/>
                </a:lnTo>
                <a:lnTo>
                  <a:pt x="144818" y="321074"/>
                </a:lnTo>
                <a:lnTo>
                  <a:pt x="177588" y="311375"/>
                </a:lnTo>
                <a:lnTo>
                  <a:pt x="220878" y="308131"/>
                </a:lnTo>
                <a:lnTo>
                  <a:pt x="345762" y="308131"/>
                </a:lnTo>
                <a:lnTo>
                  <a:pt x="330077" y="293951"/>
                </a:lnTo>
                <a:lnTo>
                  <a:pt x="282662" y="276631"/>
                </a:lnTo>
                <a:lnTo>
                  <a:pt x="220878" y="270610"/>
                </a:lnTo>
                <a:close/>
              </a:path>
              <a:path w="371475" h="446404">
                <a:moveTo>
                  <a:pt x="345762" y="308131"/>
                </a:moveTo>
                <a:lnTo>
                  <a:pt x="220878" y="308131"/>
                </a:lnTo>
                <a:lnTo>
                  <a:pt x="263454" y="311375"/>
                </a:lnTo>
                <a:lnTo>
                  <a:pt x="295875" y="321074"/>
                </a:lnTo>
                <a:lnTo>
                  <a:pt x="316549" y="336778"/>
                </a:lnTo>
                <a:lnTo>
                  <a:pt x="323883" y="358042"/>
                </a:lnTo>
                <a:lnTo>
                  <a:pt x="316549" y="379205"/>
                </a:lnTo>
                <a:lnTo>
                  <a:pt x="295875" y="394876"/>
                </a:lnTo>
                <a:lnTo>
                  <a:pt x="263454" y="404608"/>
                </a:lnTo>
                <a:lnTo>
                  <a:pt x="220878" y="407951"/>
                </a:lnTo>
                <a:lnTo>
                  <a:pt x="346028" y="407951"/>
                </a:lnTo>
                <a:lnTo>
                  <a:pt x="360502" y="394783"/>
                </a:lnTo>
                <a:lnTo>
                  <a:pt x="371315" y="358042"/>
                </a:lnTo>
                <a:lnTo>
                  <a:pt x="360502" y="321458"/>
                </a:lnTo>
                <a:lnTo>
                  <a:pt x="345762" y="308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5175110" y="2871418"/>
            <a:ext cx="821055" cy="450215"/>
          </a:xfrm>
          <a:custGeom>
            <a:avLst/>
            <a:gdLst/>
            <a:ahLst/>
            <a:cxnLst/>
            <a:rect l="l" t="t" r="r" b="b"/>
            <a:pathLst>
              <a:path w="821054" h="450214">
                <a:moveTo>
                  <a:pt x="269722" y="191325"/>
                </a:moveTo>
                <a:lnTo>
                  <a:pt x="224002" y="175221"/>
                </a:lnTo>
                <a:lnTo>
                  <a:pt x="189331" y="151193"/>
                </a:lnTo>
                <a:lnTo>
                  <a:pt x="187998" y="149377"/>
                </a:lnTo>
                <a:lnTo>
                  <a:pt x="167335" y="121386"/>
                </a:lnTo>
                <a:lnTo>
                  <a:pt x="159639" y="87960"/>
                </a:lnTo>
                <a:lnTo>
                  <a:pt x="159639" y="84074"/>
                </a:lnTo>
                <a:lnTo>
                  <a:pt x="256984" y="84074"/>
                </a:lnTo>
                <a:lnTo>
                  <a:pt x="256984" y="45847"/>
                </a:lnTo>
                <a:lnTo>
                  <a:pt x="160350" y="45847"/>
                </a:lnTo>
                <a:lnTo>
                  <a:pt x="160350" y="355"/>
                </a:lnTo>
                <a:lnTo>
                  <a:pt x="112382" y="355"/>
                </a:lnTo>
                <a:lnTo>
                  <a:pt x="112382" y="45847"/>
                </a:lnTo>
                <a:lnTo>
                  <a:pt x="14871" y="45847"/>
                </a:lnTo>
                <a:lnTo>
                  <a:pt x="14871" y="84074"/>
                </a:lnTo>
                <a:lnTo>
                  <a:pt x="112382" y="84074"/>
                </a:lnTo>
                <a:lnTo>
                  <a:pt x="112382" y="87960"/>
                </a:lnTo>
                <a:lnTo>
                  <a:pt x="104457" y="124206"/>
                </a:lnTo>
                <a:lnTo>
                  <a:pt x="81876" y="156235"/>
                </a:lnTo>
                <a:lnTo>
                  <a:pt x="46456" y="182092"/>
                </a:lnTo>
                <a:lnTo>
                  <a:pt x="0" y="199821"/>
                </a:lnTo>
                <a:lnTo>
                  <a:pt x="21056" y="236626"/>
                </a:lnTo>
                <a:lnTo>
                  <a:pt x="59385" y="222948"/>
                </a:lnTo>
                <a:lnTo>
                  <a:pt x="91884" y="203352"/>
                </a:lnTo>
                <a:lnTo>
                  <a:pt x="117906" y="178587"/>
                </a:lnTo>
                <a:lnTo>
                  <a:pt x="136817" y="149377"/>
                </a:lnTo>
                <a:lnTo>
                  <a:pt x="155435" y="175615"/>
                </a:lnTo>
                <a:lnTo>
                  <a:pt x="180721" y="197866"/>
                </a:lnTo>
                <a:lnTo>
                  <a:pt x="212153" y="215480"/>
                </a:lnTo>
                <a:lnTo>
                  <a:pt x="249199" y="227787"/>
                </a:lnTo>
                <a:lnTo>
                  <a:pt x="269722" y="191325"/>
                </a:lnTo>
                <a:close/>
              </a:path>
              <a:path w="821054" h="450214">
                <a:moveTo>
                  <a:pt x="370078" y="408660"/>
                </a:moveTo>
                <a:lnTo>
                  <a:pt x="112560" y="408660"/>
                </a:lnTo>
                <a:lnTo>
                  <a:pt x="112560" y="367957"/>
                </a:lnTo>
                <a:lnTo>
                  <a:pt x="354863" y="367957"/>
                </a:lnTo>
                <a:lnTo>
                  <a:pt x="354863" y="258406"/>
                </a:lnTo>
                <a:lnTo>
                  <a:pt x="64782" y="258406"/>
                </a:lnTo>
                <a:lnTo>
                  <a:pt x="64782" y="295389"/>
                </a:lnTo>
                <a:lnTo>
                  <a:pt x="307606" y="295389"/>
                </a:lnTo>
                <a:lnTo>
                  <a:pt x="307606" y="332905"/>
                </a:lnTo>
                <a:lnTo>
                  <a:pt x="65836" y="332905"/>
                </a:lnTo>
                <a:lnTo>
                  <a:pt x="65836" y="446176"/>
                </a:lnTo>
                <a:lnTo>
                  <a:pt x="370078" y="446176"/>
                </a:lnTo>
                <a:lnTo>
                  <a:pt x="370078" y="408660"/>
                </a:lnTo>
                <a:close/>
              </a:path>
              <a:path w="821054" h="450214">
                <a:moveTo>
                  <a:pt x="419811" y="98755"/>
                </a:moveTo>
                <a:lnTo>
                  <a:pt x="354863" y="98755"/>
                </a:lnTo>
                <a:lnTo>
                  <a:pt x="354863" y="1943"/>
                </a:lnTo>
                <a:lnTo>
                  <a:pt x="307251" y="1943"/>
                </a:lnTo>
                <a:lnTo>
                  <a:pt x="307251" y="237693"/>
                </a:lnTo>
                <a:lnTo>
                  <a:pt x="354863" y="237693"/>
                </a:lnTo>
                <a:lnTo>
                  <a:pt x="354863" y="138226"/>
                </a:lnTo>
                <a:lnTo>
                  <a:pt x="419811" y="138226"/>
                </a:lnTo>
                <a:lnTo>
                  <a:pt x="419811" y="98755"/>
                </a:lnTo>
                <a:close/>
              </a:path>
              <a:path w="821054" h="450214">
                <a:moveTo>
                  <a:pt x="714489" y="218757"/>
                </a:moveTo>
                <a:lnTo>
                  <a:pt x="668147" y="199199"/>
                </a:lnTo>
                <a:lnTo>
                  <a:pt x="632968" y="170840"/>
                </a:lnTo>
                <a:lnTo>
                  <a:pt x="630885" y="167601"/>
                </a:lnTo>
                <a:lnTo>
                  <a:pt x="610628" y="136169"/>
                </a:lnTo>
                <a:lnTo>
                  <a:pt x="602818" y="97701"/>
                </a:lnTo>
                <a:lnTo>
                  <a:pt x="602818" y="91859"/>
                </a:lnTo>
                <a:lnTo>
                  <a:pt x="700151" y="91859"/>
                </a:lnTo>
                <a:lnTo>
                  <a:pt x="700151" y="53987"/>
                </a:lnTo>
                <a:lnTo>
                  <a:pt x="603516" y="53987"/>
                </a:lnTo>
                <a:lnTo>
                  <a:pt x="603516" y="0"/>
                </a:lnTo>
                <a:lnTo>
                  <a:pt x="555561" y="0"/>
                </a:lnTo>
                <a:lnTo>
                  <a:pt x="555561" y="53987"/>
                </a:lnTo>
                <a:lnTo>
                  <a:pt x="458038" y="53987"/>
                </a:lnTo>
                <a:lnTo>
                  <a:pt x="458038" y="91859"/>
                </a:lnTo>
                <a:lnTo>
                  <a:pt x="555561" y="91859"/>
                </a:lnTo>
                <a:lnTo>
                  <a:pt x="555561" y="97701"/>
                </a:lnTo>
                <a:lnTo>
                  <a:pt x="547941" y="139750"/>
                </a:lnTo>
                <a:lnTo>
                  <a:pt x="526072" y="177622"/>
                </a:lnTo>
                <a:lnTo>
                  <a:pt x="491426" y="208775"/>
                </a:lnTo>
                <a:lnTo>
                  <a:pt x="445477" y="230619"/>
                </a:lnTo>
                <a:lnTo>
                  <a:pt x="468122" y="267423"/>
                </a:lnTo>
                <a:lnTo>
                  <a:pt x="505447" y="251155"/>
                </a:lnTo>
                <a:lnTo>
                  <a:pt x="536892" y="228473"/>
                </a:lnTo>
                <a:lnTo>
                  <a:pt x="561962" y="200304"/>
                </a:lnTo>
                <a:lnTo>
                  <a:pt x="580161" y="167601"/>
                </a:lnTo>
                <a:lnTo>
                  <a:pt x="598957" y="196710"/>
                </a:lnTo>
                <a:lnTo>
                  <a:pt x="624179" y="221627"/>
                </a:lnTo>
                <a:lnTo>
                  <a:pt x="655320" y="241579"/>
                </a:lnTo>
                <a:lnTo>
                  <a:pt x="691832" y="255739"/>
                </a:lnTo>
                <a:lnTo>
                  <a:pt x="714489" y="218757"/>
                </a:lnTo>
                <a:close/>
              </a:path>
              <a:path w="821054" h="450214">
                <a:moveTo>
                  <a:pt x="819442" y="1943"/>
                </a:moveTo>
                <a:lnTo>
                  <a:pt x="772007" y="1943"/>
                </a:lnTo>
                <a:lnTo>
                  <a:pt x="772007" y="127609"/>
                </a:lnTo>
                <a:lnTo>
                  <a:pt x="686346" y="127609"/>
                </a:lnTo>
                <a:lnTo>
                  <a:pt x="686346" y="166370"/>
                </a:lnTo>
                <a:lnTo>
                  <a:pt x="772007" y="166370"/>
                </a:lnTo>
                <a:lnTo>
                  <a:pt x="772007" y="273621"/>
                </a:lnTo>
                <a:lnTo>
                  <a:pt x="819442" y="273621"/>
                </a:lnTo>
                <a:lnTo>
                  <a:pt x="819442" y="1943"/>
                </a:lnTo>
                <a:close/>
              </a:path>
              <a:path w="821054" h="450214">
                <a:moveTo>
                  <a:pt x="820864" y="366534"/>
                </a:moveTo>
                <a:lnTo>
                  <a:pt x="810272" y="331368"/>
                </a:lnTo>
                <a:lnTo>
                  <a:pt x="797877" y="320700"/>
                </a:lnTo>
                <a:lnTo>
                  <a:pt x="780135" y="305435"/>
                </a:lnTo>
                <a:lnTo>
                  <a:pt x="773785" y="303301"/>
                </a:lnTo>
                <a:lnTo>
                  <a:pt x="773785" y="366534"/>
                </a:lnTo>
                <a:lnTo>
                  <a:pt x="766648" y="386003"/>
                </a:lnTo>
                <a:lnTo>
                  <a:pt x="746175" y="400519"/>
                </a:lnTo>
                <a:lnTo>
                  <a:pt x="713346" y="409600"/>
                </a:lnTo>
                <a:lnTo>
                  <a:pt x="669188" y="412737"/>
                </a:lnTo>
                <a:lnTo>
                  <a:pt x="625119" y="409600"/>
                </a:lnTo>
                <a:lnTo>
                  <a:pt x="592213" y="400519"/>
                </a:lnTo>
                <a:lnTo>
                  <a:pt x="571690" y="386003"/>
                </a:lnTo>
                <a:lnTo>
                  <a:pt x="564756" y="366534"/>
                </a:lnTo>
                <a:lnTo>
                  <a:pt x="571690" y="347078"/>
                </a:lnTo>
                <a:lnTo>
                  <a:pt x="592213" y="332740"/>
                </a:lnTo>
                <a:lnTo>
                  <a:pt x="625119" y="323824"/>
                </a:lnTo>
                <a:lnTo>
                  <a:pt x="669188" y="320700"/>
                </a:lnTo>
                <a:lnTo>
                  <a:pt x="713346" y="323824"/>
                </a:lnTo>
                <a:lnTo>
                  <a:pt x="746175" y="332740"/>
                </a:lnTo>
                <a:lnTo>
                  <a:pt x="766648" y="347078"/>
                </a:lnTo>
                <a:lnTo>
                  <a:pt x="773785" y="366534"/>
                </a:lnTo>
                <a:lnTo>
                  <a:pt x="773785" y="303301"/>
                </a:lnTo>
                <a:lnTo>
                  <a:pt x="732434" y="289382"/>
                </a:lnTo>
                <a:lnTo>
                  <a:pt x="669188" y="283883"/>
                </a:lnTo>
                <a:lnTo>
                  <a:pt x="605739" y="289382"/>
                </a:lnTo>
                <a:lnTo>
                  <a:pt x="557987" y="305435"/>
                </a:lnTo>
                <a:lnTo>
                  <a:pt x="527964" y="331368"/>
                </a:lnTo>
                <a:lnTo>
                  <a:pt x="517677" y="366534"/>
                </a:lnTo>
                <a:lnTo>
                  <a:pt x="527964" y="401789"/>
                </a:lnTo>
                <a:lnTo>
                  <a:pt x="557987" y="427913"/>
                </a:lnTo>
                <a:lnTo>
                  <a:pt x="605739" y="444144"/>
                </a:lnTo>
                <a:lnTo>
                  <a:pt x="669188" y="449719"/>
                </a:lnTo>
                <a:lnTo>
                  <a:pt x="732434" y="444144"/>
                </a:lnTo>
                <a:lnTo>
                  <a:pt x="780135" y="427913"/>
                </a:lnTo>
                <a:lnTo>
                  <a:pt x="797648" y="412737"/>
                </a:lnTo>
                <a:lnTo>
                  <a:pt x="810272" y="401789"/>
                </a:lnTo>
                <a:lnTo>
                  <a:pt x="820864" y="3665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197734" y="2873715"/>
            <a:ext cx="377825" cy="439420"/>
          </a:xfrm>
          <a:custGeom>
            <a:avLst/>
            <a:gdLst/>
            <a:ahLst/>
            <a:cxnLst/>
            <a:rect l="l" t="t" r="r" b="b"/>
            <a:pathLst>
              <a:path w="377825" h="439420">
                <a:moveTo>
                  <a:pt x="125483" y="299459"/>
                </a:moveTo>
                <a:lnTo>
                  <a:pt x="77696" y="299459"/>
                </a:lnTo>
                <a:lnTo>
                  <a:pt x="77696" y="438924"/>
                </a:lnTo>
                <a:lnTo>
                  <a:pt x="377333" y="438924"/>
                </a:lnTo>
                <a:lnTo>
                  <a:pt x="377333" y="399987"/>
                </a:lnTo>
                <a:lnTo>
                  <a:pt x="125483" y="399987"/>
                </a:lnTo>
                <a:lnTo>
                  <a:pt x="125483" y="299459"/>
                </a:lnTo>
                <a:close/>
              </a:path>
              <a:path w="377825" h="439420">
                <a:moveTo>
                  <a:pt x="364944" y="0"/>
                </a:moveTo>
                <a:lnTo>
                  <a:pt x="317511" y="0"/>
                </a:lnTo>
                <a:lnTo>
                  <a:pt x="317511" y="140349"/>
                </a:lnTo>
                <a:lnTo>
                  <a:pt x="224063" y="140349"/>
                </a:lnTo>
                <a:lnTo>
                  <a:pt x="224063" y="179463"/>
                </a:lnTo>
                <a:lnTo>
                  <a:pt x="317511" y="179463"/>
                </a:lnTo>
                <a:lnTo>
                  <a:pt x="317511" y="332201"/>
                </a:lnTo>
                <a:lnTo>
                  <a:pt x="364944" y="332201"/>
                </a:lnTo>
                <a:lnTo>
                  <a:pt x="364944" y="0"/>
                </a:lnTo>
                <a:close/>
              </a:path>
              <a:path w="377825" h="439420">
                <a:moveTo>
                  <a:pt x="197340" y="155924"/>
                </a:moveTo>
                <a:lnTo>
                  <a:pt x="147252" y="155924"/>
                </a:lnTo>
                <a:lnTo>
                  <a:pt x="123621" y="184145"/>
                </a:lnTo>
                <a:lnTo>
                  <a:pt x="91877" y="209528"/>
                </a:lnTo>
                <a:lnTo>
                  <a:pt x="51406" y="231959"/>
                </a:lnTo>
                <a:lnTo>
                  <a:pt x="1592" y="251319"/>
                </a:lnTo>
                <a:lnTo>
                  <a:pt x="20353" y="288840"/>
                </a:lnTo>
                <a:lnTo>
                  <a:pt x="77941" y="265819"/>
                </a:lnTo>
                <a:lnTo>
                  <a:pt x="125163" y="238231"/>
                </a:lnTo>
                <a:lnTo>
                  <a:pt x="162578" y="206169"/>
                </a:lnTo>
                <a:lnTo>
                  <a:pt x="190742" y="169726"/>
                </a:lnTo>
                <a:lnTo>
                  <a:pt x="197340" y="155924"/>
                </a:lnTo>
                <a:close/>
              </a:path>
              <a:path w="377825" h="439420">
                <a:moveTo>
                  <a:pt x="225302" y="35043"/>
                </a:moveTo>
                <a:lnTo>
                  <a:pt x="22477" y="35043"/>
                </a:lnTo>
                <a:lnTo>
                  <a:pt x="22477" y="73803"/>
                </a:lnTo>
                <a:lnTo>
                  <a:pt x="175215" y="73803"/>
                </a:lnTo>
                <a:lnTo>
                  <a:pt x="173680" y="86250"/>
                </a:lnTo>
                <a:lnTo>
                  <a:pt x="171432" y="98381"/>
                </a:lnTo>
                <a:lnTo>
                  <a:pt x="168420" y="110215"/>
                </a:lnTo>
                <a:lnTo>
                  <a:pt x="164596" y="121766"/>
                </a:lnTo>
                <a:lnTo>
                  <a:pt x="0" y="128845"/>
                </a:lnTo>
                <a:lnTo>
                  <a:pt x="7433" y="167428"/>
                </a:lnTo>
                <a:lnTo>
                  <a:pt x="147252" y="155924"/>
                </a:lnTo>
                <a:lnTo>
                  <a:pt x="197340" y="155924"/>
                </a:lnTo>
                <a:lnTo>
                  <a:pt x="210212" y="128996"/>
                </a:lnTo>
                <a:lnTo>
                  <a:pt x="221547" y="84070"/>
                </a:lnTo>
                <a:lnTo>
                  <a:pt x="225302" y="35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6629048" y="2873361"/>
            <a:ext cx="377190" cy="448945"/>
          </a:xfrm>
          <a:custGeom>
            <a:avLst/>
            <a:gdLst/>
            <a:ahLst/>
            <a:cxnLst/>
            <a:rect l="l" t="t" r="r" b="b"/>
            <a:pathLst>
              <a:path w="377190" h="448945">
                <a:moveTo>
                  <a:pt x="376979" y="0"/>
                </a:moveTo>
                <a:lnTo>
                  <a:pt x="329900" y="0"/>
                </a:lnTo>
                <a:lnTo>
                  <a:pt x="329900" y="167074"/>
                </a:lnTo>
                <a:lnTo>
                  <a:pt x="248487" y="167074"/>
                </a:lnTo>
                <a:lnTo>
                  <a:pt x="248487" y="206188"/>
                </a:lnTo>
                <a:lnTo>
                  <a:pt x="329900" y="206188"/>
                </a:lnTo>
                <a:lnTo>
                  <a:pt x="329900" y="448480"/>
                </a:lnTo>
                <a:lnTo>
                  <a:pt x="376979" y="448480"/>
                </a:lnTo>
                <a:lnTo>
                  <a:pt x="376979" y="0"/>
                </a:lnTo>
                <a:close/>
              </a:path>
              <a:path w="377190" h="448945">
                <a:moveTo>
                  <a:pt x="103359" y="83536"/>
                </a:moveTo>
                <a:lnTo>
                  <a:pt x="56812" y="83536"/>
                </a:lnTo>
                <a:lnTo>
                  <a:pt x="56812" y="300167"/>
                </a:lnTo>
                <a:lnTo>
                  <a:pt x="0" y="300697"/>
                </a:lnTo>
                <a:lnTo>
                  <a:pt x="4601" y="340519"/>
                </a:lnTo>
                <a:lnTo>
                  <a:pt x="54355" y="340198"/>
                </a:lnTo>
                <a:lnTo>
                  <a:pt x="108654" y="338883"/>
                </a:lnTo>
                <a:lnTo>
                  <a:pt x="165545" y="336047"/>
                </a:lnTo>
                <a:lnTo>
                  <a:pt x="223072" y="331163"/>
                </a:lnTo>
                <a:lnTo>
                  <a:pt x="279283" y="323706"/>
                </a:lnTo>
                <a:lnTo>
                  <a:pt x="277164" y="299282"/>
                </a:lnTo>
                <a:lnTo>
                  <a:pt x="103359" y="299282"/>
                </a:lnTo>
                <a:lnTo>
                  <a:pt x="103359" y="83536"/>
                </a:lnTo>
                <a:close/>
              </a:path>
              <a:path w="377190" h="448945">
                <a:moveTo>
                  <a:pt x="214152" y="83536"/>
                </a:moveTo>
                <a:lnTo>
                  <a:pt x="168313" y="83536"/>
                </a:lnTo>
                <a:lnTo>
                  <a:pt x="168313" y="297158"/>
                </a:lnTo>
                <a:lnTo>
                  <a:pt x="135637" y="298485"/>
                </a:lnTo>
                <a:lnTo>
                  <a:pt x="103359" y="299282"/>
                </a:lnTo>
                <a:lnTo>
                  <a:pt x="277164" y="299282"/>
                </a:lnTo>
                <a:lnTo>
                  <a:pt x="276765" y="294680"/>
                </a:lnTo>
                <a:lnTo>
                  <a:pt x="214152" y="294680"/>
                </a:lnTo>
                <a:lnTo>
                  <a:pt x="214152" y="83536"/>
                </a:lnTo>
                <a:close/>
              </a:path>
              <a:path w="377190" h="448945">
                <a:moveTo>
                  <a:pt x="276274" y="289017"/>
                </a:moveTo>
                <a:lnTo>
                  <a:pt x="261117" y="290673"/>
                </a:lnTo>
                <a:lnTo>
                  <a:pt x="245678" y="292180"/>
                </a:lnTo>
                <a:lnTo>
                  <a:pt x="230006" y="293522"/>
                </a:lnTo>
                <a:lnTo>
                  <a:pt x="214152" y="294680"/>
                </a:lnTo>
                <a:lnTo>
                  <a:pt x="276765" y="294680"/>
                </a:lnTo>
                <a:lnTo>
                  <a:pt x="276274" y="289017"/>
                </a:lnTo>
                <a:close/>
              </a:path>
              <a:path w="377190" h="448945">
                <a:moveTo>
                  <a:pt x="263177" y="44776"/>
                </a:moveTo>
                <a:lnTo>
                  <a:pt x="13273" y="44776"/>
                </a:lnTo>
                <a:lnTo>
                  <a:pt x="13273" y="83536"/>
                </a:lnTo>
                <a:lnTo>
                  <a:pt x="263177" y="83536"/>
                </a:lnTo>
                <a:lnTo>
                  <a:pt x="263177" y="44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7092219" y="2873715"/>
            <a:ext cx="369570" cy="439420"/>
          </a:xfrm>
          <a:custGeom>
            <a:avLst/>
            <a:gdLst/>
            <a:ahLst/>
            <a:cxnLst/>
            <a:rect l="l" t="t" r="r" b="b"/>
            <a:pathLst>
              <a:path w="369570" h="439420">
                <a:moveTo>
                  <a:pt x="110085" y="304061"/>
                </a:moveTo>
                <a:lnTo>
                  <a:pt x="62652" y="304061"/>
                </a:lnTo>
                <a:lnTo>
                  <a:pt x="62652" y="438924"/>
                </a:lnTo>
                <a:lnTo>
                  <a:pt x="369545" y="438924"/>
                </a:lnTo>
                <a:lnTo>
                  <a:pt x="369545" y="399987"/>
                </a:lnTo>
                <a:lnTo>
                  <a:pt x="110085" y="399987"/>
                </a:lnTo>
                <a:lnTo>
                  <a:pt x="110085" y="304061"/>
                </a:lnTo>
                <a:close/>
              </a:path>
              <a:path w="369570" h="439420">
                <a:moveTo>
                  <a:pt x="356802" y="0"/>
                </a:moveTo>
                <a:lnTo>
                  <a:pt x="309370" y="0"/>
                </a:lnTo>
                <a:lnTo>
                  <a:pt x="309370" y="113979"/>
                </a:lnTo>
                <a:lnTo>
                  <a:pt x="228488" y="113979"/>
                </a:lnTo>
                <a:lnTo>
                  <a:pt x="228488" y="154508"/>
                </a:lnTo>
                <a:lnTo>
                  <a:pt x="309370" y="154508"/>
                </a:lnTo>
                <a:lnTo>
                  <a:pt x="309370" y="329724"/>
                </a:lnTo>
                <a:lnTo>
                  <a:pt x="356802" y="329724"/>
                </a:lnTo>
                <a:lnTo>
                  <a:pt x="356802" y="0"/>
                </a:lnTo>
                <a:close/>
              </a:path>
              <a:path w="369570" h="439420">
                <a:moveTo>
                  <a:pt x="201763" y="30795"/>
                </a:moveTo>
                <a:lnTo>
                  <a:pt x="0" y="30795"/>
                </a:lnTo>
                <a:lnTo>
                  <a:pt x="0" y="69024"/>
                </a:lnTo>
                <a:lnTo>
                  <a:pt x="154685" y="69024"/>
                </a:lnTo>
                <a:lnTo>
                  <a:pt x="154685" y="128314"/>
                </a:lnTo>
                <a:lnTo>
                  <a:pt x="884" y="128314"/>
                </a:lnTo>
                <a:lnTo>
                  <a:pt x="884" y="269018"/>
                </a:lnTo>
                <a:lnTo>
                  <a:pt x="36458" y="269018"/>
                </a:lnTo>
                <a:lnTo>
                  <a:pt x="96523" y="268559"/>
                </a:lnTo>
                <a:lnTo>
                  <a:pt x="147959" y="266806"/>
                </a:lnTo>
                <a:lnTo>
                  <a:pt x="194750" y="263194"/>
                </a:lnTo>
                <a:lnTo>
                  <a:pt x="240877" y="257159"/>
                </a:lnTo>
                <a:lnTo>
                  <a:pt x="238077" y="230258"/>
                </a:lnTo>
                <a:lnTo>
                  <a:pt x="48670" y="230258"/>
                </a:lnTo>
                <a:lnTo>
                  <a:pt x="48670" y="165835"/>
                </a:lnTo>
                <a:lnTo>
                  <a:pt x="201763" y="165835"/>
                </a:lnTo>
                <a:lnTo>
                  <a:pt x="201763" y="30795"/>
                </a:lnTo>
                <a:close/>
              </a:path>
              <a:path w="369570" h="439420">
                <a:moveTo>
                  <a:pt x="236806" y="218046"/>
                </a:moveTo>
                <a:lnTo>
                  <a:pt x="193995" y="224036"/>
                </a:lnTo>
                <a:lnTo>
                  <a:pt x="150636" y="227736"/>
                </a:lnTo>
                <a:lnTo>
                  <a:pt x="103328" y="229644"/>
                </a:lnTo>
                <a:lnTo>
                  <a:pt x="48670" y="230258"/>
                </a:lnTo>
                <a:lnTo>
                  <a:pt x="238077" y="230258"/>
                </a:lnTo>
                <a:lnTo>
                  <a:pt x="236806" y="2180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7518400" y="2903272"/>
            <a:ext cx="410845" cy="360045"/>
          </a:xfrm>
          <a:custGeom>
            <a:avLst/>
            <a:gdLst/>
            <a:ahLst/>
            <a:cxnLst/>
            <a:rect l="l" t="t" r="r" b="b"/>
            <a:pathLst>
              <a:path w="410845" h="360045">
                <a:moveTo>
                  <a:pt x="227780" y="0"/>
                </a:moveTo>
                <a:lnTo>
                  <a:pt x="177693" y="0"/>
                </a:lnTo>
                <a:lnTo>
                  <a:pt x="177693" y="33804"/>
                </a:lnTo>
                <a:lnTo>
                  <a:pt x="168794" y="76657"/>
                </a:lnTo>
                <a:lnTo>
                  <a:pt x="144731" y="116163"/>
                </a:lnTo>
                <a:lnTo>
                  <a:pt x="108817" y="149994"/>
                </a:lnTo>
                <a:lnTo>
                  <a:pt x="64366" y="175823"/>
                </a:lnTo>
                <a:lnTo>
                  <a:pt x="14689" y="191321"/>
                </a:lnTo>
                <a:lnTo>
                  <a:pt x="35928" y="230966"/>
                </a:lnTo>
                <a:lnTo>
                  <a:pt x="88191" y="213524"/>
                </a:lnTo>
                <a:lnTo>
                  <a:pt x="135327" y="185812"/>
                </a:lnTo>
                <a:lnTo>
                  <a:pt x="174532" y="149306"/>
                </a:lnTo>
                <a:lnTo>
                  <a:pt x="203002" y="105483"/>
                </a:lnTo>
                <a:lnTo>
                  <a:pt x="254046" y="105483"/>
                </a:lnTo>
                <a:lnTo>
                  <a:pt x="236548" y="76708"/>
                </a:lnTo>
                <a:lnTo>
                  <a:pt x="227780" y="33804"/>
                </a:lnTo>
                <a:lnTo>
                  <a:pt x="227780" y="0"/>
                </a:lnTo>
                <a:close/>
              </a:path>
              <a:path w="410845" h="360045">
                <a:moveTo>
                  <a:pt x="254046" y="105483"/>
                </a:moveTo>
                <a:lnTo>
                  <a:pt x="203002" y="105483"/>
                </a:lnTo>
                <a:lnTo>
                  <a:pt x="231295" y="149480"/>
                </a:lnTo>
                <a:lnTo>
                  <a:pt x="270455" y="186011"/>
                </a:lnTo>
                <a:lnTo>
                  <a:pt x="317614" y="213649"/>
                </a:lnTo>
                <a:lnTo>
                  <a:pt x="369899" y="230966"/>
                </a:lnTo>
                <a:lnTo>
                  <a:pt x="391491" y="191321"/>
                </a:lnTo>
                <a:lnTo>
                  <a:pt x="341436" y="176026"/>
                </a:lnTo>
                <a:lnTo>
                  <a:pt x="296707" y="150223"/>
                </a:lnTo>
                <a:lnTo>
                  <a:pt x="260634" y="116316"/>
                </a:lnTo>
                <a:lnTo>
                  <a:pt x="254046" y="105483"/>
                </a:lnTo>
                <a:close/>
              </a:path>
              <a:path w="410845" h="360045">
                <a:moveTo>
                  <a:pt x="410429" y="320166"/>
                </a:moveTo>
                <a:lnTo>
                  <a:pt x="0" y="320166"/>
                </a:lnTo>
                <a:lnTo>
                  <a:pt x="0" y="359634"/>
                </a:lnTo>
                <a:lnTo>
                  <a:pt x="410429" y="359634"/>
                </a:lnTo>
                <a:lnTo>
                  <a:pt x="410429" y="3201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085226" y="2871418"/>
            <a:ext cx="861060" cy="445134"/>
          </a:xfrm>
          <a:custGeom>
            <a:avLst/>
            <a:gdLst/>
            <a:ahLst/>
            <a:cxnLst/>
            <a:rect l="l" t="t" r="r" b="b"/>
            <a:pathLst>
              <a:path w="861059" h="445135">
                <a:moveTo>
                  <a:pt x="267423" y="214325"/>
                </a:moveTo>
                <a:lnTo>
                  <a:pt x="221500" y="194564"/>
                </a:lnTo>
                <a:lnTo>
                  <a:pt x="187236" y="166497"/>
                </a:lnTo>
                <a:lnTo>
                  <a:pt x="165811" y="132397"/>
                </a:lnTo>
                <a:lnTo>
                  <a:pt x="158407" y="94513"/>
                </a:lnTo>
                <a:lnTo>
                  <a:pt x="158407" y="90258"/>
                </a:lnTo>
                <a:lnTo>
                  <a:pt x="255739" y="90258"/>
                </a:lnTo>
                <a:lnTo>
                  <a:pt x="255739" y="52387"/>
                </a:lnTo>
                <a:lnTo>
                  <a:pt x="159105" y="52387"/>
                </a:lnTo>
                <a:lnTo>
                  <a:pt x="159105" y="0"/>
                </a:lnTo>
                <a:lnTo>
                  <a:pt x="111150" y="0"/>
                </a:lnTo>
                <a:lnTo>
                  <a:pt x="111150" y="52387"/>
                </a:lnTo>
                <a:lnTo>
                  <a:pt x="13627" y="52387"/>
                </a:lnTo>
                <a:lnTo>
                  <a:pt x="13627" y="90258"/>
                </a:lnTo>
                <a:lnTo>
                  <a:pt x="111150" y="90258"/>
                </a:lnTo>
                <a:lnTo>
                  <a:pt x="111150" y="94513"/>
                </a:lnTo>
                <a:lnTo>
                  <a:pt x="103441" y="135661"/>
                </a:lnTo>
                <a:lnTo>
                  <a:pt x="81330" y="172313"/>
                </a:lnTo>
                <a:lnTo>
                  <a:pt x="46342" y="202107"/>
                </a:lnTo>
                <a:lnTo>
                  <a:pt x="0" y="222643"/>
                </a:lnTo>
                <a:lnTo>
                  <a:pt x="23012" y="259638"/>
                </a:lnTo>
                <a:lnTo>
                  <a:pt x="60325" y="244081"/>
                </a:lnTo>
                <a:lnTo>
                  <a:pt x="91808" y="222364"/>
                </a:lnTo>
                <a:lnTo>
                  <a:pt x="116992" y="195300"/>
                </a:lnTo>
                <a:lnTo>
                  <a:pt x="135394" y="163715"/>
                </a:lnTo>
                <a:lnTo>
                  <a:pt x="153733" y="192430"/>
                </a:lnTo>
                <a:lnTo>
                  <a:pt x="178447" y="217068"/>
                </a:lnTo>
                <a:lnTo>
                  <a:pt x="209067" y="236931"/>
                </a:lnTo>
                <a:lnTo>
                  <a:pt x="245122" y="251320"/>
                </a:lnTo>
                <a:lnTo>
                  <a:pt x="267423" y="214325"/>
                </a:lnTo>
                <a:close/>
              </a:path>
              <a:path w="861059" h="445135">
                <a:moveTo>
                  <a:pt x="353618" y="286715"/>
                </a:moveTo>
                <a:lnTo>
                  <a:pt x="306539" y="286715"/>
                </a:lnTo>
                <a:lnTo>
                  <a:pt x="306539" y="324243"/>
                </a:lnTo>
                <a:lnTo>
                  <a:pt x="306539" y="406184"/>
                </a:lnTo>
                <a:lnTo>
                  <a:pt x="113626" y="406184"/>
                </a:lnTo>
                <a:lnTo>
                  <a:pt x="113626" y="324243"/>
                </a:lnTo>
                <a:lnTo>
                  <a:pt x="306539" y="324243"/>
                </a:lnTo>
                <a:lnTo>
                  <a:pt x="306539" y="286715"/>
                </a:lnTo>
                <a:lnTo>
                  <a:pt x="66903" y="286715"/>
                </a:lnTo>
                <a:lnTo>
                  <a:pt x="66903" y="444766"/>
                </a:lnTo>
                <a:lnTo>
                  <a:pt x="353618" y="444766"/>
                </a:lnTo>
                <a:lnTo>
                  <a:pt x="353618" y="406184"/>
                </a:lnTo>
                <a:lnTo>
                  <a:pt x="353618" y="324243"/>
                </a:lnTo>
                <a:lnTo>
                  <a:pt x="353618" y="286715"/>
                </a:lnTo>
                <a:close/>
              </a:path>
              <a:path w="861059" h="445135">
                <a:moveTo>
                  <a:pt x="418566" y="112915"/>
                </a:moveTo>
                <a:lnTo>
                  <a:pt x="353618" y="112915"/>
                </a:lnTo>
                <a:lnTo>
                  <a:pt x="353618" y="1943"/>
                </a:lnTo>
                <a:lnTo>
                  <a:pt x="306006" y="1943"/>
                </a:lnTo>
                <a:lnTo>
                  <a:pt x="306006" y="266712"/>
                </a:lnTo>
                <a:lnTo>
                  <a:pt x="353618" y="266712"/>
                </a:lnTo>
                <a:lnTo>
                  <a:pt x="353618" y="152565"/>
                </a:lnTo>
                <a:lnTo>
                  <a:pt x="418566" y="152565"/>
                </a:lnTo>
                <a:lnTo>
                  <a:pt x="418566" y="112915"/>
                </a:lnTo>
                <a:close/>
              </a:path>
              <a:path w="861059" h="445135">
                <a:moveTo>
                  <a:pt x="693966" y="35928"/>
                </a:moveTo>
                <a:lnTo>
                  <a:pt x="467779" y="35928"/>
                </a:lnTo>
                <a:lnTo>
                  <a:pt x="467779" y="75222"/>
                </a:lnTo>
                <a:lnTo>
                  <a:pt x="647242" y="75222"/>
                </a:lnTo>
                <a:lnTo>
                  <a:pt x="646633" y="97904"/>
                </a:lnTo>
                <a:lnTo>
                  <a:pt x="644918" y="124129"/>
                </a:lnTo>
                <a:lnTo>
                  <a:pt x="641438" y="154444"/>
                </a:lnTo>
                <a:lnTo>
                  <a:pt x="635558" y="189382"/>
                </a:lnTo>
                <a:lnTo>
                  <a:pt x="682637" y="193446"/>
                </a:lnTo>
                <a:lnTo>
                  <a:pt x="688987" y="152654"/>
                </a:lnTo>
                <a:lnTo>
                  <a:pt x="692277" y="116928"/>
                </a:lnTo>
                <a:lnTo>
                  <a:pt x="693585" y="86398"/>
                </a:lnTo>
                <a:lnTo>
                  <a:pt x="693966" y="61239"/>
                </a:lnTo>
                <a:lnTo>
                  <a:pt x="693966" y="35928"/>
                </a:lnTo>
                <a:close/>
              </a:path>
              <a:path w="861059" h="445135">
                <a:moveTo>
                  <a:pt x="725106" y="252387"/>
                </a:moveTo>
                <a:lnTo>
                  <a:pt x="723252" y="229552"/>
                </a:lnTo>
                <a:lnTo>
                  <a:pt x="722274" y="217690"/>
                </a:lnTo>
                <a:lnTo>
                  <a:pt x="687717" y="221957"/>
                </a:lnTo>
                <a:lnTo>
                  <a:pt x="652081" y="225285"/>
                </a:lnTo>
                <a:lnTo>
                  <a:pt x="615886" y="227774"/>
                </a:lnTo>
                <a:lnTo>
                  <a:pt x="579628" y="229552"/>
                </a:lnTo>
                <a:lnTo>
                  <a:pt x="579628" y="136817"/>
                </a:lnTo>
                <a:lnTo>
                  <a:pt x="532549" y="136817"/>
                </a:lnTo>
                <a:lnTo>
                  <a:pt x="532549" y="231140"/>
                </a:lnTo>
                <a:lnTo>
                  <a:pt x="440690" y="232206"/>
                </a:lnTo>
                <a:lnTo>
                  <a:pt x="445122" y="270789"/>
                </a:lnTo>
                <a:lnTo>
                  <a:pt x="486892" y="270510"/>
                </a:lnTo>
                <a:lnTo>
                  <a:pt x="532142" y="269595"/>
                </a:lnTo>
                <a:lnTo>
                  <a:pt x="579742" y="267690"/>
                </a:lnTo>
                <a:lnTo>
                  <a:pt x="628523" y="264426"/>
                </a:lnTo>
                <a:lnTo>
                  <a:pt x="677367" y="259448"/>
                </a:lnTo>
                <a:lnTo>
                  <a:pt x="725106" y="252387"/>
                </a:lnTo>
                <a:close/>
              </a:path>
              <a:path w="861059" h="445135">
                <a:moveTo>
                  <a:pt x="813422" y="402285"/>
                </a:moveTo>
                <a:lnTo>
                  <a:pt x="556272" y="402285"/>
                </a:lnTo>
                <a:lnTo>
                  <a:pt x="556272" y="308483"/>
                </a:lnTo>
                <a:lnTo>
                  <a:pt x="508838" y="308483"/>
                </a:lnTo>
                <a:lnTo>
                  <a:pt x="508838" y="441223"/>
                </a:lnTo>
                <a:lnTo>
                  <a:pt x="813422" y="441223"/>
                </a:lnTo>
                <a:lnTo>
                  <a:pt x="813422" y="402285"/>
                </a:lnTo>
                <a:close/>
              </a:path>
              <a:path w="861059" h="445135">
                <a:moveTo>
                  <a:pt x="860856" y="144780"/>
                </a:moveTo>
                <a:lnTo>
                  <a:pt x="799096" y="144780"/>
                </a:lnTo>
                <a:lnTo>
                  <a:pt x="799096" y="1943"/>
                </a:lnTo>
                <a:lnTo>
                  <a:pt x="750773" y="1943"/>
                </a:lnTo>
                <a:lnTo>
                  <a:pt x="750773" y="338924"/>
                </a:lnTo>
                <a:lnTo>
                  <a:pt x="799096" y="338924"/>
                </a:lnTo>
                <a:lnTo>
                  <a:pt x="799096" y="184950"/>
                </a:lnTo>
                <a:lnTo>
                  <a:pt x="860856" y="184950"/>
                </a:lnTo>
                <a:lnTo>
                  <a:pt x="860856" y="144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9120994" y="2873361"/>
            <a:ext cx="375285" cy="447675"/>
          </a:xfrm>
          <a:custGeom>
            <a:avLst/>
            <a:gdLst/>
            <a:ahLst/>
            <a:cxnLst/>
            <a:rect l="l" t="t" r="r" b="b"/>
            <a:pathLst>
              <a:path w="375284" h="447675">
                <a:moveTo>
                  <a:pt x="227603" y="321228"/>
                </a:moveTo>
                <a:lnTo>
                  <a:pt x="178224" y="321228"/>
                </a:lnTo>
                <a:lnTo>
                  <a:pt x="165423" y="350998"/>
                </a:lnTo>
                <a:lnTo>
                  <a:pt x="133690" y="377930"/>
                </a:lnTo>
                <a:lnTo>
                  <a:pt x="87057" y="398856"/>
                </a:lnTo>
                <a:lnTo>
                  <a:pt x="29556" y="410606"/>
                </a:lnTo>
                <a:lnTo>
                  <a:pt x="46193" y="447241"/>
                </a:lnTo>
                <a:lnTo>
                  <a:pt x="96656" y="436985"/>
                </a:lnTo>
                <a:lnTo>
                  <a:pt x="140880" y="419875"/>
                </a:lnTo>
                <a:lnTo>
                  <a:pt x="177007" y="396892"/>
                </a:lnTo>
                <a:lnTo>
                  <a:pt x="203179" y="369014"/>
                </a:lnTo>
                <a:lnTo>
                  <a:pt x="261975" y="369014"/>
                </a:lnTo>
                <a:lnTo>
                  <a:pt x="240208" y="350450"/>
                </a:lnTo>
                <a:lnTo>
                  <a:pt x="227603" y="321228"/>
                </a:lnTo>
                <a:close/>
              </a:path>
              <a:path w="375284" h="447675">
                <a:moveTo>
                  <a:pt x="261975" y="369014"/>
                </a:moveTo>
                <a:lnTo>
                  <a:pt x="203179" y="369014"/>
                </a:lnTo>
                <a:lnTo>
                  <a:pt x="229002" y="396693"/>
                </a:lnTo>
                <a:lnTo>
                  <a:pt x="264681" y="419743"/>
                </a:lnTo>
                <a:lnTo>
                  <a:pt x="308458" y="436985"/>
                </a:lnTo>
                <a:lnTo>
                  <a:pt x="358572" y="447241"/>
                </a:lnTo>
                <a:lnTo>
                  <a:pt x="374854" y="410606"/>
                </a:lnTo>
                <a:lnTo>
                  <a:pt x="317650" y="398209"/>
                </a:lnTo>
                <a:lnTo>
                  <a:pt x="271495" y="377133"/>
                </a:lnTo>
                <a:lnTo>
                  <a:pt x="261975" y="369014"/>
                </a:lnTo>
                <a:close/>
              </a:path>
              <a:path w="375284" h="447675">
                <a:moveTo>
                  <a:pt x="358572" y="285123"/>
                </a:moveTo>
                <a:lnTo>
                  <a:pt x="47962" y="285123"/>
                </a:lnTo>
                <a:lnTo>
                  <a:pt x="47962" y="321228"/>
                </a:lnTo>
                <a:lnTo>
                  <a:pt x="358572" y="321228"/>
                </a:lnTo>
                <a:lnTo>
                  <a:pt x="358572" y="285123"/>
                </a:lnTo>
                <a:close/>
              </a:path>
              <a:path w="375284" h="447675">
                <a:moveTo>
                  <a:pt x="226718" y="243531"/>
                </a:moveTo>
                <a:lnTo>
                  <a:pt x="179286" y="243531"/>
                </a:lnTo>
                <a:lnTo>
                  <a:pt x="179286" y="285123"/>
                </a:lnTo>
                <a:lnTo>
                  <a:pt x="226718" y="285123"/>
                </a:lnTo>
                <a:lnTo>
                  <a:pt x="226718" y="243531"/>
                </a:lnTo>
                <a:close/>
              </a:path>
              <a:path w="375284" h="447675">
                <a:moveTo>
                  <a:pt x="348130" y="0"/>
                </a:moveTo>
                <a:lnTo>
                  <a:pt x="301229" y="0"/>
                </a:lnTo>
                <a:lnTo>
                  <a:pt x="301229" y="256451"/>
                </a:lnTo>
                <a:lnTo>
                  <a:pt x="348130" y="256451"/>
                </a:lnTo>
                <a:lnTo>
                  <a:pt x="348130" y="0"/>
                </a:lnTo>
                <a:close/>
              </a:path>
              <a:path w="375284" h="447675">
                <a:moveTo>
                  <a:pt x="213444" y="28494"/>
                </a:moveTo>
                <a:lnTo>
                  <a:pt x="0" y="28494"/>
                </a:lnTo>
                <a:lnTo>
                  <a:pt x="0" y="213090"/>
                </a:lnTo>
                <a:lnTo>
                  <a:pt x="213444" y="213090"/>
                </a:lnTo>
                <a:lnTo>
                  <a:pt x="213444" y="175569"/>
                </a:lnTo>
                <a:lnTo>
                  <a:pt x="46723" y="175569"/>
                </a:lnTo>
                <a:lnTo>
                  <a:pt x="46723" y="66369"/>
                </a:lnTo>
                <a:lnTo>
                  <a:pt x="213444" y="66369"/>
                </a:lnTo>
                <a:lnTo>
                  <a:pt x="213444" y="28494"/>
                </a:lnTo>
                <a:close/>
              </a:path>
              <a:path w="375284" h="447675">
                <a:moveTo>
                  <a:pt x="213444" y="66369"/>
                </a:moveTo>
                <a:lnTo>
                  <a:pt x="166543" y="66369"/>
                </a:lnTo>
                <a:lnTo>
                  <a:pt x="166543" y="175569"/>
                </a:lnTo>
                <a:lnTo>
                  <a:pt x="213444" y="175569"/>
                </a:lnTo>
                <a:lnTo>
                  <a:pt x="213444" y="663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9666694" y="2871241"/>
            <a:ext cx="851535" cy="450850"/>
          </a:xfrm>
          <a:custGeom>
            <a:avLst/>
            <a:gdLst/>
            <a:ahLst/>
            <a:cxnLst/>
            <a:rect l="l" t="t" r="r" b="b"/>
            <a:pathLst>
              <a:path w="851534" h="450850">
                <a:moveTo>
                  <a:pt x="242290" y="187604"/>
                </a:moveTo>
                <a:lnTo>
                  <a:pt x="234327" y="154152"/>
                </a:lnTo>
                <a:lnTo>
                  <a:pt x="224066" y="142303"/>
                </a:lnTo>
                <a:lnTo>
                  <a:pt x="212115" y="128498"/>
                </a:lnTo>
                <a:lnTo>
                  <a:pt x="197332" y="121386"/>
                </a:lnTo>
                <a:lnTo>
                  <a:pt x="197332" y="187604"/>
                </a:lnTo>
                <a:lnTo>
                  <a:pt x="192557" y="206171"/>
                </a:lnTo>
                <a:lnTo>
                  <a:pt x="179552" y="220078"/>
                </a:lnTo>
                <a:lnTo>
                  <a:pt x="159512" y="228828"/>
                </a:lnTo>
                <a:lnTo>
                  <a:pt x="133629" y="231851"/>
                </a:lnTo>
                <a:lnTo>
                  <a:pt x="107543" y="228828"/>
                </a:lnTo>
                <a:lnTo>
                  <a:pt x="87477" y="220078"/>
                </a:lnTo>
                <a:lnTo>
                  <a:pt x="74637" y="206171"/>
                </a:lnTo>
                <a:lnTo>
                  <a:pt x="70269" y="187604"/>
                </a:lnTo>
                <a:lnTo>
                  <a:pt x="74637" y="168859"/>
                </a:lnTo>
                <a:lnTo>
                  <a:pt x="87477" y="154660"/>
                </a:lnTo>
                <a:lnTo>
                  <a:pt x="107543" y="145618"/>
                </a:lnTo>
                <a:lnTo>
                  <a:pt x="133629" y="142303"/>
                </a:lnTo>
                <a:lnTo>
                  <a:pt x="159512" y="145618"/>
                </a:lnTo>
                <a:lnTo>
                  <a:pt x="179552" y="154660"/>
                </a:lnTo>
                <a:lnTo>
                  <a:pt x="192557" y="168859"/>
                </a:lnTo>
                <a:lnTo>
                  <a:pt x="197332" y="187604"/>
                </a:lnTo>
                <a:lnTo>
                  <a:pt x="197332" y="121386"/>
                </a:lnTo>
                <a:lnTo>
                  <a:pt x="177825" y="112001"/>
                </a:lnTo>
                <a:lnTo>
                  <a:pt x="133629" y="106019"/>
                </a:lnTo>
                <a:lnTo>
                  <a:pt x="89128" y="112001"/>
                </a:lnTo>
                <a:lnTo>
                  <a:pt x="54597" y="128498"/>
                </a:lnTo>
                <a:lnTo>
                  <a:pt x="32283" y="154152"/>
                </a:lnTo>
                <a:lnTo>
                  <a:pt x="24422" y="187604"/>
                </a:lnTo>
                <a:lnTo>
                  <a:pt x="32283" y="220980"/>
                </a:lnTo>
                <a:lnTo>
                  <a:pt x="54597" y="246608"/>
                </a:lnTo>
                <a:lnTo>
                  <a:pt x="89128" y="263042"/>
                </a:lnTo>
                <a:lnTo>
                  <a:pt x="133629" y="268846"/>
                </a:lnTo>
                <a:lnTo>
                  <a:pt x="177825" y="263042"/>
                </a:lnTo>
                <a:lnTo>
                  <a:pt x="212115" y="246608"/>
                </a:lnTo>
                <a:lnTo>
                  <a:pt x="224904" y="231851"/>
                </a:lnTo>
                <a:lnTo>
                  <a:pt x="234327" y="220980"/>
                </a:lnTo>
                <a:lnTo>
                  <a:pt x="242290" y="187604"/>
                </a:lnTo>
                <a:close/>
              </a:path>
              <a:path w="851534" h="450850">
                <a:moveTo>
                  <a:pt x="266890" y="47612"/>
                </a:moveTo>
                <a:lnTo>
                  <a:pt x="157340" y="47612"/>
                </a:lnTo>
                <a:lnTo>
                  <a:pt x="157340" y="0"/>
                </a:lnTo>
                <a:lnTo>
                  <a:pt x="110083" y="0"/>
                </a:lnTo>
                <a:lnTo>
                  <a:pt x="110083" y="47612"/>
                </a:lnTo>
                <a:lnTo>
                  <a:pt x="0" y="47612"/>
                </a:lnTo>
                <a:lnTo>
                  <a:pt x="0" y="85483"/>
                </a:lnTo>
                <a:lnTo>
                  <a:pt x="266890" y="85483"/>
                </a:lnTo>
                <a:lnTo>
                  <a:pt x="266890" y="47612"/>
                </a:lnTo>
                <a:close/>
              </a:path>
              <a:path w="851534" h="450850">
                <a:moveTo>
                  <a:pt x="351840" y="305485"/>
                </a:moveTo>
                <a:lnTo>
                  <a:pt x="55397" y="305485"/>
                </a:lnTo>
                <a:lnTo>
                  <a:pt x="55397" y="344068"/>
                </a:lnTo>
                <a:lnTo>
                  <a:pt x="304241" y="344068"/>
                </a:lnTo>
                <a:lnTo>
                  <a:pt x="304241" y="450608"/>
                </a:lnTo>
                <a:lnTo>
                  <a:pt x="351840" y="450608"/>
                </a:lnTo>
                <a:lnTo>
                  <a:pt x="351840" y="305485"/>
                </a:lnTo>
                <a:close/>
              </a:path>
              <a:path w="851534" h="450850">
                <a:moveTo>
                  <a:pt x="416801" y="123888"/>
                </a:moveTo>
                <a:lnTo>
                  <a:pt x="351840" y="123888"/>
                </a:lnTo>
                <a:lnTo>
                  <a:pt x="351840" y="2120"/>
                </a:lnTo>
                <a:lnTo>
                  <a:pt x="304241" y="2120"/>
                </a:lnTo>
                <a:lnTo>
                  <a:pt x="304241" y="282651"/>
                </a:lnTo>
                <a:lnTo>
                  <a:pt x="351840" y="282651"/>
                </a:lnTo>
                <a:lnTo>
                  <a:pt x="351840" y="163182"/>
                </a:lnTo>
                <a:lnTo>
                  <a:pt x="416801" y="163182"/>
                </a:lnTo>
                <a:lnTo>
                  <a:pt x="416801" y="123888"/>
                </a:lnTo>
                <a:close/>
              </a:path>
              <a:path w="851534" h="450850">
                <a:moveTo>
                  <a:pt x="829703" y="124066"/>
                </a:moveTo>
                <a:lnTo>
                  <a:pt x="768172" y="110680"/>
                </a:lnTo>
                <a:lnTo>
                  <a:pt x="717880" y="87185"/>
                </a:lnTo>
                <a:lnTo>
                  <a:pt x="703745" y="74155"/>
                </a:lnTo>
                <a:lnTo>
                  <a:pt x="683933" y="55905"/>
                </a:lnTo>
                <a:lnTo>
                  <a:pt x="671487" y="19113"/>
                </a:lnTo>
                <a:lnTo>
                  <a:pt x="671487" y="4432"/>
                </a:lnTo>
                <a:lnTo>
                  <a:pt x="622630" y="4432"/>
                </a:lnTo>
                <a:lnTo>
                  <a:pt x="622630" y="19113"/>
                </a:lnTo>
                <a:lnTo>
                  <a:pt x="610184" y="55905"/>
                </a:lnTo>
                <a:lnTo>
                  <a:pt x="576224" y="87185"/>
                </a:lnTo>
                <a:lnTo>
                  <a:pt x="525868" y="110680"/>
                </a:lnTo>
                <a:lnTo>
                  <a:pt x="464235" y="124066"/>
                </a:lnTo>
                <a:lnTo>
                  <a:pt x="480695" y="159994"/>
                </a:lnTo>
                <a:lnTo>
                  <a:pt x="533234" y="149225"/>
                </a:lnTo>
                <a:lnTo>
                  <a:pt x="580097" y="130886"/>
                </a:lnTo>
                <a:lnTo>
                  <a:pt x="618744" y="105638"/>
                </a:lnTo>
                <a:lnTo>
                  <a:pt x="646709" y="74155"/>
                </a:lnTo>
                <a:lnTo>
                  <a:pt x="674573" y="105638"/>
                </a:lnTo>
                <a:lnTo>
                  <a:pt x="713270" y="130886"/>
                </a:lnTo>
                <a:lnTo>
                  <a:pt x="760374" y="149225"/>
                </a:lnTo>
                <a:lnTo>
                  <a:pt x="813422" y="159994"/>
                </a:lnTo>
                <a:lnTo>
                  <a:pt x="829703" y="124066"/>
                </a:lnTo>
                <a:close/>
              </a:path>
              <a:path w="851534" h="450850">
                <a:moveTo>
                  <a:pt x="851471" y="186016"/>
                </a:moveTo>
                <a:lnTo>
                  <a:pt x="442645" y="186016"/>
                </a:lnTo>
                <a:lnTo>
                  <a:pt x="442645" y="223888"/>
                </a:lnTo>
                <a:lnTo>
                  <a:pt x="622630" y="223888"/>
                </a:lnTo>
                <a:lnTo>
                  <a:pt x="622630" y="263715"/>
                </a:lnTo>
                <a:lnTo>
                  <a:pt x="491312" y="263715"/>
                </a:lnTo>
                <a:lnTo>
                  <a:pt x="491312" y="300520"/>
                </a:lnTo>
                <a:lnTo>
                  <a:pt x="752894" y="300520"/>
                </a:lnTo>
                <a:lnTo>
                  <a:pt x="752894" y="335572"/>
                </a:lnTo>
                <a:lnTo>
                  <a:pt x="492201" y="335572"/>
                </a:lnTo>
                <a:lnTo>
                  <a:pt x="492201" y="446354"/>
                </a:lnTo>
                <a:lnTo>
                  <a:pt x="812546" y="446354"/>
                </a:lnTo>
                <a:lnTo>
                  <a:pt x="812546" y="409549"/>
                </a:lnTo>
                <a:lnTo>
                  <a:pt x="538746" y="409549"/>
                </a:lnTo>
                <a:lnTo>
                  <a:pt x="538746" y="370078"/>
                </a:lnTo>
                <a:lnTo>
                  <a:pt x="799617" y="370078"/>
                </a:lnTo>
                <a:lnTo>
                  <a:pt x="799617" y="263715"/>
                </a:lnTo>
                <a:lnTo>
                  <a:pt x="670242" y="263715"/>
                </a:lnTo>
                <a:lnTo>
                  <a:pt x="670242" y="223888"/>
                </a:lnTo>
                <a:lnTo>
                  <a:pt x="851471" y="223888"/>
                </a:lnTo>
                <a:lnTo>
                  <a:pt x="851471" y="186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0677500" y="2889249"/>
            <a:ext cx="409575" cy="254635"/>
          </a:xfrm>
          <a:custGeom>
            <a:avLst/>
            <a:gdLst/>
            <a:ahLst/>
            <a:cxnLst/>
            <a:rect l="l" t="t" r="r" b="b"/>
            <a:pathLst>
              <a:path w="409575" h="254635">
                <a:moveTo>
                  <a:pt x="409371" y="215785"/>
                </a:moveTo>
                <a:lnTo>
                  <a:pt x="228130" y="215785"/>
                </a:lnTo>
                <a:lnTo>
                  <a:pt x="228130" y="153670"/>
                </a:lnTo>
                <a:lnTo>
                  <a:pt x="362470" y="153670"/>
                </a:lnTo>
                <a:lnTo>
                  <a:pt x="362470" y="115570"/>
                </a:lnTo>
                <a:lnTo>
                  <a:pt x="101231" y="115570"/>
                </a:lnTo>
                <a:lnTo>
                  <a:pt x="101231" y="0"/>
                </a:lnTo>
                <a:lnTo>
                  <a:pt x="54508" y="0"/>
                </a:lnTo>
                <a:lnTo>
                  <a:pt x="54508" y="115570"/>
                </a:lnTo>
                <a:lnTo>
                  <a:pt x="54508" y="153670"/>
                </a:lnTo>
                <a:lnTo>
                  <a:pt x="181229" y="153670"/>
                </a:lnTo>
                <a:lnTo>
                  <a:pt x="181229" y="215785"/>
                </a:lnTo>
                <a:lnTo>
                  <a:pt x="0" y="215785"/>
                </a:lnTo>
                <a:lnTo>
                  <a:pt x="0" y="254381"/>
                </a:lnTo>
                <a:lnTo>
                  <a:pt x="409371" y="254381"/>
                </a:lnTo>
                <a:lnTo>
                  <a:pt x="409371" y="215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0728465" y="3177539"/>
            <a:ext cx="315595" cy="134620"/>
          </a:xfrm>
          <a:custGeom>
            <a:avLst/>
            <a:gdLst/>
            <a:ahLst/>
            <a:cxnLst/>
            <a:rect l="l" t="t" r="r" b="b"/>
            <a:pathLst>
              <a:path w="315595" h="134620">
                <a:moveTo>
                  <a:pt x="315214" y="96520"/>
                </a:moveTo>
                <a:lnTo>
                  <a:pt x="47078" y="96520"/>
                </a:lnTo>
                <a:lnTo>
                  <a:pt x="47078" y="0"/>
                </a:lnTo>
                <a:lnTo>
                  <a:pt x="0" y="0"/>
                </a:lnTo>
                <a:lnTo>
                  <a:pt x="0" y="96520"/>
                </a:lnTo>
                <a:lnTo>
                  <a:pt x="0" y="134620"/>
                </a:lnTo>
                <a:lnTo>
                  <a:pt x="315214" y="134620"/>
                </a:lnTo>
                <a:lnTo>
                  <a:pt x="315214" y="965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1172698" y="2894329"/>
            <a:ext cx="304800" cy="158750"/>
          </a:xfrm>
          <a:custGeom>
            <a:avLst/>
            <a:gdLst/>
            <a:ahLst/>
            <a:cxnLst/>
            <a:rect l="l" t="t" r="r" b="b"/>
            <a:pathLst>
              <a:path w="304800" h="158750">
                <a:moveTo>
                  <a:pt x="304596" y="0"/>
                </a:moveTo>
                <a:lnTo>
                  <a:pt x="0" y="0"/>
                </a:lnTo>
                <a:lnTo>
                  <a:pt x="0" y="38100"/>
                </a:lnTo>
                <a:lnTo>
                  <a:pt x="0" y="121920"/>
                </a:lnTo>
                <a:lnTo>
                  <a:pt x="0" y="158750"/>
                </a:lnTo>
                <a:lnTo>
                  <a:pt x="304596" y="158750"/>
                </a:lnTo>
                <a:lnTo>
                  <a:pt x="304596" y="121920"/>
                </a:lnTo>
                <a:lnTo>
                  <a:pt x="46558" y="121920"/>
                </a:lnTo>
                <a:lnTo>
                  <a:pt x="46558" y="38100"/>
                </a:lnTo>
                <a:lnTo>
                  <a:pt x="257695" y="38100"/>
                </a:lnTo>
                <a:lnTo>
                  <a:pt x="257695" y="121869"/>
                </a:lnTo>
                <a:lnTo>
                  <a:pt x="304596" y="121869"/>
                </a:lnTo>
                <a:lnTo>
                  <a:pt x="304596" y="38100"/>
                </a:lnTo>
                <a:lnTo>
                  <a:pt x="304596" y="37617"/>
                </a:lnTo>
                <a:lnTo>
                  <a:pt x="3045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11119967" y="3100082"/>
            <a:ext cx="410845" cy="212090"/>
          </a:xfrm>
          <a:custGeom>
            <a:avLst/>
            <a:gdLst/>
            <a:ahLst/>
            <a:cxnLst/>
            <a:rect l="l" t="t" r="r" b="b"/>
            <a:pathLst>
              <a:path w="410845" h="212089">
                <a:moveTo>
                  <a:pt x="364934" y="173977"/>
                </a:moveTo>
                <a:lnTo>
                  <a:pt x="98577" y="173977"/>
                </a:lnTo>
                <a:lnTo>
                  <a:pt x="98577" y="83807"/>
                </a:lnTo>
                <a:lnTo>
                  <a:pt x="51142" y="83807"/>
                </a:lnTo>
                <a:lnTo>
                  <a:pt x="51142" y="173977"/>
                </a:lnTo>
                <a:lnTo>
                  <a:pt x="51142" y="212077"/>
                </a:lnTo>
                <a:lnTo>
                  <a:pt x="364934" y="212077"/>
                </a:lnTo>
                <a:lnTo>
                  <a:pt x="364934" y="173977"/>
                </a:lnTo>
                <a:close/>
              </a:path>
              <a:path w="410845" h="212089">
                <a:moveTo>
                  <a:pt x="410425" y="0"/>
                </a:moveTo>
                <a:lnTo>
                  <a:pt x="0" y="0"/>
                </a:lnTo>
                <a:lnTo>
                  <a:pt x="0" y="38760"/>
                </a:lnTo>
                <a:lnTo>
                  <a:pt x="185470" y="38760"/>
                </a:lnTo>
                <a:lnTo>
                  <a:pt x="185470" y="125666"/>
                </a:lnTo>
                <a:lnTo>
                  <a:pt x="232549" y="125666"/>
                </a:lnTo>
                <a:lnTo>
                  <a:pt x="232549" y="38760"/>
                </a:lnTo>
                <a:lnTo>
                  <a:pt x="410425" y="38760"/>
                </a:lnTo>
                <a:lnTo>
                  <a:pt x="4104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11703884" y="2873361"/>
            <a:ext cx="369570" cy="448945"/>
          </a:xfrm>
          <a:custGeom>
            <a:avLst/>
            <a:gdLst/>
            <a:ahLst/>
            <a:cxnLst/>
            <a:rect l="l" t="t" r="r" b="b"/>
            <a:pathLst>
              <a:path w="369570" h="448945">
                <a:moveTo>
                  <a:pt x="369546" y="216629"/>
                </a:moveTo>
                <a:lnTo>
                  <a:pt x="324415" y="216629"/>
                </a:lnTo>
                <a:lnTo>
                  <a:pt x="324415" y="448480"/>
                </a:lnTo>
                <a:lnTo>
                  <a:pt x="369546" y="448480"/>
                </a:lnTo>
                <a:lnTo>
                  <a:pt x="369546" y="216629"/>
                </a:lnTo>
                <a:close/>
              </a:path>
              <a:path w="369570" h="448945">
                <a:moveTo>
                  <a:pt x="266362" y="9202"/>
                </a:moveTo>
                <a:lnTo>
                  <a:pt x="222471" y="9202"/>
                </a:lnTo>
                <a:lnTo>
                  <a:pt x="222471" y="425472"/>
                </a:lnTo>
                <a:lnTo>
                  <a:pt x="266362" y="425472"/>
                </a:lnTo>
                <a:lnTo>
                  <a:pt x="266362" y="216629"/>
                </a:lnTo>
                <a:lnTo>
                  <a:pt x="369546" y="216629"/>
                </a:lnTo>
                <a:lnTo>
                  <a:pt x="369546" y="177869"/>
                </a:lnTo>
                <a:lnTo>
                  <a:pt x="266362" y="177869"/>
                </a:lnTo>
                <a:lnTo>
                  <a:pt x="266362" y="9202"/>
                </a:lnTo>
                <a:close/>
              </a:path>
              <a:path w="369570" h="448945">
                <a:moveTo>
                  <a:pt x="369546" y="0"/>
                </a:moveTo>
                <a:lnTo>
                  <a:pt x="324415" y="0"/>
                </a:lnTo>
                <a:lnTo>
                  <a:pt x="324415" y="177869"/>
                </a:lnTo>
                <a:lnTo>
                  <a:pt x="369546" y="177869"/>
                </a:lnTo>
                <a:lnTo>
                  <a:pt x="369546" y="0"/>
                </a:lnTo>
                <a:close/>
              </a:path>
              <a:path w="369570" h="448945">
                <a:moveTo>
                  <a:pt x="167782" y="53980"/>
                </a:moveTo>
                <a:lnTo>
                  <a:pt x="0" y="53980"/>
                </a:lnTo>
                <a:lnTo>
                  <a:pt x="0" y="340696"/>
                </a:lnTo>
                <a:lnTo>
                  <a:pt x="29734" y="340696"/>
                </a:lnTo>
                <a:lnTo>
                  <a:pt x="75684" y="340068"/>
                </a:lnTo>
                <a:lnTo>
                  <a:pt x="116987" y="338196"/>
                </a:lnTo>
                <a:lnTo>
                  <a:pt x="156168" y="334300"/>
                </a:lnTo>
                <a:lnTo>
                  <a:pt x="195746" y="327599"/>
                </a:lnTo>
                <a:lnTo>
                  <a:pt x="193062" y="300521"/>
                </a:lnTo>
                <a:lnTo>
                  <a:pt x="47608" y="300521"/>
                </a:lnTo>
                <a:lnTo>
                  <a:pt x="47608" y="92563"/>
                </a:lnTo>
                <a:lnTo>
                  <a:pt x="167782" y="92563"/>
                </a:lnTo>
                <a:lnTo>
                  <a:pt x="167782" y="53980"/>
                </a:lnTo>
                <a:close/>
              </a:path>
              <a:path w="369570" h="448945">
                <a:moveTo>
                  <a:pt x="191852" y="288309"/>
                </a:moveTo>
                <a:lnTo>
                  <a:pt x="156895" y="294025"/>
                </a:lnTo>
                <a:lnTo>
                  <a:pt x="122452" y="297667"/>
                </a:lnTo>
                <a:lnTo>
                  <a:pt x="86648" y="299683"/>
                </a:lnTo>
                <a:lnTo>
                  <a:pt x="47608" y="300521"/>
                </a:lnTo>
                <a:lnTo>
                  <a:pt x="193062" y="300521"/>
                </a:lnTo>
                <a:lnTo>
                  <a:pt x="191852" y="288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2134312" y="2873361"/>
            <a:ext cx="368935" cy="448945"/>
          </a:xfrm>
          <a:custGeom>
            <a:avLst/>
            <a:gdLst/>
            <a:ahLst/>
            <a:cxnLst/>
            <a:rect l="l" t="t" r="r" b="b"/>
            <a:pathLst>
              <a:path w="368934" h="448945">
                <a:moveTo>
                  <a:pt x="368484" y="0"/>
                </a:moveTo>
                <a:lnTo>
                  <a:pt x="321052" y="0"/>
                </a:lnTo>
                <a:lnTo>
                  <a:pt x="321052" y="448480"/>
                </a:lnTo>
                <a:lnTo>
                  <a:pt x="368484" y="448480"/>
                </a:lnTo>
                <a:lnTo>
                  <a:pt x="368484" y="0"/>
                </a:lnTo>
                <a:close/>
              </a:path>
              <a:path w="368934" h="448945">
                <a:moveTo>
                  <a:pt x="283176" y="53449"/>
                </a:moveTo>
                <a:lnTo>
                  <a:pt x="9380" y="53449"/>
                </a:lnTo>
                <a:lnTo>
                  <a:pt x="9380" y="91501"/>
                </a:lnTo>
                <a:lnTo>
                  <a:pt x="283176" y="91501"/>
                </a:lnTo>
                <a:lnTo>
                  <a:pt x="283176" y="53449"/>
                </a:lnTo>
                <a:close/>
              </a:path>
              <a:path w="368934" h="448945">
                <a:moveTo>
                  <a:pt x="170613" y="884"/>
                </a:moveTo>
                <a:lnTo>
                  <a:pt x="123005" y="884"/>
                </a:lnTo>
                <a:lnTo>
                  <a:pt x="123005" y="53449"/>
                </a:lnTo>
                <a:lnTo>
                  <a:pt x="170613" y="53449"/>
                </a:lnTo>
                <a:lnTo>
                  <a:pt x="170613" y="884"/>
                </a:lnTo>
                <a:close/>
              </a:path>
              <a:path w="368934" h="448945">
                <a:moveTo>
                  <a:pt x="146013" y="114332"/>
                </a:moveTo>
                <a:lnTo>
                  <a:pt x="101479" y="120322"/>
                </a:lnTo>
                <a:lnTo>
                  <a:pt x="67034" y="137296"/>
                </a:lnTo>
                <a:lnTo>
                  <a:pt x="44866" y="163761"/>
                </a:lnTo>
                <a:lnTo>
                  <a:pt x="37167" y="198223"/>
                </a:lnTo>
                <a:lnTo>
                  <a:pt x="43088" y="228443"/>
                </a:lnTo>
                <a:lnTo>
                  <a:pt x="60374" y="252823"/>
                </a:lnTo>
                <a:lnTo>
                  <a:pt x="87517" y="270300"/>
                </a:lnTo>
                <a:lnTo>
                  <a:pt x="123005" y="279813"/>
                </a:lnTo>
                <a:lnTo>
                  <a:pt x="123005" y="324768"/>
                </a:lnTo>
                <a:lnTo>
                  <a:pt x="90470" y="325542"/>
                </a:lnTo>
                <a:lnTo>
                  <a:pt x="0" y="326538"/>
                </a:lnTo>
                <a:lnTo>
                  <a:pt x="6726" y="366182"/>
                </a:lnTo>
                <a:lnTo>
                  <a:pt x="49820" y="366014"/>
                </a:lnTo>
                <a:lnTo>
                  <a:pt x="96326" y="365252"/>
                </a:lnTo>
                <a:lnTo>
                  <a:pt x="145261" y="363505"/>
                </a:lnTo>
                <a:lnTo>
                  <a:pt x="195641" y="360388"/>
                </a:lnTo>
                <a:lnTo>
                  <a:pt x="246483" y="355510"/>
                </a:lnTo>
                <a:lnTo>
                  <a:pt x="296805" y="348484"/>
                </a:lnTo>
                <a:lnTo>
                  <a:pt x="294282" y="322998"/>
                </a:lnTo>
                <a:lnTo>
                  <a:pt x="170437" y="322998"/>
                </a:lnTo>
                <a:lnTo>
                  <a:pt x="170437" y="279637"/>
                </a:lnTo>
                <a:lnTo>
                  <a:pt x="205699" y="269952"/>
                </a:lnTo>
                <a:lnTo>
                  <a:pt x="232714" y="252469"/>
                </a:lnTo>
                <a:lnTo>
                  <a:pt x="238582" y="244239"/>
                </a:lnTo>
                <a:lnTo>
                  <a:pt x="146013" y="244239"/>
                </a:lnTo>
                <a:lnTo>
                  <a:pt x="120048" y="241131"/>
                </a:lnTo>
                <a:lnTo>
                  <a:pt x="99709" y="231983"/>
                </a:lnTo>
                <a:lnTo>
                  <a:pt x="86504" y="217459"/>
                </a:lnTo>
                <a:lnTo>
                  <a:pt x="81945" y="198223"/>
                </a:lnTo>
                <a:lnTo>
                  <a:pt x="86504" y="178771"/>
                </a:lnTo>
                <a:lnTo>
                  <a:pt x="99709" y="163932"/>
                </a:lnTo>
                <a:lnTo>
                  <a:pt x="120048" y="154469"/>
                </a:lnTo>
                <a:lnTo>
                  <a:pt x="146013" y="151145"/>
                </a:lnTo>
                <a:lnTo>
                  <a:pt x="237383" y="151145"/>
                </a:lnTo>
                <a:lnTo>
                  <a:pt x="225612" y="137296"/>
                </a:lnTo>
                <a:lnTo>
                  <a:pt x="190840" y="120322"/>
                </a:lnTo>
                <a:lnTo>
                  <a:pt x="146013" y="114332"/>
                </a:lnTo>
                <a:close/>
              </a:path>
              <a:path w="368934" h="448945">
                <a:moveTo>
                  <a:pt x="293265" y="312733"/>
                </a:moveTo>
                <a:lnTo>
                  <a:pt x="263247" y="316228"/>
                </a:lnTo>
                <a:lnTo>
                  <a:pt x="232581" y="319060"/>
                </a:lnTo>
                <a:lnTo>
                  <a:pt x="201550" y="321294"/>
                </a:lnTo>
                <a:lnTo>
                  <a:pt x="170437" y="322998"/>
                </a:lnTo>
                <a:lnTo>
                  <a:pt x="294282" y="322998"/>
                </a:lnTo>
                <a:lnTo>
                  <a:pt x="293265" y="312733"/>
                </a:lnTo>
                <a:close/>
              </a:path>
              <a:path w="368934" h="448945">
                <a:moveTo>
                  <a:pt x="237383" y="151145"/>
                </a:moveTo>
                <a:lnTo>
                  <a:pt x="146013" y="151145"/>
                </a:lnTo>
                <a:lnTo>
                  <a:pt x="172337" y="154469"/>
                </a:lnTo>
                <a:lnTo>
                  <a:pt x="192804" y="163932"/>
                </a:lnTo>
                <a:lnTo>
                  <a:pt x="206069" y="178771"/>
                </a:lnTo>
                <a:lnTo>
                  <a:pt x="210790" y="198223"/>
                </a:lnTo>
                <a:lnTo>
                  <a:pt x="206069" y="217459"/>
                </a:lnTo>
                <a:lnTo>
                  <a:pt x="192804" y="231983"/>
                </a:lnTo>
                <a:lnTo>
                  <a:pt x="172337" y="241131"/>
                </a:lnTo>
                <a:lnTo>
                  <a:pt x="146013" y="244239"/>
                </a:lnTo>
                <a:lnTo>
                  <a:pt x="238582" y="244239"/>
                </a:lnTo>
                <a:lnTo>
                  <a:pt x="250006" y="228216"/>
                </a:lnTo>
                <a:lnTo>
                  <a:pt x="256098" y="198223"/>
                </a:lnTo>
                <a:lnTo>
                  <a:pt x="248106" y="163761"/>
                </a:lnTo>
                <a:lnTo>
                  <a:pt x="237383" y="1511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2699086" y="2871418"/>
            <a:ext cx="863600" cy="450215"/>
          </a:xfrm>
          <a:custGeom>
            <a:avLst/>
            <a:gdLst/>
            <a:ahLst/>
            <a:cxnLst/>
            <a:rect l="l" t="t" r="r" b="b"/>
            <a:pathLst>
              <a:path w="863600" h="450214">
                <a:moveTo>
                  <a:pt x="267423" y="214325"/>
                </a:moveTo>
                <a:lnTo>
                  <a:pt x="221488" y="194564"/>
                </a:lnTo>
                <a:lnTo>
                  <a:pt x="187223" y="166497"/>
                </a:lnTo>
                <a:lnTo>
                  <a:pt x="165798" y="132397"/>
                </a:lnTo>
                <a:lnTo>
                  <a:pt x="158394" y="94513"/>
                </a:lnTo>
                <a:lnTo>
                  <a:pt x="158394" y="90258"/>
                </a:lnTo>
                <a:lnTo>
                  <a:pt x="255739" y="90258"/>
                </a:lnTo>
                <a:lnTo>
                  <a:pt x="255739" y="52387"/>
                </a:lnTo>
                <a:lnTo>
                  <a:pt x="159105" y="52387"/>
                </a:lnTo>
                <a:lnTo>
                  <a:pt x="159105" y="0"/>
                </a:lnTo>
                <a:lnTo>
                  <a:pt x="111137" y="0"/>
                </a:lnTo>
                <a:lnTo>
                  <a:pt x="111137" y="52387"/>
                </a:lnTo>
                <a:lnTo>
                  <a:pt x="13627" y="52387"/>
                </a:lnTo>
                <a:lnTo>
                  <a:pt x="13627" y="90258"/>
                </a:lnTo>
                <a:lnTo>
                  <a:pt x="111137" y="90258"/>
                </a:lnTo>
                <a:lnTo>
                  <a:pt x="111137" y="94513"/>
                </a:lnTo>
                <a:lnTo>
                  <a:pt x="103428" y="135661"/>
                </a:lnTo>
                <a:lnTo>
                  <a:pt x="81318" y="172313"/>
                </a:lnTo>
                <a:lnTo>
                  <a:pt x="46329" y="202107"/>
                </a:lnTo>
                <a:lnTo>
                  <a:pt x="0" y="222643"/>
                </a:lnTo>
                <a:lnTo>
                  <a:pt x="22999" y="259638"/>
                </a:lnTo>
                <a:lnTo>
                  <a:pt x="60325" y="244081"/>
                </a:lnTo>
                <a:lnTo>
                  <a:pt x="91808" y="222364"/>
                </a:lnTo>
                <a:lnTo>
                  <a:pt x="116979" y="195300"/>
                </a:lnTo>
                <a:lnTo>
                  <a:pt x="135394" y="163715"/>
                </a:lnTo>
                <a:lnTo>
                  <a:pt x="153733" y="192430"/>
                </a:lnTo>
                <a:lnTo>
                  <a:pt x="178447" y="217068"/>
                </a:lnTo>
                <a:lnTo>
                  <a:pt x="209054" y="236931"/>
                </a:lnTo>
                <a:lnTo>
                  <a:pt x="245122" y="251320"/>
                </a:lnTo>
                <a:lnTo>
                  <a:pt x="267423" y="214325"/>
                </a:lnTo>
                <a:close/>
              </a:path>
              <a:path w="863600" h="450214">
                <a:moveTo>
                  <a:pt x="353618" y="286715"/>
                </a:moveTo>
                <a:lnTo>
                  <a:pt x="306539" y="286715"/>
                </a:lnTo>
                <a:lnTo>
                  <a:pt x="306539" y="324243"/>
                </a:lnTo>
                <a:lnTo>
                  <a:pt x="306539" y="406184"/>
                </a:lnTo>
                <a:lnTo>
                  <a:pt x="113626" y="406184"/>
                </a:lnTo>
                <a:lnTo>
                  <a:pt x="113626" y="324243"/>
                </a:lnTo>
                <a:lnTo>
                  <a:pt x="306539" y="324243"/>
                </a:lnTo>
                <a:lnTo>
                  <a:pt x="306539" y="286715"/>
                </a:lnTo>
                <a:lnTo>
                  <a:pt x="66890" y="286715"/>
                </a:lnTo>
                <a:lnTo>
                  <a:pt x="66890" y="444766"/>
                </a:lnTo>
                <a:lnTo>
                  <a:pt x="353618" y="444766"/>
                </a:lnTo>
                <a:lnTo>
                  <a:pt x="353618" y="406184"/>
                </a:lnTo>
                <a:lnTo>
                  <a:pt x="353618" y="324243"/>
                </a:lnTo>
                <a:lnTo>
                  <a:pt x="353618" y="286715"/>
                </a:lnTo>
                <a:close/>
              </a:path>
              <a:path w="863600" h="450214">
                <a:moveTo>
                  <a:pt x="418566" y="112915"/>
                </a:moveTo>
                <a:lnTo>
                  <a:pt x="353618" y="112915"/>
                </a:lnTo>
                <a:lnTo>
                  <a:pt x="353618" y="1943"/>
                </a:lnTo>
                <a:lnTo>
                  <a:pt x="306006" y="1943"/>
                </a:lnTo>
                <a:lnTo>
                  <a:pt x="306006" y="266712"/>
                </a:lnTo>
                <a:lnTo>
                  <a:pt x="353618" y="266712"/>
                </a:lnTo>
                <a:lnTo>
                  <a:pt x="353618" y="152565"/>
                </a:lnTo>
                <a:lnTo>
                  <a:pt x="418566" y="152565"/>
                </a:lnTo>
                <a:lnTo>
                  <a:pt x="418566" y="112915"/>
                </a:lnTo>
                <a:close/>
              </a:path>
              <a:path w="863600" h="450214">
                <a:moveTo>
                  <a:pt x="676440" y="49377"/>
                </a:moveTo>
                <a:lnTo>
                  <a:pt x="467055" y="49377"/>
                </a:lnTo>
                <a:lnTo>
                  <a:pt x="467055" y="88671"/>
                </a:lnTo>
                <a:lnTo>
                  <a:pt x="628116" y="88671"/>
                </a:lnTo>
                <a:lnTo>
                  <a:pt x="620687" y="132054"/>
                </a:lnTo>
                <a:lnTo>
                  <a:pt x="607009" y="172529"/>
                </a:lnTo>
                <a:lnTo>
                  <a:pt x="587082" y="210070"/>
                </a:lnTo>
                <a:lnTo>
                  <a:pt x="560895" y="244665"/>
                </a:lnTo>
                <a:lnTo>
                  <a:pt x="528434" y="276263"/>
                </a:lnTo>
                <a:lnTo>
                  <a:pt x="489661" y="304863"/>
                </a:lnTo>
                <a:lnTo>
                  <a:pt x="444588" y="330428"/>
                </a:lnTo>
                <a:lnTo>
                  <a:pt x="471131" y="367245"/>
                </a:lnTo>
                <a:lnTo>
                  <a:pt x="522363" y="338010"/>
                </a:lnTo>
                <a:lnTo>
                  <a:pt x="565505" y="305092"/>
                </a:lnTo>
                <a:lnTo>
                  <a:pt x="600938" y="268820"/>
                </a:lnTo>
                <a:lnTo>
                  <a:pt x="629069" y="229552"/>
                </a:lnTo>
                <a:lnTo>
                  <a:pt x="650290" y="187629"/>
                </a:lnTo>
                <a:lnTo>
                  <a:pt x="664984" y="143395"/>
                </a:lnTo>
                <a:lnTo>
                  <a:pt x="673569" y="97205"/>
                </a:lnTo>
                <a:lnTo>
                  <a:pt x="676440" y="49377"/>
                </a:lnTo>
                <a:close/>
              </a:path>
              <a:path w="863600" h="450214">
                <a:moveTo>
                  <a:pt x="863333" y="180708"/>
                </a:moveTo>
                <a:lnTo>
                  <a:pt x="793775" y="180708"/>
                </a:lnTo>
                <a:lnTo>
                  <a:pt x="793775" y="1943"/>
                </a:lnTo>
                <a:lnTo>
                  <a:pt x="746163" y="1943"/>
                </a:lnTo>
                <a:lnTo>
                  <a:pt x="746163" y="449897"/>
                </a:lnTo>
                <a:lnTo>
                  <a:pt x="793775" y="449897"/>
                </a:lnTo>
                <a:lnTo>
                  <a:pt x="793775" y="220522"/>
                </a:lnTo>
                <a:lnTo>
                  <a:pt x="863333" y="220522"/>
                </a:lnTo>
                <a:lnTo>
                  <a:pt x="863333" y="180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3" name="object 163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164" name="object 16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689343" y="758964"/>
              <a:ext cx="779145" cy="465455"/>
            </a:xfrm>
            <a:custGeom>
              <a:avLst/>
              <a:gdLst/>
              <a:ahLst/>
              <a:cxnLst/>
              <a:rect l="l" t="t" r="r" b="b"/>
              <a:pathLst>
                <a:path w="779144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67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79144" h="465455">
                  <a:moveTo>
                    <a:pt x="778992" y="334391"/>
                  </a:moveTo>
                  <a:lnTo>
                    <a:pt x="771004" y="294386"/>
                  </a:lnTo>
                  <a:lnTo>
                    <a:pt x="749452" y="260908"/>
                  </a:lnTo>
                  <a:lnTo>
                    <a:pt x="717448" y="236423"/>
                  </a:lnTo>
                  <a:lnTo>
                    <a:pt x="679919" y="224028"/>
                  </a:lnTo>
                  <a:lnTo>
                    <a:pt x="679919" y="327152"/>
                  </a:lnTo>
                  <a:lnTo>
                    <a:pt x="674128" y="353517"/>
                  </a:lnTo>
                  <a:lnTo>
                    <a:pt x="657771" y="374103"/>
                  </a:lnTo>
                  <a:lnTo>
                    <a:pt x="632358" y="387489"/>
                  </a:lnTo>
                  <a:lnTo>
                    <a:pt x="599401" y="392277"/>
                  </a:lnTo>
                  <a:lnTo>
                    <a:pt x="566318" y="387464"/>
                  </a:lnTo>
                  <a:lnTo>
                    <a:pt x="540893" y="374015"/>
                  </a:lnTo>
                  <a:lnTo>
                    <a:pt x="524649" y="353415"/>
                  </a:lnTo>
                  <a:lnTo>
                    <a:pt x="519112" y="327152"/>
                  </a:lnTo>
                  <a:lnTo>
                    <a:pt x="524929" y="300126"/>
                  </a:lnTo>
                  <a:lnTo>
                    <a:pt x="541642" y="278739"/>
                  </a:lnTo>
                  <a:lnTo>
                    <a:pt x="567169" y="264680"/>
                  </a:lnTo>
                  <a:lnTo>
                    <a:pt x="599401" y="259613"/>
                  </a:lnTo>
                  <a:lnTo>
                    <a:pt x="631609" y="264680"/>
                  </a:lnTo>
                  <a:lnTo>
                    <a:pt x="657110" y="278739"/>
                  </a:lnTo>
                  <a:lnTo>
                    <a:pt x="673874" y="300126"/>
                  </a:lnTo>
                  <a:lnTo>
                    <a:pt x="679919" y="327152"/>
                  </a:lnTo>
                  <a:lnTo>
                    <a:pt x="679919" y="224028"/>
                  </a:lnTo>
                  <a:lnTo>
                    <a:pt x="678129" y="223431"/>
                  </a:lnTo>
                  <a:lnTo>
                    <a:pt x="678129" y="220370"/>
                  </a:lnTo>
                  <a:lnTo>
                    <a:pt x="711606" y="207797"/>
                  </a:lnTo>
                  <a:lnTo>
                    <a:pt x="731075" y="191427"/>
                  </a:lnTo>
                  <a:lnTo>
                    <a:pt x="737958" y="185635"/>
                  </a:lnTo>
                  <a:lnTo>
                    <a:pt x="755243" y="155956"/>
                  </a:lnTo>
                  <a:lnTo>
                    <a:pt x="761555" y="120815"/>
                  </a:lnTo>
                  <a:lnTo>
                    <a:pt x="753554" y="81483"/>
                  </a:lnTo>
                  <a:lnTo>
                    <a:pt x="746277" y="70599"/>
                  </a:lnTo>
                  <a:lnTo>
                    <a:pt x="731240" y="48171"/>
                  </a:lnTo>
                  <a:lnTo>
                    <a:pt x="696709" y="22440"/>
                  </a:lnTo>
                  <a:lnTo>
                    <a:pt x="668731" y="12065"/>
                  </a:lnTo>
                  <a:lnTo>
                    <a:pt x="668731" y="130467"/>
                  </a:lnTo>
                  <a:lnTo>
                    <a:pt x="663562" y="155067"/>
                  </a:lnTo>
                  <a:lnTo>
                    <a:pt x="649160" y="174345"/>
                  </a:lnTo>
                  <a:lnTo>
                    <a:pt x="627214" y="186918"/>
                  </a:lnTo>
                  <a:lnTo>
                    <a:pt x="599401" y="191427"/>
                  </a:lnTo>
                  <a:lnTo>
                    <a:pt x="571487" y="186918"/>
                  </a:lnTo>
                  <a:lnTo>
                    <a:pt x="549554" y="174345"/>
                  </a:lnTo>
                  <a:lnTo>
                    <a:pt x="535216" y="155067"/>
                  </a:lnTo>
                  <a:lnTo>
                    <a:pt x="530072" y="130467"/>
                  </a:lnTo>
                  <a:lnTo>
                    <a:pt x="535114" y="106222"/>
                  </a:lnTo>
                  <a:lnTo>
                    <a:pt x="549300" y="87299"/>
                  </a:lnTo>
                  <a:lnTo>
                    <a:pt x="571207" y="74993"/>
                  </a:lnTo>
                  <a:lnTo>
                    <a:pt x="599401" y="70599"/>
                  </a:lnTo>
                  <a:lnTo>
                    <a:pt x="627405" y="74993"/>
                  </a:lnTo>
                  <a:lnTo>
                    <a:pt x="649338" y="87299"/>
                  </a:lnTo>
                  <a:lnTo>
                    <a:pt x="663625" y="106222"/>
                  </a:lnTo>
                  <a:lnTo>
                    <a:pt x="668731" y="130467"/>
                  </a:lnTo>
                  <a:lnTo>
                    <a:pt x="668731" y="12065"/>
                  </a:lnTo>
                  <a:lnTo>
                    <a:pt x="652056" y="5867"/>
                  </a:lnTo>
                  <a:lnTo>
                    <a:pt x="599401" y="0"/>
                  </a:lnTo>
                  <a:lnTo>
                    <a:pt x="546531" y="5867"/>
                  </a:lnTo>
                  <a:lnTo>
                    <a:pt x="501764" y="22440"/>
                  </a:lnTo>
                  <a:lnTo>
                    <a:pt x="467194" y="48171"/>
                  </a:lnTo>
                  <a:lnTo>
                    <a:pt x="444919" y="81483"/>
                  </a:lnTo>
                  <a:lnTo>
                    <a:pt x="437032" y="120815"/>
                  </a:lnTo>
                  <a:lnTo>
                    <a:pt x="443141" y="155854"/>
                  </a:lnTo>
                  <a:lnTo>
                    <a:pt x="460286" y="185559"/>
                  </a:lnTo>
                  <a:lnTo>
                    <a:pt x="486664" y="207772"/>
                  </a:lnTo>
                  <a:lnTo>
                    <a:pt x="520458" y="220370"/>
                  </a:lnTo>
                  <a:lnTo>
                    <a:pt x="520458" y="223431"/>
                  </a:lnTo>
                  <a:lnTo>
                    <a:pt x="480949" y="236423"/>
                  </a:lnTo>
                  <a:lnTo>
                    <a:pt x="448995" y="260908"/>
                  </a:lnTo>
                  <a:lnTo>
                    <a:pt x="427609" y="294386"/>
                  </a:lnTo>
                  <a:lnTo>
                    <a:pt x="419811" y="334391"/>
                  </a:lnTo>
                  <a:lnTo>
                    <a:pt x="428434" y="375627"/>
                  </a:lnTo>
                  <a:lnTo>
                    <a:pt x="452882" y="410616"/>
                  </a:lnTo>
                  <a:lnTo>
                    <a:pt x="490969" y="437680"/>
                  </a:lnTo>
                  <a:lnTo>
                    <a:pt x="540537" y="455142"/>
                  </a:lnTo>
                  <a:lnTo>
                    <a:pt x="599401" y="461340"/>
                  </a:lnTo>
                  <a:lnTo>
                    <a:pt x="658075" y="455142"/>
                  </a:lnTo>
                  <a:lnTo>
                    <a:pt x="707580" y="437680"/>
                  </a:lnTo>
                  <a:lnTo>
                    <a:pt x="745693" y="410616"/>
                  </a:lnTo>
                  <a:lnTo>
                    <a:pt x="758571" y="392277"/>
                  </a:lnTo>
                  <a:lnTo>
                    <a:pt x="770242" y="375627"/>
                  </a:lnTo>
                  <a:lnTo>
                    <a:pt x="778992" y="33439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528741" y="1115927"/>
              <a:ext cx="106235" cy="103714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1869109" y="736790"/>
              <a:ext cx="2559050" cy="508634"/>
            </a:xfrm>
            <a:custGeom>
              <a:avLst/>
              <a:gdLst/>
              <a:ahLst/>
              <a:cxnLst/>
              <a:rect l="l" t="t" r="r" b="b"/>
              <a:pathLst>
                <a:path w="2559050" h="508634">
                  <a:moveTo>
                    <a:pt x="272923" y="213525"/>
                  </a:moveTo>
                  <a:lnTo>
                    <a:pt x="263842" y="176618"/>
                  </a:lnTo>
                  <a:lnTo>
                    <a:pt x="257022" y="168922"/>
                  </a:lnTo>
                  <a:lnTo>
                    <a:pt x="238607" y="148158"/>
                  </a:lnTo>
                  <a:lnTo>
                    <a:pt x="214109" y="136588"/>
                  </a:lnTo>
                  <a:lnTo>
                    <a:pt x="214109" y="213525"/>
                  </a:lnTo>
                  <a:lnTo>
                    <a:pt x="209283" y="231838"/>
                  </a:lnTo>
                  <a:lnTo>
                    <a:pt x="196176" y="245389"/>
                  </a:lnTo>
                  <a:lnTo>
                    <a:pt x="176009" y="253758"/>
                  </a:lnTo>
                  <a:lnTo>
                    <a:pt x="149974" y="256540"/>
                  </a:lnTo>
                  <a:lnTo>
                    <a:pt x="123736" y="253758"/>
                  </a:lnTo>
                  <a:lnTo>
                    <a:pt x="103530" y="245389"/>
                  </a:lnTo>
                  <a:lnTo>
                    <a:pt x="90614" y="231838"/>
                  </a:lnTo>
                  <a:lnTo>
                    <a:pt x="86233" y="213525"/>
                  </a:lnTo>
                  <a:lnTo>
                    <a:pt x="90614" y="194754"/>
                  </a:lnTo>
                  <a:lnTo>
                    <a:pt x="103530" y="180784"/>
                  </a:lnTo>
                  <a:lnTo>
                    <a:pt x="123736" y="172034"/>
                  </a:lnTo>
                  <a:lnTo>
                    <a:pt x="149974" y="168922"/>
                  </a:lnTo>
                  <a:lnTo>
                    <a:pt x="176009" y="172034"/>
                  </a:lnTo>
                  <a:lnTo>
                    <a:pt x="196176" y="180784"/>
                  </a:lnTo>
                  <a:lnTo>
                    <a:pt x="209283" y="194754"/>
                  </a:lnTo>
                  <a:lnTo>
                    <a:pt x="214109" y="213525"/>
                  </a:lnTo>
                  <a:lnTo>
                    <a:pt x="214109" y="136588"/>
                  </a:lnTo>
                  <a:lnTo>
                    <a:pt x="199796" y="129819"/>
                  </a:lnTo>
                  <a:lnTo>
                    <a:pt x="149974" y="123342"/>
                  </a:lnTo>
                  <a:lnTo>
                    <a:pt x="99364" y="129819"/>
                  </a:lnTo>
                  <a:lnTo>
                    <a:pt x="60185" y="148158"/>
                  </a:lnTo>
                  <a:lnTo>
                    <a:pt x="34925" y="176618"/>
                  </a:lnTo>
                  <a:lnTo>
                    <a:pt x="26047" y="213525"/>
                  </a:lnTo>
                  <a:lnTo>
                    <a:pt x="34925" y="250367"/>
                  </a:lnTo>
                  <a:lnTo>
                    <a:pt x="60185" y="278688"/>
                  </a:lnTo>
                  <a:lnTo>
                    <a:pt x="99364" y="296887"/>
                  </a:lnTo>
                  <a:lnTo>
                    <a:pt x="149974" y="303314"/>
                  </a:lnTo>
                  <a:lnTo>
                    <a:pt x="199796" y="296887"/>
                  </a:lnTo>
                  <a:lnTo>
                    <a:pt x="238607" y="278688"/>
                  </a:lnTo>
                  <a:lnTo>
                    <a:pt x="258343" y="256540"/>
                  </a:lnTo>
                  <a:lnTo>
                    <a:pt x="263842" y="250367"/>
                  </a:lnTo>
                  <a:lnTo>
                    <a:pt x="272923" y="213525"/>
                  </a:lnTo>
                  <a:close/>
                </a:path>
                <a:path w="2559050" h="508634">
                  <a:moveTo>
                    <a:pt x="299364" y="54470"/>
                  </a:moveTo>
                  <a:lnTo>
                    <a:pt x="180759" y="54470"/>
                  </a:lnTo>
                  <a:lnTo>
                    <a:pt x="180759" y="0"/>
                  </a:lnTo>
                  <a:lnTo>
                    <a:pt x="118999" y="0"/>
                  </a:lnTo>
                  <a:lnTo>
                    <a:pt x="118999" y="54470"/>
                  </a:lnTo>
                  <a:lnTo>
                    <a:pt x="0" y="54470"/>
                  </a:lnTo>
                  <a:lnTo>
                    <a:pt x="0" y="103403"/>
                  </a:lnTo>
                  <a:lnTo>
                    <a:pt x="299364" y="103403"/>
                  </a:lnTo>
                  <a:lnTo>
                    <a:pt x="299364" y="54470"/>
                  </a:lnTo>
                  <a:close/>
                </a:path>
                <a:path w="2559050" h="508634">
                  <a:moveTo>
                    <a:pt x="403174" y="418553"/>
                  </a:moveTo>
                  <a:lnTo>
                    <a:pt x="395490" y="387756"/>
                  </a:lnTo>
                  <a:lnTo>
                    <a:pt x="386080" y="377113"/>
                  </a:lnTo>
                  <a:lnTo>
                    <a:pt x="373545" y="362953"/>
                  </a:lnTo>
                  <a:lnTo>
                    <a:pt x="341007" y="345897"/>
                  </a:lnTo>
                  <a:lnTo>
                    <a:pt x="341007" y="418553"/>
                  </a:lnTo>
                  <a:lnTo>
                    <a:pt x="333933" y="436333"/>
                  </a:lnTo>
                  <a:lnTo>
                    <a:pt x="313283" y="449440"/>
                  </a:lnTo>
                  <a:lnTo>
                    <a:pt x="279895" y="457517"/>
                  </a:lnTo>
                  <a:lnTo>
                    <a:pt x="234645" y="460197"/>
                  </a:lnTo>
                  <a:lnTo>
                    <a:pt x="188696" y="457517"/>
                  </a:lnTo>
                  <a:lnTo>
                    <a:pt x="154990" y="449440"/>
                  </a:lnTo>
                  <a:lnTo>
                    <a:pt x="134264" y="436333"/>
                  </a:lnTo>
                  <a:lnTo>
                    <a:pt x="127279" y="418553"/>
                  </a:lnTo>
                  <a:lnTo>
                    <a:pt x="134264" y="400342"/>
                  </a:lnTo>
                  <a:lnTo>
                    <a:pt x="154990" y="387400"/>
                  </a:lnTo>
                  <a:lnTo>
                    <a:pt x="188696" y="379679"/>
                  </a:lnTo>
                  <a:lnTo>
                    <a:pt x="234645" y="377113"/>
                  </a:lnTo>
                  <a:lnTo>
                    <a:pt x="279895" y="379679"/>
                  </a:lnTo>
                  <a:lnTo>
                    <a:pt x="313283" y="387400"/>
                  </a:lnTo>
                  <a:lnTo>
                    <a:pt x="333933" y="400342"/>
                  </a:lnTo>
                  <a:lnTo>
                    <a:pt x="341007" y="418553"/>
                  </a:lnTo>
                  <a:lnTo>
                    <a:pt x="341007" y="345897"/>
                  </a:lnTo>
                  <a:lnTo>
                    <a:pt x="338582" y="344614"/>
                  </a:lnTo>
                  <a:lnTo>
                    <a:pt x="291858" y="333260"/>
                  </a:lnTo>
                  <a:lnTo>
                    <a:pt x="234645" y="329361"/>
                  </a:lnTo>
                  <a:lnTo>
                    <a:pt x="176809" y="333260"/>
                  </a:lnTo>
                  <a:lnTo>
                    <a:pt x="129870" y="344614"/>
                  </a:lnTo>
                  <a:lnTo>
                    <a:pt x="94957" y="362953"/>
                  </a:lnTo>
                  <a:lnTo>
                    <a:pt x="73253" y="387756"/>
                  </a:lnTo>
                  <a:lnTo>
                    <a:pt x="65913" y="418553"/>
                  </a:lnTo>
                  <a:lnTo>
                    <a:pt x="73253" y="448995"/>
                  </a:lnTo>
                  <a:lnTo>
                    <a:pt x="94957" y="473608"/>
                  </a:lnTo>
                  <a:lnTo>
                    <a:pt x="129870" y="491845"/>
                  </a:lnTo>
                  <a:lnTo>
                    <a:pt x="176809" y="503148"/>
                  </a:lnTo>
                  <a:lnTo>
                    <a:pt x="234645" y="506971"/>
                  </a:lnTo>
                  <a:lnTo>
                    <a:pt x="291858" y="503148"/>
                  </a:lnTo>
                  <a:lnTo>
                    <a:pt x="338582" y="491845"/>
                  </a:lnTo>
                  <a:lnTo>
                    <a:pt x="373545" y="473608"/>
                  </a:lnTo>
                  <a:lnTo>
                    <a:pt x="385495" y="460197"/>
                  </a:lnTo>
                  <a:lnTo>
                    <a:pt x="395490" y="448995"/>
                  </a:lnTo>
                  <a:lnTo>
                    <a:pt x="403174" y="418553"/>
                  </a:lnTo>
                  <a:close/>
                </a:path>
                <a:path w="2559050" h="508634">
                  <a:moveTo>
                    <a:pt x="465924" y="81699"/>
                  </a:moveTo>
                  <a:lnTo>
                    <a:pt x="397637" y="81699"/>
                  </a:lnTo>
                  <a:lnTo>
                    <a:pt x="397637" y="3352"/>
                  </a:lnTo>
                  <a:lnTo>
                    <a:pt x="335280" y="3352"/>
                  </a:lnTo>
                  <a:lnTo>
                    <a:pt x="335280" y="325221"/>
                  </a:lnTo>
                  <a:lnTo>
                    <a:pt x="397637" y="325221"/>
                  </a:lnTo>
                  <a:lnTo>
                    <a:pt x="397637" y="240753"/>
                  </a:lnTo>
                  <a:lnTo>
                    <a:pt x="465924" y="240753"/>
                  </a:lnTo>
                  <a:lnTo>
                    <a:pt x="465924" y="189839"/>
                  </a:lnTo>
                  <a:lnTo>
                    <a:pt x="397637" y="189839"/>
                  </a:lnTo>
                  <a:lnTo>
                    <a:pt x="397637" y="132410"/>
                  </a:lnTo>
                  <a:lnTo>
                    <a:pt x="465924" y="132410"/>
                  </a:lnTo>
                  <a:lnTo>
                    <a:pt x="465924" y="81699"/>
                  </a:lnTo>
                  <a:close/>
                </a:path>
                <a:path w="2559050" h="508634">
                  <a:moveTo>
                    <a:pt x="882726" y="216090"/>
                  </a:moveTo>
                  <a:lnTo>
                    <a:pt x="875106" y="185889"/>
                  </a:lnTo>
                  <a:lnTo>
                    <a:pt x="866597" y="176618"/>
                  </a:lnTo>
                  <a:lnTo>
                    <a:pt x="853173" y="161988"/>
                  </a:lnTo>
                  <a:lnTo>
                    <a:pt x="818388" y="144830"/>
                  </a:lnTo>
                  <a:lnTo>
                    <a:pt x="818388" y="216090"/>
                  </a:lnTo>
                  <a:lnTo>
                    <a:pt x="811339" y="232892"/>
                  </a:lnTo>
                  <a:lnTo>
                    <a:pt x="791006" y="245046"/>
                  </a:lnTo>
                  <a:lnTo>
                    <a:pt x="757720" y="252387"/>
                  </a:lnTo>
                  <a:lnTo>
                    <a:pt x="711822" y="254762"/>
                  </a:lnTo>
                  <a:lnTo>
                    <a:pt x="665708" y="252387"/>
                  </a:lnTo>
                  <a:lnTo>
                    <a:pt x="632396" y="245046"/>
                  </a:lnTo>
                  <a:lnTo>
                    <a:pt x="612254" y="232892"/>
                  </a:lnTo>
                  <a:lnTo>
                    <a:pt x="605650" y="216090"/>
                  </a:lnTo>
                  <a:lnTo>
                    <a:pt x="612254" y="198932"/>
                  </a:lnTo>
                  <a:lnTo>
                    <a:pt x="632396" y="186588"/>
                  </a:lnTo>
                  <a:lnTo>
                    <a:pt x="665708" y="179120"/>
                  </a:lnTo>
                  <a:lnTo>
                    <a:pt x="711822" y="176618"/>
                  </a:lnTo>
                  <a:lnTo>
                    <a:pt x="757720" y="179120"/>
                  </a:lnTo>
                  <a:lnTo>
                    <a:pt x="791006" y="186588"/>
                  </a:lnTo>
                  <a:lnTo>
                    <a:pt x="811339" y="198932"/>
                  </a:lnTo>
                  <a:lnTo>
                    <a:pt x="818388" y="216090"/>
                  </a:lnTo>
                  <a:lnTo>
                    <a:pt x="818388" y="144830"/>
                  </a:lnTo>
                  <a:lnTo>
                    <a:pt x="817956" y="144614"/>
                  </a:lnTo>
                  <a:lnTo>
                    <a:pt x="770496" y="134023"/>
                  </a:lnTo>
                  <a:lnTo>
                    <a:pt x="711822" y="130441"/>
                  </a:lnTo>
                  <a:lnTo>
                    <a:pt x="652957" y="134023"/>
                  </a:lnTo>
                  <a:lnTo>
                    <a:pt x="605421" y="144614"/>
                  </a:lnTo>
                  <a:lnTo>
                    <a:pt x="570242" y="161988"/>
                  </a:lnTo>
                  <a:lnTo>
                    <a:pt x="548462" y="185889"/>
                  </a:lnTo>
                  <a:lnTo>
                    <a:pt x="541121" y="216090"/>
                  </a:lnTo>
                  <a:lnTo>
                    <a:pt x="548462" y="245999"/>
                  </a:lnTo>
                  <a:lnTo>
                    <a:pt x="570242" y="269735"/>
                  </a:lnTo>
                  <a:lnTo>
                    <a:pt x="605421" y="287045"/>
                  </a:lnTo>
                  <a:lnTo>
                    <a:pt x="652957" y="297662"/>
                  </a:lnTo>
                  <a:lnTo>
                    <a:pt x="711822" y="301332"/>
                  </a:lnTo>
                  <a:lnTo>
                    <a:pt x="770496" y="297662"/>
                  </a:lnTo>
                  <a:lnTo>
                    <a:pt x="817956" y="287045"/>
                  </a:lnTo>
                  <a:lnTo>
                    <a:pt x="853173" y="269735"/>
                  </a:lnTo>
                  <a:lnTo>
                    <a:pt x="867003" y="254762"/>
                  </a:lnTo>
                  <a:lnTo>
                    <a:pt x="875106" y="245999"/>
                  </a:lnTo>
                  <a:lnTo>
                    <a:pt x="882726" y="216090"/>
                  </a:lnTo>
                  <a:close/>
                </a:path>
                <a:path w="2559050" h="508634">
                  <a:moveTo>
                    <a:pt x="917054" y="57429"/>
                  </a:moveTo>
                  <a:lnTo>
                    <a:pt x="742607" y="57429"/>
                  </a:lnTo>
                  <a:lnTo>
                    <a:pt x="742607" y="1968"/>
                  </a:lnTo>
                  <a:lnTo>
                    <a:pt x="681037" y="1968"/>
                  </a:lnTo>
                  <a:lnTo>
                    <a:pt x="681037" y="57429"/>
                  </a:lnTo>
                  <a:lnTo>
                    <a:pt x="505015" y="57429"/>
                  </a:lnTo>
                  <a:lnTo>
                    <a:pt x="505015" y="107556"/>
                  </a:lnTo>
                  <a:lnTo>
                    <a:pt x="917054" y="107556"/>
                  </a:lnTo>
                  <a:lnTo>
                    <a:pt x="917054" y="57429"/>
                  </a:lnTo>
                  <a:close/>
                </a:path>
                <a:path w="2559050" h="508634">
                  <a:moveTo>
                    <a:pt x="943508" y="329361"/>
                  </a:moveTo>
                  <a:lnTo>
                    <a:pt x="482320" y="329361"/>
                  </a:lnTo>
                  <a:lnTo>
                    <a:pt x="482320" y="379882"/>
                  </a:lnTo>
                  <a:lnTo>
                    <a:pt x="681037" y="379882"/>
                  </a:lnTo>
                  <a:lnTo>
                    <a:pt x="681037" y="508152"/>
                  </a:lnTo>
                  <a:lnTo>
                    <a:pt x="742607" y="508152"/>
                  </a:lnTo>
                  <a:lnTo>
                    <a:pt x="742607" y="379882"/>
                  </a:lnTo>
                  <a:lnTo>
                    <a:pt x="943508" y="379882"/>
                  </a:lnTo>
                  <a:lnTo>
                    <a:pt x="943508" y="329361"/>
                  </a:lnTo>
                  <a:close/>
                </a:path>
                <a:path w="2559050" h="508634">
                  <a:moveTo>
                    <a:pt x="1295971" y="15582"/>
                  </a:moveTo>
                  <a:lnTo>
                    <a:pt x="1236967" y="15582"/>
                  </a:lnTo>
                  <a:lnTo>
                    <a:pt x="1236967" y="138734"/>
                  </a:lnTo>
                  <a:lnTo>
                    <a:pt x="1178153" y="138734"/>
                  </a:lnTo>
                  <a:lnTo>
                    <a:pt x="1180490" y="120675"/>
                  </a:lnTo>
                  <a:lnTo>
                    <a:pt x="1182154" y="102323"/>
                  </a:lnTo>
                  <a:lnTo>
                    <a:pt x="1183157" y="83667"/>
                  </a:lnTo>
                  <a:lnTo>
                    <a:pt x="1183487" y="64731"/>
                  </a:lnTo>
                  <a:lnTo>
                    <a:pt x="986739" y="64731"/>
                  </a:lnTo>
                  <a:lnTo>
                    <a:pt x="986739" y="115049"/>
                  </a:lnTo>
                  <a:lnTo>
                    <a:pt x="1121714" y="115049"/>
                  </a:lnTo>
                  <a:lnTo>
                    <a:pt x="1113751" y="163906"/>
                  </a:lnTo>
                  <a:lnTo>
                    <a:pt x="1098791" y="209130"/>
                  </a:lnTo>
                  <a:lnTo>
                    <a:pt x="1076375" y="250913"/>
                  </a:lnTo>
                  <a:lnTo>
                    <a:pt x="1046048" y="289407"/>
                  </a:lnTo>
                  <a:lnTo>
                    <a:pt x="1007300" y="324777"/>
                  </a:lnTo>
                  <a:lnTo>
                    <a:pt x="959700" y="357187"/>
                  </a:lnTo>
                  <a:lnTo>
                    <a:pt x="996403" y="401193"/>
                  </a:lnTo>
                  <a:lnTo>
                    <a:pt x="1040231" y="371792"/>
                  </a:lnTo>
                  <a:lnTo>
                    <a:pt x="1077417" y="339890"/>
                  </a:lnTo>
                  <a:lnTo>
                    <a:pt x="1108354" y="305587"/>
                  </a:lnTo>
                  <a:lnTo>
                    <a:pt x="1133386" y="268973"/>
                  </a:lnTo>
                  <a:lnTo>
                    <a:pt x="1152918" y="230162"/>
                  </a:lnTo>
                  <a:lnTo>
                    <a:pt x="1167307" y="189255"/>
                  </a:lnTo>
                  <a:lnTo>
                    <a:pt x="1236967" y="189255"/>
                  </a:lnTo>
                  <a:lnTo>
                    <a:pt x="1236967" y="264629"/>
                  </a:lnTo>
                  <a:lnTo>
                    <a:pt x="1158227" y="264629"/>
                  </a:lnTo>
                  <a:lnTo>
                    <a:pt x="1158227" y="314960"/>
                  </a:lnTo>
                  <a:lnTo>
                    <a:pt x="1236967" y="314960"/>
                  </a:lnTo>
                  <a:lnTo>
                    <a:pt x="1236967" y="483882"/>
                  </a:lnTo>
                  <a:lnTo>
                    <a:pt x="1295971" y="483882"/>
                  </a:lnTo>
                  <a:lnTo>
                    <a:pt x="1295971" y="189255"/>
                  </a:lnTo>
                  <a:lnTo>
                    <a:pt x="1295971" y="138734"/>
                  </a:lnTo>
                  <a:lnTo>
                    <a:pt x="1295971" y="15582"/>
                  </a:lnTo>
                  <a:close/>
                </a:path>
                <a:path w="2559050" h="508634">
                  <a:moveTo>
                    <a:pt x="1399971" y="3352"/>
                  </a:moveTo>
                  <a:lnTo>
                    <a:pt x="1341361" y="3352"/>
                  </a:lnTo>
                  <a:lnTo>
                    <a:pt x="1341361" y="507365"/>
                  </a:lnTo>
                  <a:lnTo>
                    <a:pt x="1399971" y="507365"/>
                  </a:lnTo>
                  <a:lnTo>
                    <a:pt x="1399971" y="3352"/>
                  </a:lnTo>
                  <a:close/>
                </a:path>
                <a:path w="2559050" h="508634">
                  <a:moveTo>
                    <a:pt x="1763877" y="43611"/>
                  </a:moveTo>
                  <a:lnTo>
                    <a:pt x="1645475" y="43611"/>
                  </a:lnTo>
                  <a:lnTo>
                    <a:pt x="1645475" y="190"/>
                  </a:lnTo>
                  <a:lnTo>
                    <a:pt x="1583512" y="190"/>
                  </a:lnTo>
                  <a:lnTo>
                    <a:pt x="1583512" y="43611"/>
                  </a:lnTo>
                  <a:lnTo>
                    <a:pt x="1465694" y="43611"/>
                  </a:lnTo>
                  <a:lnTo>
                    <a:pt x="1465694" y="89192"/>
                  </a:lnTo>
                  <a:lnTo>
                    <a:pt x="1763877" y="89192"/>
                  </a:lnTo>
                  <a:lnTo>
                    <a:pt x="1763877" y="43611"/>
                  </a:lnTo>
                  <a:close/>
                </a:path>
                <a:path w="2559050" h="508634">
                  <a:moveTo>
                    <a:pt x="1775333" y="311200"/>
                  </a:moveTo>
                  <a:lnTo>
                    <a:pt x="1771929" y="279628"/>
                  </a:lnTo>
                  <a:lnTo>
                    <a:pt x="1770786" y="268973"/>
                  </a:lnTo>
                  <a:lnTo>
                    <a:pt x="1740306" y="272503"/>
                  </a:lnTo>
                  <a:lnTo>
                    <a:pt x="1709089" y="275412"/>
                  </a:lnTo>
                  <a:lnTo>
                    <a:pt x="1677403" y="277774"/>
                  </a:lnTo>
                  <a:lnTo>
                    <a:pt x="1645475" y="279628"/>
                  </a:lnTo>
                  <a:lnTo>
                    <a:pt x="1645475" y="252590"/>
                  </a:lnTo>
                  <a:lnTo>
                    <a:pt x="1683956" y="243738"/>
                  </a:lnTo>
                  <a:lnTo>
                    <a:pt x="1713433" y="228193"/>
                  </a:lnTo>
                  <a:lnTo>
                    <a:pt x="1727479" y="212140"/>
                  </a:lnTo>
                  <a:lnTo>
                    <a:pt x="1732368" y="206552"/>
                  </a:lnTo>
                  <a:lnTo>
                    <a:pt x="1739214" y="179387"/>
                  </a:lnTo>
                  <a:lnTo>
                    <a:pt x="1730006" y="147840"/>
                  </a:lnTo>
                  <a:lnTo>
                    <a:pt x="1727263" y="145237"/>
                  </a:lnTo>
                  <a:lnTo>
                    <a:pt x="1704606" y="123850"/>
                  </a:lnTo>
                  <a:lnTo>
                    <a:pt x="1679816" y="114223"/>
                  </a:lnTo>
                  <a:lnTo>
                    <a:pt x="1679816" y="179387"/>
                  </a:lnTo>
                  <a:lnTo>
                    <a:pt x="1675028" y="193357"/>
                  </a:lnTo>
                  <a:lnTo>
                    <a:pt x="1661807" y="203682"/>
                  </a:lnTo>
                  <a:lnTo>
                    <a:pt x="1641411" y="210045"/>
                  </a:lnTo>
                  <a:lnTo>
                    <a:pt x="1615084" y="212140"/>
                  </a:lnTo>
                  <a:lnTo>
                    <a:pt x="1588211" y="210045"/>
                  </a:lnTo>
                  <a:lnTo>
                    <a:pt x="1567751" y="203682"/>
                  </a:lnTo>
                  <a:lnTo>
                    <a:pt x="1554734" y="193357"/>
                  </a:lnTo>
                  <a:lnTo>
                    <a:pt x="1550162" y="179387"/>
                  </a:lnTo>
                  <a:lnTo>
                    <a:pt x="1554734" y="164719"/>
                  </a:lnTo>
                  <a:lnTo>
                    <a:pt x="1567751" y="154025"/>
                  </a:lnTo>
                  <a:lnTo>
                    <a:pt x="1588211" y="147472"/>
                  </a:lnTo>
                  <a:lnTo>
                    <a:pt x="1615084" y="145237"/>
                  </a:lnTo>
                  <a:lnTo>
                    <a:pt x="1641411" y="147472"/>
                  </a:lnTo>
                  <a:lnTo>
                    <a:pt x="1661807" y="154025"/>
                  </a:lnTo>
                  <a:lnTo>
                    <a:pt x="1675028" y="164719"/>
                  </a:lnTo>
                  <a:lnTo>
                    <a:pt x="1679816" y="179387"/>
                  </a:lnTo>
                  <a:lnTo>
                    <a:pt x="1679816" y="114223"/>
                  </a:lnTo>
                  <a:lnTo>
                    <a:pt x="1665478" y="108648"/>
                  </a:lnTo>
                  <a:lnTo>
                    <a:pt x="1615084" y="103403"/>
                  </a:lnTo>
                  <a:lnTo>
                    <a:pt x="1563801" y="108648"/>
                  </a:lnTo>
                  <a:lnTo>
                    <a:pt x="1524508" y="123850"/>
                  </a:lnTo>
                  <a:lnTo>
                    <a:pt x="1499425" y="147840"/>
                  </a:lnTo>
                  <a:lnTo>
                    <a:pt x="1490764" y="179387"/>
                  </a:lnTo>
                  <a:lnTo>
                    <a:pt x="1497037" y="206476"/>
                  </a:lnTo>
                  <a:lnTo>
                    <a:pt x="1515529" y="228104"/>
                  </a:lnTo>
                  <a:lnTo>
                    <a:pt x="1544828" y="243624"/>
                  </a:lnTo>
                  <a:lnTo>
                    <a:pt x="1583512" y="252399"/>
                  </a:lnTo>
                  <a:lnTo>
                    <a:pt x="1583512" y="282003"/>
                  </a:lnTo>
                  <a:lnTo>
                    <a:pt x="1548231" y="282829"/>
                  </a:lnTo>
                  <a:lnTo>
                    <a:pt x="1449908" y="283578"/>
                  </a:lnTo>
                  <a:lnTo>
                    <a:pt x="1458201" y="331139"/>
                  </a:lnTo>
                  <a:lnTo>
                    <a:pt x="1505292" y="330936"/>
                  </a:lnTo>
                  <a:lnTo>
                    <a:pt x="1556207" y="330047"/>
                  </a:lnTo>
                  <a:lnTo>
                    <a:pt x="1609813" y="328053"/>
                  </a:lnTo>
                  <a:lnTo>
                    <a:pt x="1664957" y="324535"/>
                  </a:lnTo>
                  <a:lnTo>
                    <a:pt x="1720507" y="319049"/>
                  </a:lnTo>
                  <a:lnTo>
                    <a:pt x="1775333" y="311200"/>
                  </a:lnTo>
                  <a:close/>
                </a:path>
                <a:path w="2559050" h="508634">
                  <a:moveTo>
                    <a:pt x="1868474" y="364490"/>
                  </a:moveTo>
                  <a:lnTo>
                    <a:pt x="1521345" y="364490"/>
                  </a:lnTo>
                  <a:lnTo>
                    <a:pt x="1521345" y="412635"/>
                  </a:lnTo>
                  <a:lnTo>
                    <a:pt x="1805724" y="412635"/>
                  </a:lnTo>
                  <a:lnTo>
                    <a:pt x="1805724" y="507365"/>
                  </a:lnTo>
                  <a:lnTo>
                    <a:pt x="1868474" y="507365"/>
                  </a:lnTo>
                  <a:lnTo>
                    <a:pt x="1868474" y="364490"/>
                  </a:lnTo>
                  <a:close/>
                </a:path>
                <a:path w="2559050" h="508634">
                  <a:moveTo>
                    <a:pt x="1868474" y="4533"/>
                  </a:moveTo>
                  <a:lnTo>
                    <a:pt x="1805724" y="4533"/>
                  </a:lnTo>
                  <a:lnTo>
                    <a:pt x="1805724" y="343369"/>
                  </a:lnTo>
                  <a:lnTo>
                    <a:pt x="1868474" y="343369"/>
                  </a:lnTo>
                  <a:lnTo>
                    <a:pt x="1868474" y="4533"/>
                  </a:lnTo>
                  <a:close/>
                </a:path>
                <a:path w="2559050" h="508634">
                  <a:moveTo>
                    <a:pt x="2284184" y="120218"/>
                  </a:moveTo>
                  <a:lnTo>
                    <a:pt x="2253246" y="120218"/>
                  </a:lnTo>
                  <a:lnTo>
                    <a:pt x="2253246" y="343344"/>
                  </a:lnTo>
                  <a:lnTo>
                    <a:pt x="2284184" y="343344"/>
                  </a:lnTo>
                  <a:lnTo>
                    <a:pt x="2284184" y="120218"/>
                  </a:lnTo>
                  <a:close/>
                </a:path>
                <a:path w="2559050" h="508634">
                  <a:moveTo>
                    <a:pt x="2558897" y="141947"/>
                  </a:moveTo>
                  <a:lnTo>
                    <a:pt x="2442857" y="141947"/>
                  </a:lnTo>
                  <a:lnTo>
                    <a:pt x="2442857" y="172745"/>
                  </a:lnTo>
                  <a:lnTo>
                    <a:pt x="2442857" y="216357"/>
                  </a:lnTo>
                  <a:lnTo>
                    <a:pt x="2442857" y="247142"/>
                  </a:lnTo>
                  <a:lnTo>
                    <a:pt x="2442857" y="321551"/>
                  </a:lnTo>
                  <a:lnTo>
                    <a:pt x="2479395" y="321551"/>
                  </a:lnTo>
                  <a:lnTo>
                    <a:pt x="2479395" y="247142"/>
                  </a:lnTo>
                  <a:lnTo>
                    <a:pt x="2551163" y="247142"/>
                  </a:lnTo>
                  <a:lnTo>
                    <a:pt x="2551163" y="216357"/>
                  </a:lnTo>
                  <a:lnTo>
                    <a:pt x="2479395" y="216357"/>
                  </a:lnTo>
                  <a:lnTo>
                    <a:pt x="2479395" y="172745"/>
                  </a:lnTo>
                  <a:lnTo>
                    <a:pt x="2558897" y="172745"/>
                  </a:lnTo>
                  <a:lnTo>
                    <a:pt x="2558897" y="14194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448734" y="891381"/>
              <a:ext cx="356368" cy="168836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830634" y="921728"/>
              <a:ext cx="215058" cy="139279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5120450" y="921902"/>
              <a:ext cx="128328" cy="186992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5269324" y="878751"/>
              <a:ext cx="36195" cy="179705"/>
            </a:xfrm>
            <a:custGeom>
              <a:avLst/>
              <a:gdLst/>
              <a:ahLst/>
              <a:cxnLst/>
              <a:rect l="l" t="t" r="r" b="b"/>
              <a:pathLst>
                <a:path w="36195" h="179705">
                  <a:moveTo>
                    <a:pt x="36014" y="0"/>
                  </a:moveTo>
                  <a:lnTo>
                    <a:pt x="0" y="0"/>
                  </a:lnTo>
                  <a:lnTo>
                    <a:pt x="0" y="179625"/>
                  </a:lnTo>
                  <a:lnTo>
                    <a:pt x="36014" y="179625"/>
                  </a:lnTo>
                  <a:lnTo>
                    <a:pt x="36014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324681" y="921902"/>
              <a:ext cx="117670" cy="139016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467195" y="921903"/>
              <a:ext cx="121022" cy="136473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607474" y="921903"/>
              <a:ext cx="118013" cy="139104"/>
            </a:xfrm>
            <a:prstGeom prst="rect">
              <a:avLst/>
            </a:prstGeom>
          </p:spPr>
        </p:pic>
      </p:grpSp>
      <p:grpSp>
        <p:nvGrpSpPr>
          <p:cNvPr id="175" name="object 175"/>
          <p:cNvGrpSpPr/>
          <p:nvPr/>
        </p:nvGrpSpPr>
        <p:grpSpPr>
          <a:xfrm>
            <a:off x="17510183" y="9534877"/>
            <a:ext cx="296545" cy="199390"/>
            <a:chOff x="17510183" y="9534877"/>
            <a:chExt cx="296545" cy="199390"/>
          </a:xfrm>
        </p:grpSpPr>
        <p:pic>
          <p:nvPicPr>
            <p:cNvPr id="176" name="object 17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7510183" y="9534877"/>
              <a:ext cx="126172" cy="196646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7668184" y="9534877"/>
              <a:ext cx="138296" cy="1992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4421"/>
            <a:ext cx="18288000" cy="1163320"/>
            <a:chOff x="0" y="414421"/>
            <a:chExt cx="18288000" cy="11633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4421"/>
              <a:ext cx="18288000" cy="11630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9343" y="758964"/>
              <a:ext cx="779780" cy="465455"/>
            </a:xfrm>
            <a:custGeom>
              <a:avLst/>
              <a:gdLst/>
              <a:ahLst/>
              <a:cxnLst/>
              <a:rect l="l" t="t" r="r" b="b"/>
              <a:pathLst>
                <a:path w="779780" h="465455">
                  <a:moveTo>
                    <a:pt x="367690" y="231114"/>
                  </a:moveTo>
                  <a:lnTo>
                    <a:pt x="363575" y="172123"/>
                  </a:lnTo>
                  <a:lnTo>
                    <a:pt x="351332" y="121145"/>
                  </a:lnTo>
                  <a:lnTo>
                    <a:pt x="331406" y="78562"/>
                  </a:lnTo>
                  <a:lnTo>
                    <a:pt x="329946" y="76746"/>
                  </a:lnTo>
                  <a:lnTo>
                    <a:pt x="304253" y="44767"/>
                  </a:lnTo>
                  <a:lnTo>
                    <a:pt x="270852" y="20561"/>
                  </a:lnTo>
                  <a:lnTo>
                    <a:pt x="270852" y="231114"/>
                  </a:lnTo>
                  <a:lnTo>
                    <a:pt x="264706" y="299351"/>
                  </a:lnTo>
                  <a:lnTo>
                    <a:pt x="247218" y="348145"/>
                  </a:lnTo>
                  <a:lnTo>
                    <a:pt x="219798" y="377456"/>
                  </a:lnTo>
                  <a:lnTo>
                    <a:pt x="183845" y="387223"/>
                  </a:lnTo>
                  <a:lnTo>
                    <a:pt x="147853" y="377456"/>
                  </a:lnTo>
                  <a:lnTo>
                    <a:pt x="120383" y="348145"/>
                  </a:lnTo>
                  <a:lnTo>
                    <a:pt x="102895" y="299351"/>
                  </a:lnTo>
                  <a:lnTo>
                    <a:pt x="96850" y="231114"/>
                  </a:lnTo>
                  <a:lnTo>
                    <a:pt x="103111" y="163703"/>
                  </a:lnTo>
                  <a:lnTo>
                    <a:pt x="120637" y="115443"/>
                  </a:lnTo>
                  <a:lnTo>
                    <a:pt x="148018" y="86436"/>
                  </a:lnTo>
                  <a:lnTo>
                    <a:pt x="183845" y="76746"/>
                  </a:lnTo>
                  <a:lnTo>
                    <a:pt x="219671" y="86436"/>
                  </a:lnTo>
                  <a:lnTo>
                    <a:pt x="247053" y="115443"/>
                  </a:lnTo>
                  <a:lnTo>
                    <a:pt x="264579" y="163703"/>
                  </a:lnTo>
                  <a:lnTo>
                    <a:pt x="270852" y="231114"/>
                  </a:lnTo>
                  <a:lnTo>
                    <a:pt x="270852" y="20561"/>
                  </a:lnTo>
                  <a:lnTo>
                    <a:pt x="270306" y="20154"/>
                  </a:lnTo>
                  <a:lnTo>
                    <a:pt x="230022" y="5105"/>
                  </a:lnTo>
                  <a:lnTo>
                    <a:pt x="183845" y="0"/>
                  </a:lnTo>
                  <a:lnTo>
                    <a:pt x="137693" y="5080"/>
                  </a:lnTo>
                  <a:lnTo>
                    <a:pt x="97459" y="20078"/>
                  </a:lnTo>
                  <a:lnTo>
                    <a:pt x="63576" y="44640"/>
                  </a:lnTo>
                  <a:lnTo>
                    <a:pt x="36474" y="78384"/>
                  </a:lnTo>
                  <a:lnTo>
                    <a:pt x="16560" y="120954"/>
                  </a:lnTo>
                  <a:lnTo>
                    <a:pt x="4254" y="171983"/>
                  </a:lnTo>
                  <a:lnTo>
                    <a:pt x="0" y="231114"/>
                  </a:lnTo>
                  <a:lnTo>
                    <a:pt x="4025" y="290512"/>
                  </a:lnTo>
                  <a:lnTo>
                    <a:pt x="16179" y="341947"/>
                  </a:lnTo>
                  <a:lnTo>
                    <a:pt x="36042" y="384987"/>
                  </a:lnTo>
                  <a:lnTo>
                    <a:pt x="63182" y="419227"/>
                  </a:lnTo>
                  <a:lnTo>
                    <a:pt x="97142" y="444233"/>
                  </a:lnTo>
                  <a:lnTo>
                    <a:pt x="137515" y="459574"/>
                  </a:lnTo>
                  <a:lnTo>
                    <a:pt x="183845" y="464845"/>
                  </a:lnTo>
                  <a:lnTo>
                    <a:pt x="230085" y="459663"/>
                  </a:lnTo>
                  <a:lnTo>
                    <a:pt x="270370" y="444398"/>
                  </a:lnTo>
                  <a:lnTo>
                    <a:pt x="304279" y="419455"/>
                  </a:lnTo>
                  <a:lnTo>
                    <a:pt x="329819" y="387223"/>
                  </a:lnTo>
                  <a:lnTo>
                    <a:pt x="351269" y="342176"/>
                  </a:lnTo>
                  <a:lnTo>
                    <a:pt x="363512" y="290664"/>
                  </a:lnTo>
                  <a:lnTo>
                    <a:pt x="367690" y="231114"/>
                  </a:lnTo>
                  <a:close/>
                </a:path>
                <a:path w="779780" h="465455">
                  <a:moveTo>
                    <a:pt x="779221" y="218833"/>
                  </a:moveTo>
                  <a:lnTo>
                    <a:pt x="773811" y="155371"/>
                  </a:lnTo>
                  <a:lnTo>
                    <a:pt x="758952" y="104178"/>
                  </a:lnTo>
                  <a:lnTo>
                    <a:pt x="736104" y="64350"/>
                  </a:lnTo>
                  <a:lnTo>
                    <a:pt x="706767" y="34950"/>
                  </a:lnTo>
                  <a:lnTo>
                    <a:pt x="676122" y="17195"/>
                  </a:lnTo>
                  <a:lnTo>
                    <a:pt x="676122" y="152615"/>
                  </a:lnTo>
                  <a:lnTo>
                    <a:pt x="669925" y="183235"/>
                  </a:lnTo>
                  <a:lnTo>
                    <a:pt x="652627" y="208495"/>
                  </a:lnTo>
                  <a:lnTo>
                    <a:pt x="626618" y="225653"/>
                  </a:lnTo>
                  <a:lnTo>
                    <a:pt x="594258" y="231990"/>
                  </a:lnTo>
                  <a:lnTo>
                    <a:pt x="561898" y="225907"/>
                  </a:lnTo>
                  <a:lnTo>
                    <a:pt x="536473" y="209207"/>
                  </a:lnTo>
                  <a:lnTo>
                    <a:pt x="519811" y="184162"/>
                  </a:lnTo>
                  <a:lnTo>
                    <a:pt x="513740" y="153047"/>
                  </a:lnTo>
                  <a:lnTo>
                    <a:pt x="519633" y="121831"/>
                  </a:lnTo>
                  <a:lnTo>
                    <a:pt x="536562" y="96558"/>
                  </a:lnTo>
                  <a:lnTo>
                    <a:pt x="562368" y="79629"/>
                  </a:lnTo>
                  <a:lnTo>
                    <a:pt x="594931" y="73456"/>
                  </a:lnTo>
                  <a:lnTo>
                    <a:pt x="627303" y="79806"/>
                  </a:lnTo>
                  <a:lnTo>
                    <a:pt x="652970" y="97002"/>
                  </a:lnTo>
                  <a:lnTo>
                    <a:pt x="669912" y="122199"/>
                  </a:lnTo>
                  <a:lnTo>
                    <a:pt x="676122" y="152615"/>
                  </a:lnTo>
                  <a:lnTo>
                    <a:pt x="676122" y="17195"/>
                  </a:lnTo>
                  <a:lnTo>
                    <a:pt x="672401" y="15036"/>
                  </a:lnTo>
                  <a:lnTo>
                    <a:pt x="634479" y="3695"/>
                  </a:lnTo>
                  <a:lnTo>
                    <a:pt x="594487" y="0"/>
                  </a:lnTo>
                  <a:lnTo>
                    <a:pt x="545592" y="5105"/>
                  </a:lnTo>
                  <a:lnTo>
                    <a:pt x="503377" y="20091"/>
                  </a:lnTo>
                  <a:lnTo>
                    <a:pt x="468820" y="43802"/>
                  </a:lnTo>
                  <a:lnTo>
                    <a:pt x="442925" y="75069"/>
                  </a:lnTo>
                  <a:lnTo>
                    <a:pt x="426707" y="112750"/>
                  </a:lnTo>
                  <a:lnTo>
                    <a:pt x="421157" y="155676"/>
                  </a:lnTo>
                  <a:lnTo>
                    <a:pt x="428269" y="202869"/>
                  </a:lnTo>
                  <a:lnTo>
                    <a:pt x="448081" y="242735"/>
                  </a:lnTo>
                  <a:lnTo>
                    <a:pt x="478701" y="273443"/>
                  </a:lnTo>
                  <a:lnTo>
                    <a:pt x="518223" y="293192"/>
                  </a:lnTo>
                  <a:lnTo>
                    <a:pt x="564730" y="300177"/>
                  </a:lnTo>
                  <a:lnTo>
                    <a:pt x="601484" y="295859"/>
                  </a:lnTo>
                  <a:lnTo>
                    <a:pt x="634403" y="283400"/>
                  </a:lnTo>
                  <a:lnTo>
                    <a:pt x="661797" y="263550"/>
                  </a:lnTo>
                  <a:lnTo>
                    <a:pt x="681926" y="237032"/>
                  </a:lnTo>
                  <a:lnTo>
                    <a:pt x="686181" y="237032"/>
                  </a:lnTo>
                  <a:lnTo>
                    <a:pt x="679780" y="297319"/>
                  </a:lnTo>
                  <a:lnTo>
                    <a:pt x="661492" y="342722"/>
                  </a:lnTo>
                  <a:lnTo>
                    <a:pt x="631672" y="371348"/>
                  </a:lnTo>
                  <a:lnTo>
                    <a:pt x="590677" y="381304"/>
                  </a:lnTo>
                  <a:lnTo>
                    <a:pt x="565010" y="377748"/>
                  </a:lnTo>
                  <a:lnTo>
                    <a:pt x="544131" y="367436"/>
                  </a:lnTo>
                  <a:lnTo>
                    <a:pt x="528751" y="350964"/>
                  </a:lnTo>
                  <a:lnTo>
                    <a:pt x="519557" y="328904"/>
                  </a:lnTo>
                  <a:lnTo>
                    <a:pt x="425843" y="328904"/>
                  </a:lnTo>
                  <a:lnTo>
                    <a:pt x="437730" y="371805"/>
                  </a:lnTo>
                  <a:lnTo>
                    <a:pt x="461327" y="408292"/>
                  </a:lnTo>
                  <a:lnTo>
                    <a:pt x="495465" y="436575"/>
                  </a:lnTo>
                  <a:lnTo>
                    <a:pt x="538975" y="454850"/>
                  </a:lnTo>
                  <a:lnTo>
                    <a:pt x="590677" y="461340"/>
                  </a:lnTo>
                  <a:lnTo>
                    <a:pt x="631736" y="457187"/>
                  </a:lnTo>
                  <a:lnTo>
                    <a:pt x="668578" y="444944"/>
                  </a:lnTo>
                  <a:lnTo>
                    <a:pt x="700811" y="424903"/>
                  </a:lnTo>
                  <a:lnTo>
                    <a:pt x="728065" y="397395"/>
                  </a:lnTo>
                  <a:lnTo>
                    <a:pt x="738200" y="381304"/>
                  </a:lnTo>
                  <a:lnTo>
                    <a:pt x="749909" y="362724"/>
                  </a:lnTo>
                  <a:lnTo>
                    <a:pt x="765987" y="321195"/>
                  </a:lnTo>
                  <a:lnTo>
                    <a:pt x="775893" y="273126"/>
                  </a:lnTo>
                  <a:lnTo>
                    <a:pt x="778103" y="237032"/>
                  </a:lnTo>
                  <a:lnTo>
                    <a:pt x="778408" y="231990"/>
                  </a:lnTo>
                  <a:lnTo>
                    <a:pt x="779221" y="218833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8741" y="1115927"/>
              <a:ext cx="106235" cy="1037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57933" y="738961"/>
              <a:ext cx="1106805" cy="541020"/>
            </a:xfrm>
            <a:custGeom>
              <a:avLst/>
              <a:gdLst/>
              <a:ahLst/>
              <a:cxnLst/>
              <a:rect l="l" t="t" r="r" b="b"/>
              <a:pathLst>
                <a:path w="1106805" h="541019">
                  <a:moveTo>
                    <a:pt x="457835" y="219240"/>
                  </a:moveTo>
                  <a:lnTo>
                    <a:pt x="425996" y="219240"/>
                  </a:lnTo>
                  <a:lnTo>
                    <a:pt x="437311" y="190779"/>
                  </a:lnTo>
                  <a:lnTo>
                    <a:pt x="424192" y="189306"/>
                  </a:lnTo>
                  <a:lnTo>
                    <a:pt x="437311" y="156286"/>
                  </a:lnTo>
                  <a:lnTo>
                    <a:pt x="369747" y="148653"/>
                  </a:lnTo>
                  <a:lnTo>
                    <a:pt x="318287" y="133997"/>
                  </a:lnTo>
                  <a:lnTo>
                    <a:pt x="318223" y="219240"/>
                  </a:lnTo>
                  <a:lnTo>
                    <a:pt x="138468" y="219240"/>
                  </a:lnTo>
                  <a:lnTo>
                    <a:pt x="155308" y="214693"/>
                  </a:lnTo>
                  <a:lnTo>
                    <a:pt x="198031" y="193471"/>
                  </a:lnTo>
                  <a:lnTo>
                    <a:pt x="228320" y="165925"/>
                  </a:lnTo>
                  <a:lnTo>
                    <a:pt x="258724" y="193471"/>
                  </a:lnTo>
                  <a:lnTo>
                    <a:pt x="301447" y="214693"/>
                  </a:lnTo>
                  <a:lnTo>
                    <a:pt x="318223" y="219240"/>
                  </a:lnTo>
                  <a:lnTo>
                    <a:pt x="318223" y="133972"/>
                  </a:lnTo>
                  <a:lnTo>
                    <a:pt x="313905" y="131432"/>
                  </a:lnTo>
                  <a:lnTo>
                    <a:pt x="299669" y="123101"/>
                  </a:lnTo>
                  <a:lnTo>
                    <a:pt x="413435" y="123101"/>
                  </a:lnTo>
                  <a:lnTo>
                    <a:pt x="413435" y="88607"/>
                  </a:lnTo>
                  <a:lnTo>
                    <a:pt x="413435" y="76720"/>
                  </a:lnTo>
                  <a:lnTo>
                    <a:pt x="413435" y="42227"/>
                  </a:lnTo>
                  <a:lnTo>
                    <a:pt x="259105" y="42227"/>
                  </a:lnTo>
                  <a:lnTo>
                    <a:pt x="259105" y="34493"/>
                  </a:lnTo>
                  <a:lnTo>
                    <a:pt x="259105" y="0"/>
                  </a:lnTo>
                  <a:lnTo>
                    <a:pt x="197535" y="0"/>
                  </a:lnTo>
                  <a:lnTo>
                    <a:pt x="197535" y="34493"/>
                  </a:lnTo>
                  <a:lnTo>
                    <a:pt x="197535" y="42227"/>
                  </a:lnTo>
                  <a:lnTo>
                    <a:pt x="44208" y="42227"/>
                  </a:lnTo>
                  <a:lnTo>
                    <a:pt x="44208" y="76720"/>
                  </a:lnTo>
                  <a:lnTo>
                    <a:pt x="44208" y="88607"/>
                  </a:lnTo>
                  <a:lnTo>
                    <a:pt x="44208" y="123101"/>
                  </a:lnTo>
                  <a:lnTo>
                    <a:pt x="156743" y="123101"/>
                  </a:lnTo>
                  <a:lnTo>
                    <a:pt x="138137" y="133997"/>
                  </a:lnTo>
                  <a:lnTo>
                    <a:pt x="86931" y="148653"/>
                  </a:lnTo>
                  <a:lnTo>
                    <a:pt x="19939" y="156286"/>
                  </a:lnTo>
                  <a:lnTo>
                    <a:pt x="32359" y="189369"/>
                  </a:lnTo>
                  <a:lnTo>
                    <a:pt x="19939" y="190779"/>
                  </a:lnTo>
                  <a:lnTo>
                    <a:pt x="30632" y="219240"/>
                  </a:lnTo>
                  <a:lnTo>
                    <a:pt x="0" y="219240"/>
                  </a:lnTo>
                  <a:lnTo>
                    <a:pt x="0" y="253733"/>
                  </a:lnTo>
                  <a:lnTo>
                    <a:pt x="0" y="264833"/>
                  </a:lnTo>
                  <a:lnTo>
                    <a:pt x="0" y="299326"/>
                  </a:lnTo>
                  <a:lnTo>
                    <a:pt x="197739" y="299326"/>
                  </a:lnTo>
                  <a:lnTo>
                    <a:pt x="197739" y="301726"/>
                  </a:lnTo>
                  <a:lnTo>
                    <a:pt x="53086" y="301726"/>
                  </a:lnTo>
                  <a:lnTo>
                    <a:pt x="53086" y="336219"/>
                  </a:lnTo>
                  <a:lnTo>
                    <a:pt x="53086" y="346532"/>
                  </a:lnTo>
                  <a:lnTo>
                    <a:pt x="53086" y="381025"/>
                  </a:lnTo>
                  <a:lnTo>
                    <a:pt x="53682" y="381025"/>
                  </a:lnTo>
                  <a:lnTo>
                    <a:pt x="53682" y="412394"/>
                  </a:lnTo>
                  <a:lnTo>
                    <a:pt x="53682" y="501053"/>
                  </a:lnTo>
                  <a:lnTo>
                    <a:pt x="53682" y="535546"/>
                  </a:lnTo>
                  <a:lnTo>
                    <a:pt x="415213" y="535546"/>
                  </a:lnTo>
                  <a:lnTo>
                    <a:pt x="415213" y="501053"/>
                  </a:lnTo>
                  <a:lnTo>
                    <a:pt x="415213" y="489356"/>
                  </a:lnTo>
                  <a:lnTo>
                    <a:pt x="415213" y="454875"/>
                  </a:lnTo>
                  <a:lnTo>
                    <a:pt x="114465" y="454875"/>
                  </a:lnTo>
                  <a:lnTo>
                    <a:pt x="114465" y="454634"/>
                  </a:lnTo>
                  <a:lnTo>
                    <a:pt x="401396" y="454634"/>
                  </a:lnTo>
                  <a:lnTo>
                    <a:pt x="401396" y="420141"/>
                  </a:lnTo>
                  <a:lnTo>
                    <a:pt x="401396" y="336219"/>
                  </a:lnTo>
                  <a:lnTo>
                    <a:pt x="401396" y="301726"/>
                  </a:lnTo>
                  <a:lnTo>
                    <a:pt x="259308" y="301726"/>
                  </a:lnTo>
                  <a:lnTo>
                    <a:pt x="259308" y="299326"/>
                  </a:lnTo>
                  <a:lnTo>
                    <a:pt x="457835" y="299326"/>
                  </a:lnTo>
                  <a:lnTo>
                    <a:pt x="457835" y="264833"/>
                  </a:lnTo>
                  <a:lnTo>
                    <a:pt x="457835" y="253733"/>
                  </a:lnTo>
                  <a:lnTo>
                    <a:pt x="457835" y="219240"/>
                  </a:lnTo>
                  <a:close/>
                </a:path>
                <a:path w="1106805" h="541019">
                  <a:moveTo>
                    <a:pt x="790956" y="354025"/>
                  </a:moveTo>
                  <a:lnTo>
                    <a:pt x="747293" y="327799"/>
                  </a:lnTo>
                  <a:lnTo>
                    <a:pt x="712355" y="292925"/>
                  </a:lnTo>
                  <a:lnTo>
                    <a:pt x="686714" y="251879"/>
                  </a:lnTo>
                  <a:lnTo>
                    <a:pt x="670953" y="207149"/>
                  </a:lnTo>
                  <a:lnTo>
                    <a:pt x="666572" y="169278"/>
                  </a:lnTo>
                  <a:lnTo>
                    <a:pt x="772020" y="169278"/>
                  </a:lnTo>
                  <a:lnTo>
                    <a:pt x="772020" y="134785"/>
                  </a:lnTo>
                  <a:lnTo>
                    <a:pt x="772020" y="119748"/>
                  </a:lnTo>
                  <a:lnTo>
                    <a:pt x="772020" y="85255"/>
                  </a:lnTo>
                  <a:lnTo>
                    <a:pt x="666242" y="85255"/>
                  </a:lnTo>
                  <a:lnTo>
                    <a:pt x="666242" y="46329"/>
                  </a:lnTo>
                  <a:lnTo>
                    <a:pt x="666242" y="11836"/>
                  </a:lnTo>
                  <a:lnTo>
                    <a:pt x="604278" y="11836"/>
                  </a:lnTo>
                  <a:lnTo>
                    <a:pt x="604278" y="46329"/>
                  </a:lnTo>
                  <a:lnTo>
                    <a:pt x="604278" y="85255"/>
                  </a:lnTo>
                  <a:lnTo>
                    <a:pt x="495744" y="85255"/>
                  </a:lnTo>
                  <a:lnTo>
                    <a:pt x="495744" y="119748"/>
                  </a:lnTo>
                  <a:lnTo>
                    <a:pt x="495744" y="134785"/>
                  </a:lnTo>
                  <a:lnTo>
                    <a:pt x="495744" y="169278"/>
                  </a:lnTo>
                  <a:lnTo>
                    <a:pt x="602996" y="169278"/>
                  </a:lnTo>
                  <a:lnTo>
                    <a:pt x="598614" y="209156"/>
                  </a:lnTo>
                  <a:lnTo>
                    <a:pt x="583145" y="255930"/>
                  </a:lnTo>
                  <a:lnTo>
                    <a:pt x="557974" y="298818"/>
                  </a:lnTo>
                  <a:lnTo>
                    <a:pt x="523608" y="335127"/>
                  </a:lnTo>
                  <a:lnTo>
                    <a:pt x="480542" y="362115"/>
                  </a:lnTo>
                  <a:lnTo>
                    <a:pt x="497243" y="386143"/>
                  </a:lnTo>
                  <a:lnTo>
                    <a:pt x="480542" y="396608"/>
                  </a:lnTo>
                  <a:lnTo>
                    <a:pt x="513892" y="444563"/>
                  </a:lnTo>
                  <a:lnTo>
                    <a:pt x="554202" y="420090"/>
                  </a:lnTo>
                  <a:lnTo>
                    <a:pt x="588124" y="386842"/>
                  </a:lnTo>
                  <a:lnTo>
                    <a:pt x="615264" y="346494"/>
                  </a:lnTo>
                  <a:lnTo>
                    <a:pt x="635254" y="300710"/>
                  </a:lnTo>
                  <a:lnTo>
                    <a:pt x="655739" y="343865"/>
                  </a:lnTo>
                  <a:lnTo>
                    <a:pt x="683158" y="381787"/>
                  </a:lnTo>
                  <a:lnTo>
                    <a:pt x="717181" y="413016"/>
                  </a:lnTo>
                  <a:lnTo>
                    <a:pt x="757415" y="436079"/>
                  </a:lnTo>
                  <a:lnTo>
                    <a:pt x="790956" y="388518"/>
                  </a:lnTo>
                  <a:lnTo>
                    <a:pt x="773861" y="378256"/>
                  </a:lnTo>
                  <a:lnTo>
                    <a:pt x="790956" y="354025"/>
                  </a:lnTo>
                  <a:close/>
                </a:path>
                <a:path w="1106805" h="541019">
                  <a:moveTo>
                    <a:pt x="905027" y="1181"/>
                  </a:moveTo>
                  <a:lnTo>
                    <a:pt x="842670" y="1181"/>
                  </a:lnTo>
                  <a:lnTo>
                    <a:pt x="842670" y="35674"/>
                  </a:lnTo>
                  <a:lnTo>
                    <a:pt x="842670" y="197929"/>
                  </a:lnTo>
                  <a:lnTo>
                    <a:pt x="745172" y="197929"/>
                  </a:lnTo>
                  <a:lnTo>
                    <a:pt x="745172" y="232422"/>
                  </a:lnTo>
                  <a:lnTo>
                    <a:pt x="745172" y="248056"/>
                  </a:lnTo>
                  <a:lnTo>
                    <a:pt x="745172" y="282549"/>
                  </a:lnTo>
                  <a:lnTo>
                    <a:pt x="842670" y="282549"/>
                  </a:lnTo>
                  <a:lnTo>
                    <a:pt x="842670" y="506374"/>
                  </a:lnTo>
                  <a:lnTo>
                    <a:pt x="842670" y="540867"/>
                  </a:lnTo>
                  <a:lnTo>
                    <a:pt x="905027" y="540867"/>
                  </a:lnTo>
                  <a:lnTo>
                    <a:pt x="905027" y="506374"/>
                  </a:lnTo>
                  <a:lnTo>
                    <a:pt x="905027" y="35674"/>
                  </a:lnTo>
                  <a:lnTo>
                    <a:pt x="905027" y="1181"/>
                  </a:lnTo>
                  <a:close/>
                </a:path>
                <a:path w="1106805" h="541019">
                  <a:moveTo>
                    <a:pt x="1106525" y="198767"/>
                  </a:moveTo>
                  <a:lnTo>
                    <a:pt x="1075588" y="198767"/>
                  </a:lnTo>
                  <a:lnTo>
                    <a:pt x="1075588" y="421894"/>
                  </a:lnTo>
                  <a:lnTo>
                    <a:pt x="1106525" y="421894"/>
                  </a:lnTo>
                  <a:lnTo>
                    <a:pt x="1106525" y="198767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7299" y="957023"/>
              <a:ext cx="283563" cy="1847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1065" y="1004385"/>
              <a:ext cx="120592" cy="1364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67188" y="1002456"/>
              <a:ext cx="485043" cy="139279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8156" y="2895752"/>
            <a:ext cx="90618" cy="215549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61715" y="3067728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5" h="46355">
                <a:moveTo>
                  <a:pt x="23049" y="0"/>
                </a:moveTo>
                <a:lnTo>
                  <a:pt x="14045" y="1792"/>
                </a:lnTo>
                <a:lnTo>
                  <a:pt x="6670" y="6683"/>
                </a:lnTo>
                <a:lnTo>
                  <a:pt x="1721" y="13942"/>
                </a:lnTo>
                <a:lnTo>
                  <a:pt x="0" y="22838"/>
                </a:lnTo>
                <a:lnTo>
                  <a:pt x="1721" y="31812"/>
                </a:lnTo>
                <a:lnTo>
                  <a:pt x="6670" y="39139"/>
                </a:lnTo>
                <a:lnTo>
                  <a:pt x="14045" y="44077"/>
                </a:lnTo>
                <a:lnTo>
                  <a:pt x="23049" y="45888"/>
                </a:lnTo>
                <a:lnTo>
                  <a:pt x="31875" y="44077"/>
                </a:lnTo>
                <a:lnTo>
                  <a:pt x="39191" y="39139"/>
                </a:lnTo>
                <a:lnTo>
                  <a:pt x="44199" y="31812"/>
                </a:lnTo>
                <a:lnTo>
                  <a:pt x="46098" y="22838"/>
                </a:lnTo>
                <a:lnTo>
                  <a:pt x="44199" y="13942"/>
                </a:lnTo>
                <a:lnTo>
                  <a:pt x="39191" y="6683"/>
                </a:lnTo>
                <a:lnTo>
                  <a:pt x="31875" y="1792"/>
                </a:lnTo>
                <a:lnTo>
                  <a:pt x="23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06589" y="2868815"/>
            <a:ext cx="754380" cy="269240"/>
          </a:xfrm>
          <a:custGeom>
            <a:avLst/>
            <a:gdLst/>
            <a:ahLst/>
            <a:cxnLst/>
            <a:rect l="l" t="t" r="r" b="b"/>
            <a:pathLst>
              <a:path w="754380" h="269239">
                <a:moveTo>
                  <a:pt x="138925" y="18415"/>
                </a:moveTo>
                <a:lnTo>
                  <a:pt x="12407" y="18415"/>
                </a:lnTo>
                <a:lnTo>
                  <a:pt x="12407" y="45148"/>
                </a:lnTo>
                <a:lnTo>
                  <a:pt x="102933" y="45148"/>
                </a:lnTo>
                <a:lnTo>
                  <a:pt x="93091" y="73850"/>
                </a:lnTo>
                <a:lnTo>
                  <a:pt x="72301" y="98945"/>
                </a:lnTo>
                <a:lnTo>
                  <a:pt x="41084" y="119646"/>
                </a:lnTo>
                <a:lnTo>
                  <a:pt x="0" y="135140"/>
                </a:lnTo>
                <a:lnTo>
                  <a:pt x="13360" y="161874"/>
                </a:lnTo>
                <a:lnTo>
                  <a:pt x="66497" y="139890"/>
                </a:lnTo>
                <a:lnTo>
                  <a:pt x="105943" y="108178"/>
                </a:lnTo>
                <a:lnTo>
                  <a:pt x="130479" y="67462"/>
                </a:lnTo>
                <a:lnTo>
                  <a:pt x="138925" y="18415"/>
                </a:lnTo>
                <a:close/>
              </a:path>
              <a:path w="754380" h="269239">
                <a:moveTo>
                  <a:pt x="216281" y="214706"/>
                </a:moveTo>
                <a:lnTo>
                  <a:pt x="209854" y="192341"/>
                </a:lnTo>
                <a:lnTo>
                  <a:pt x="204063" y="186918"/>
                </a:lnTo>
                <a:lnTo>
                  <a:pt x="191744" y="175387"/>
                </a:lnTo>
                <a:lnTo>
                  <a:pt x="183654" y="172326"/>
                </a:lnTo>
                <a:lnTo>
                  <a:pt x="183654" y="214706"/>
                </a:lnTo>
                <a:lnTo>
                  <a:pt x="179692" y="226555"/>
                </a:lnTo>
                <a:lnTo>
                  <a:pt x="168325" y="235381"/>
                </a:lnTo>
                <a:lnTo>
                  <a:pt x="150304" y="240906"/>
                </a:lnTo>
                <a:lnTo>
                  <a:pt x="126403" y="242811"/>
                </a:lnTo>
                <a:lnTo>
                  <a:pt x="102425" y="240906"/>
                </a:lnTo>
                <a:lnTo>
                  <a:pt x="84391" y="235381"/>
                </a:lnTo>
                <a:lnTo>
                  <a:pt x="73037" y="226555"/>
                </a:lnTo>
                <a:lnTo>
                  <a:pt x="69138" y="214706"/>
                </a:lnTo>
                <a:lnTo>
                  <a:pt x="73037" y="202895"/>
                </a:lnTo>
                <a:lnTo>
                  <a:pt x="84391" y="194144"/>
                </a:lnTo>
                <a:lnTo>
                  <a:pt x="102425" y="188734"/>
                </a:lnTo>
                <a:lnTo>
                  <a:pt x="126403" y="186918"/>
                </a:lnTo>
                <a:lnTo>
                  <a:pt x="150304" y="188734"/>
                </a:lnTo>
                <a:lnTo>
                  <a:pt x="168325" y="194144"/>
                </a:lnTo>
                <a:lnTo>
                  <a:pt x="179692" y="202895"/>
                </a:lnTo>
                <a:lnTo>
                  <a:pt x="183654" y="214706"/>
                </a:lnTo>
                <a:lnTo>
                  <a:pt x="183654" y="172326"/>
                </a:lnTo>
                <a:lnTo>
                  <a:pt x="163423" y="164630"/>
                </a:lnTo>
                <a:lnTo>
                  <a:pt x="126403" y="160921"/>
                </a:lnTo>
                <a:lnTo>
                  <a:pt x="89446" y="164630"/>
                </a:lnTo>
                <a:lnTo>
                  <a:pt x="60998" y="175387"/>
                </a:lnTo>
                <a:lnTo>
                  <a:pt x="42760" y="192341"/>
                </a:lnTo>
                <a:lnTo>
                  <a:pt x="36410" y="214706"/>
                </a:lnTo>
                <a:lnTo>
                  <a:pt x="42760" y="237324"/>
                </a:lnTo>
                <a:lnTo>
                  <a:pt x="60998" y="254342"/>
                </a:lnTo>
                <a:lnTo>
                  <a:pt x="89446" y="265074"/>
                </a:lnTo>
                <a:lnTo>
                  <a:pt x="126403" y="268808"/>
                </a:lnTo>
                <a:lnTo>
                  <a:pt x="163423" y="265074"/>
                </a:lnTo>
                <a:lnTo>
                  <a:pt x="191744" y="254342"/>
                </a:lnTo>
                <a:lnTo>
                  <a:pt x="204025" y="242811"/>
                </a:lnTo>
                <a:lnTo>
                  <a:pt x="209854" y="237324"/>
                </a:lnTo>
                <a:lnTo>
                  <a:pt x="216281" y="214706"/>
                </a:lnTo>
                <a:close/>
              </a:path>
              <a:path w="754380" h="269239">
                <a:moveTo>
                  <a:pt x="250901" y="65570"/>
                </a:moveTo>
                <a:lnTo>
                  <a:pt x="213334" y="65570"/>
                </a:lnTo>
                <a:lnTo>
                  <a:pt x="213334" y="0"/>
                </a:lnTo>
                <a:lnTo>
                  <a:pt x="180073" y="0"/>
                </a:lnTo>
                <a:lnTo>
                  <a:pt x="180073" y="157772"/>
                </a:lnTo>
                <a:lnTo>
                  <a:pt x="213334" y="157772"/>
                </a:lnTo>
                <a:lnTo>
                  <a:pt x="213334" y="92506"/>
                </a:lnTo>
                <a:lnTo>
                  <a:pt x="250901" y="92506"/>
                </a:lnTo>
                <a:lnTo>
                  <a:pt x="250901" y="65570"/>
                </a:lnTo>
                <a:close/>
              </a:path>
              <a:path w="754380" h="269239">
                <a:moveTo>
                  <a:pt x="482028" y="236918"/>
                </a:moveTo>
                <a:lnTo>
                  <a:pt x="328053" y="236918"/>
                </a:lnTo>
                <a:lnTo>
                  <a:pt x="328053" y="185242"/>
                </a:lnTo>
                <a:lnTo>
                  <a:pt x="294792" y="185242"/>
                </a:lnTo>
                <a:lnTo>
                  <a:pt x="294792" y="263753"/>
                </a:lnTo>
                <a:lnTo>
                  <a:pt x="482028" y="263753"/>
                </a:lnTo>
                <a:lnTo>
                  <a:pt x="482028" y="236918"/>
                </a:lnTo>
                <a:close/>
              </a:path>
              <a:path w="754380" h="269239">
                <a:moveTo>
                  <a:pt x="483819" y="62941"/>
                </a:moveTo>
                <a:lnTo>
                  <a:pt x="476935" y="40081"/>
                </a:lnTo>
                <a:lnTo>
                  <a:pt x="471068" y="34937"/>
                </a:lnTo>
                <a:lnTo>
                  <a:pt x="457390" y="22961"/>
                </a:lnTo>
                <a:lnTo>
                  <a:pt x="449821" y="20307"/>
                </a:lnTo>
                <a:lnTo>
                  <a:pt x="449821" y="62941"/>
                </a:lnTo>
                <a:lnTo>
                  <a:pt x="445516" y="75069"/>
                </a:lnTo>
                <a:lnTo>
                  <a:pt x="433095" y="83908"/>
                </a:lnTo>
                <a:lnTo>
                  <a:pt x="413334" y="89306"/>
                </a:lnTo>
                <a:lnTo>
                  <a:pt x="386994" y="91147"/>
                </a:lnTo>
                <a:lnTo>
                  <a:pt x="360667" y="89306"/>
                </a:lnTo>
                <a:lnTo>
                  <a:pt x="340918" y="83908"/>
                </a:lnTo>
                <a:lnTo>
                  <a:pt x="328561" y="75069"/>
                </a:lnTo>
                <a:lnTo>
                  <a:pt x="324370" y="62941"/>
                </a:lnTo>
                <a:lnTo>
                  <a:pt x="328561" y="51117"/>
                </a:lnTo>
                <a:lnTo>
                  <a:pt x="340918" y="42354"/>
                </a:lnTo>
                <a:lnTo>
                  <a:pt x="360667" y="36868"/>
                </a:lnTo>
                <a:lnTo>
                  <a:pt x="386994" y="34937"/>
                </a:lnTo>
                <a:lnTo>
                  <a:pt x="413334" y="36868"/>
                </a:lnTo>
                <a:lnTo>
                  <a:pt x="433095" y="42354"/>
                </a:lnTo>
                <a:lnTo>
                  <a:pt x="445516" y="51117"/>
                </a:lnTo>
                <a:lnTo>
                  <a:pt x="449821" y="62941"/>
                </a:lnTo>
                <a:lnTo>
                  <a:pt x="449821" y="20307"/>
                </a:lnTo>
                <a:lnTo>
                  <a:pt x="426859" y="12242"/>
                </a:lnTo>
                <a:lnTo>
                  <a:pt x="386994" y="8623"/>
                </a:lnTo>
                <a:lnTo>
                  <a:pt x="347014" y="12242"/>
                </a:lnTo>
                <a:lnTo>
                  <a:pt x="316420" y="22961"/>
                </a:lnTo>
                <a:lnTo>
                  <a:pt x="296887" y="40081"/>
                </a:lnTo>
                <a:lnTo>
                  <a:pt x="290055" y="62941"/>
                </a:lnTo>
                <a:lnTo>
                  <a:pt x="296887" y="85966"/>
                </a:lnTo>
                <a:lnTo>
                  <a:pt x="316420" y="103301"/>
                </a:lnTo>
                <a:lnTo>
                  <a:pt x="347014" y="114236"/>
                </a:lnTo>
                <a:lnTo>
                  <a:pt x="386994" y="118084"/>
                </a:lnTo>
                <a:lnTo>
                  <a:pt x="426859" y="114236"/>
                </a:lnTo>
                <a:lnTo>
                  <a:pt x="457390" y="103301"/>
                </a:lnTo>
                <a:lnTo>
                  <a:pt x="471106" y="91147"/>
                </a:lnTo>
                <a:lnTo>
                  <a:pt x="476935" y="85966"/>
                </a:lnTo>
                <a:lnTo>
                  <a:pt x="483819" y="62941"/>
                </a:lnTo>
                <a:close/>
              </a:path>
              <a:path w="754380" h="269239">
                <a:moveTo>
                  <a:pt x="509714" y="138925"/>
                </a:moveTo>
                <a:lnTo>
                  <a:pt x="264591" y="138925"/>
                </a:lnTo>
                <a:lnTo>
                  <a:pt x="264591" y="165341"/>
                </a:lnTo>
                <a:lnTo>
                  <a:pt x="509714" y="165341"/>
                </a:lnTo>
                <a:lnTo>
                  <a:pt x="509714" y="138925"/>
                </a:lnTo>
                <a:close/>
              </a:path>
              <a:path w="754380" h="269239">
                <a:moveTo>
                  <a:pt x="753465" y="0"/>
                </a:moveTo>
                <a:lnTo>
                  <a:pt x="720420" y="0"/>
                </a:lnTo>
                <a:lnTo>
                  <a:pt x="720420" y="36626"/>
                </a:lnTo>
                <a:lnTo>
                  <a:pt x="720420" y="63042"/>
                </a:lnTo>
                <a:lnTo>
                  <a:pt x="720420" y="97243"/>
                </a:lnTo>
                <a:lnTo>
                  <a:pt x="670953" y="97243"/>
                </a:lnTo>
                <a:lnTo>
                  <a:pt x="672426" y="91884"/>
                </a:lnTo>
                <a:lnTo>
                  <a:pt x="673265" y="86194"/>
                </a:lnTo>
                <a:lnTo>
                  <a:pt x="673265" y="74193"/>
                </a:lnTo>
                <a:lnTo>
                  <a:pt x="672426" y="68414"/>
                </a:lnTo>
                <a:lnTo>
                  <a:pt x="670953" y="63042"/>
                </a:lnTo>
                <a:lnTo>
                  <a:pt x="720420" y="63042"/>
                </a:lnTo>
                <a:lnTo>
                  <a:pt x="720420" y="36626"/>
                </a:lnTo>
                <a:lnTo>
                  <a:pt x="656323" y="36626"/>
                </a:lnTo>
                <a:lnTo>
                  <a:pt x="645655" y="27508"/>
                </a:lnTo>
                <a:lnTo>
                  <a:pt x="641692" y="25387"/>
                </a:lnTo>
                <a:lnTo>
                  <a:pt x="641692" y="80200"/>
                </a:lnTo>
                <a:lnTo>
                  <a:pt x="638759" y="95313"/>
                </a:lnTo>
                <a:lnTo>
                  <a:pt x="630631" y="106984"/>
                </a:lnTo>
                <a:lnTo>
                  <a:pt x="618299" y="114477"/>
                </a:lnTo>
                <a:lnTo>
                  <a:pt x="602754" y="117030"/>
                </a:lnTo>
                <a:lnTo>
                  <a:pt x="586867" y="114477"/>
                </a:lnTo>
                <a:lnTo>
                  <a:pt x="574370" y="106984"/>
                </a:lnTo>
                <a:lnTo>
                  <a:pt x="566216" y="95313"/>
                </a:lnTo>
                <a:lnTo>
                  <a:pt x="563283" y="80200"/>
                </a:lnTo>
                <a:lnTo>
                  <a:pt x="566216" y="64884"/>
                </a:lnTo>
                <a:lnTo>
                  <a:pt x="574370" y="53263"/>
                </a:lnTo>
                <a:lnTo>
                  <a:pt x="586867" y="45935"/>
                </a:lnTo>
                <a:lnTo>
                  <a:pt x="602754" y="43472"/>
                </a:lnTo>
                <a:lnTo>
                  <a:pt x="618299" y="45935"/>
                </a:lnTo>
                <a:lnTo>
                  <a:pt x="630631" y="53263"/>
                </a:lnTo>
                <a:lnTo>
                  <a:pt x="638759" y="64884"/>
                </a:lnTo>
                <a:lnTo>
                  <a:pt x="641692" y="80200"/>
                </a:lnTo>
                <a:lnTo>
                  <a:pt x="641692" y="25387"/>
                </a:lnTo>
                <a:lnTo>
                  <a:pt x="632968" y="20701"/>
                </a:lnTo>
                <a:lnTo>
                  <a:pt x="618566" y="16471"/>
                </a:lnTo>
                <a:lnTo>
                  <a:pt x="602754" y="15049"/>
                </a:lnTo>
                <a:lnTo>
                  <a:pt x="574548" y="19824"/>
                </a:lnTo>
                <a:lnTo>
                  <a:pt x="552005" y="33299"/>
                </a:lnTo>
                <a:lnTo>
                  <a:pt x="537108" y="53924"/>
                </a:lnTo>
                <a:lnTo>
                  <a:pt x="531812" y="80200"/>
                </a:lnTo>
                <a:lnTo>
                  <a:pt x="537108" y="106311"/>
                </a:lnTo>
                <a:lnTo>
                  <a:pt x="552005" y="126911"/>
                </a:lnTo>
                <a:lnTo>
                  <a:pt x="574548" y="140398"/>
                </a:lnTo>
                <a:lnTo>
                  <a:pt x="602754" y="145135"/>
                </a:lnTo>
                <a:lnTo>
                  <a:pt x="618426" y="143738"/>
                </a:lnTo>
                <a:lnTo>
                  <a:pt x="632739" y="139560"/>
                </a:lnTo>
                <a:lnTo>
                  <a:pt x="645363" y="132854"/>
                </a:lnTo>
                <a:lnTo>
                  <a:pt x="656005" y="123875"/>
                </a:lnTo>
                <a:lnTo>
                  <a:pt x="720420" y="123875"/>
                </a:lnTo>
                <a:lnTo>
                  <a:pt x="720420" y="158076"/>
                </a:lnTo>
                <a:lnTo>
                  <a:pt x="753465" y="158076"/>
                </a:lnTo>
                <a:lnTo>
                  <a:pt x="753465" y="123875"/>
                </a:lnTo>
                <a:lnTo>
                  <a:pt x="753465" y="117030"/>
                </a:lnTo>
                <a:lnTo>
                  <a:pt x="753465" y="97243"/>
                </a:lnTo>
                <a:lnTo>
                  <a:pt x="753465" y="63042"/>
                </a:lnTo>
                <a:lnTo>
                  <a:pt x="753465" y="43472"/>
                </a:lnTo>
                <a:lnTo>
                  <a:pt x="753465" y="36626"/>
                </a:lnTo>
                <a:lnTo>
                  <a:pt x="753465" y="0"/>
                </a:lnTo>
                <a:close/>
              </a:path>
              <a:path w="754380" h="269239">
                <a:moveTo>
                  <a:pt x="754202" y="216281"/>
                </a:moveTo>
                <a:lnTo>
                  <a:pt x="747814" y="194094"/>
                </a:lnTo>
                <a:lnTo>
                  <a:pt x="742543" y="189344"/>
                </a:lnTo>
                <a:lnTo>
                  <a:pt x="729513" y="177609"/>
                </a:lnTo>
                <a:lnTo>
                  <a:pt x="721893" y="174904"/>
                </a:lnTo>
                <a:lnTo>
                  <a:pt x="721893" y="216281"/>
                </a:lnTo>
                <a:lnTo>
                  <a:pt x="717943" y="227609"/>
                </a:lnTo>
                <a:lnTo>
                  <a:pt x="706412" y="235877"/>
                </a:lnTo>
                <a:lnTo>
                  <a:pt x="687755" y="240931"/>
                </a:lnTo>
                <a:lnTo>
                  <a:pt x="662432" y="242595"/>
                </a:lnTo>
                <a:lnTo>
                  <a:pt x="637362" y="240931"/>
                </a:lnTo>
                <a:lnTo>
                  <a:pt x="618782" y="235877"/>
                </a:lnTo>
                <a:lnTo>
                  <a:pt x="607250" y="227609"/>
                </a:lnTo>
                <a:lnTo>
                  <a:pt x="603389" y="216281"/>
                </a:lnTo>
                <a:lnTo>
                  <a:pt x="607250" y="204660"/>
                </a:lnTo>
                <a:lnTo>
                  <a:pt x="618782" y="196227"/>
                </a:lnTo>
                <a:lnTo>
                  <a:pt x="637362" y="191084"/>
                </a:lnTo>
                <a:lnTo>
                  <a:pt x="662432" y="189344"/>
                </a:lnTo>
                <a:lnTo>
                  <a:pt x="687755" y="191084"/>
                </a:lnTo>
                <a:lnTo>
                  <a:pt x="706412" y="196227"/>
                </a:lnTo>
                <a:lnTo>
                  <a:pt x="717943" y="204660"/>
                </a:lnTo>
                <a:lnTo>
                  <a:pt x="721893" y="216281"/>
                </a:lnTo>
                <a:lnTo>
                  <a:pt x="721893" y="174904"/>
                </a:lnTo>
                <a:lnTo>
                  <a:pt x="700608" y="167347"/>
                </a:lnTo>
                <a:lnTo>
                  <a:pt x="662432" y="163868"/>
                </a:lnTo>
                <a:lnTo>
                  <a:pt x="624306" y="167347"/>
                </a:lnTo>
                <a:lnTo>
                  <a:pt x="595452" y="177609"/>
                </a:lnTo>
                <a:lnTo>
                  <a:pt x="577189" y="194094"/>
                </a:lnTo>
                <a:lnTo>
                  <a:pt x="570865" y="216281"/>
                </a:lnTo>
                <a:lnTo>
                  <a:pt x="577189" y="238417"/>
                </a:lnTo>
                <a:lnTo>
                  <a:pt x="595452" y="254876"/>
                </a:lnTo>
                <a:lnTo>
                  <a:pt x="624306" y="265112"/>
                </a:lnTo>
                <a:lnTo>
                  <a:pt x="662432" y="268592"/>
                </a:lnTo>
                <a:lnTo>
                  <a:pt x="700608" y="265112"/>
                </a:lnTo>
                <a:lnTo>
                  <a:pt x="729513" y="254876"/>
                </a:lnTo>
                <a:lnTo>
                  <a:pt x="743165" y="242595"/>
                </a:lnTo>
                <a:lnTo>
                  <a:pt x="747814" y="238417"/>
                </a:lnTo>
                <a:lnTo>
                  <a:pt x="754202" y="2162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07847" y="3067728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5" h="46355">
                <a:moveTo>
                  <a:pt x="23049" y="0"/>
                </a:moveTo>
                <a:lnTo>
                  <a:pt x="14045" y="1792"/>
                </a:lnTo>
                <a:lnTo>
                  <a:pt x="6670" y="6683"/>
                </a:lnTo>
                <a:lnTo>
                  <a:pt x="1721" y="13942"/>
                </a:lnTo>
                <a:lnTo>
                  <a:pt x="0" y="22838"/>
                </a:lnTo>
                <a:lnTo>
                  <a:pt x="1721" y="31812"/>
                </a:lnTo>
                <a:lnTo>
                  <a:pt x="6670" y="39139"/>
                </a:lnTo>
                <a:lnTo>
                  <a:pt x="14045" y="44077"/>
                </a:lnTo>
                <a:lnTo>
                  <a:pt x="23049" y="45888"/>
                </a:lnTo>
                <a:lnTo>
                  <a:pt x="31875" y="44077"/>
                </a:lnTo>
                <a:lnTo>
                  <a:pt x="39191" y="39139"/>
                </a:lnTo>
                <a:lnTo>
                  <a:pt x="44199" y="31812"/>
                </a:lnTo>
                <a:lnTo>
                  <a:pt x="46098" y="22838"/>
                </a:lnTo>
                <a:lnTo>
                  <a:pt x="44199" y="13942"/>
                </a:lnTo>
                <a:lnTo>
                  <a:pt x="39191" y="6683"/>
                </a:lnTo>
                <a:lnTo>
                  <a:pt x="31875" y="1792"/>
                </a:lnTo>
                <a:lnTo>
                  <a:pt x="23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972582" y="2889542"/>
            <a:ext cx="938530" cy="267970"/>
            <a:chOff x="1972582" y="2889542"/>
            <a:chExt cx="938530" cy="267970"/>
          </a:xfrm>
        </p:grpSpPr>
        <p:sp>
          <p:nvSpPr>
            <p:cNvPr id="15" name="object 15"/>
            <p:cNvSpPr/>
            <p:nvPr/>
          </p:nvSpPr>
          <p:spPr>
            <a:xfrm>
              <a:off x="1972582" y="2889542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69" h="267969">
                  <a:moveTo>
                    <a:pt x="77252" y="0"/>
                  </a:moveTo>
                  <a:lnTo>
                    <a:pt x="41678" y="0"/>
                  </a:lnTo>
                  <a:lnTo>
                    <a:pt x="23488" y="29323"/>
                  </a:lnTo>
                  <a:lnTo>
                    <a:pt x="10459" y="61241"/>
                  </a:lnTo>
                  <a:lnTo>
                    <a:pt x="2619" y="95981"/>
                  </a:lnTo>
                  <a:lnTo>
                    <a:pt x="0" y="133770"/>
                  </a:lnTo>
                  <a:lnTo>
                    <a:pt x="2619" y="171604"/>
                  </a:lnTo>
                  <a:lnTo>
                    <a:pt x="10459" y="206340"/>
                  </a:lnTo>
                  <a:lnTo>
                    <a:pt x="23488" y="238233"/>
                  </a:lnTo>
                  <a:lnTo>
                    <a:pt x="41678" y="267542"/>
                  </a:lnTo>
                  <a:lnTo>
                    <a:pt x="77252" y="267542"/>
                  </a:lnTo>
                  <a:lnTo>
                    <a:pt x="62363" y="241948"/>
                  </a:lnTo>
                  <a:lnTo>
                    <a:pt x="50335" y="208984"/>
                  </a:lnTo>
                  <a:lnTo>
                    <a:pt x="42293" y="171856"/>
                  </a:lnTo>
                  <a:lnTo>
                    <a:pt x="39362" y="133770"/>
                  </a:lnTo>
                  <a:lnTo>
                    <a:pt x="42293" y="95730"/>
                  </a:lnTo>
                  <a:lnTo>
                    <a:pt x="50335" y="58597"/>
                  </a:lnTo>
                  <a:lnTo>
                    <a:pt x="62363" y="25608"/>
                  </a:lnTo>
                  <a:lnTo>
                    <a:pt x="77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75620" y="2892805"/>
              <a:ext cx="150610" cy="21849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56858" y="2892805"/>
              <a:ext cx="165661" cy="222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51463" y="2892805"/>
              <a:ext cx="165661" cy="222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46489" y="2892805"/>
              <a:ext cx="163556" cy="22144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33305" y="2889542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69" h="267969">
                  <a:moveTo>
                    <a:pt x="35573" y="0"/>
                  </a:moveTo>
                  <a:lnTo>
                    <a:pt x="0" y="0"/>
                  </a:lnTo>
                  <a:lnTo>
                    <a:pt x="14889" y="25608"/>
                  </a:lnTo>
                  <a:lnTo>
                    <a:pt x="26917" y="58597"/>
                  </a:lnTo>
                  <a:lnTo>
                    <a:pt x="34959" y="95730"/>
                  </a:lnTo>
                  <a:lnTo>
                    <a:pt x="37889" y="133770"/>
                  </a:lnTo>
                  <a:lnTo>
                    <a:pt x="34959" y="171856"/>
                  </a:lnTo>
                  <a:lnTo>
                    <a:pt x="26917" y="208984"/>
                  </a:lnTo>
                  <a:lnTo>
                    <a:pt x="14889" y="241948"/>
                  </a:lnTo>
                  <a:lnTo>
                    <a:pt x="0" y="267542"/>
                  </a:lnTo>
                  <a:lnTo>
                    <a:pt x="35573" y="267542"/>
                  </a:lnTo>
                  <a:lnTo>
                    <a:pt x="53763" y="238233"/>
                  </a:lnTo>
                  <a:lnTo>
                    <a:pt x="66793" y="206340"/>
                  </a:lnTo>
                  <a:lnTo>
                    <a:pt x="74632" y="171604"/>
                  </a:lnTo>
                  <a:lnTo>
                    <a:pt x="77252" y="133770"/>
                  </a:lnTo>
                  <a:lnTo>
                    <a:pt x="74632" y="95981"/>
                  </a:lnTo>
                  <a:lnTo>
                    <a:pt x="66793" y="61241"/>
                  </a:lnTo>
                  <a:lnTo>
                    <a:pt x="53763" y="29323"/>
                  </a:lnTo>
                  <a:lnTo>
                    <a:pt x="355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2956867" y="3067728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5" h="46355">
                <a:moveTo>
                  <a:pt x="23049" y="0"/>
                </a:moveTo>
                <a:lnTo>
                  <a:pt x="14045" y="1792"/>
                </a:lnTo>
                <a:lnTo>
                  <a:pt x="6670" y="6683"/>
                </a:lnTo>
                <a:lnTo>
                  <a:pt x="1721" y="13942"/>
                </a:lnTo>
                <a:lnTo>
                  <a:pt x="0" y="22838"/>
                </a:lnTo>
                <a:lnTo>
                  <a:pt x="1721" y="31812"/>
                </a:lnTo>
                <a:lnTo>
                  <a:pt x="6670" y="39139"/>
                </a:lnTo>
                <a:lnTo>
                  <a:pt x="14045" y="44077"/>
                </a:lnTo>
                <a:lnTo>
                  <a:pt x="23049" y="45888"/>
                </a:lnTo>
                <a:lnTo>
                  <a:pt x="31875" y="44077"/>
                </a:lnTo>
                <a:lnTo>
                  <a:pt x="39191" y="39139"/>
                </a:lnTo>
                <a:lnTo>
                  <a:pt x="44199" y="31812"/>
                </a:lnTo>
                <a:lnTo>
                  <a:pt x="46098" y="22838"/>
                </a:lnTo>
                <a:lnTo>
                  <a:pt x="44199" y="13942"/>
                </a:lnTo>
                <a:lnTo>
                  <a:pt x="39191" y="6683"/>
                </a:lnTo>
                <a:lnTo>
                  <a:pt x="31875" y="1792"/>
                </a:lnTo>
                <a:lnTo>
                  <a:pt x="23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05150" y="2868815"/>
            <a:ext cx="507365" cy="269240"/>
          </a:xfrm>
          <a:custGeom>
            <a:avLst/>
            <a:gdLst/>
            <a:ahLst/>
            <a:cxnLst/>
            <a:rect l="l" t="t" r="r" b="b"/>
            <a:pathLst>
              <a:path w="507364" h="269239">
                <a:moveTo>
                  <a:pt x="139877" y="114503"/>
                </a:moveTo>
                <a:lnTo>
                  <a:pt x="134569" y="75158"/>
                </a:lnTo>
                <a:lnTo>
                  <a:pt x="122034" y="49364"/>
                </a:lnTo>
                <a:lnTo>
                  <a:pt x="120040" y="45237"/>
                </a:lnTo>
                <a:lnTo>
                  <a:pt x="107988" y="34861"/>
                </a:lnTo>
                <a:lnTo>
                  <a:pt x="107988" y="114503"/>
                </a:lnTo>
                <a:lnTo>
                  <a:pt x="105257" y="142176"/>
                </a:lnTo>
                <a:lnTo>
                  <a:pt x="97548" y="162699"/>
                </a:lnTo>
                <a:lnTo>
                  <a:pt x="85521" y="175475"/>
                </a:lnTo>
                <a:lnTo>
                  <a:pt x="69888" y="179870"/>
                </a:lnTo>
                <a:lnTo>
                  <a:pt x="54432" y="175475"/>
                </a:lnTo>
                <a:lnTo>
                  <a:pt x="42405" y="162699"/>
                </a:lnTo>
                <a:lnTo>
                  <a:pt x="34620" y="142176"/>
                </a:lnTo>
                <a:lnTo>
                  <a:pt x="31889" y="114503"/>
                </a:lnTo>
                <a:lnTo>
                  <a:pt x="34620" y="87007"/>
                </a:lnTo>
                <a:lnTo>
                  <a:pt x="42405" y="66548"/>
                </a:lnTo>
                <a:lnTo>
                  <a:pt x="54432" y="53771"/>
                </a:lnTo>
                <a:lnTo>
                  <a:pt x="69888" y="49364"/>
                </a:lnTo>
                <a:lnTo>
                  <a:pt x="85521" y="53771"/>
                </a:lnTo>
                <a:lnTo>
                  <a:pt x="97548" y="66548"/>
                </a:lnTo>
                <a:lnTo>
                  <a:pt x="105257" y="87007"/>
                </a:lnTo>
                <a:lnTo>
                  <a:pt x="107988" y="114503"/>
                </a:lnTo>
                <a:lnTo>
                  <a:pt x="107988" y="34861"/>
                </a:lnTo>
                <a:lnTo>
                  <a:pt x="97929" y="26200"/>
                </a:lnTo>
                <a:lnTo>
                  <a:pt x="69888" y="19469"/>
                </a:lnTo>
                <a:lnTo>
                  <a:pt x="41770" y="26200"/>
                </a:lnTo>
                <a:lnTo>
                  <a:pt x="19634" y="45237"/>
                </a:lnTo>
                <a:lnTo>
                  <a:pt x="5156" y="75158"/>
                </a:lnTo>
                <a:lnTo>
                  <a:pt x="0" y="114503"/>
                </a:lnTo>
                <a:lnTo>
                  <a:pt x="5156" y="154089"/>
                </a:lnTo>
                <a:lnTo>
                  <a:pt x="19634" y="184111"/>
                </a:lnTo>
                <a:lnTo>
                  <a:pt x="41770" y="203149"/>
                </a:lnTo>
                <a:lnTo>
                  <a:pt x="69888" y="209753"/>
                </a:lnTo>
                <a:lnTo>
                  <a:pt x="97929" y="203149"/>
                </a:lnTo>
                <a:lnTo>
                  <a:pt x="120040" y="184111"/>
                </a:lnTo>
                <a:lnTo>
                  <a:pt x="122097" y="179870"/>
                </a:lnTo>
                <a:lnTo>
                  <a:pt x="134569" y="154089"/>
                </a:lnTo>
                <a:lnTo>
                  <a:pt x="139877" y="114503"/>
                </a:lnTo>
                <a:close/>
              </a:path>
              <a:path w="507364" h="269239">
                <a:moveTo>
                  <a:pt x="249859" y="103352"/>
                </a:moveTo>
                <a:lnTo>
                  <a:pt x="208394" y="103352"/>
                </a:lnTo>
                <a:lnTo>
                  <a:pt x="208394" y="0"/>
                </a:lnTo>
                <a:lnTo>
                  <a:pt x="175247" y="0"/>
                </a:lnTo>
                <a:lnTo>
                  <a:pt x="175247" y="268808"/>
                </a:lnTo>
                <a:lnTo>
                  <a:pt x="208394" y="268808"/>
                </a:lnTo>
                <a:lnTo>
                  <a:pt x="208394" y="131140"/>
                </a:lnTo>
                <a:lnTo>
                  <a:pt x="249859" y="131140"/>
                </a:lnTo>
                <a:lnTo>
                  <a:pt x="249859" y="103352"/>
                </a:lnTo>
                <a:close/>
              </a:path>
              <a:path w="507364" h="269239">
                <a:moveTo>
                  <a:pt x="476669" y="219862"/>
                </a:moveTo>
                <a:lnTo>
                  <a:pt x="470242" y="198894"/>
                </a:lnTo>
                <a:lnTo>
                  <a:pt x="466890" y="196075"/>
                </a:lnTo>
                <a:lnTo>
                  <a:pt x="451840" y="183438"/>
                </a:lnTo>
                <a:lnTo>
                  <a:pt x="443623" y="180759"/>
                </a:lnTo>
                <a:lnTo>
                  <a:pt x="443623" y="219862"/>
                </a:lnTo>
                <a:lnTo>
                  <a:pt x="439559" y="230136"/>
                </a:lnTo>
                <a:lnTo>
                  <a:pt x="427926" y="237515"/>
                </a:lnTo>
                <a:lnTo>
                  <a:pt x="409092" y="241947"/>
                </a:lnTo>
                <a:lnTo>
                  <a:pt x="383425" y="243332"/>
                </a:lnTo>
                <a:lnTo>
                  <a:pt x="357543" y="241947"/>
                </a:lnTo>
                <a:lnTo>
                  <a:pt x="338709" y="237515"/>
                </a:lnTo>
                <a:lnTo>
                  <a:pt x="327228" y="230136"/>
                </a:lnTo>
                <a:lnTo>
                  <a:pt x="323430" y="219862"/>
                </a:lnTo>
                <a:lnTo>
                  <a:pt x="327228" y="209613"/>
                </a:lnTo>
                <a:lnTo>
                  <a:pt x="338709" y="202171"/>
                </a:lnTo>
                <a:lnTo>
                  <a:pt x="357543" y="197612"/>
                </a:lnTo>
                <a:lnTo>
                  <a:pt x="383425" y="196075"/>
                </a:lnTo>
                <a:lnTo>
                  <a:pt x="409092" y="197612"/>
                </a:lnTo>
                <a:lnTo>
                  <a:pt x="427926" y="202171"/>
                </a:lnTo>
                <a:lnTo>
                  <a:pt x="439559" y="209613"/>
                </a:lnTo>
                <a:lnTo>
                  <a:pt x="443623" y="219862"/>
                </a:lnTo>
                <a:lnTo>
                  <a:pt x="443623" y="180759"/>
                </a:lnTo>
                <a:lnTo>
                  <a:pt x="422529" y="173875"/>
                </a:lnTo>
                <a:lnTo>
                  <a:pt x="383425" y="170611"/>
                </a:lnTo>
                <a:lnTo>
                  <a:pt x="344144" y="173875"/>
                </a:lnTo>
                <a:lnTo>
                  <a:pt x="314680" y="183438"/>
                </a:lnTo>
                <a:lnTo>
                  <a:pt x="296176" y="198894"/>
                </a:lnTo>
                <a:lnTo>
                  <a:pt x="289750" y="219862"/>
                </a:lnTo>
                <a:lnTo>
                  <a:pt x="296176" y="240715"/>
                </a:lnTo>
                <a:lnTo>
                  <a:pt x="314680" y="256120"/>
                </a:lnTo>
                <a:lnTo>
                  <a:pt x="344144" y="265684"/>
                </a:lnTo>
                <a:lnTo>
                  <a:pt x="383425" y="269011"/>
                </a:lnTo>
                <a:lnTo>
                  <a:pt x="422529" y="265684"/>
                </a:lnTo>
                <a:lnTo>
                  <a:pt x="451840" y="256120"/>
                </a:lnTo>
                <a:lnTo>
                  <a:pt x="467118" y="243332"/>
                </a:lnTo>
                <a:lnTo>
                  <a:pt x="470242" y="240715"/>
                </a:lnTo>
                <a:lnTo>
                  <a:pt x="476669" y="219862"/>
                </a:lnTo>
                <a:close/>
              </a:path>
              <a:path w="507364" h="269239">
                <a:moveTo>
                  <a:pt x="506780" y="128828"/>
                </a:moveTo>
                <a:lnTo>
                  <a:pt x="400265" y="128828"/>
                </a:lnTo>
                <a:lnTo>
                  <a:pt x="400265" y="103035"/>
                </a:lnTo>
                <a:lnTo>
                  <a:pt x="478459" y="103035"/>
                </a:lnTo>
                <a:lnTo>
                  <a:pt x="478459" y="76936"/>
                </a:lnTo>
                <a:lnTo>
                  <a:pt x="324269" y="76936"/>
                </a:lnTo>
                <a:lnTo>
                  <a:pt x="324269" y="38100"/>
                </a:lnTo>
                <a:lnTo>
                  <a:pt x="476986" y="38100"/>
                </a:lnTo>
                <a:lnTo>
                  <a:pt x="476986" y="12103"/>
                </a:lnTo>
                <a:lnTo>
                  <a:pt x="291439" y="12103"/>
                </a:lnTo>
                <a:lnTo>
                  <a:pt x="291439" y="103035"/>
                </a:lnTo>
                <a:lnTo>
                  <a:pt x="367842" y="103035"/>
                </a:lnTo>
                <a:lnTo>
                  <a:pt x="367842" y="128828"/>
                </a:lnTo>
                <a:lnTo>
                  <a:pt x="261226" y="128828"/>
                </a:lnTo>
                <a:lnTo>
                  <a:pt x="261226" y="155130"/>
                </a:lnTo>
                <a:lnTo>
                  <a:pt x="506780" y="155130"/>
                </a:lnTo>
                <a:lnTo>
                  <a:pt x="506780" y="1288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02253" y="2868815"/>
            <a:ext cx="509270" cy="268605"/>
          </a:xfrm>
          <a:custGeom>
            <a:avLst/>
            <a:gdLst/>
            <a:ahLst/>
            <a:cxnLst/>
            <a:rect l="l" t="t" r="r" b="b"/>
            <a:pathLst>
              <a:path w="509270" h="268605">
                <a:moveTo>
                  <a:pt x="165874" y="106299"/>
                </a:moveTo>
                <a:lnTo>
                  <a:pt x="119329" y="76835"/>
                </a:lnTo>
                <a:lnTo>
                  <a:pt x="100622" y="27152"/>
                </a:lnTo>
                <a:lnTo>
                  <a:pt x="100622" y="6527"/>
                </a:lnTo>
                <a:lnTo>
                  <a:pt x="66421" y="6527"/>
                </a:lnTo>
                <a:lnTo>
                  <a:pt x="66421" y="27152"/>
                </a:lnTo>
                <a:lnTo>
                  <a:pt x="62153" y="53213"/>
                </a:lnTo>
                <a:lnTo>
                  <a:pt x="49504" y="77076"/>
                </a:lnTo>
                <a:lnTo>
                  <a:pt x="28714" y="96913"/>
                </a:lnTo>
                <a:lnTo>
                  <a:pt x="0" y="110820"/>
                </a:lnTo>
                <a:lnTo>
                  <a:pt x="16637" y="136817"/>
                </a:lnTo>
                <a:lnTo>
                  <a:pt x="38950" y="127050"/>
                </a:lnTo>
                <a:lnTo>
                  <a:pt x="57670" y="113411"/>
                </a:lnTo>
                <a:lnTo>
                  <a:pt x="72656" y="96494"/>
                </a:lnTo>
                <a:lnTo>
                  <a:pt x="83781" y="76835"/>
                </a:lnTo>
                <a:lnTo>
                  <a:pt x="94818" y="94894"/>
                </a:lnTo>
                <a:lnTo>
                  <a:pt x="109524" y="110401"/>
                </a:lnTo>
                <a:lnTo>
                  <a:pt x="127812" y="122923"/>
                </a:lnTo>
                <a:lnTo>
                  <a:pt x="149567" y="131978"/>
                </a:lnTo>
                <a:lnTo>
                  <a:pt x="165874" y="106299"/>
                </a:lnTo>
                <a:close/>
              </a:path>
              <a:path w="509270" h="268605">
                <a:moveTo>
                  <a:pt x="223761" y="0"/>
                </a:moveTo>
                <a:lnTo>
                  <a:pt x="191033" y="0"/>
                </a:lnTo>
                <a:lnTo>
                  <a:pt x="191033" y="137248"/>
                </a:lnTo>
                <a:lnTo>
                  <a:pt x="223761" y="137248"/>
                </a:lnTo>
                <a:lnTo>
                  <a:pt x="223761" y="0"/>
                </a:lnTo>
                <a:close/>
              </a:path>
              <a:path w="509270" h="268605">
                <a:moveTo>
                  <a:pt x="232283" y="240284"/>
                </a:moveTo>
                <a:lnTo>
                  <a:pt x="78625" y="240284"/>
                </a:lnTo>
                <a:lnTo>
                  <a:pt x="78625" y="219443"/>
                </a:lnTo>
                <a:lnTo>
                  <a:pt x="224180" y="219443"/>
                </a:lnTo>
                <a:lnTo>
                  <a:pt x="224180" y="149555"/>
                </a:lnTo>
                <a:lnTo>
                  <a:pt x="45580" y="149555"/>
                </a:lnTo>
                <a:lnTo>
                  <a:pt x="45580" y="175348"/>
                </a:lnTo>
                <a:lnTo>
                  <a:pt x="191236" y="175348"/>
                </a:lnTo>
                <a:lnTo>
                  <a:pt x="191236" y="194818"/>
                </a:lnTo>
                <a:lnTo>
                  <a:pt x="46418" y="194818"/>
                </a:lnTo>
                <a:lnTo>
                  <a:pt x="46418" y="266598"/>
                </a:lnTo>
                <a:lnTo>
                  <a:pt x="232283" y="266598"/>
                </a:lnTo>
                <a:lnTo>
                  <a:pt x="232283" y="240284"/>
                </a:lnTo>
                <a:close/>
              </a:path>
              <a:path w="509270" h="268605">
                <a:moveTo>
                  <a:pt x="479196" y="221437"/>
                </a:moveTo>
                <a:lnTo>
                  <a:pt x="472795" y="201282"/>
                </a:lnTo>
                <a:lnTo>
                  <a:pt x="470776" y="199656"/>
                </a:lnTo>
                <a:lnTo>
                  <a:pt x="454444" y="186499"/>
                </a:lnTo>
                <a:lnTo>
                  <a:pt x="446151" y="183934"/>
                </a:lnTo>
                <a:lnTo>
                  <a:pt x="446151" y="221437"/>
                </a:lnTo>
                <a:lnTo>
                  <a:pt x="442137" y="231101"/>
                </a:lnTo>
                <a:lnTo>
                  <a:pt x="430580" y="238074"/>
                </a:lnTo>
                <a:lnTo>
                  <a:pt x="411759" y="242277"/>
                </a:lnTo>
                <a:lnTo>
                  <a:pt x="385953" y="243649"/>
                </a:lnTo>
                <a:lnTo>
                  <a:pt x="359892" y="242277"/>
                </a:lnTo>
                <a:lnTo>
                  <a:pt x="341071" y="238074"/>
                </a:lnTo>
                <a:lnTo>
                  <a:pt x="329692" y="231101"/>
                </a:lnTo>
                <a:lnTo>
                  <a:pt x="325958" y="221437"/>
                </a:lnTo>
                <a:lnTo>
                  <a:pt x="329692" y="211975"/>
                </a:lnTo>
                <a:lnTo>
                  <a:pt x="341071" y="205181"/>
                </a:lnTo>
                <a:lnTo>
                  <a:pt x="359892" y="201079"/>
                </a:lnTo>
                <a:lnTo>
                  <a:pt x="385953" y="199656"/>
                </a:lnTo>
                <a:lnTo>
                  <a:pt x="411759" y="201079"/>
                </a:lnTo>
                <a:lnTo>
                  <a:pt x="430580" y="205181"/>
                </a:lnTo>
                <a:lnTo>
                  <a:pt x="442137" y="211975"/>
                </a:lnTo>
                <a:lnTo>
                  <a:pt x="446151" y="221437"/>
                </a:lnTo>
                <a:lnTo>
                  <a:pt x="446151" y="183934"/>
                </a:lnTo>
                <a:lnTo>
                  <a:pt x="425145" y="177393"/>
                </a:lnTo>
                <a:lnTo>
                  <a:pt x="385953" y="174294"/>
                </a:lnTo>
                <a:lnTo>
                  <a:pt x="346583" y="177393"/>
                </a:lnTo>
                <a:lnTo>
                  <a:pt x="317131" y="186499"/>
                </a:lnTo>
                <a:lnTo>
                  <a:pt x="298665" y="201282"/>
                </a:lnTo>
                <a:lnTo>
                  <a:pt x="292277" y="221437"/>
                </a:lnTo>
                <a:lnTo>
                  <a:pt x="298665" y="241617"/>
                </a:lnTo>
                <a:lnTo>
                  <a:pt x="317131" y="256425"/>
                </a:lnTo>
                <a:lnTo>
                  <a:pt x="346583" y="265531"/>
                </a:lnTo>
                <a:lnTo>
                  <a:pt x="385953" y="268592"/>
                </a:lnTo>
                <a:lnTo>
                  <a:pt x="425145" y="265531"/>
                </a:lnTo>
                <a:lnTo>
                  <a:pt x="454444" y="256425"/>
                </a:lnTo>
                <a:lnTo>
                  <a:pt x="470268" y="243649"/>
                </a:lnTo>
                <a:lnTo>
                  <a:pt x="472795" y="241617"/>
                </a:lnTo>
                <a:lnTo>
                  <a:pt x="479196" y="221437"/>
                </a:lnTo>
                <a:close/>
              </a:path>
              <a:path w="509270" h="268605">
                <a:moveTo>
                  <a:pt x="497306" y="84721"/>
                </a:moveTo>
                <a:lnTo>
                  <a:pt x="436664" y="67856"/>
                </a:lnTo>
                <a:lnTo>
                  <a:pt x="409422" y="38201"/>
                </a:lnTo>
                <a:lnTo>
                  <a:pt x="486879" y="38201"/>
                </a:lnTo>
                <a:lnTo>
                  <a:pt x="486879" y="11785"/>
                </a:lnTo>
                <a:lnTo>
                  <a:pt x="286169" y="11785"/>
                </a:lnTo>
                <a:lnTo>
                  <a:pt x="286169" y="38201"/>
                </a:lnTo>
                <a:lnTo>
                  <a:pt x="363004" y="38201"/>
                </a:lnTo>
                <a:lnTo>
                  <a:pt x="353936" y="54114"/>
                </a:lnTo>
                <a:lnTo>
                  <a:pt x="335711" y="67932"/>
                </a:lnTo>
                <a:lnTo>
                  <a:pt x="309206" y="78524"/>
                </a:lnTo>
                <a:lnTo>
                  <a:pt x="275336" y="84721"/>
                </a:lnTo>
                <a:lnTo>
                  <a:pt x="287121" y="110718"/>
                </a:lnTo>
                <a:lnTo>
                  <a:pt x="321094" y="104355"/>
                </a:lnTo>
                <a:lnTo>
                  <a:pt x="349415" y="93345"/>
                </a:lnTo>
                <a:lnTo>
                  <a:pt x="371322" y="78206"/>
                </a:lnTo>
                <a:lnTo>
                  <a:pt x="386054" y="59461"/>
                </a:lnTo>
                <a:lnTo>
                  <a:pt x="400850" y="78206"/>
                </a:lnTo>
                <a:lnTo>
                  <a:pt x="422922" y="93345"/>
                </a:lnTo>
                <a:lnTo>
                  <a:pt x="451408" y="104355"/>
                </a:lnTo>
                <a:lnTo>
                  <a:pt x="485521" y="110718"/>
                </a:lnTo>
                <a:lnTo>
                  <a:pt x="497306" y="84721"/>
                </a:lnTo>
                <a:close/>
              </a:path>
              <a:path w="509270" h="268605">
                <a:moveTo>
                  <a:pt x="508876" y="130403"/>
                </a:moveTo>
                <a:lnTo>
                  <a:pt x="402475" y="130403"/>
                </a:lnTo>
                <a:lnTo>
                  <a:pt x="402475" y="95986"/>
                </a:lnTo>
                <a:lnTo>
                  <a:pt x="369633" y="95986"/>
                </a:lnTo>
                <a:lnTo>
                  <a:pt x="369633" y="130403"/>
                </a:lnTo>
                <a:lnTo>
                  <a:pt x="263753" y="130403"/>
                </a:lnTo>
                <a:lnTo>
                  <a:pt x="263753" y="157137"/>
                </a:lnTo>
                <a:lnTo>
                  <a:pt x="508876" y="157137"/>
                </a:lnTo>
                <a:lnTo>
                  <a:pt x="508876" y="1304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315740" y="2868808"/>
            <a:ext cx="226060" cy="268605"/>
          </a:xfrm>
          <a:custGeom>
            <a:avLst/>
            <a:gdLst/>
            <a:ahLst/>
            <a:cxnLst/>
            <a:rect l="l" t="t" r="r" b="b"/>
            <a:pathLst>
              <a:path w="226060" h="268605">
                <a:moveTo>
                  <a:pt x="138401" y="193867"/>
                </a:moveTo>
                <a:lnTo>
                  <a:pt x="103669" y="193867"/>
                </a:lnTo>
                <a:lnTo>
                  <a:pt x="95950" y="209893"/>
                </a:lnTo>
                <a:lnTo>
                  <a:pt x="78067" y="224666"/>
                </a:lnTo>
                <a:lnTo>
                  <a:pt x="51068" y="236301"/>
                </a:lnTo>
                <a:lnTo>
                  <a:pt x="15997" y="242913"/>
                </a:lnTo>
                <a:lnTo>
                  <a:pt x="27364" y="268173"/>
                </a:lnTo>
                <a:lnTo>
                  <a:pt x="58164" y="262420"/>
                </a:lnTo>
                <a:lnTo>
                  <a:pt x="84475" y="252780"/>
                </a:lnTo>
                <a:lnTo>
                  <a:pt x="105674" y="239785"/>
                </a:lnTo>
                <a:lnTo>
                  <a:pt x="121141" y="223968"/>
                </a:lnTo>
                <a:lnTo>
                  <a:pt x="163448" y="223968"/>
                </a:lnTo>
                <a:lnTo>
                  <a:pt x="146051" y="209582"/>
                </a:lnTo>
                <a:lnTo>
                  <a:pt x="138401" y="193867"/>
                </a:lnTo>
                <a:close/>
              </a:path>
              <a:path w="226060" h="268605">
                <a:moveTo>
                  <a:pt x="163448" y="223968"/>
                </a:moveTo>
                <a:lnTo>
                  <a:pt x="121141" y="223968"/>
                </a:lnTo>
                <a:lnTo>
                  <a:pt x="136479" y="239682"/>
                </a:lnTo>
                <a:lnTo>
                  <a:pt x="157491" y="252741"/>
                </a:lnTo>
                <a:lnTo>
                  <a:pt x="183614" y="262465"/>
                </a:lnTo>
                <a:lnTo>
                  <a:pt x="214286" y="268173"/>
                </a:lnTo>
                <a:lnTo>
                  <a:pt x="225442" y="242913"/>
                </a:lnTo>
                <a:lnTo>
                  <a:pt x="190558" y="235960"/>
                </a:lnTo>
                <a:lnTo>
                  <a:pt x="163766" y="224232"/>
                </a:lnTo>
                <a:lnTo>
                  <a:pt x="163448" y="223968"/>
                </a:lnTo>
                <a:close/>
              </a:path>
              <a:path w="226060" h="268605">
                <a:moveTo>
                  <a:pt x="215338" y="169134"/>
                </a:moveTo>
                <a:lnTo>
                  <a:pt x="26943" y="169134"/>
                </a:lnTo>
                <a:lnTo>
                  <a:pt x="26943" y="193867"/>
                </a:lnTo>
                <a:lnTo>
                  <a:pt x="215338" y="193867"/>
                </a:lnTo>
                <a:lnTo>
                  <a:pt x="215338" y="169134"/>
                </a:lnTo>
                <a:close/>
              </a:path>
              <a:path w="226060" h="268605">
                <a:moveTo>
                  <a:pt x="137559" y="145453"/>
                </a:moveTo>
                <a:lnTo>
                  <a:pt x="104406" y="145453"/>
                </a:lnTo>
                <a:lnTo>
                  <a:pt x="104406" y="169134"/>
                </a:lnTo>
                <a:lnTo>
                  <a:pt x="137559" y="169134"/>
                </a:lnTo>
                <a:lnTo>
                  <a:pt x="137559" y="145453"/>
                </a:lnTo>
                <a:close/>
              </a:path>
              <a:path w="226060" h="268605">
                <a:moveTo>
                  <a:pt x="209760" y="0"/>
                </a:moveTo>
                <a:lnTo>
                  <a:pt x="177028" y="0"/>
                </a:lnTo>
                <a:lnTo>
                  <a:pt x="177028" y="153136"/>
                </a:lnTo>
                <a:lnTo>
                  <a:pt x="209760" y="153136"/>
                </a:lnTo>
                <a:lnTo>
                  <a:pt x="209760" y="0"/>
                </a:lnTo>
                <a:close/>
              </a:path>
              <a:path w="226060" h="268605">
                <a:moveTo>
                  <a:pt x="129560" y="16629"/>
                </a:moveTo>
                <a:lnTo>
                  <a:pt x="0" y="16629"/>
                </a:lnTo>
                <a:lnTo>
                  <a:pt x="0" y="128508"/>
                </a:lnTo>
                <a:lnTo>
                  <a:pt x="129560" y="128508"/>
                </a:lnTo>
                <a:lnTo>
                  <a:pt x="129560" y="102616"/>
                </a:lnTo>
                <a:lnTo>
                  <a:pt x="32521" y="102616"/>
                </a:lnTo>
                <a:lnTo>
                  <a:pt x="32521" y="42730"/>
                </a:lnTo>
                <a:lnTo>
                  <a:pt x="129560" y="42730"/>
                </a:lnTo>
                <a:lnTo>
                  <a:pt x="129560" y="16629"/>
                </a:lnTo>
                <a:close/>
              </a:path>
              <a:path w="226060" h="268605">
                <a:moveTo>
                  <a:pt x="129560" y="42730"/>
                </a:moveTo>
                <a:lnTo>
                  <a:pt x="96828" y="42730"/>
                </a:lnTo>
                <a:lnTo>
                  <a:pt x="96828" y="102616"/>
                </a:lnTo>
                <a:lnTo>
                  <a:pt x="129560" y="102616"/>
                </a:lnTo>
                <a:lnTo>
                  <a:pt x="129560" y="42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37532" y="2868815"/>
            <a:ext cx="490855" cy="269875"/>
          </a:xfrm>
          <a:custGeom>
            <a:avLst/>
            <a:gdLst/>
            <a:ahLst/>
            <a:cxnLst/>
            <a:rect l="l" t="t" r="r" b="b"/>
            <a:pathLst>
              <a:path w="490854" h="269875">
                <a:moveTo>
                  <a:pt x="219240" y="69672"/>
                </a:moveTo>
                <a:lnTo>
                  <a:pt x="212153" y="44831"/>
                </a:lnTo>
                <a:lnTo>
                  <a:pt x="203098" y="36207"/>
                </a:lnTo>
                <a:lnTo>
                  <a:pt x="192278" y="25895"/>
                </a:lnTo>
                <a:lnTo>
                  <a:pt x="185140" y="23088"/>
                </a:lnTo>
                <a:lnTo>
                  <a:pt x="185140" y="69672"/>
                </a:lnTo>
                <a:lnTo>
                  <a:pt x="180644" y="83413"/>
                </a:lnTo>
                <a:lnTo>
                  <a:pt x="168008" y="93624"/>
                </a:lnTo>
                <a:lnTo>
                  <a:pt x="148221" y="99999"/>
                </a:lnTo>
                <a:lnTo>
                  <a:pt x="122301" y="102196"/>
                </a:lnTo>
                <a:lnTo>
                  <a:pt x="96494" y="99999"/>
                </a:lnTo>
                <a:lnTo>
                  <a:pt x="76771" y="93624"/>
                </a:lnTo>
                <a:lnTo>
                  <a:pt x="64211" y="83413"/>
                </a:lnTo>
                <a:lnTo>
                  <a:pt x="59893" y="69672"/>
                </a:lnTo>
                <a:lnTo>
                  <a:pt x="64211" y="55524"/>
                </a:lnTo>
                <a:lnTo>
                  <a:pt x="76771" y="45008"/>
                </a:lnTo>
                <a:lnTo>
                  <a:pt x="96494" y="38455"/>
                </a:lnTo>
                <a:lnTo>
                  <a:pt x="122301" y="36207"/>
                </a:lnTo>
                <a:lnTo>
                  <a:pt x="148221" y="38455"/>
                </a:lnTo>
                <a:lnTo>
                  <a:pt x="168008" y="45008"/>
                </a:lnTo>
                <a:lnTo>
                  <a:pt x="180644" y="55524"/>
                </a:lnTo>
                <a:lnTo>
                  <a:pt x="185140" y="69672"/>
                </a:lnTo>
                <a:lnTo>
                  <a:pt x="185140" y="23088"/>
                </a:lnTo>
                <a:lnTo>
                  <a:pt x="161645" y="13817"/>
                </a:lnTo>
                <a:lnTo>
                  <a:pt x="122301" y="9575"/>
                </a:lnTo>
                <a:lnTo>
                  <a:pt x="83058" y="13817"/>
                </a:lnTo>
                <a:lnTo>
                  <a:pt x="52539" y="25895"/>
                </a:lnTo>
                <a:lnTo>
                  <a:pt x="32778" y="44831"/>
                </a:lnTo>
                <a:lnTo>
                  <a:pt x="25793" y="69672"/>
                </a:lnTo>
                <a:lnTo>
                  <a:pt x="32778" y="94056"/>
                </a:lnTo>
                <a:lnTo>
                  <a:pt x="52539" y="112572"/>
                </a:lnTo>
                <a:lnTo>
                  <a:pt x="83058" y="124333"/>
                </a:lnTo>
                <a:lnTo>
                  <a:pt x="122301" y="128397"/>
                </a:lnTo>
                <a:lnTo>
                  <a:pt x="161645" y="124333"/>
                </a:lnTo>
                <a:lnTo>
                  <a:pt x="192278" y="112572"/>
                </a:lnTo>
                <a:lnTo>
                  <a:pt x="203415" y="102196"/>
                </a:lnTo>
                <a:lnTo>
                  <a:pt x="212153" y="94056"/>
                </a:lnTo>
                <a:lnTo>
                  <a:pt x="219240" y="69672"/>
                </a:lnTo>
                <a:close/>
              </a:path>
              <a:path w="490854" h="269875">
                <a:moveTo>
                  <a:pt x="245973" y="150710"/>
                </a:moveTo>
                <a:lnTo>
                  <a:pt x="0" y="150710"/>
                </a:lnTo>
                <a:lnTo>
                  <a:pt x="0" y="177558"/>
                </a:lnTo>
                <a:lnTo>
                  <a:pt x="58839" y="177558"/>
                </a:lnTo>
                <a:lnTo>
                  <a:pt x="58839" y="268808"/>
                </a:lnTo>
                <a:lnTo>
                  <a:pt x="92722" y="268808"/>
                </a:lnTo>
                <a:lnTo>
                  <a:pt x="92722" y="177558"/>
                </a:lnTo>
                <a:lnTo>
                  <a:pt x="152514" y="177558"/>
                </a:lnTo>
                <a:lnTo>
                  <a:pt x="152514" y="268808"/>
                </a:lnTo>
                <a:lnTo>
                  <a:pt x="185978" y="268808"/>
                </a:lnTo>
                <a:lnTo>
                  <a:pt x="185978" y="177558"/>
                </a:lnTo>
                <a:lnTo>
                  <a:pt x="245973" y="177558"/>
                </a:lnTo>
                <a:lnTo>
                  <a:pt x="245973" y="150710"/>
                </a:lnTo>
                <a:close/>
              </a:path>
              <a:path w="490854" h="269875">
                <a:moveTo>
                  <a:pt x="421424" y="30099"/>
                </a:moveTo>
                <a:lnTo>
                  <a:pt x="281749" y="30099"/>
                </a:lnTo>
                <a:lnTo>
                  <a:pt x="281749" y="56832"/>
                </a:lnTo>
                <a:lnTo>
                  <a:pt x="388797" y="56832"/>
                </a:lnTo>
                <a:lnTo>
                  <a:pt x="388442" y="74383"/>
                </a:lnTo>
                <a:lnTo>
                  <a:pt x="387426" y="94830"/>
                </a:lnTo>
                <a:lnTo>
                  <a:pt x="385305" y="118338"/>
                </a:lnTo>
                <a:lnTo>
                  <a:pt x="381635" y="145135"/>
                </a:lnTo>
                <a:lnTo>
                  <a:pt x="414261" y="148615"/>
                </a:lnTo>
                <a:lnTo>
                  <a:pt x="418287" y="116827"/>
                </a:lnTo>
                <a:lnTo>
                  <a:pt x="420370" y="89611"/>
                </a:lnTo>
                <a:lnTo>
                  <a:pt x="421182" y="66624"/>
                </a:lnTo>
                <a:lnTo>
                  <a:pt x="421309" y="56832"/>
                </a:lnTo>
                <a:lnTo>
                  <a:pt x="421424" y="30099"/>
                </a:lnTo>
                <a:close/>
              </a:path>
              <a:path w="490854" h="269875">
                <a:moveTo>
                  <a:pt x="443839" y="203758"/>
                </a:moveTo>
                <a:lnTo>
                  <a:pt x="441756" y="185762"/>
                </a:lnTo>
                <a:lnTo>
                  <a:pt x="440994" y="179235"/>
                </a:lnTo>
                <a:lnTo>
                  <a:pt x="419404" y="181622"/>
                </a:lnTo>
                <a:lnTo>
                  <a:pt x="397294" y="183451"/>
                </a:lnTo>
                <a:lnTo>
                  <a:pt x="374891" y="184797"/>
                </a:lnTo>
                <a:lnTo>
                  <a:pt x="352475" y="185762"/>
                </a:lnTo>
                <a:lnTo>
                  <a:pt x="352475" y="111556"/>
                </a:lnTo>
                <a:lnTo>
                  <a:pt x="319747" y="111556"/>
                </a:lnTo>
                <a:lnTo>
                  <a:pt x="319747" y="186715"/>
                </a:lnTo>
                <a:lnTo>
                  <a:pt x="264172" y="187134"/>
                </a:lnTo>
                <a:lnTo>
                  <a:pt x="268592" y="214490"/>
                </a:lnTo>
                <a:lnTo>
                  <a:pt x="308940" y="214147"/>
                </a:lnTo>
                <a:lnTo>
                  <a:pt x="352666" y="212674"/>
                </a:lnTo>
                <a:lnTo>
                  <a:pt x="398157" y="209435"/>
                </a:lnTo>
                <a:lnTo>
                  <a:pt x="443839" y="203758"/>
                </a:lnTo>
                <a:close/>
              </a:path>
              <a:path w="490854" h="269875">
                <a:moveTo>
                  <a:pt x="490461" y="0"/>
                </a:moveTo>
                <a:lnTo>
                  <a:pt x="457314" y="0"/>
                </a:lnTo>
                <a:lnTo>
                  <a:pt x="457314" y="269430"/>
                </a:lnTo>
                <a:lnTo>
                  <a:pt x="490461" y="269430"/>
                </a:lnTo>
                <a:lnTo>
                  <a:pt x="4904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57232" y="2961216"/>
            <a:ext cx="33655" cy="63500"/>
          </a:xfrm>
          <a:custGeom>
            <a:avLst/>
            <a:gdLst/>
            <a:ahLst/>
            <a:cxnLst/>
            <a:rect l="l" t="t" r="r" b="b"/>
            <a:pathLst>
              <a:path w="33654" h="63500">
                <a:moveTo>
                  <a:pt x="33047" y="0"/>
                </a:moveTo>
                <a:lnTo>
                  <a:pt x="0" y="0"/>
                </a:lnTo>
                <a:lnTo>
                  <a:pt x="0" y="63359"/>
                </a:lnTo>
                <a:lnTo>
                  <a:pt x="33047" y="63359"/>
                </a:lnTo>
                <a:lnTo>
                  <a:pt x="330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77040" y="2868815"/>
            <a:ext cx="213360" cy="144145"/>
          </a:xfrm>
          <a:custGeom>
            <a:avLst/>
            <a:gdLst/>
            <a:ahLst/>
            <a:cxnLst/>
            <a:rect l="l" t="t" r="r" b="b"/>
            <a:pathLst>
              <a:path w="213360" h="144144">
                <a:moveTo>
                  <a:pt x="213233" y="0"/>
                </a:moveTo>
                <a:lnTo>
                  <a:pt x="180187" y="0"/>
                </a:lnTo>
                <a:lnTo>
                  <a:pt x="180187" y="64884"/>
                </a:lnTo>
                <a:lnTo>
                  <a:pt x="126085" y="64884"/>
                </a:lnTo>
                <a:lnTo>
                  <a:pt x="126085" y="53467"/>
                </a:lnTo>
                <a:lnTo>
                  <a:pt x="126085" y="15265"/>
                </a:lnTo>
                <a:lnTo>
                  <a:pt x="93357" y="15265"/>
                </a:lnTo>
                <a:lnTo>
                  <a:pt x="93357" y="53454"/>
                </a:lnTo>
                <a:lnTo>
                  <a:pt x="93357" y="78854"/>
                </a:lnTo>
                <a:lnTo>
                  <a:pt x="93357" y="92824"/>
                </a:lnTo>
                <a:lnTo>
                  <a:pt x="93357" y="116954"/>
                </a:lnTo>
                <a:lnTo>
                  <a:pt x="33261" y="116954"/>
                </a:lnTo>
                <a:lnTo>
                  <a:pt x="33261" y="78854"/>
                </a:lnTo>
                <a:lnTo>
                  <a:pt x="93357" y="78854"/>
                </a:lnTo>
                <a:lnTo>
                  <a:pt x="93357" y="53454"/>
                </a:lnTo>
                <a:lnTo>
                  <a:pt x="33261" y="53454"/>
                </a:lnTo>
                <a:lnTo>
                  <a:pt x="33261" y="15354"/>
                </a:lnTo>
                <a:lnTo>
                  <a:pt x="0" y="15354"/>
                </a:lnTo>
                <a:lnTo>
                  <a:pt x="0" y="143624"/>
                </a:lnTo>
                <a:lnTo>
                  <a:pt x="126085" y="143624"/>
                </a:lnTo>
                <a:lnTo>
                  <a:pt x="126085" y="116954"/>
                </a:lnTo>
                <a:lnTo>
                  <a:pt x="126085" y="92824"/>
                </a:lnTo>
                <a:lnTo>
                  <a:pt x="213233" y="92824"/>
                </a:lnTo>
                <a:lnTo>
                  <a:pt x="213233" y="78854"/>
                </a:lnTo>
                <a:lnTo>
                  <a:pt x="213233" y="65252"/>
                </a:lnTo>
                <a:lnTo>
                  <a:pt x="213233" y="64884"/>
                </a:lnTo>
                <a:lnTo>
                  <a:pt x="2132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11241" y="2868815"/>
            <a:ext cx="704850" cy="269875"/>
          </a:xfrm>
          <a:custGeom>
            <a:avLst/>
            <a:gdLst/>
            <a:ahLst/>
            <a:cxnLst/>
            <a:rect l="l" t="t" r="r" b="b"/>
            <a:pathLst>
              <a:path w="704850" h="269875">
                <a:moveTo>
                  <a:pt x="179031" y="167754"/>
                </a:moveTo>
                <a:lnTo>
                  <a:pt x="0" y="167754"/>
                </a:lnTo>
                <a:lnTo>
                  <a:pt x="0" y="193154"/>
                </a:lnTo>
                <a:lnTo>
                  <a:pt x="0" y="238874"/>
                </a:lnTo>
                <a:lnTo>
                  <a:pt x="0" y="265544"/>
                </a:lnTo>
                <a:lnTo>
                  <a:pt x="179031" y="265544"/>
                </a:lnTo>
                <a:lnTo>
                  <a:pt x="179031" y="238912"/>
                </a:lnTo>
                <a:lnTo>
                  <a:pt x="179031" y="193763"/>
                </a:lnTo>
                <a:lnTo>
                  <a:pt x="146621" y="193763"/>
                </a:lnTo>
                <a:lnTo>
                  <a:pt x="146621" y="238874"/>
                </a:lnTo>
                <a:lnTo>
                  <a:pt x="33058" y="238874"/>
                </a:lnTo>
                <a:lnTo>
                  <a:pt x="33058" y="193154"/>
                </a:lnTo>
                <a:lnTo>
                  <a:pt x="179031" y="193154"/>
                </a:lnTo>
                <a:lnTo>
                  <a:pt x="179031" y="167754"/>
                </a:lnTo>
                <a:close/>
              </a:path>
              <a:path w="704850" h="269875">
                <a:moveTo>
                  <a:pt x="388683" y="120408"/>
                </a:moveTo>
                <a:lnTo>
                  <a:pt x="341693" y="93980"/>
                </a:lnTo>
                <a:lnTo>
                  <a:pt x="322059" y="50939"/>
                </a:lnTo>
                <a:lnTo>
                  <a:pt x="379641" y="50939"/>
                </a:lnTo>
                <a:lnTo>
                  <a:pt x="379641" y="24206"/>
                </a:lnTo>
                <a:lnTo>
                  <a:pt x="230924" y="24206"/>
                </a:lnTo>
                <a:lnTo>
                  <a:pt x="230924" y="50939"/>
                </a:lnTo>
                <a:lnTo>
                  <a:pt x="288175" y="50939"/>
                </a:lnTo>
                <a:lnTo>
                  <a:pt x="283171" y="74142"/>
                </a:lnTo>
                <a:lnTo>
                  <a:pt x="270078" y="95059"/>
                </a:lnTo>
                <a:lnTo>
                  <a:pt x="249161" y="112242"/>
                </a:lnTo>
                <a:lnTo>
                  <a:pt x="220713" y="124193"/>
                </a:lnTo>
                <a:lnTo>
                  <a:pt x="236499" y="149656"/>
                </a:lnTo>
                <a:lnTo>
                  <a:pt x="259562" y="140741"/>
                </a:lnTo>
                <a:lnTo>
                  <a:pt x="278904" y="128181"/>
                </a:lnTo>
                <a:lnTo>
                  <a:pt x="294347" y="112433"/>
                </a:lnTo>
                <a:lnTo>
                  <a:pt x="305752" y="93980"/>
                </a:lnTo>
                <a:lnTo>
                  <a:pt x="316953" y="111201"/>
                </a:lnTo>
                <a:lnTo>
                  <a:pt x="331978" y="125907"/>
                </a:lnTo>
                <a:lnTo>
                  <a:pt x="350647" y="137642"/>
                </a:lnTo>
                <a:lnTo>
                  <a:pt x="372795" y="145973"/>
                </a:lnTo>
                <a:lnTo>
                  <a:pt x="388683" y="120408"/>
                </a:lnTo>
                <a:close/>
              </a:path>
              <a:path w="704850" h="269875">
                <a:moveTo>
                  <a:pt x="394792" y="203758"/>
                </a:moveTo>
                <a:lnTo>
                  <a:pt x="392976" y="185978"/>
                </a:lnTo>
                <a:lnTo>
                  <a:pt x="392264" y="179031"/>
                </a:lnTo>
                <a:lnTo>
                  <a:pt x="375145" y="181343"/>
                </a:lnTo>
                <a:lnTo>
                  <a:pt x="357670" y="183248"/>
                </a:lnTo>
                <a:lnTo>
                  <a:pt x="339991" y="184785"/>
                </a:lnTo>
                <a:lnTo>
                  <a:pt x="322275" y="185978"/>
                </a:lnTo>
                <a:lnTo>
                  <a:pt x="322275" y="137452"/>
                </a:lnTo>
                <a:lnTo>
                  <a:pt x="288696" y="137452"/>
                </a:lnTo>
                <a:lnTo>
                  <a:pt x="288696" y="187452"/>
                </a:lnTo>
                <a:lnTo>
                  <a:pt x="269875" y="187947"/>
                </a:lnTo>
                <a:lnTo>
                  <a:pt x="251752" y="188239"/>
                </a:lnTo>
                <a:lnTo>
                  <a:pt x="218503" y="188391"/>
                </a:lnTo>
                <a:lnTo>
                  <a:pt x="222504" y="215442"/>
                </a:lnTo>
                <a:lnTo>
                  <a:pt x="261023" y="215138"/>
                </a:lnTo>
                <a:lnTo>
                  <a:pt x="303911" y="213741"/>
                </a:lnTo>
                <a:lnTo>
                  <a:pt x="349161" y="210273"/>
                </a:lnTo>
                <a:lnTo>
                  <a:pt x="394792" y="203758"/>
                </a:lnTo>
                <a:close/>
              </a:path>
              <a:path w="704850" h="269875">
                <a:moveTo>
                  <a:pt x="441312" y="0"/>
                </a:moveTo>
                <a:lnTo>
                  <a:pt x="408266" y="0"/>
                </a:lnTo>
                <a:lnTo>
                  <a:pt x="408266" y="269430"/>
                </a:lnTo>
                <a:lnTo>
                  <a:pt x="441312" y="269430"/>
                </a:lnTo>
                <a:lnTo>
                  <a:pt x="441312" y="0"/>
                </a:lnTo>
                <a:close/>
              </a:path>
              <a:path w="704850" h="269875">
                <a:moveTo>
                  <a:pt x="641921" y="83566"/>
                </a:moveTo>
                <a:lnTo>
                  <a:pt x="636320" y="57289"/>
                </a:lnTo>
                <a:lnTo>
                  <a:pt x="628815" y="47256"/>
                </a:lnTo>
                <a:lnTo>
                  <a:pt x="620915" y="36715"/>
                </a:lnTo>
                <a:lnTo>
                  <a:pt x="609600" y="30238"/>
                </a:lnTo>
                <a:lnTo>
                  <a:pt x="609600" y="83566"/>
                </a:lnTo>
                <a:lnTo>
                  <a:pt x="606450" y="98742"/>
                </a:lnTo>
                <a:lnTo>
                  <a:pt x="597738" y="110172"/>
                </a:lnTo>
                <a:lnTo>
                  <a:pt x="584555" y="117373"/>
                </a:lnTo>
                <a:lnTo>
                  <a:pt x="568032" y="119875"/>
                </a:lnTo>
                <a:lnTo>
                  <a:pt x="551637" y="117373"/>
                </a:lnTo>
                <a:lnTo>
                  <a:pt x="538581" y="110172"/>
                </a:lnTo>
                <a:lnTo>
                  <a:pt x="529996" y="98742"/>
                </a:lnTo>
                <a:lnTo>
                  <a:pt x="526986" y="83566"/>
                </a:lnTo>
                <a:lnTo>
                  <a:pt x="529996" y="68478"/>
                </a:lnTo>
                <a:lnTo>
                  <a:pt x="538581" y="57048"/>
                </a:lnTo>
                <a:lnTo>
                  <a:pt x="551637" y="49796"/>
                </a:lnTo>
                <a:lnTo>
                  <a:pt x="568032" y="47256"/>
                </a:lnTo>
                <a:lnTo>
                  <a:pt x="584606" y="49796"/>
                </a:lnTo>
                <a:lnTo>
                  <a:pt x="597776" y="57048"/>
                </a:lnTo>
                <a:lnTo>
                  <a:pt x="606463" y="68478"/>
                </a:lnTo>
                <a:lnTo>
                  <a:pt x="609600" y="83566"/>
                </a:lnTo>
                <a:lnTo>
                  <a:pt x="609600" y="30238"/>
                </a:lnTo>
                <a:lnTo>
                  <a:pt x="597547" y="23317"/>
                </a:lnTo>
                <a:lnTo>
                  <a:pt x="568032" y="18516"/>
                </a:lnTo>
                <a:lnTo>
                  <a:pt x="538619" y="23317"/>
                </a:lnTo>
                <a:lnTo>
                  <a:pt x="515188" y="36715"/>
                </a:lnTo>
                <a:lnTo>
                  <a:pt x="499694" y="57289"/>
                </a:lnTo>
                <a:lnTo>
                  <a:pt x="494144" y="83566"/>
                </a:lnTo>
                <a:lnTo>
                  <a:pt x="499694" y="109893"/>
                </a:lnTo>
                <a:lnTo>
                  <a:pt x="515188" y="130454"/>
                </a:lnTo>
                <a:lnTo>
                  <a:pt x="538619" y="143840"/>
                </a:lnTo>
                <a:lnTo>
                  <a:pt x="568032" y="148615"/>
                </a:lnTo>
                <a:lnTo>
                  <a:pt x="597547" y="143840"/>
                </a:lnTo>
                <a:lnTo>
                  <a:pt x="620915" y="130454"/>
                </a:lnTo>
                <a:lnTo>
                  <a:pt x="628840" y="119875"/>
                </a:lnTo>
                <a:lnTo>
                  <a:pt x="636320" y="109893"/>
                </a:lnTo>
                <a:lnTo>
                  <a:pt x="641921" y="83566"/>
                </a:lnTo>
                <a:close/>
              </a:path>
              <a:path w="704850" h="269875">
                <a:moveTo>
                  <a:pt x="658329" y="201028"/>
                </a:moveTo>
                <a:lnTo>
                  <a:pt x="655802" y="177025"/>
                </a:lnTo>
                <a:lnTo>
                  <a:pt x="610920" y="181914"/>
                </a:lnTo>
                <a:lnTo>
                  <a:pt x="565289" y="184556"/>
                </a:lnTo>
                <a:lnTo>
                  <a:pt x="521474" y="185610"/>
                </a:lnTo>
                <a:lnTo>
                  <a:pt x="482041" y="185762"/>
                </a:lnTo>
                <a:lnTo>
                  <a:pt x="486041" y="213017"/>
                </a:lnTo>
                <a:lnTo>
                  <a:pt x="524560" y="212775"/>
                </a:lnTo>
                <a:lnTo>
                  <a:pt x="567448" y="211366"/>
                </a:lnTo>
                <a:lnTo>
                  <a:pt x="612711" y="207784"/>
                </a:lnTo>
                <a:lnTo>
                  <a:pt x="658329" y="201028"/>
                </a:lnTo>
                <a:close/>
              </a:path>
              <a:path w="704850" h="269875">
                <a:moveTo>
                  <a:pt x="704850" y="0"/>
                </a:moveTo>
                <a:lnTo>
                  <a:pt x="671804" y="0"/>
                </a:lnTo>
                <a:lnTo>
                  <a:pt x="671804" y="269430"/>
                </a:lnTo>
                <a:lnTo>
                  <a:pt x="704850" y="269430"/>
                </a:lnTo>
                <a:lnTo>
                  <a:pt x="704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27839" y="2868815"/>
            <a:ext cx="777875" cy="269240"/>
          </a:xfrm>
          <a:custGeom>
            <a:avLst/>
            <a:gdLst/>
            <a:ahLst/>
            <a:cxnLst/>
            <a:rect l="l" t="t" r="r" b="b"/>
            <a:pathLst>
              <a:path w="777875" h="269239">
                <a:moveTo>
                  <a:pt x="165874" y="106299"/>
                </a:moveTo>
                <a:lnTo>
                  <a:pt x="119329" y="76835"/>
                </a:lnTo>
                <a:lnTo>
                  <a:pt x="100622" y="27152"/>
                </a:lnTo>
                <a:lnTo>
                  <a:pt x="100622" y="6527"/>
                </a:lnTo>
                <a:lnTo>
                  <a:pt x="66421" y="6527"/>
                </a:lnTo>
                <a:lnTo>
                  <a:pt x="66421" y="27152"/>
                </a:lnTo>
                <a:lnTo>
                  <a:pt x="62153" y="53213"/>
                </a:lnTo>
                <a:lnTo>
                  <a:pt x="49517" y="77076"/>
                </a:lnTo>
                <a:lnTo>
                  <a:pt x="28714" y="96913"/>
                </a:lnTo>
                <a:lnTo>
                  <a:pt x="0" y="110820"/>
                </a:lnTo>
                <a:lnTo>
                  <a:pt x="16637" y="136817"/>
                </a:lnTo>
                <a:lnTo>
                  <a:pt x="38950" y="127050"/>
                </a:lnTo>
                <a:lnTo>
                  <a:pt x="57670" y="113411"/>
                </a:lnTo>
                <a:lnTo>
                  <a:pt x="72656" y="96494"/>
                </a:lnTo>
                <a:lnTo>
                  <a:pt x="83781" y="76835"/>
                </a:lnTo>
                <a:lnTo>
                  <a:pt x="94818" y="94894"/>
                </a:lnTo>
                <a:lnTo>
                  <a:pt x="109524" y="110401"/>
                </a:lnTo>
                <a:lnTo>
                  <a:pt x="127812" y="122923"/>
                </a:lnTo>
                <a:lnTo>
                  <a:pt x="149567" y="131978"/>
                </a:lnTo>
                <a:lnTo>
                  <a:pt x="165874" y="106299"/>
                </a:lnTo>
                <a:close/>
              </a:path>
              <a:path w="777875" h="269239">
                <a:moveTo>
                  <a:pt x="223761" y="0"/>
                </a:moveTo>
                <a:lnTo>
                  <a:pt x="191033" y="0"/>
                </a:lnTo>
                <a:lnTo>
                  <a:pt x="191033" y="137248"/>
                </a:lnTo>
                <a:lnTo>
                  <a:pt x="223761" y="137248"/>
                </a:lnTo>
                <a:lnTo>
                  <a:pt x="223761" y="0"/>
                </a:lnTo>
                <a:close/>
              </a:path>
              <a:path w="777875" h="269239">
                <a:moveTo>
                  <a:pt x="232295" y="240284"/>
                </a:moveTo>
                <a:lnTo>
                  <a:pt x="78625" y="240284"/>
                </a:lnTo>
                <a:lnTo>
                  <a:pt x="78625" y="219443"/>
                </a:lnTo>
                <a:lnTo>
                  <a:pt x="224180" y="219443"/>
                </a:lnTo>
                <a:lnTo>
                  <a:pt x="224180" y="149555"/>
                </a:lnTo>
                <a:lnTo>
                  <a:pt x="45580" y="149555"/>
                </a:lnTo>
                <a:lnTo>
                  <a:pt x="45580" y="175348"/>
                </a:lnTo>
                <a:lnTo>
                  <a:pt x="191236" y="175348"/>
                </a:lnTo>
                <a:lnTo>
                  <a:pt x="191236" y="194818"/>
                </a:lnTo>
                <a:lnTo>
                  <a:pt x="46418" y="194818"/>
                </a:lnTo>
                <a:lnTo>
                  <a:pt x="46418" y="266598"/>
                </a:lnTo>
                <a:lnTo>
                  <a:pt x="232295" y="266598"/>
                </a:lnTo>
                <a:lnTo>
                  <a:pt x="232295" y="240284"/>
                </a:lnTo>
                <a:close/>
              </a:path>
              <a:path w="777875" h="269239">
                <a:moveTo>
                  <a:pt x="391325" y="199440"/>
                </a:moveTo>
                <a:lnTo>
                  <a:pt x="389242" y="177863"/>
                </a:lnTo>
                <a:lnTo>
                  <a:pt x="388683" y="172085"/>
                </a:lnTo>
                <a:lnTo>
                  <a:pt x="368808" y="174815"/>
                </a:lnTo>
                <a:lnTo>
                  <a:pt x="349135" y="176555"/>
                </a:lnTo>
                <a:lnTo>
                  <a:pt x="328333" y="177495"/>
                </a:lnTo>
                <a:lnTo>
                  <a:pt x="305015" y="177863"/>
                </a:lnTo>
                <a:lnTo>
                  <a:pt x="305015" y="125450"/>
                </a:lnTo>
                <a:lnTo>
                  <a:pt x="377113" y="125450"/>
                </a:lnTo>
                <a:lnTo>
                  <a:pt x="377113" y="99568"/>
                </a:lnTo>
                <a:lnTo>
                  <a:pt x="305015" y="99568"/>
                </a:lnTo>
                <a:lnTo>
                  <a:pt x="305015" y="55460"/>
                </a:lnTo>
                <a:lnTo>
                  <a:pt x="381952" y="55460"/>
                </a:lnTo>
                <a:lnTo>
                  <a:pt x="381952" y="29146"/>
                </a:lnTo>
                <a:lnTo>
                  <a:pt x="273545" y="29146"/>
                </a:lnTo>
                <a:lnTo>
                  <a:pt x="273545" y="205651"/>
                </a:lnTo>
                <a:lnTo>
                  <a:pt x="291858" y="205651"/>
                </a:lnTo>
                <a:lnTo>
                  <a:pt x="320675" y="205409"/>
                </a:lnTo>
                <a:lnTo>
                  <a:pt x="345579" y="204482"/>
                </a:lnTo>
                <a:lnTo>
                  <a:pt x="368477" y="202590"/>
                </a:lnTo>
                <a:lnTo>
                  <a:pt x="391325" y="199440"/>
                </a:lnTo>
                <a:close/>
              </a:path>
              <a:path w="777875" h="269239">
                <a:moveTo>
                  <a:pt x="495833" y="0"/>
                </a:moveTo>
                <a:lnTo>
                  <a:pt x="464045" y="0"/>
                </a:lnTo>
                <a:lnTo>
                  <a:pt x="464045" y="105460"/>
                </a:lnTo>
                <a:lnTo>
                  <a:pt x="436372" y="105460"/>
                </a:lnTo>
                <a:lnTo>
                  <a:pt x="436372" y="4635"/>
                </a:lnTo>
                <a:lnTo>
                  <a:pt x="405003" y="4635"/>
                </a:lnTo>
                <a:lnTo>
                  <a:pt x="405003" y="255968"/>
                </a:lnTo>
                <a:lnTo>
                  <a:pt x="436372" y="255968"/>
                </a:lnTo>
                <a:lnTo>
                  <a:pt x="436372" y="132194"/>
                </a:lnTo>
                <a:lnTo>
                  <a:pt x="464045" y="132194"/>
                </a:lnTo>
                <a:lnTo>
                  <a:pt x="464045" y="268808"/>
                </a:lnTo>
                <a:lnTo>
                  <a:pt x="495833" y="268808"/>
                </a:lnTo>
                <a:lnTo>
                  <a:pt x="495833" y="132194"/>
                </a:lnTo>
                <a:lnTo>
                  <a:pt x="495833" y="105460"/>
                </a:lnTo>
                <a:lnTo>
                  <a:pt x="495833" y="0"/>
                </a:lnTo>
                <a:close/>
              </a:path>
              <a:path w="777875" h="269239">
                <a:moveTo>
                  <a:pt x="692861" y="203339"/>
                </a:moveTo>
                <a:lnTo>
                  <a:pt x="691070" y="184391"/>
                </a:lnTo>
                <a:lnTo>
                  <a:pt x="690537" y="178816"/>
                </a:lnTo>
                <a:lnTo>
                  <a:pt x="674497" y="180733"/>
                </a:lnTo>
                <a:lnTo>
                  <a:pt x="658063" y="182270"/>
                </a:lnTo>
                <a:lnTo>
                  <a:pt x="641362" y="183476"/>
                </a:lnTo>
                <a:lnTo>
                  <a:pt x="624547" y="184391"/>
                </a:lnTo>
                <a:lnTo>
                  <a:pt x="624547" y="144716"/>
                </a:lnTo>
                <a:lnTo>
                  <a:pt x="647115" y="136893"/>
                </a:lnTo>
                <a:lnTo>
                  <a:pt x="664845" y="123151"/>
                </a:lnTo>
                <a:lnTo>
                  <a:pt x="667918" y="118198"/>
                </a:lnTo>
                <a:lnTo>
                  <a:pt x="676490" y="104381"/>
                </a:lnTo>
                <a:lnTo>
                  <a:pt x="680758" y="81457"/>
                </a:lnTo>
                <a:lnTo>
                  <a:pt x="675068" y="55206"/>
                </a:lnTo>
                <a:lnTo>
                  <a:pt x="667118" y="44627"/>
                </a:lnTo>
                <a:lnTo>
                  <a:pt x="659663" y="34709"/>
                </a:lnTo>
                <a:lnTo>
                  <a:pt x="648233" y="28105"/>
                </a:lnTo>
                <a:lnTo>
                  <a:pt x="648233" y="81457"/>
                </a:lnTo>
                <a:lnTo>
                  <a:pt x="645058" y="96735"/>
                </a:lnTo>
                <a:lnTo>
                  <a:pt x="636536" y="108356"/>
                </a:lnTo>
                <a:lnTo>
                  <a:pt x="623735" y="115709"/>
                </a:lnTo>
                <a:lnTo>
                  <a:pt x="607707" y="118198"/>
                </a:lnTo>
                <a:lnTo>
                  <a:pt x="591375" y="115709"/>
                </a:lnTo>
                <a:lnTo>
                  <a:pt x="578408" y="108356"/>
                </a:lnTo>
                <a:lnTo>
                  <a:pt x="569899" y="96735"/>
                </a:lnTo>
                <a:lnTo>
                  <a:pt x="566877" y="81457"/>
                </a:lnTo>
                <a:lnTo>
                  <a:pt x="569899" y="66128"/>
                </a:lnTo>
                <a:lnTo>
                  <a:pt x="578408" y="54559"/>
                </a:lnTo>
                <a:lnTo>
                  <a:pt x="591375" y="47231"/>
                </a:lnTo>
                <a:lnTo>
                  <a:pt x="607707" y="44627"/>
                </a:lnTo>
                <a:lnTo>
                  <a:pt x="623735" y="47231"/>
                </a:lnTo>
                <a:lnTo>
                  <a:pt x="636536" y="54559"/>
                </a:lnTo>
                <a:lnTo>
                  <a:pt x="645058" y="66128"/>
                </a:lnTo>
                <a:lnTo>
                  <a:pt x="648233" y="81457"/>
                </a:lnTo>
                <a:lnTo>
                  <a:pt x="648233" y="28105"/>
                </a:lnTo>
                <a:lnTo>
                  <a:pt x="636549" y="21336"/>
                </a:lnTo>
                <a:lnTo>
                  <a:pt x="607707" y="16522"/>
                </a:lnTo>
                <a:lnTo>
                  <a:pt x="578370" y="21336"/>
                </a:lnTo>
                <a:lnTo>
                  <a:pt x="555205" y="34709"/>
                </a:lnTo>
                <a:lnTo>
                  <a:pt x="540029" y="55206"/>
                </a:lnTo>
                <a:lnTo>
                  <a:pt x="534670" y="81457"/>
                </a:lnTo>
                <a:lnTo>
                  <a:pt x="538708" y="104584"/>
                </a:lnTo>
                <a:lnTo>
                  <a:pt x="550341" y="123456"/>
                </a:lnTo>
                <a:lnTo>
                  <a:pt x="568337" y="137198"/>
                </a:lnTo>
                <a:lnTo>
                  <a:pt x="591502" y="144932"/>
                </a:lnTo>
                <a:lnTo>
                  <a:pt x="591502" y="185661"/>
                </a:lnTo>
                <a:lnTo>
                  <a:pt x="524040" y="186397"/>
                </a:lnTo>
                <a:lnTo>
                  <a:pt x="528777" y="213334"/>
                </a:lnTo>
                <a:lnTo>
                  <a:pt x="565924" y="213448"/>
                </a:lnTo>
                <a:lnTo>
                  <a:pt x="606945" y="212407"/>
                </a:lnTo>
                <a:lnTo>
                  <a:pt x="649897" y="209321"/>
                </a:lnTo>
                <a:lnTo>
                  <a:pt x="692861" y="203339"/>
                </a:lnTo>
                <a:close/>
              </a:path>
              <a:path w="777875" h="269239">
                <a:moveTo>
                  <a:pt x="777798" y="107353"/>
                </a:moveTo>
                <a:lnTo>
                  <a:pt x="738847" y="107353"/>
                </a:lnTo>
                <a:lnTo>
                  <a:pt x="738847" y="0"/>
                </a:lnTo>
                <a:lnTo>
                  <a:pt x="705802" y="0"/>
                </a:lnTo>
                <a:lnTo>
                  <a:pt x="705802" y="268808"/>
                </a:lnTo>
                <a:lnTo>
                  <a:pt x="738847" y="268808"/>
                </a:lnTo>
                <a:lnTo>
                  <a:pt x="738847" y="135242"/>
                </a:lnTo>
                <a:lnTo>
                  <a:pt x="777798" y="135242"/>
                </a:lnTo>
                <a:lnTo>
                  <a:pt x="777798" y="1073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99275" y="2868815"/>
            <a:ext cx="574675" cy="269240"/>
          </a:xfrm>
          <a:custGeom>
            <a:avLst/>
            <a:gdLst/>
            <a:ahLst/>
            <a:cxnLst/>
            <a:rect l="l" t="t" r="r" b="b"/>
            <a:pathLst>
              <a:path w="574675" h="269239">
                <a:moveTo>
                  <a:pt x="116509" y="198386"/>
                </a:moveTo>
                <a:lnTo>
                  <a:pt x="114554" y="178181"/>
                </a:lnTo>
                <a:lnTo>
                  <a:pt x="113880" y="171234"/>
                </a:lnTo>
                <a:lnTo>
                  <a:pt x="93853" y="174510"/>
                </a:lnTo>
                <a:lnTo>
                  <a:pt x="74269" y="176606"/>
                </a:lnTo>
                <a:lnTo>
                  <a:pt x="54305" y="177749"/>
                </a:lnTo>
                <a:lnTo>
                  <a:pt x="33159" y="178181"/>
                </a:lnTo>
                <a:lnTo>
                  <a:pt x="33159" y="58407"/>
                </a:lnTo>
                <a:lnTo>
                  <a:pt x="100507" y="58407"/>
                </a:lnTo>
                <a:lnTo>
                  <a:pt x="100507" y="31788"/>
                </a:lnTo>
                <a:lnTo>
                  <a:pt x="0" y="31788"/>
                </a:lnTo>
                <a:lnTo>
                  <a:pt x="0" y="206070"/>
                </a:lnTo>
                <a:lnTo>
                  <a:pt x="18313" y="206070"/>
                </a:lnTo>
                <a:lnTo>
                  <a:pt x="44831" y="205701"/>
                </a:lnTo>
                <a:lnTo>
                  <a:pt x="69189" y="204597"/>
                </a:lnTo>
                <a:lnTo>
                  <a:pt x="92659" y="202311"/>
                </a:lnTo>
                <a:lnTo>
                  <a:pt x="116509" y="198386"/>
                </a:lnTo>
                <a:close/>
              </a:path>
              <a:path w="574675" h="269239">
                <a:moveTo>
                  <a:pt x="223126" y="0"/>
                </a:moveTo>
                <a:lnTo>
                  <a:pt x="191757" y="0"/>
                </a:lnTo>
                <a:lnTo>
                  <a:pt x="191757" y="105143"/>
                </a:lnTo>
                <a:lnTo>
                  <a:pt x="161455" y="105143"/>
                </a:lnTo>
                <a:lnTo>
                  <a:pt x="161455" y="5054"/>
                </a:lnTo>
                <a:lnTo>
                  <a:pt x="131038" y="5054"/>
                </a:lnTo>
                <a:lnTo>
                  <a:pt x="131038" y="255435"/>
                </a:lnTo>
                <a:lnTo>
                  <a:pt x="161455" y="255435"/>
                </a:lnTo>
                <a:lnTo>
                  <a:pt x="161455" y="131876"/>
                </a:lnTo>
                <a:lnTo>
                  <a:pt x="191757" y="131876"/>
                </a:lnTo>
                <a:lnTo>
                  <a:pt x="191757" y="268808"/>
                </a:lnTo>
                <a:lnTo>
                  <a:pt x="223126" y="268808"/>
                </a:lnTo>
                <a:lnTo>
                  <a:pt x="223126" y="131876"/>
                </a:lnTo>
                <a:lnTo>
                  <a:pt x="223126" y="105143"/>
                </a:lnTo>
                <a:lnTo>
                  <a:pt x="223126" y="0"/>
                </a:lnTo>
                <a:close/>
              </a:path>
              <a:path w="574675" h="269239">
                <a:moveTo>
                  <a:pt x="389636" y="128397"/>
                </a:moveTo>
                <a:lnTo>
                  <a:pt x="357124" y="106718"/>
                </a:lnTo>
                <a:lnTo>
                  <a:pt x="338264" y="60312"/>
                </a:lnTo>
                <a:lnTo>
                  <a:pt x="338264" y="58305"/>
                </a:lnTo>
                <a:lnTo>
                  <a:pt x="381952" y="58305"/>
                </a:lnTo>
                <a:lnTo>
                  <a:pt x="381952" y="32207"/>
                </a:lnTo>
                <a:lnTo>
                  <a:pt x="338264" y="32207"/>
                </a:lnTo>
                <a:lnTo>
                  <a:pt x="338264" y="2844"/>
                </a:lnTo>
                <a:lnTo>
                  <a:pt x="306908" y="2844"/>
                </a:lnTo>
                <a:lnTo>
                  <a:pt x="306908" y="32207"/>
                </a:lnTo>
                <a:lnTo>
                  <a:pt x="262597" y="32207"/>
                </a:lnTo>
                <a:lnTo>
                  <a:pt x="262597" y="58305"/>
                </a:lnTo>
                <a:lnTo>
                  <a:pt x="306908" y="58305"/>
                </a:lnTo>
                <a:lnTo>
                  <a:pt x="306908" y="60312"/>
                </a:lnTo>
                <a:lnTo>
                  <a:pt x="303618" y="82791"/>
                </a:lnTo>
                <a:lnTo>
                  <a:pt x="294055" y="103390"/>
                </a:lnTo>
                <a:lnTo>
                  <a:pt x="278142" y="120738"/>
                </a:lnTo>
                <a:lnTo>
                  <a:pt x="255854" y="133451"/>
                </a:lnTo>
                <a:lnTo>
                  <a:pt x="271335" y="157873"/>
                </a:lnTo>
                <a:lnTo>
                  <a:pt x="288823" y="148907"/>
                </a:lnTo>
                <a:lnTo>
                  <a:pt x="303276" y="137109"/>
                </a:lnTo>
                <a:lnTo>
                  <a:pt x="314731" y="122910"/>
                </a:lnTo>
                <a:lnTo>
                  <a:pt x="323215" y="106718"/>
                </a:lnTo>
                <a:lnTo>
                  <a:pt x="331851" y="121539"/>
                </a:lnTo>
                <a:lnTo>
                  <a:pt x="343242" y="134505"/>
                </a:lnTo>
                <a:lnTo>
                  <a:pt x="357441" y="145262"/>
                </a:lnTo>
                <a:lnTo>
                  <a:pt x="374472" y="153454"/>
                </a:lnTo>
                <a:lnTo>
                  <a:pt x="389636" y="128397"/>
                </a:lnTo>
                <a:close/>
              </a:path>
              <a:path w="574675" h="269239">
                <a:moveTo>
                  <a:pt x="485305" y="177025"/>
                </a:moveTo>
                <a:lnTo>
                  <a:pt x="301015" y="177025"/>
                </a:lnTo>
                <a:lnTo>
                  <a:pt x="301015" y="203860"/>
                </a:lnTo>
                <a:lnTo>
                  <a:pt x="452361" y="203860"/>
                </a:lnTo>
                <a:lnTo>
                  <a:pt x="452361" y="268808"/>
                </a:lnTo>
                <a:lnTo>
                  <a:pt x="485305" y="268808"/>
                </a:lnTo>
                <a:lnTo>
                  <a:pt x="485305" y="177025"/>
                </a:lnTo>
                <a:close/>
              </a:path>
              <a:path w="574675" h="269239">
                <a:moveTo>
                  <a:pt x="485305" y="203"/>
                </a:moveTo>
                <a:lnTo>
                  <a:pt x="453834" y="203"/>
                </a:lnTo>
                <a:lnTo>
                  <a:pt x="453834" y="69151"/>
                </a:lnTo>
                <a:lnTo>
                  <a:pt x="427837" y="69151"/>
                </a:lnTo>
                <a:lnTo>
                  <a:pt x="427837" y="4737"/>
                </a:lnTo>
                <a:lnTo>
                  <a:pt x="396468" y="4737"/>
                </a:lnTo>
                <a:lnTo>
                  <a:pt x="396468" y="163766"/>
                </a:lnTo>
                <a:lnTo>
                  <a:pt x="427837" y="163766"/>
                </a:lnTo>
                <a:lnTo>
                  <a:pt x="427837" y="95986"/>
                </a:lnTo>
                <a:lnTo>
                  <a:pt x="453834" y="95986"/>
                </a:lnTo>
                <a:lnTo>
                  <a:pt x="453834" y="164719"/>
                </a:lnTo>
                <a:lnTo>
                  <a:pt x="485305" y="164719"/>
                </a:lnTo>
                <a:lnTo>
                  <a:pt x="485305" y="95986"/>
                </a:lnTo>
                <a:lnTo>
                  <a:pt x="485305" y="69151"/>
                </a:lnTo>
                <a:lnTo>
                  <a:pt x="485305" y="203"/>
                </a:lnTo>
                <a:close/>
              </a:path>
              <a:path w="574675" h="269239">
                <a:moveTo>
                  <a:pt x="574446" y="221754"/>
                </a:moveTo>
                <a:lnTo>
                  <a:pt x="572554" y="212864"/>
                </a:lnTo>
                <a:lnTo>
                  <a:pt x="567537" y="205600"/>
                </a:lnTo>
                <a:lnTo>
                  <a:pt x="560222" y="200710"/>
                </a:lnTo>
                <a:lnTo>
                  <a:pt x="551395" y="198920"/>
                </a:lnTo>
                <a:lnTo>
                  <a:pt x="542391" y="200710"/>
                </a:lnTo>
                <a:lnTo>
                  <a:pt x="535012" y="205600"/>
                </a:lnTo>
                <a:lnTo>
                  <a:pt x="530072" y="212864"/>
                </a:lnTo>
                <a:lnTo>
                  <a:pt x="528345" y="221754"/>
                </a:lnTo>
                <a:lnTo>
                  <a:pt x="530072" y="230733"/>
                </a:lnTo>
                <a:lnTo>
                  <a:pt x="535012" y="238061"/>
                </a:lnTo>
                <a:lnTo>
                  <a:pt x="542391" y="243001"/>
                </a:lnTo>
                <a:lnTo>
                  <a:pt x="551395" y="244805"/>
                </a:lnTo>
                <a:lnTo>
                  <a:pt x="560222" y="243001"/>
                </a:lnTo>
                <a:lnTo>
                  <a:pt x="567537" y="238061"/>
                </a:lnTo>
                <a:lnTo>
                  <a:pt x="572554" y="230733"/>
                </a:lnTo>
                <a:lnTo>
                  <a:pt x="574446" y="2217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7573852" y="2866492"/>
            <a:ext cx="2427605" cy="271780"/>
            <a:chOff x="7573852" y="2866492"/>
            <a:chExt cx="2427605" cy="271780"/>
          </a:xfrm>
        </p:grpSpPr>
        <p:sp>
          <p:nvSpPr>
            <p:cNvPr id="32" name="object 32"/>
            <p:cNvSpPr/>
            <p:nvPr/>
          </p:nvSpPr>
          <p:spPr>
            <a:xfrm>
              <a:off x="7573848" y="2866504"/>
              <a:ext cx="1813560" cy="271780"/>
            </a:xfrm>
            <a:custGeom>
              <a:avLst/>
              <a:gdLst/>
              <a:ahLst/>
              <a:cxnLst/>
              <a:rect l="l" t="t" r="r" b="b"/>
              <a:pathLst>
                <a:path w="1813559" h="271780">
                  <a:moveTo>
                    <a:pt x="145554" y="121348"/>
                  </a:moveTo>
                  <a:lnTo>
                    <a:pt x="140703" y="100253"/>
                  </a:lnTo>
                  <a:lnTo>
                    <a:pt x="136626" y="95351"/>
                  </a:lnTo>
                  <a:lnTo>
                    <a:pt x="127215" y="84010"/>
                  </a:lnTo>
                  <a:lnTo>
                    <a:pt x="114198" y="77457"/>
                  </a:lnTo>
                  <a:lnTo>
                    <a:pt x="114198" y="121348"/>
                  </a:lnTo>
                  <a:lnTo>
                    <a:pt x="111620" y="132118"/>
                  </a:lnTo>
                  <a:lnTo>
                    <a:pt x="104622" y="140106"/>
                  </a:lnTo>
                  <a:lnTo>
                    <a:pt x="93865" y="145059"/>
                  </a:lnTo>
                  <a:lnTo>
                    <a:pt x="79984" y="146710"/>
                  </a:lnTo>
                  <a:lnTo>
                    <a:pt x="65989" y="145059"/>
                  </a:lnTo>
                  <a:lnTo>
                    <a:pt x="55219" y="140106"/>
                  </a:lnTo>
                  <a:lnTo>
                    <a:pt x="48323" y="132118"/>
                  </a:lnTo>
                  <a:lnTo>
                    <a:pt x="45986" y="121348"/>
                  </a:lnTo>
                  <a:lnTo>
                    <a:pt x="48323" y="110363"/>
                  </a:lnTo>
                  <a:lnTo>
                    <a:pt x="55219" y="102196"/>
                  </a:lnTo>
                  <a:lnTo>
                    <a:pt x="65989" y="97104"/>
                  </a:lnTo>
                  <a:lnTo>
                    <a:pt x="79984" y="95351"/>
                  </a:lnTo>
                  <a:lnTo>
                    <a:pt x="93865" y="97104"/>
                  </a:lnTo>
                  <a:lnTo>
                    <a:pt x="104622" y="102196"/>
                  </a:lnTo>
                  <a:lnTo>
                    <a:pt x="111620" y="110363"/>
                  </a:lnTo>
                  <a:lnTo>
                    <a:pt x="114198" y="121348"/>
                  </a:lnTo>
                  <a:lnTo>
                    <a:pt x="114198" y="77457"/>
                  </a:lnTo>
                  <a:lnTo>
                    <a:pt x="106514" y="73571"/>
                  </a:lnTo>
                  <a:lnTo>
                    <a:pt x="79984" y="69875"/>
                  </a:lnTo>
                  <a:lnTo>
                    <a:pt x="53086" y="73571"/>
                  </a:lnTo>
                  <a:lnTo>
                    <a:pt x="32181" y="84010"/>
                  </a:lnTo>
                  <a:lnTo>
                    <a:pt x="18656" y="100253"/>
                  </a:lnTo>
                  <a:lnTo>
                    <a:pt x="13893" y="121348"/>
                  </a:lnTo>
                  <a:lnTo>
                    <a:pt x="18656" y="142214"/>
                  </a:lnTo>
                  <a:lnTo>
                    <a:pt x="32181" y="158242"/>
                  </a:lnTo>
                  <a:lnTo>
                    <a:pt x="53086" y="168503"/>
                  </a:lnTo>
                  <a:lnTo>
                    <a:pt x="79984" y="172072"/>
                  </a:lnTo>
                  <a:lnTo>
                    <a:pt x="106514" y="168503"/>
                  </a:lnTo>
                  <a:lnTo>
                    <a:pt x="127215" y="158242"/>
                  </a:lnTo>
                  <a:lnTo>
                    <a:pt x="136906" y="146710"/>
                  </a:lnTo>
                  <a:lnTo>
                    <a:pt x="140703" y="142214"/>
                  </a:lnTo>
                  <a:lnTo>
                    <a:pt x="145554" y="121348"/>
                  </a:lnTo>
                  <a:close/>
                </a:path>
                <a:path w="1813559" h="271780">
                  <a:moveTo>
                    <a:pt x="159664" y="32308"/>
                  </a:moveTo>
                  <a:lnTo>
                    <a:pt x="96405" y="32308"/>
                  </a:lnTo>
                  <a:lnTo>
                    <a:pt x="96405" y="2311"/>
                  </a:lnTo>
                  <a:lnTo>
                    <a:pt x="63461" y="2311"/>
                  </a:lnTo>
                  <a:lnTo>
                    <a:pt x="63461" y="32308"/>
                  </a:lnTo>
                  <a:lnTo>
                    <a:pt x="0" y="32308"/>
                  </a:lnTo>
                  <a:lnTo>
                    <a:pt x="0" y="58623"/>
                  </a:lnTo>
                  <a:lnTo>
                    <a:pt x="159664" y="58623"/>
                  </a:lnTo>
                  <a:lnTo>
                    <a:pt x="159664" y="32308"/>
                  </a:lnTo>
                  <a:close/>
                </a:path>
                <a:path w="1813559" h="271780">
                  <a:moveTo>
                    <a:pt x="222592" y="239229"/>
                  </a:moveTo>
                  <a:lnTo>
                    <a:pt x="72618" y="239229"/>
                  </a:lnTo>
                  <a:lnTo>
                    <a:pt x="72618" y="187756"/>
                  </a:lnTo>
                  <a:lnTo>
                    <a:pt x="39674" y="187756"/>
                  </a:lnTo>
                  <a:lnTo>
                    <a:pt x="39674" y="266065"/>
                  </a:lnTo>
                  <a:lnTo>
                    <a:pt x="222592" y="266065"/>
                  </a:lnTo>
                  <a:lnTo>
                    <a:pt x="222592" y="239229"/>
                  </a:lnTo>
                  <a:close/>
                </a:path>
                <a:path w="1813559" h="271780">
                  <a:moveTo>
                    <a:pt x="249643" y="87033"/>
                  </a:moveTo>
                  <a:lnTo>
                    <a:pt x="212077" y="87033"/>
                  </a:lnTo>
                  <a:lnTo>
                    <a:pt x="212077" y="2514"/>
                  </a:lnTo>
                  <a:lnTo>
                    <a:pt x="178816" y="2514"/>
                  </a:lnTo>
                  <a:lnTo>
                    <a:pt x="178816" y="203542"/>
                  </a:lnTo>
                  <a:lnTo>
                    <a:pt x="212077" y="203542"/>
                  </a:lnTo>
                  <a:lnTo>
                    <a:pt x="212077" y="114300"/>
                  </a:lnTo>
                  <a:lnTo>
                    <a:pt x="249643" y="114300"/>
                  </a:lnTo>
                  <a:lnTo>
                    <a:pt x="249643" y="87033"/>
                  </a:lnTo>
                  <a:close/>
                </a:path>
                <a:path w="1813559" h="271780">
                  <a:moveTo>
                    <a:pt x="509295" y="108292"/>
                  </a:moveTo>
                  <a:lnTo>
                    <a:pt x="473303" y="108292"/>
                  </a:lnTo>
                  <a:lnTo>
                    <a:pt x="476707" y="86969"/>
                  </a:lnTo>
                  <a:lnTo>
                    <a:pt x="478459" y="67881"/>
                  </a:lnTo>
                  <a:lnTo>
                    <a:pt x="479107" y="50685"/>
                  </a:lnTo>
                  <a:lnTo>
                    <a:pt x="479196" y="14516"/>
                  </a:lnTo>
                  <a:lnTo>
                    <a:pt x="293751" y="14516"/>
                  </a:lnTo>
                  <a:lnTo>
                    <a:pt x="293751" y="41046"/>
                  </a:lnTo>
                  <a:lnTo>
                    <a:pt x="446151" y="41046"/>
                  </a:lnTo>
                  <a:lnTo>
                    <a:pt x="445922" y="55537"/>
                  </a:lnTo>
                  <a:lnTo>
                    <a:pt x="445096" y="71310"/>
                  </a:lnTo>
                  <a:lnTo>
                    <a:pt x="443242" y="88773"/>
                  </a:lnTo>
                  <a:lnTo>
                    <a:pt x="439940" y="108292"/>
                  </a:lnTo>
                  <a:lnTo>
                    <a:pt x="263334" y="108292"/>
                  </a:lnTo>
                  <a:lnTo>
                    <a:pt x="263334" y="134924"/>
                  </a:lnTo>
                  <a:lnTo>
                    <a:pt x="369214" y="134924"/>
                  </a:lnTo>
                  <a:lnTo>
                    <a:pt x="369214" y="177025"/>
                  </a:lnTo>
                  <a:lnTo>
                    <a:pt x="288277" y="177025"/>
                  </a:lnTo>
                  <a:lnTo>
                    <a:pt x="288277" y="203339"/>
                  </a:lnTo>
                  <a:lnTo>
                    <a:pt x="446570" y="203339"/>
                  </a:lnTo>
                  <a:lnTo>
                    <a:pt x="446570" y="271119"/>
                  </a:lnTo>
                  <a:lnTo>
                    <a:pt x="479831" y="271119"/>
                  </a:lnTo>
                  <a:lnTo>
                    <a:pt x="479831" y="177025"/>
                  </a:lnTo>
                  <a:lnTo>
                    <a:pt x="402361" y="177025"/>
                  </a:lnTo>
                  <a:lnTo>
                    <a:pt x="402361" y="134924"/>
                  </a:lnTo>
                  <a:lnTo>
                    <a:pt x="509295" y="134924"/>
                  </a:lnTo>
                  <a:lnTo>
                    <a:pt x="509295" y="108292"/>
                  </a:lnTo>
                  <a:close/>
                </a:path>
                <a:path w="1813559" h="271780">
                  <a:moveTo>
                    <a:pt x="666750" y="116078"/>
                  </a:moveTo>
                  <a:lnTo>
                    <a:pt x="661962" y="95580"/>
                  </a:lnTo>
                  <a:lnTo>
                    <a:pt x="657860" y="90614"/>
                  </a:lnTo>
                  <a:lnTo>
                    <a:pt x="648893" y="79730"/>
                  </a:lnTo>
                  <a:lnTo>
                    <a:pt x="635914" y="73063"/>
                  </a:lnTo>
                  <a:lnTo>
                    <a:pt x="635914" y="116078"/>
                  </a:lnTo>
                  <a:lnTo>
                    <a:pt x="633501" y="126720"/>
                  </a:lnTo>
                  <a:lnTo>
                    <a:pt x="626884" y="134620"/>
                  </a:lnTo>
                  <a:lnTo>
                    <a:pt x="616762" y="139547"/>
                  </a:lnTo>
                  <a:lnTo>
                    <a:pt x="603808" y="141236"/>
                  </a:lnTo>
                  <a:lnTo>
                    <a:pt x="590791" y="139547"/>
                  </a:lnTo>
                  <a:lnTo>
                    <a:pt x="580847" y="134620"/>
                  </a:lnTo>
                  <a:lnTo>
                    <a:pt x="574522" y="126720"/>
                  </a:lnTo>
                  <a:lnTo>
                    <a:pt x="572338" y="116078"/>
                  </a:lnTo>
                  <a:lnTo>
                    <a:pt x="574522" y="105410"/>
                  </a:lnTo>
                  <a:lnTo>
                    <a:pt x="580847" y="97434"/>
                  </a:lnTo>
                  <a:lnTo>
                    <a:pt x="590791" y="92405"/>
                  </a:lnTo>
                  <a:lnTo>
                    <a:pt x="603808" y="90614"/>
                  </a:lnTo>
                  <a:lnTo>
                    <a:pt x="616762" y="92405"/>
                  </a:lnTo>
                  <a:lnTo>
                    <a:pt x="626884" y="97434"/>
                  </a:lnTo>
                  <a:lnTo>
                    <a:pt x="633501" y="105410"/>
                  </a:lnTo>
                  <a:lnTo>
                    <a:pt x="635914" y="116078"/>
                  </a:lnTo>
                  <a:lnTo>
                    <a:pt x="635914" y="73063"/>
                  </a:lnTo>
                  <a:lnTo>
                    <a:pt x="629018" y="69507"/>
                  </a:lnTo>
                  <a:lnTo>
                    <a:pt x="603808" y="65874"/>
                  </a:lnTo>
                  <a:lnTo>
                    <a:pt x="578497" y="69507"/>
                  </a:lnTo>
                  <a:lnTo>
                    <a:pt x="558761" y="79730"/>
                  </a:lnTo>
                  <a:lnTo>
                    <a:pt x="545973" y="95580"/>
                  </a:lnTo>
                  <a:lnTo>
                    <a:pt x="541502" y="116078"/>
                  </a:lnTo>
                  <a:lnTo>
                    <a:pt x="545973" y="136537"/>
                  </a:lnTo>
                  <a:lnTo>
                    <a:pt x="558761" y="152273"/>
                  </a:lnTo>
                  <a:lnTo>
                    <a:pt x="578497" y="162394"/>
                  </a:lnTo>
                  <a:lnTo>
                    <a:pt x="603808" y="165976"/>
                  </a:lnTo>
                  <a:lnTo>
                    <a:pt x="629018" y="162394"/>
                  </a:lnTo>
                  <a:lnTo>
                    <a:pt x="648893" y="152273"/>
                  </a:lnTo>
                  <a:lnTo>
                    <a:pt x="658050" y="141236"/>
                  </a:lnTo>
                  <a:lnTo>
                    <a:pt x="661962" y="136537"/>
                  </a:lnTo>
                  <a:lnTo>
                    <a:pt x="666750" y="116078"/>
                  </a:lnTo>
                  <a:close/>
                </a:path>
                <a:path w="1813559" h="271780">
                  <a:moveTo>
                    <a:pt x="677583" y="28943"/>
                  </a:moveTo>
                  <a:lnTo>
                    <a:pt x="620547" y="28943"/>
                  </a:lnTo>
                  <a:lnTo>
                    <a:pt x="620547" y="0"/>
                  </a:lnTo>
                  <a:lnTo>
                    <a:pt x="587603" y="0"/>
                  </a:lnTo>
                  <a:lnTo>
                    <a:pt x="587603" y="28943"/>
                  </a:lnTo>
                  <a:lnTo>
                    <a:pt x="527392" y="28943"/>
                  </a:lnTo>
                  <a:lnTo>
                    <a:pt x="527392" y="55143"/>
                  </a:lnTo>
                  <a:lnTo>
                    <a:pt x="677583" y="55143"/>
                  </a:lnTo>
                  <a:lnTo>
                    <a:pt x="677583" y="28943"/>
                  </a:lnTo>
                  <a:close/>
                </a:path>
                <a:path w="1813559" h="271780">
                  <a:moveTo>
                    <a:pt x="752208" y="2311"/>
                  </a:moveTo>
                  <a:lnTo>
                    <a:pt x="719162" y="2311"/>
                  </a:lnTo>
                  <a:lnTo>
                    <a:pt x="719162" y="63144"/>
                  </a:lnTo>
                  <a:lnTo>
                    <a:pt x="679589" y="63144"/>
                  </a:lnTo>
                  <a:lnTo>
                    <a:pt x="679589" y="89877"/>
                  </a:lnTo>
                  <a:lnTo>
                    <a:pt x="719162" y="89877"/>
                  </a:lnTo>
                  <a:lnTo>
                    <a:pt x="719162" y="116509"/>
                  </a:lnTo>
                  <a:lnTo>
                    <a:pt x="679170" y="116509"/>
                  </a:lnTo>
                  <a:lnTo>
                    <a:pt x="679170" y="143129"/>
                  </a:lnTo>
                  <a:lnTo>
                    <a:pt x="719162" y="143129"/>
                  </a:lnTo>
                  <a:lnTo>
                    <a:pt x="719162" y="174498"/>
                  </a:lnTo>
                  <a:lnTo>
                    <a:pt x="752208" y="174498"/>
                  </a:lnTo>
                  <a:lnTo>
                    <a:pt x="752208" y="2311"/>
                  </a:lnTo>
                  <a:close/>
                </a:path>
                <a:path w="1813559" h="271780">
                  <a:moveTo>
                    <a:pt x="753579" y="224282"/>
                  </a:moveTo>
                  <a:lnTo>
                    <a:pt x="747217" y="204482"/>
                  </a:lnTo>
                  <a:lnTo>
                    <a:pt x="745007" y="202704"/>
                  </a:lnTo>
                  <a:lnTo>
                    <a:pt x="728967" y="189776"/>
                  </a:lnTo>
                  <a:lnTo>
                    <a:pt x="718324" y="186410"/>
                  </a:lnTo>
                  <a:lnTo>
                    <a:pt x="718324" y="224282"/>
                  </a:lnTo>
                  <a:lnTo>
                    <a:pt x="714489" y="233502"/>
                  </a:lnTo>
                  <a:lnTo>
                    <a:pt x="703478" y="240245"/>
                  </a:lnTo>
                  <a:lnTo>
                    <a:pt x="685761" y="244348"/>
                  </a:lnTo>
                  <a:lnTo>
                    <a:pt x="661797" y="245643"/>
                  </a:lnTo>
                  <a:lnTo>
                    <a:pt x="637476" y="244348"/>
                  </a:lnTo>
                  <a:lnTo>
                    <a:pt x="619480" y="240245"/>
                  </a:lnTo>
                  <a:lnTo>
                    <a:pt x="608330" y="233502"/>
                  </a:lnTo>
                  <a:lnTo>
                    <a:pt x="604545" y="224282"/>
                  </a:lnTo>
                  <a:lnTo>
                    <a:pt x="608330" y="214884"/>
                  </a:lnTo>
                  <a:lnTo>
                    <a:pt x="619480" y="208165"/>
                  </a:lnTo>
                  <a:lnTo>
                    <a:pt x="637476" y="204101"/>
                  </a:lnTo>
                  <a:lnTo>
                    <a:pt x="661797" y="202704"/>
                  </a:lnTo>
                  <a:lnTo>
                    <a:pt x="685761" y="204101"/>
                  </a:lnTo>
                  <a:lnTo>
                    <a:pt x="703478" y="208165"/>
                  </a:lnTo>
                  <a:lnTo>
                    <a:pt x="714489" y="214884"/>
                  </a:lnTo>
                  <a:lnTo>
                    <a:pt x="718324" y="224282"/>
                  </a:lnTo>
                  <a:lnTo>
                    <a:pt x="718324" y="186410"/>
                  </a:lnTo>
                  <a:lnTo>
                    <a:pt x="700074" y="180606"/>
                  </a:lnTo>
                  <a:lnTo>
                    <a:pt x="661797" y="177444"/>
                  </a:lnTo>
                  <a:lnTo>
                    <a:pt x="623341" y="180606"/>
                  </a:lnTo>
                  <a:lnTo>
                    <a:pt x="594360" y="189776"/>
                  </a:lnTo>
                  <a:lnTo>
                    <a:pt x="576072" y="204482"/>
                  </a:lnTo>
                  <a:lnTo>
                    <a:pt x="569709" y="224282"/>
                  </a:lnTo>
                  <a:lnTo>
                    <a:pt x="576072" y="243928"/>
                  </a:lnTo>
                  <a:lnTo>
                    <a:pt x="594360" y="258597"/>
                  </a:lnTo>
                  <a:lnTo>
                    <a:pt x="623341" y="267779"/>
                  </a:lnTo>
                  <a:lnTo>
                    <a:pt x="661797" y="270903"/>
                  </a:lnTo>
                  <a:lnTo>
                    <a:pt x="700074" y="267779"/>
                  </a:lnTo>
                  <a:lnTo>
                    <a:pt x="728967" y="258597"/>
                  </a:lnTo>
                  <a:lnTo>
                    <a:pt x="745070" y="245643"/>
                  </a:lnTo>
                  <a:lnTo>
                    <a:pt x="747217" y="243928"/>
                  </a:lnTo>
                  <a:lnTo>
                    <a:pt x="753579" y="224282"/>
                  </a:lnTo>
                  <a:close/>
                </a:path>
                <a:path w="1813559" h="271780">
                  <a:moveTo>
                    <a:pt x="951966" y="183553"/>
                  </a:moveTo>
                  <a:lnTo>
                    <a:pt x="924179" y="163576"/>
                  </a:lnTo>
                  <a:lnTo>
                    <a:pt x="903566" y="135661"/>
                  </a:lnTo>
                  <a:lnTo>
                    <a:pt x="902436" y="132715"/>
                  </a:lnTo>
                  <a:lnTo>
                    <a:pt x="890803" y="102527"/>
                  </a:lnTo>
                  <a:lnTo>
                    <a:pt x="886510" y="66929"/>
                  </a:lnTo>
                  <a:lnTo>
                    <a:pt x="886510" y="23888"/>
                  </a:lnTo>
                  <a:lnTo>
                    <a:pt x="853452" y="23888"/>
                  </a:lnTo>
                  <a:lnTo>
                    <a:pt x="853452" y="66929"/>
                  </a:lnTo>
                  <a:lnTo>
                    <a:pt x="848817" y="103949"/>
                  </a:lnTo>
                  <a:lnTo>
                    <a:pt x="835545" y="138595"/>
                  </a:lnTo>
                  <a:lnTo>
                    <a:pt x="814184" y="167767"/>
                  </a:lnTo>
                  <a:lnTo>
                    <a:pt x="785253" y="188391"/>
                  </a:lnTo>
                  <a:lnTo>
                    <a:pt x="805675" y="215125"/>
                  </a:lnTo>
                  <a:lnTo>
                    <a:pt x="827062" y="200850"/>
                  </a:lnTo>
                  <a:lnTo>
                    <a:pt x="845058" y="181813"/>
                  </a:lnTo>
                  <a:lnTo>
                    <a:pt x="859510" y="158826"/>
                  </a:lnTo>
                  <a:lnTo>
                    <a:pt x="870292" y="132715"/>
                  </a:lnTo>
                  <a:lnTo>
                    <a:pt x="880643" y="157162"/>
                  </a:lnTo>
                  <a:lnTo>
                    <a:pt x="894410" y="178689"/>
                  </a:lnTo>
                  <a:lnTo>
                    <a:pt x="911517" y="196583"/>
                  </a:lnTo>
                  <a:lnTo>
                    <a:pt x="931875" y="210070"/>
                  </a:lnTo>
                  <a:lnTo>
                    <a:pt x="951966" y="183553"/>
                  </a:lnTo>
                  <a:close/>
                </a:path>
                <a:path w="1813559" h="271780">
                  <a:moveTo>
                    <a:pt x="1042593" y="107772"/>
                  </a:moveTo>
                  <a:lnTo>
                    <a:pt x="1001128" y="107772"/>
                  </a:lnTo>
                  <a:lnTo>
                    <a:pt x="1001128" y="2311"/>
                  </a:lnTo>
                  <a:lnTo>
                    <a:pt x="967968" y="2311"/>
                  </a:lnTo>
                  <a:lnTo>
                    <a:pt x="967968" y="271119"/>
                  </a:lnTo>
                  <a:lnTo>
                    <a:pt x="1001128" y="271119"/>
                  </a:lnTo>
                  <a:lnTo>
                    <a:pt x="1001128" y="135864"/>
                  </a:lnTo>
                  <a:lnTo>
                    <a:pt x="1042593" y="135864"/>
                  </a:lnTo>
                  <a:lnTo>
                    <a:pt x="1042593" y="107772"/>
                  </a:lnTo>
                  <a:close/>
                </a:path>
                <a:path w="1813559" h="271780">
                  <a:moveTo>
                    <a:pt x="1216037" y="128079"/>
                  </a:moveTo>
                  <a:lnTo>
                    <a:pt x="1188618" y="114376"/>
                  </a:lnTo>
                  <a:lnTo>
                    <a:pt x="1171943" y="98298"/>
                  </a:lnTo>
                  <a:lnTo>
                    <a:pt x="1168819" y="95288"/>
                  </a:lnTo>
                  <a:lnTo>
                    <a:pt x="1156817" y="72618"/>
                  </a:lnTo>
                  <a:lnTo>
                    <a:pt x="1152842" y="48514"/>
                  </a:lnTo>
                  <a:lnTo>
                    <a:pt x="1152791" y="46520"/>
                  </a:lnTo>
                  <a:lnTo>
                    <a:pt x="1208468" y="46520"/>
                  </a:lnTo>
                  <a:lnTo>
                    <a:pt x="1208468" y="19786"/>
                  </a:lnTo>
                  <a:lnTo>
                    <a:pt x="1063002" y="19786"/>
                  </a:lnTo>
                  <a:lnTo>
                    <a:pt x="1063002" y="46520"/>
                  </a:lnTo>
                  <a:lnTo>
                    <a:pt x="1119111" y="46520"/>
                  </a:lnTo>
                  <a:lnTo>
                    <a:pt x="1119111" y="48514"/>
                  </a:lnTo>
                  <a:lnTo>
                    <a:pt x="1114882" y="75031"/>
                  </a:lnTo>
                  <a:lnTo>
                    <a:pt x="1102334" y="99682"/>
                  </a:lnTo>
                  <a:lnTo>
                    <a:pt x="1081671" y="120396"/>
                  </a:lnTo>
                  <a:lnTo>
                    <a:pt x="1053109" y="135128"/>
                  </a:lnTo>
                  <a:lnTo>
                    <a:pt x="1070381" y="161340"/>
                  </a:lnTo>
                  <a:lnTo>
                    <a:pt x="1092555" y="150761"/>
                  </a:lnTo>
                  <a:lnTo>
                    <a:pt x="1111059" y="136334"/>
                  </a:lnTo>
                  <a:lnTo>
                    <a:pt x="1125766" y="118643"/>
                  </a:lnTo>
                  <a:lnTo>
                    <a:pt x="1136573" y="98298"/>
                  </a:lnTo>
                  <a:lnTo>
                    <a:pt x="1147178" y="116332"/>
                  </a:lnTo>
                  <a:lnTo>
                    <a:pt x="1161262" y="132016"/>
                  </a:lnTo>
                  <a:lnTo>
                    <a:pt x="1178725" y="144843"/>
                  </a:lnTo>
                  <a:lnTo>
                    <a:pt x="1199515" y="154292"/>
                  </a:lnTo>
                  <a:lnTo>
                    <a:pt x="1216037" y="128079"/>
                  </a:lnTo>
                  <a:close/>
                </a:path>
                <a:path w="1813559" h="271780">
                  <a:moveTo>
                    <a:pt x="1279296" y="2311"/>
                  </a:moveTo>
                  <a:lnTo>
                    <a:pt x="1246251" y="2311"/>
                  </a:lnTo>
                  <a:lnTo>
                    <a:pt x="1246251" y="69354"/>
                  </a:lnTo>
                  <a:lnTo>
                    <a:pt x="1200251" y="69354"/>
                  </a:lnTo>
                  <a:lnTo>
                    <a:pt x="1200251" y="96405"/>
                  </a:lnTo>
                  <a:lnTo>
                    <a:pt x="1246251" y="96405"/>
                  </a:lnTo>
                  <a:lnTo>
                    <a:pt x="1246251" y="162179"/>
                  </a:lnTo>
                  <a:lnTo>
                    <a:pt x="1279296" y="162179"/>
                  </a:lnTo>
                  <a:lnTo>
                    <a:pt x="1279296" y="2311"/>
                  </a:lnTo>
                  <a:close/>
                </a:path>
                <a:path w="1813559" h="271780">
                  <a:moveTo>
                    <a:pt x="1280033" y="220065"/>
                  </a:moveTo>
                  <a:lnTo>
                    <a:pt x="1273695" y="198450"/>
                  </a:lnTo>
                  <a:lnTo>
                    <a:pt x="1268984" y="194284"/>
                  </a:lnTo>
                  <a:lnTo>
                    <a:pt x="1255496" y="182359"/>
                  </a:lnTo>
                  <a:lnTo>
                    <a:pt x="1247190" y="179476"/>
                  </a:lnTo>
                  <a:lnTo>
                    <a:pt x="1247190" y="220065"/>
                  </a:lnTo>
                  <a:lnTo>
                    <a:pt x="1243228" y="231152"/>
                  </a:lnTo>
                  <a:lnTo>
                    <a:pt x="1231773" y="239217"/>
                  </a:lnTo>
                  <a:lnTo>
                    <a:pt x="1213294" y="244094"/>
                  </a:lnTo>
                  <a:lnTo>
                    <a:pt x="1188250" y="245643"/>
                  </a:lnTo>
                  <a:lnTo>
                    <a:pt x="1163256" y="244094"/>
                  </a:lnTo>
                  <a:lnTo>
                    <a:pt x="1144816" y="239217"/>
                  </a:lnTo>
                  <a:lnTo>
                    <a:pt x="1133436" y="231152"/>
                  </a:lnTo>
                  <a:lnTo>
                    <a:pt x="1129626" y="220065"/>
                  </a:lnTo>
                  <a:lnTo>
                    <a:pt x="1133436" y="208940"/>
                  </a:lnTo>
                  <a:lnTo>
                    <a:pt x="1144816" y="200863"/>
                  </a:lnTo>
                  <a:lnTo>
                    <a:pt x="1163256" y="195948"/>
                  </a:lnTo>
                  <a:lnTo>
                    <a:pt x="1188250" y="194284"/>
                  </a:lnTo>
                  <a:lnTo>
                    <a:pt x="1213294" y="195948"/>
                  </a:lnTo>
                  <a:lnTo>
                    <a:pt x="1231773" y="200863"/>
                  </a:lnTo>
                  <a:lnTo>
                    <a:pt x="1243228" y="208940"/>
                  </a:lnTo>
                  <a:lnTo>
                    <a:pt x="1247190" y="220065"/>
                  </a:lnTo>
                  <a:lnTo>
                    <a:pt x="1247190" y="179476"/>
                  </a:lnTo>
                  <a:lnTo>
                    <a:pt x="1226616" y="172326"/>
                  </a:lnTo>
                  <a:lnTo>
                    <a:pt x="1188250" y="168808"/>
                  </a:lnTo>
                  <a:lnTo>
                    <a:pt x="1149959" y="172326"/>
                  </a:lnTo>
                  <a:lnTo>
                    <a:pt x="1121117" y="182359"/>
                  </a:lnTo>
                  <a:lnTo>
                    <a:pt x="1102956" y="198450"/>
                  </a:lnTo>
                  <a:lnTo>
                    <a:pt x="1096683" y="220065"/>
                  </a:lnTo>
                  <a:lnTo>
                    <a:pt x="1102956" y="241693"/>
                  </a:lnTo>
                  <a:lnTo>
                    <a:pt x="1121117" y="257771"/>
                  </a:lnTo>
                  <a:lnTo>
                    <a:pt x="1149959" y="267817"/>
                  </a:lnTo>
                  <a:lnTo>
                    <a:pt x="1188250" y="271322"/>
                  </a:lnTo>
                  <a:lnTo>
                    <a:pt x="1226616" y="267817"/>
                  </a:lnTo>
                  <a:lnTo>
                    <a:pt x="1255496" y="257771"/>
                  </a:lnTo>
                  <a:lnTo>
                    <a:pt x="1269225" y="245643"/>
                  </a:lnTo>
                  <a:lnTo>
                    <a:pt x="1273695" y="241693"/>
                  </a:lnTo>
                  <a:lnTo>
                    <a:pt x="1280033" y="220065"/>
                  </a:lnTo>
                  <a:close/>
                </a:path>
                <a:path w="1813559" h="271780">
                  <a:moveTo>
                    <a:pt x="1451902" y="130708"/>
                  </a:moveTo>
                  <a:lnTo>
                    <a:pt x="1429486" y="119202"/>
                  </a:lnTo>
                  <a:lnTo>
                    <a:pt x="1419402" y="109029"/>
                  </a:lnTo>
                  <a:lnTo>
                    <a:pt x="1413433" y="103022"/>
                  </a:lnTo>
                  <a:lnTo>
                    <a:pt x="1403769" y="83667"/>
                  </a:lnTo>
                  <a:lnTo>
                    <a:pt x="1400543" y="62623"/>
                  </a:lnTo>
                  <a:lnTo>
                    <a:pt x="1400543" y="60617"/>
                  </a:lnTo>
                  <a:lnTo>
                    <a:pt x="1444218" y="60617"/>
                  </a:lnTo>
                  <a:lnTo>
                    <a:pt x="1444218" y="34518"/>
                  </a:lnTo>
                  <a:lnTo>
                    <a:pt x="1400543" y="34518"/>
                  </a:lnTo>
                  <a:lnTo>
                    <a:pt x="1400543" y="5156"/>
                  </a:lnTo>
                  <a:lnTo>
                    <a:pt x="1369174" y="5156"/>
                  </a:lnTo>
                  <a:lnTo>
                    <a:pt x="1369174" y="34518"/>
                  </a:lnTo>
                  <a:lnTo>
                    <a:pt x="1324864" y="34518"/>
                  </a:lnTo>
                  <a:lnTo>
                    <a:pt x="1324864" y="60617"/>
                  </a:lnTo>
                  <a:lnTo>
                    <a:pt x="1369174" y="60617"/>
                  </a:lnTo>
                  <a:lnTo>
                    <a:pt x="1369174" y="62623"/>
                  </a:lnTo>
                  <a:lnTo>
                    <a:pt x="1365897" y="85102"/>
                  </a:lnTo>
                  <a:lnTo>
                    <a:pt x="1356321" y="105702"/>
                  </a:lnTo>
                  <a:lnTo>
                    <a:pt x="1340421" y="123050"/>
                  </a:lnTo>
                  <a:lnTo>
                    <a:pt x="1318133" y="135763"/>
                  </a:lnTo>
                  <a:lnTo>
                    <a:pt x="1333601" y="160185"/>
                  </a:lnTo>
                  <a:lnTo>
                    <a:pt x="1351089" y="151218"/>
                  </a:lnTo>
                  <a:lnTo>
                    <a:pt x="1365542" y="139420"/>
                  </a:lnTo>
                  <a:lnTo>
                    <a:pt x="1376997" y="125222"/>
                  </a:lnTo>
                  <a:lnTo>
                    <a:pt x="1385493" y="109029"/>
                  </a:lnTo>
                  <a:lnTo>
                    <a:pt x="1394117" y="123850"/>
                  </a:lnTo>
                  <a:lnTo>
                    <a:pt x="1405509" y="136817"/>
                  </a:lnTo>
                  <a:lnTo>
                    <a:pt x="1419707" y="147574"/>
                  </a:lnTo>
                  <a:lnTo>
                    <a:pt x="1436751" y="155765"/>
                  </a:lnTo>
                  <a:lnTo>
                    <a:pt x="1451902" y="130708"/>
                  </a:lnTo>
                  <a:close/>
                </a:path>
                <a:path w="1813559" h="271780">
                  <a:moveTo>
                    <a:pt x="1547571" y="179336"/>
                  </a:moveTo>
                  <a:lnTo>
                    <a:pt x="1363281" y="179336"/>
                  </a:lnTo>
                  <a:lnTo>
                    <a:pt x="1363281" y="206171"/>
                  </a:lnTo>
                  <a:lnTo>
                    <a:pt x="1514627" y="206171"/>
                  </a:lnTo>
                  <a:lnTo>
                    <a:pt x="1514627" y="271119"/>
                  </a:lnTo>
                  <a:lnTo>
                    <a:pt x="1547571" y="271119"/>
                  </a:lnTo>
                  <a:lnTo>
                    <a:pt x="1547571" y="179336"/>
                  </a:lnTo>
                  <a:close/>
                </a:path>
                <a:path w="1813559" h="271780">
                  <a:moveTo>
                    <a:pt x="1547571" y="2514"/>
                  </a:moveTo>
                  <a:lnTo>
                    <a:pt x="1516100" y="2514"/>
                  </a:lnTo>
                  <a:lnTo>
                    <a:pt x="1516100" y="71462"/>
                  </a:lnTo>
                  <a:lnTo>
                    <a:pt x="1490103" y="71462"/>
                  </a:lnTo>
                  <a:lnTo>
                    <a:pt x="1490103" y="7048"/>
                  </a:lnTo>
                  <a:lnTo>
                    <a:pt x="1458747" y="7048"/>
                  </a:lnTo>
                  <a:lnTo>
                    <a:pt x="1458747" y="166077"/>
                  </a:lnTo>
                  <a:lnTo>
                    <a:pt x="1490103" y="166077"/>
                  </a:lnTo>
                  <a:lnTo>
                    <a:pt x="1490103" y="98298"/>
                  </a:lnTo>
                  <a:lnTo>
                    <a:pt x="1516100" y="98298"/>
                  </a:lnTo>
                  <a:lnTo>
                    <a:pt x="1516100" y="167030"/>
                  </a:lnTo>
                  <a:lnTo>
                    <a:pt x="1547571" y="167030"/>
                  </a:lnTo>
                  <a:lnTo>
                    <a:pt x="1547571" y="98298"/>
                  </a:lnTo>
                  <a:lnTo>
                    <a:pt x="1547571" y="71462"/>
                  </a:lnTo>
                  <a:lnTo>
                    <a:pt x="1547571" y="2514"/>
                  </a:lnTo>
                  <a:close/>
                </a:path>
                <a:path w="1813559" h="271780">
                  <a:moveTo>
                    <a:pt x="1806384" y="2514"/>
                  </a:moveTo>
                  <a:lnTo>
                    <a:pt x="1773326" y="2514"/>
                  </a:lnTo>
                  <a:lnTo>
                    <a:pt x="1773326" y="41668"/>
                  </a:lnTo>
                  <a:lnTo>
                    <a:pt x="1773326" y="68402"/>
                  </a:lnTo>
                  <a:lnTo>
                    <a:pt x="1773326" y="106400"/>
                  </a:lnTo>
                  <a:lnTo>
                    <a:pt x="1723656" y="106400"/>
                  </a:lnTo>
                  <a:lnTo>
                    <a:pt x="1725231" y="100507"/>
                  </a:lnTo>
                  <a:lnTo>
                    <a:pt x="1726184" y="94195"/>
                  </a:lnTo>
                  <a:lnTo>
                    <a:pt x="1726184" y="80822"/>
                  </a:lnTo>
                  <a:lnTo>
                    <a:pt x="1725231" y="74409"/>
                  </a:lnTo>
                  <a:lnTo>
                    <a:pt x="1723555" y="68402"/>
                  </a:lnTo>
                  <a:lnTo>
                    <a:pt x="1773326" y="68402"/>
                  </a:lnTo>
                  <a:lnTo>
                    <a:pt x="1773326" y="41668"/>
                  </a:lnTo>
                  <a:lnTo>
                    <a:pt x="1709127" y="41668"/>
                  </a:lnTo>
                  <a:lnTo>
                    <a:pt x="1698396" y="31991"/>
                  </a:lnTo>
                  <a:lnTo>
                    <a:pt x="1694611" y="29832"/>
                  </a:lnTo>
                  <a:lnTo>
                    <a:pt x="1694611" y="87566"/>
                  </a:lnTo>
                  <a:lnTo>
                    <a:pt x="1691627" y="103835"/>
                  </a:lnTo>
                  <a:lnTo>
                    <a:pt x="1683423" y="116255"/>
                  </a:lnTo>
                  <a:lnTo>
                    <a:pt x="1671078" y="124193"/>
                  </a:lnTo>
                  <a:lnTo>
                    <a:pt x="1655660" y="127025"/>
                  </a:lnTo>
                  <a:lnTo>
                    <a:pt x="1639773" y="124193"/>
                  </a:lnTo>
                  <a:lnTo>
                    <a:pt x="1627289" y="116255"/>
                  </a:lnTo>
                  <a:lnTo>
                    <a:pt x="1619123" y="103835"/>
                  </a:lnTo>
                  <a:lnTo>
                    <a:pt x="1616202" y="87566"/>
                  </a:lnTo>
                  <a:lnTo>
                    <a:pt x="1619123" y="71272"/>
                  </a:lnTo>
                  <a:lnTo>
                    <a:pt x="1627289" y="58826"/>
                  </a:lnTo>
                  <a:lnTo>
                    <a:pt x="1639773" y="50888"/>
                  </a:lnTo>
                  <a:lnTo>
                    <a:pt x="1655660" y="48094"/>
                  </a:lnTo>
                  <a:lnTo>
                    <a:pt x="1671078" y="50888"/>
                  </a:lnTo>
                  <a:lnTo>
                    <a:pt x="1683423" y="58826"/>
                  </a:lnTo>
                  <a:lnTo>
                    <a:pt x="1691627" y="71272"/>
                  </a:lnTo>
                  <a:lnTo>
                    <a:pt x="1694611" y="87566"/>
                  </a:lnTo>
                  <a:lnTo>
                    <a:pt x="1694611" y="29832"/>
                  </a:lnTo>
                  <a:lnTo>
                    <a:pt x="1685671" y="24726"/>
                  </a:lnTo>
                  <a:lnTo>
                    <a:pt x="1671320" y="20154"/>
                  </a:lnTo>
                  <a:lnTo>
                    <a:pt x="1655660" y="18516"/>
                  </a:lnTo>
                  <a:lnTo>
                    <a:pt x="1627454" y="23761"/>
                  </a:lnTo>
                  <a:lnTo>
                    <a:pt x="1604924" y="38087"/>
                  </a:lnTo>
                  <a:lnTo>
                    <a:pt x="1590027" y="59880"/>
                  </a:lnTo>
                  <a:lnTo>
                    <a:pt x="1584731" y="87566"/>
                  </a:lnTo>
                  <a:lnTo>
                    <a:pt x="1590027" y="115087"/>
                  </a:lnTo>
                  <a:lnTo>
                    <a:pt x="1604924" y="136842"/>
                  </a:lnTo>
                  <a:lnTo>
                    <a:pt x="1627454" y="151142"/>
                  </a:lnTo>
                  <a:lnTo>
                    <a:pt x="1655660" y="156286"/>
                  </a:lnTo>
                  <a:lnTo>
                    <a:pt x="1671370" y="154698"/>
                  </a:lnTo>
                  <a:lnTo>
                    <a:pt x="1685759" y="150114"/>
                  </a:lnTo>
                  <a:lnTo>
                    <a:pt x="1698498" y="142836"/>
                  </a:lnTo>
                  <a:lnTo>
                    <a:pt x="1709229" y="133134"/>
                  </a:lnTo>
                  <a:lnTo>
                    <a:pt x="1773326" y="133134"/>
                  </a:lnTo>
                  <a:lnTo>
                    <a:pt x="1773326" y="199859"/>
                  </a:lnTo>
                  <a:lnTo>
                    <a:pt x="1806384" y="199859"/>
                  </a:lnTo>
                  <a:lnTo>
                    <a:pt x="1806384" y="133134"/>
                  </a:lnTo>
                  <a:lnTo>
                    <a:pt x="1806384" y="127025"/>
                  </a:lnTo>
                  <a:lnTo>
                    <a:pt x="1806384" y="106400"/>
                  </a:lnTo>
                  <a:lnTo>
                    <a:pt x="1806384" y="68402"/>
                  </a:lnTo>
                  <a:lnTo>
                    <a:pt x="1806384" y="48094"/>
                  </a:lnTo>
                  <a:lnTo>
                    <a:pt x="1806384" y="41668"/>
                  </a:lnTo>
                  <a:lnTo>
                    <a:pt x="1806384" y="2514"/>
                  </a:lnTo>
                  <a:close/>
                </a:path>
                <a:path w="1813559" h="271780">
                  <a:moveTo>
                    <a:pt x="1813115" y="239229"/>
                  </a:moveTo>
                  <a:lnTo>
                    <a:pt x="1662925" y="239229"/>
                  </a:lnTo>
                  <a:lnTo>
                    <a:pt x="1662925" y="179755"/>
                  </a:lnTo>
                  <a:lnTo>
                    <a:pt x="1629879" y="179755"/>
                  </a:lnTo>
                  <a:lnTo>
                    <a:pt x="1629879" y="266065"/>
                  </a:lnTo>
                  <a:lnTo>
                    <a:pt x="1813115" y="266065"/>
                  </a:lnTo>
                  <a:lnTo>
                    <a:pt x="1813115" y="2392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18439" y="2885122"/>
              <a:ext cx="245123" cy="25291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680816" y="2869018"/>
              <a:ext cx="320675" cy="264160"/>
            </a:xfrm>
            <a:custGeom>
              <a:avLst/>
              <a:gdLst/>
              <a:ahLst/>
              <a:cxnLst/>
              <a:rect l="l" t="t" r="r" b="b"/>
              <a:pathLst>
                <a:path w="320675" h="264160">
                  <a:moveTo>
                    <a:pt x="154711" y="57467"/>
                  </a:moveTo>
                  <a:lnTo>
                    <a:pt x="149669" y="38023"/>
                  </a:lnTo>
                  <a:lnTo>
                    <a:pt x="146177" y="34213"/>
                  </a:lnTo>
                  <a:lnTo>
                    <a:pt x="135839" y="22936"/>
                  </a:lnTo>
                  <a:lnTo>
                    <a:pt x="123139" y="17106"/>
                  </a:lnTo>
                  <a:lnTo>
                    <a:pt x="123139" y="57467"/>
                  </a:lnTo>
                  <a:lnTo>
                    <a:pt x="120408" y="67246"/>
                  </a:lnTo>
                  <a:lnTo>
                    <a:pt x="113068" y="74485"/>
                  </a:lnTo>
                  <a:lnTo>
                    <a:pt x="101892" y="78981"/>
                  </a:lnTo>
                  <a:lnTo>
                    <a:pt x="87668" y="80518"/>
                  </a:lnTo>
                  <a:lnTo>
                    <a:pt x="72999" y="78981"/>
                  </a:lnTo>
                  <a:lnTo>
                    <a:pt x="61645" y="74485"/>
                  </a:lnTo>
                  <a:lnTo>
                    <a:pt x="54368" y="67246"/>
                  </a:lnTo>
                  <a:lnTo>
                    <a:pt x="51892" y="57467"/>
                  </a:lnTo>
                  <a:lnTo>
                    <a:pt x="54368" y="47650"/>
                  </a:lnTo>
                  <a:lnTo>
                    <a:pt x="61645" y="40322"/>
                  </a:lnTo>
                  <a:lnTo>
                    <a:pt x="72999" y="35750"/>
                  </a:lnTo>
                  <a:lnTo>
                    <a:pt x="87668" y="34213"/>
                  </a:lnTo>
                  <a:lnTo>
                    <a:pt x="101892" y="35750"/>
                  </a:lnTo>
                  <a:lnTo>
                    <a:pt x="113068" y="40322"/>
                  </a:lnTo>
                  <a:lnTo>
                    <a:pt x="120408" y="47650"/>
                  </a:lnTo>
                  <a:lnTo>
                    <a:pt x="123139" y="57467"/>
                  </a:lnTo>
                  <a:lnTo>
                    <a:pt x="123139" y="17106"/>
                  </a:lnTo>
                  <a:lnTo>
                    <a:pt x="114681" y="13208"/>
                  </a:lnTo>
                  <a:lnTo>
                    <a:pt x="87668" y="9791"/>
                  </a:lnTo>
                  <a:lnTo>
                    <a:pt x="60337" y="13208"/>
                  </a:lnTo>
                  <a:lnTo>
                    <a:pt x="39090" y="22936"/>
                  </a:lnTo>
                  <a:lnTo>
                    <a:pt x="25323" y="38023"/>
                  </a:lnTo>
                  <a:lnTo>
                    <a:pt x="20421" y="57467"/>
                  </a:lnTo>
                  <a:lnTo>
                    <a:pt x="25336" y="77000"/>
                  </a:lnTo>
                  <a:lnTo>
                    <a:pt x="39128" y="91859"/>
                  </a:lnTo>
                  <a:lnTo>
                    <a:pt x="60375" y="101307"/>
                  </a:lnTo>
                  <a:lnTo>
                    <a:pt x="87668" y="104622"/>
                  </a:lnTo>
                  <a:lnTo>
                    <a:pt x="114681" y="101307"/>
                  </a:lnTo>
                  <a:lnTo>
                    <a:pt x="135839" y="91859"/>
                  </a:lnTo>
                  <a:lnTo>
                    <a:pt x="146392" y="80518"/>
                  </a:lnTo>
                  <a:lnTo>
                    <a:pt x="149669" y="77000"/>
                  </a:lnTo>
                  <a:lnTo>
                    <a:pt x="154711" y="57467"/>
                  </a:lnTo>
                  <a:close/>
                </a:path>
                <a:path w="320675" h="264160">
                  <a:moveTo>
                    <a:pt x="175348" y="136613"/>
                  </a:moveTo>
                  <a:lnTo>
                    <a:pt x="173342" y="112826"/>
                  </a:lnTo>
                  <a:lnTo>
                    <a:pt x="129171" y="117119"/>
                  </a:lnTo>
                  <a:lnTo>
                    <a:pt x="83870" y="119494"/>
                  </a:lnTo>
                  <a:lnTo>
                    <a:pt x="39979" y="120561"/>
                  </a:lnTo>
                  <a:lnTo>
                    <a:pt x="0" y="120942"/>
                  </a:lnTo>
                  <a:lnTo>
                    <a:pt x="4000" y="147358"/>
                  </a:lnTo>
                  <a:lnTo>
                    <a:pt x="37642" y="147167"/>
                  </a:lnTo>
                  <a:lnTo>
                    <a:pt x="55638" y="146824"/>
                  </a:lnTo>
                  <a:lnTo>
                    <a:pt x="74206" y="146202"/>
                  </a:lnTo>
                  <a:lnTo>
                    <a:pt x="74206" y="196088"/>
                  </a:lnTo>
                  <a:lnTo>
                    <a:pt x="107454" y="196088"/>
                  </a:lnTo>
                  <a:lnTo>
                    <a:pt x="107454" y="146202"/>
                  </a:lnTo>
                  <a:lnTo>
                    <a:pt x="107454" y="144411"/>
                  </a:lnTo>
                  <a:lnTo>
                    <a:pt x="124548" y="143002"/>
                  </a:lnTo>
                  <a:lnTo>
                    <a:pt x="141643" y="141262"/>
                  </a:lnTo>
                  <a:lnTo>
                    <a:pt x="158610" y="139153"/>
                  </a:lnTo>
                  <a:lnTo>
                    <a:pt x="175348" y="136613"/>
                  </a:lnTo>
                  <a:close/>
                </a:path>
                <a:path w="320675" h="264160">
                  <a:moveTo>
                    <a:pt x="226809" y="0"/>
                  </a:moveTo>
                  <a:lnTo>
                    <a:pt x="193548" y="0"/>
                  </a:lnTo>
                  <a:lnTo>
                    <a:pt x="193548" y="157035"/>
                  </a:lnTo>
                  <a:lnTo>
                    <a:pt x="140830" y="157035"/>
                  </a:lnTo>
                  <a:lnTo>
                    <a:pt x="140830" y="179984"/>
                  </a:lnTo>
                  <a:lnTo>
                    <a:pt x="193548" y="179984"/>
                  </a:lnTo>
                  <a:lnTo>
                    <a:pt x="193548" y="203555"/>
                  </a:lnTo>
                  <a:lnTo>
                    <a:pt x="226809" y="203555"/>
                  </a:lnTo>
                  <a:lnTo>
                    <a:pt x="226809" y="0"/>
                  </a:lnTo>
                  <a:close/>
                </a:path>
                <a:path w="320675" h="264160">
                  <a:moveTo>
                    <a:pt x="233019" y="236715"/>
                  </a:moveTo>
                  <a:lnTo>
                    <a:pt x="68834" y="236715"/>
                  </a:lnTo>
                  <a:lnTo>
                    <a:pt x="68834" y="183870"/>
                  </a:lnTo>
                  <a:lnTo>
                    <a:pt x="35687" y="183870"/>
                  </a:lnTo>
                  <a:lnTo>
                    <a:pt x="35687" y="263550"/>
                  </a:lnTo>
                  <a:lnTo>
                    <a:pt x="233019" y="263550"/>
                  </a:lnTo>
                  <a:lnTo>
                    <a:pt x="233019" y="236715"/>
                  </a:lnTo>
                  <a:close/>
                </a:path>
                <a:path w="320675" h="264160">
                  <a:moveTo>
                    <a:pt x="320382" y="221551"/>
                  </a:moveTo>
                  <a:lnTo>
                    <a:pt x="318477" y="212661"/>
                  </a:lnTo>
                  <a:lnTo>
                    <a:pt x="313474" y="205397"/>
                  </a:lnTo>
                  <a:lnTo>
                    <a:pt x="306158" y="200507"/>
                  </a:lnTo>
                  <a:lnTo>
                    <a:pt x="297332" y="198716"/>
                  </a:lnTo>
                  <a:lnTo>
                    <a:pt x="288328" y="200507"/>
                  </a:lnTo>
                  <a:lnTo>
                    <a:pt x="280949" y="205397"/>
                  </a:lnTo>
                  <a:lnTo>
                    <a:pt x="275996" y="212661"/>
                  </a:lnTo>
                  <a:lnTo>
                    <a:pt x="274281" y="221551"/>
                  </a:lnTo>
                  <a:lnTo>
                    <a:pt x="275996" y="230530"/>
                  </a:lnTo>
                  <a:lnTo>
                    <a:pt x="280949" y="237858"/>
                  </a:lnTo>
                  <a:lnTo>
                    <a:pt x="288328" y="242798"/>
                  </a:lnTo>
                  <a:lnTo>
                    <a:pt x="297332" y="244602"/>
                  </a:lnTo>
                  <a:lnTo>
                    <a:pt x="306158" y="242798"/>
                  </a:lnTo>
                  <a:lnTo>
                    <a:pt x="313474" y="237858"/>
                  </a:lnTo>
                  <a:lnTo>
                    <a:pt x="318477" y="230530"/>
                  </a:lnTo>
                  <a:lnTo>
                    <a:pt x="320382" y="2215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720366" y="3746185"/>
            <a:ext cx="231775" cy="220979"/>
            <a:chOff x="720366" y="3746185"/>
            <a:chExt cx="231775" cy="220979"/>
          </a:xfrm>
        </p:grpSpPr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0366" y="3746185"/>
              <a:ext cx="150610" cy="21849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05603" y="392110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23049" y="0"/>
                  </a:moveTo>
                  <a:lnTo>
                    <a:pt x="14045" y="1792"/>
                  </a:lnTo>
                  <a:lnTo>
                    <a:pt x="6670" y="6683"/>
                  </a:lnTo>
                  <a:lnTo>
                    <a:pt x="1721" y="13942"/>
                  </a:lnTo>
                  <a:lnTo>
                    <a:pt x="0" y="22838"/>
                  </a:lnTo>
                  <a:lnTo>
                    <a:pt x="1721" y="31812"/>
                  </a:lnTo>
                  <a:lnTo>
                    <a:pt x="6670" y="39139"/>
                  </a:lnTo>
                  <a:lnTo>
                    <a:pt x="14045" y="44077"/>
                  </a:lnTo>
                  <a:lnTo>
                    <a:pt x="23049" y="45888"/>
                  </a:lnTo>
                  <a:lnTo>
                    <a:pt x="31875" y="44077"/>
                  </a:lnTo>
                  <a:lnTo>
                    <a:pt x="39191" y="39139"/>
                  </a:lnTo>
                  <a:lnTo>
                    <a:pt x="44199" y="31812"/>
                  </a:lnTo>
                  <a:lnTo>
                    <a:pt x="46098" y="22838"/>
                  </a:lnTo>
                  <a:lnTo>
                    <a:pt x="44199" y="13942"/>
                  </a:lnTo>
                  <a:lnTo>
                    <a:pt x="39191" y="6683"/>
                  </a:lnTo>
                  <a:lnTo>
                    <a:pt x="31875" y="1792"/>
                  </a:lnTo>
                  <a:lnTo>
                    <a:pt x="23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062703" y="3738818"/>
            <a:ext cx="458470" cy="288290"/>
            <a:chOff x="1062703" y="3738818"/>
            <a:chExt cx="458470" cy="288290"/>
          </a:xfrm>
        </p:grpSpPr>
        <p:sp>
          <p:nvSpPr>
            <p:cNvPr id="39" name="object 39"/>
            <p:cNvSpPr/>
            <p:nvPr/>
          </p:nvSpPr>
          <p:spPr>
            <a:xfrm>
              <a:off x="1062697" y="3738829"/>
              <a:ext cx="204470" cy="226695"/>
            </a:xfrm>
            <a:custGeom>
              <a:avLst/>
              <a:gdLst/>
              <a:ahLst/>
              <a:cxnLst/>
              <a:rect l="l" t="t" r="r" b="b"/>
              <a:pathLst>
                <a:path w="204469" h="226695">
                  <a:moveTo>
                    <a:pt x="133769" y="193090"/>
                  </a:moveTo>
                  <a:lnTo>
                    <a:pt x="38620" y="193090"/>
                  </a:lnTo>
                  <a:lnTo>
                    <a:pt x="38620" y="10210"/>
                  </a:lnTo>
                  <a:lnTo>
                    <a:pt x="0" y="10210"/>
                  </a:lnTo>
                  <a:lnTo>
                    <a:pt x="0" y="193090"/>
                  </a:lnTo>
                  <a:lnTo>
                    <a:pt x="0" y="226110"/>
                  </a:lnTo>
                  <a:lnTo>
                    <a:pt x="133769" y="226110"/>
                  </a:lnTo>
                  <a:lnTo>
                    <a:pt x="133769" y="193090"/>
                  </a:lnTo>
                  <a:close/>
                </a:path>
                <a:path w="204469" h="226695">
                  <a:moveTo>
                    <a:pt x="201129" y="64198"/>
                  </a:moveTo>
                  <a:lnTo>
                    <a:pt x="163233" y="64198"/>
                  </a:lnTo>
                  <a:lnTo>
                    <a:pt x="163233" y="225856"/>
                  </a:lnTo>
                  <a:lnTo>
                    <a:pt x="201129" y="225856"/>
                  </a:lnTo>
                  <a:lnTo>
                    <a:pt x="201129" y="64198"/>
                  </a:lnTo>
                  <a:close/>
                </a:path>
                <a:path w="204469" h="226695">
                  <a:moveTo>
                    <a:pt x="204177" y="20624"/>
                  </a:moveTo>
                  <a:lnTo>
                    <a:pt x="202438" y="12560"/>
                  </a:lnTo>
                  <a:lnTo>
                    <a:pt x="197700" y="6007"/>
                  </a:lnTo>
                  <a:lnTo>
                    <a:pt x="190728" y="1600"/>
                  </a:lnTo>
                  <a:lnTo>
                    <a:pt x="182283" y="0"/>
                  </a:lnTo>
                  <a:lnTo>
                    <a:pt x="173685" y="1600"/>
                  </a:lnTo>
                  <a:lnTo>
                    <a:pt x="166662" y="6007"/>
                  </a:lnTo>
                  <a:lnTo>
                    <a:pt x="161925" y="12560"/>
                  </a:lnTo>
                  <a:lnTo>
                    <a:pt x="160185" y="20624"/>
                  </a:lnTo>
                  <a:lnTo>
                    <a:pt x="161925" y="28625"/>
                  </a:lnTo>
                  <a:lnTo>
                    <a:pt x="166662" y="35153"/>
                  </a:lnTo>
                  <a:lnTo>
                    <a:pt x="173685" y="39535"/>
                  </a:lnTo>
                  <a:lnTo>
                    <a:pt x="182283" y="41148"/>
                  </a:lnTo>
                  <a:lnTo>
                    <a:pt x="190728" y="39535"/>
                  </a:lnTo>
                  <a:lnTo>
                    <a:pt x="197700" y="35153"/>
                  </a:lnTo>
                  <a:lnTo>
                    <a:pt x="202438" y="28625"/>
                  </a:lnTo>
                  <a:lnTo>
                    <a:pt x="204177" y="20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00354" y="3803019"/>
              <a:ext cx="140822" cy="16376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467699" y="3943211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40" h="83820">
                  <a:moveTo>
                    <a:pt x="53150" y="0"/>
                  </a:moveTo>
                  <a:lnTo>
                    <a:pt x="15366" y="0"/>
                  </a:lnTo>
                  <a:lnTo>
                    <a:pt x="0" y="83462"/>
                  </a:lnTo>
                  <a:lnTo>
                    <a:pt x="28417" y="83462"/>
                  </a:lnTo>
                  <a:lnTo>
                    <a:pt x="5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1623323" y="3749132"/>
            <a:ext cx="339725" cy="278130"/>
            <a:chOff x="1623323" y="3749132"/>
            <a:chExt cx="339725" cy="278130"/>
          </a:xfrm>
        </p:grpSpPr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23323" y="3749132"/>
              <a:ext cx="187763" cy="21554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36445" y="3921112"/>
              <a:ext cx="126364" cy="106045"/>
            </a:xfrm>
            <a:custGeom>
              <a:avLst/>
              <a:gdLst/>
              <a:ahLst/>
              <a:cxnLst/>
              <a:rect l="l" t="t" r="r" b="b"/>
              <a:pathLst>
                <a:path w="126364" h="106045">
                  <a:moveTo>
                    <a:pt x="46101" y="22847"/>
                  </a:moveTo>
                  <a:lnTo>
                    <a:pt x="44196" y="13944"/>
                  </a:lnTo>
                  <a:lnTo>
                    <a:pt x="39192" y="6680"/>
                  </a:lnTo>
                  <a:lnTo>
                    <a:pt x="31877" y="1790"/>
                  </a:lnTo>
                  <a:lnTo>
                    <a:pt x="23050" y="0"/>
                  </a:lnTo>
                  <a:lnTo>
                    <a:pt x="14046" y="1790"/>
                  </a:lnTo>
                  <a:lnTo>
                    <a:pt x="6667" y="6680"/>
                  </a:lnTo>
                  <a:lnTo>
                    <a:pt x="1727" y="13944"/>
                  </a:lnTo>
                  <a:lnTo>
                    <a:pt x="0" y="22847"/>
                  </a:lnTo>
                  <a:lnTo>
                    <a:pt x="1727" y="31813"/>
                  </a:lnTo>
                  <a:lnTo>
                    <a:pt x="6667" y="39141"/>
                  </a:lnTo>
                  <a:lnTo>
                    <a:pt x="14046" y="44081"/>
                  </a:lnTo>
                  <a:lnTo>
                    <a:pt x="23050" y="45897"/>
                  </a:lnTo>
                  <a:lnTo>
                    <a:pt x="31877" y="44081"/>
                  </a:lnTo>
                  <a:lnTo>
                    <a:pt x="39192" y="39141"/>
                  </a:lnTo>
                  <a:lnTo>
                    <a:pt x="44196" y="31813"/>
                  </a:lnTo>
                  <a:lnTo>
                    <a:pt x="46101" y="22847"/>
                  </a:lnTo>
                  <a:close/>
                </a:path>
                <a:path w="126364" h="106045">
                  <a:moveTo>
                    <a:pt x="125984" y="22110"/>
                  </a:moveTo>
                  <a:lnTo>
                    <a:pt x="88201" y="22110"/>
                  </a:lnTo>
                  <a:lnTo>
                    <a:pt x="72834" y="105562"/>
                  </a:lnTo>
                  <a:lnTo>
                    <a:pt x="101244" y="105562"/>
                  </a:lnTo>
                  <a:lnTo>
                    <a:pt x="125984" y="22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2073315" y="3749132"/>
            <a:ext cx="761365" cy="278130"/>
            <a:chOff x="2073315" y="3749132"/>
            <a:chExt cx="761365" cy="278130"/>
          </a:xfrm>
        </p:grpSpPr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73315" y="3749132"/>
              <a:ext cx="159977" cy="21554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66868" y="3749132"/>
              <a:ext cx="142716" cy="21554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38256" y="3800914"/>
              <a:ext cx="139200" cy="16702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06505" y="3800914"/>
              <a:ext cx="154820" cy="16692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780902" y="3943211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39" h="83820">
                  <a:moveTo>
                    <a:pt x="53150" y="0"/>
                  </a:moveTo>
                  <a:lnTo>
                    <a:pt x="15366" y="0"/>
                  </a:lnTo>
                  <a:lnTo>
                    <a:pt x="0" y="83462"/>
                  </a:lnTo>
                  <a:lnTo>
                    <a:pt x="28417" y="83462"/>
                  </a:lnTo>
                  <a:lnTo>
                    <a:pt x="5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/>
          <p:nvPr/>
        </p:nvSpPr>
        <p:spPr>
          <a:xfrm>
            <a:off x="2949843" y="3873500"/>
            <a:ext cx="38735" cy="91440"/>
          </a:xfrm>
          <a:custGeom>
            <a:avLst/>
            <a:gdLst/>
            <a:ahLst/>
            <a:cxnLst/>
            <a:rect l="l" t="t" r="r" b="b"/>
            <a:pathLst>
              <a:path w="38735" h="91439">
                <a:moveTo>
                  <a:pt x="0" y="91439"/>
                </a:moveTo>
                <a:lnTo>
                  <a:pt x="38626" y="91439"/>
                </a:lnTo>
                <a:lnTo>
                  <a:pt x="38626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949841" y="3749039"/>
            <a:ext cx="342900" cy="278130"/>
          </a:xfrm>
          <a:custGeom>
            <a:avLst/>
            <a:gdLst/>
            <a:ahLst/>
            <a:cxnLst/>
            <a:rect l="l" t="t" r="r" b="b"/>
            <a:pathLst>
              <a:path w="342900" h="278129">
                <a:moveTo>
                  <a:pt x="177761" y="0"/>
                </a:moveTo>
                <a:lnTo>
                  <a:pt x="138925" y="0"/>
                </a:lnTo>
                <a:lnTo>
                  <a:pt x="138925" y="91452"/>
                </a:lnTo>
                <a:lnTo>
                  <a:pt x="38620" y="91452"/>
                </a:lnTo>
                <a:lnTo>
                  <a:pt x="38620" y="0"/>
                </a:lnTo>
                <a:lnTo>
                  <a:pt x="0" y="0"/>
                </a:lnTo>
                <a:lnTo>
                  <a:pt x="0" y="91452"/>
                </a:lnTo>
                <a:lnTo>
                  <a:pt x="0" y="124460"/>
                </a:lnTo>
                <a:lnTo>
                  <a:pt x="138925" y="124460"/>
                </a:lnTo>
                <a:lnTo>
                  <a:pt x="138925" y="215900"/>
                </a:lnTo>
                <a:lnTo>
                  <a:pt x="177761" y="215900"/>
                </a:lnTo>
                <a:lnTo>
                  <a:pt x="177761" y="124460"/>
                </a:lnTo>
                <a:lnTo>
                  <a:pt x="177761" y="91452"/>
                </a:lnTo>
                <a:lnTo>
                  <a:pt x="177761" y="0"/>
                </a:lnTo>
                <a:close/>
              </a:path>
              <a:path w="342900" h="278129">
                <a:moveTo>
                  <a:pt x="262483" y="194919"/>
                </a:moveTo>
                <a:lnTo>
                  <a:pt x="260591" y="186016"/>
                </a:lnTo>
                <a:lnTo>
                  <a:pt x="255574" y="178752"/>
                </a:lnTo>
                <a:lnTo>
                  <a:pt x="248259" y="173863"/>
                </a:lnTo>
                <a:lnTo>
                  <a:pt x="239433" y="172072"/>
                </a:lnTo>
                <a:lnTo>
                  <a:pt x="230428" y="173863"/>
                </a:lnTo>
                <a:lnTo>
                  <a:pt x="223062" y="178752"/>
                </a:lnTo>
                <a:lnTo>
                  <a:pt x="218109" y="186016"/>
                </a:lnTo>
                <a:lnTo>
                  <a:pt x="216382" y="194919"/>
                </a:lnTo>
                <a:lnTo>
                  <a:pt x="218109" y="203885"/>
                </a:lnTo>
                <a:lnTo>
                  <a:pt x="223062" y="211213"/>
                </a:lnTo>
                <a:lnTo>
                  <a:pt x="230428" y="216154"/>
                </a:lnTo>
                <a:lnTo>
                  <a:pt x="239433" y="217970"/>
                </a:lnTo>
                <a:lnTo>
                  <a:pt x="248259" y="216154"/>
                </a:lnTo>
                <a:lnTo>
                  <a:pt x="255574" y="211213"/>
                </a:lnTo>
                <a:lnTo>
                  <a:pt x="260591" y="203885"/>
                </a:lnTo>
                <a:lnTo>
                  <a:pt x="262483" y="194919"/>
                </a:lnTo>
                <a:close/>
              </a:path>
              <a:path w="342900" h="278129">
                <a:moveTo>
                  <a:pt x="342366" y="194183"/>
                </a:moveTo>
                <a:lnTo>
                  <a:pt x="304584" y="194183"/>
                </a:lnTo>
                <a:lnTo>
                  <a:pt x="289217" y="277634"/>
                </a:lnTo>
                <a:lnTo>
                  <a:pt x="317639" y="277634"/>
                </a:lnTo>
                <a:lnTo>
                  <a:pt x="342366" y="194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3398508" y="3738818"/>
            <a:ext cx="663575" cy="288290"/>
            <a:chOff x="3398508" y="3738818"/>
            <a:chExt cx="663575" cy="288290"/>
          </a:xfrm>
        </p:grpSpPr>
        <p:sp>
          <p:nvSpPr>
            <p:cNvPr id="54" name="object 54"/>
            <p:cNvSpPr/>
            <p:nvPr/>
          </p:nvSpPr>
          <p:spPr>
            <a:xfrm>
              <a:off x="3398507" y="3738829"/>
              <a:ext cx="241935" cy="226695"/>
            </a:xfrm>
            <a:custGeom>
              <a:avLst/>
              <a:gdLst/>
              <a:ahLst/>
              <a:cxnLst/>
              <a:rect l="l" t="t" r="r" b="b"/>
              <a:pathLst>
                <a:path w="241935" h="226695">
                  <a:moveTo>
                    <a:pt x="171653" y="10210"/>
                  </a:moveTo>
                  <a:lnTo>
                    <a:pt x="0" y="10210"/>
                  </a:lnTo>
                  <a:lnTo>
                    <a:pt x="0" y="43243"/>
                  </a:lnTo>
                  <a:lnTo>
                    <a:pt x="66611" y="43243"/>
                  </a:lnTo>
                  <a:lnTo>
                    <a:pt x="66611" y="226110"/>
                  </a:lnTo>
                  <a:lnTo>
                    <a:pt x="105143" y="226110"/>
                  </a:lnTo>
                  <a:lnTo>
                    <a:pt x="105143" y="43243"/>
                  </a:lnTo>
                  <a:lnTo>
                    <a:pt x="171653" y="43243"/>
                  </a:lnTo>
                  <a:lnTo>
                    <a:pt x="171653" y="10210"/>
                  </a:lnTo>
                  <a:close/>
                </a:path>
                <a:path w="241935" h="226695">
                  <a:moveTo>
                    <a:pt x="238379" y="64198"/>
                  </a:moveTo>
                  <a:lnTo>
                    <a:pt x="200494" y="64198"/>
                  </a:lnTo>
                  <a:lnTo>
                    <a:pt x="200494" y="225856"/>
                  </a:lnTo>
                  <a:lnTo>
                    <a:pt x="238379" y="225856"/>
                  </a:lnTo>
                  <a:lnTo>
                    <a:pt x="238379" y="64198"/>
                  </a:lnTo>
                  <a:close/>
                </a:path>
                <a:path w="241935" h="226695">
                  <a:moveTo>
                    <a:pt x="241439" y="20624"/>
                  </a:moveTo>
                  <a:lnTo>
                    <a:pt x="239687" y="12560"/>
                  </a:lnTo>
                  <a:lnTo>
                    <a:pt x="234950" y="6007"/>
                  </a:lnTo>
                  <a:lnTo>
                    <a:pt x="227977" y="1600"/>
                  </a:lnTo>
                  <a:lnTo>
                    <a:pt x="219544" y="0"/>
                  </a:lnTo>
                  <a:lnTo>
                    <a:pt x="210934" y="1600"/>
                  </a:lnTo>
                  <a:lnTo>
                    <a:pt x="203911" y="6007"/>
                  </a:lnTo>
                  <a:lnTo>
                    <a:pt x="199174" y="12560"/>
                  </a:lnTo>
                  <a:lnTo>
                    <a:pt x="197446" y="20624"/>
                  </a:lnTo>
                  <a:lnTo>
                    <a:pt x="199174" y="28625"/>
                  </a:lnTo>
                  <a:lnTo>
                    <a:pt x="203911" y="35153"/>
                  </a:lnTo>
                  <a:lnTo>
                    <a:pt x="210934" y="39535"/>
                  </a:lnTo>
                  <a:lnTo>
                    <a:pt x="219544" y="41148"/>
                  </a:lnTo>
                  <a:lnTo>
                    <a:pt x="227977" y="39535"/>
                  </a:lnTo>
                  <a:lnTo>
                    <a:pt x="234950" y="35153"/>
                  </a:lnTo>
                  <a:lnTo>
                    <a:pt x="239687" y="28625"/>
                  </a:lnTo>
                  <a:lnTo>
                    <a:pt x="241439" y="20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65882" y="3800915"/>
              <a:ext cx="139200" cy="16702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41078" y="3800915"/>
              <a:ext cx="141664" cy="163766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008844" y="3943211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39" h="83820">
                  <a:moveTo>
                    <a:pt x="53150" y="0"/>
                  </a:moveTo>
                  <a:lnTo>
                    <a:pt x="15366" y="0"/>
                  </a:lnTo>
                  <a:lnTo>
                    <a:pt x="0" y="83462"/>
                  </a:lnTo>
                  <a:lnTo>
                    <a:pt x="28417" y="83462"/>
                  </a:lnTo>
                  <a:lnTo>
                    <a:pt x="5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4177676" y="3749132"/>
            <a:ext cx="390525" cy="278130"/>
            <a:chOff x="4177676" y="3749132"/>
            <a:chExt cx="390525" cy="278130"/>
          </a:xfrm>
        </p:grpSpPr>
        <p:pic>
          <p:nvPicPr>
            <p:cNvPr id="59" name="object 5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77676" y="3749132"/>
              <a:ext cx="225757" cy="21554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442053" y="3921112"/>
              <a:ext cx="126364" cy="106045"/>
            </a:xfrm>
            <a:custGeom>
              <a:avLst/>
              <a:gdLst/>
              <a:ahLst/>
              <a:cxnLst/>
              <a:rect l="l" t="t" r="r" b="b"/>
              <a:pathLst>
                <a:path w="126364" h="106045">
                  <a:moveTo>
                    <a:pt x="46101" y="22847"/>
                  </a:moveTo>
                  <a:lnTo>
                    <a:pt x="44196" y="13944"/>
                  </a:lnTo>
                  <a:lnTo>
                    <a:pt x="39192" y="6680"/>
                  </a:lnTo>
                  <a:lnTo>
                    <a:pt x="31877" y="1790"/>
                  </a:lnTo>
                  <a:lnTo>
                    <a:pt x="23050" y="0"/>
                  </a:lnTo>
                  <a:lnTo>
                    <a:pt x="14046" y="1790"/>
                  </a:lnTo>
                  <a:lnTo>
                    <a:pt x="6667" y="6680"/>
                  </a:lnTo>
                  <a:lnTo>
                    <a:pt x="1727" y="13944"/>
                  </a:lnTo>
                  <a:lnTo>
                    <a:pt x="0" y="22847"/>
                  </a:lnTo>
                  <a:lnTo>
                    <a:pt x="1727" y="31813"/>
                  </a:lnTo>
                  <a:lnTo>
                    <a:pt x="6667" y="39141"/>
                  </a:lnTo>
                  <a:lnTo>
                    <a:pt x="14046" y="44081"/>
                  </a:lnTo>
                  <a:lnTo>
                    <a:pt x="23050" y="45897"/>
                  </a:lnTo>
                  <a:lnTo>
                    <a:pt x="31877" y="44081"/>
                  </a:lnTo>
                  <a:lnTo>
                    <a:pt x="39192" y="39141"/>
                  </a:lnTo>
                  <a:lnTo>
                    <a:pt x="44196" y="31813"/>
                  </a:lnTo>
                  <a:lnTo>
                    <a:pt x="46101" y="22847"/>
                  </a:lnTo>
                  <a:close/>
                </a:path>
                <a:path w="126364" h="106045">
                  <a:moveTo>
                    <a:pt x="125984" y="22110"/>
                  </a:moveTo>
                  <a:lnTo>
                    <a:pt x="88201" y="22110"/>
                  </a:lnTo>
                  <a:lnTo>
                    <a:pt x="72834" y="105562"/>
                  </a:lnTo>
                  <a:lnTo>
                    <a:pt x="101244" y="105562"/>
                  </a:lnTo>
                  <a:lnTo>
                    <a:pt x="125984" y="22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4675946" y="3746185"/>
            <a:ext cx="951865" cy="282575"/>
            <a:chOff x="4675946" y="3746185"/>
            <a:chExt cx="951865" cy="282575"/>
          </a:xfrm>
        </p:grpSpPr>
        <p:pic>
          <p:nvPicPr>
            <p:cNvPr id="62" name="object 6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675946" y="3746185"/>
              <a:ext cx="165240" cy="22175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71814" y="3749132"/>
              <a:ext cx="142716" cy="21554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43790" y="3800914"/>
              <a:ext cx="150294" cy="16692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23765" y="3800914"/>
              <a:ext cx="141664" cy="16376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95004" y="3800914"/>
              <a:ext cx="152610" cy="22775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574138" y="3943210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39" h="83820">
                  <a:moveTo>
                    <a:pt x="53150" y="0"/>
                  </a:moveTo>
                  <a:lnTo>
                    <a:pt x="15366" y="0"/>
                  </a:lnTo>
                  <a:lnTo>
                    <a:pt x="0" y="83462"/>
                  </a:lnTo>
                  <a:lnTo>
                    <a:pt x="28416" y="83462"/>
                  </a:lnTo>
                  <a:lnTo>
                    <a:pt x="5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/>
          <p:nvPr/>
        </p:nvSpPr>
        <p:spPr>
          <a:xfrm>
            <a:off x="5743041" y="3749039"/>
            <a:ext cx="289560" cy="278130"/>
          </a:xfrm>
          <a:custGeom>
            <a:avLst/>
            <a:gdLst/>
            <a:ahLst/>
            <a:cxnLst/>
            <a:rect l="l" t="t" r="r" b="b"/>
            <a:pathLst>
              <a:path w="289560" h="278129">
                <a:moveTo>
                  <a:pt x="133769" y="182880"/>
                </a:moveTo>
                <a:lnTo>
                  <a:pt x="38633" y="182880"/>
                </a:lnTo>
                <a:lnTo>
                  <a:pt x="38633" y="0"/>
                </a:lnTo>
                <a:lnTo>
                  <a:pt x="0" y="0"/>
                </a:lnTo>
                <a:lnTo>
                  <a:pt x="0" y="182880"/>
                </a:lnTo>
                <a:lnTo>
                  <a:pt x="0" y="215900"/>
                </a:lnTo>
                <a:lnTo>
                  <a:pt x="133769" y="215900"/>
                </a:lnTo>
                <a:lnTo>
                  <a:pt x="133769" y="182880"/>
                </a:lnTo>
                <a:close/>
              </a:path>
              <a:path w="289560" h="278129">
                <a:moveTo>
                  <a:pt x="209550" y="194919"/>
                </a:moveTo>
                <a:lnTo>
                  <a:pt x="207657" y="186016"/>
                </a:lnTo>
                <a:lnTo>
                  <a:pt x="202641" y="178752"/>
                </a:lnTo>
                <a:lnTo>
                  <a:pt x="195326" y="173863"/>
                </a:lnTo>
                <a:lnTo>
                  <a:pt x="186499" y="172072"/>
                </a:lnTo>
                <a:lnTo>
                  <a:pt x="177495" y="173863"/>
                </a:lnTo>
                <a:lnTo>
                  <a:pt x="170129" y="178752"/>
                </a:lnTo>
                <a:lnTo>
                  <a:pt x="165176" y="186016"/>
                </a:lnTo>
                <a:lnTo>
                  <a:pt x="163449" y="194919"/>
                </a:lnTo>
                <a:lnTo>
                  <a:pt x="165176" y="203885"/>
                </a:lnTo>
                <a:lnTo>
                  <a:pt x="170129" y="211213"/>
                </a:lnTo>
                <a:lnTo>
                  <a:pt x="177495" y="216154"/>
                </a:lnTo>
                <a:lnTo>
                  <a:pt x="186499" y="217970"/>
                </a:lnTo>
                <a:lnTo>
                  <a:pt x="195326" y="216154"/>
                </a:lnTo>
                <a:lnTo>
                  <a:pt x="202641" y="211213"/>
                </a:lnTo>
                <a:lnTo>
                  <a:pt x="207657" y="203885"/>
                </a:lnTo>
                <a:lnTo>
                  <a:pt x="209550" y="194919"/>
                </a:lnTo>
                <a:close/>
              </a:path>
              <a:path w="289560" h="278129">
                <a:moveTo>
                  <a:pt x="289433" y="194183"/>
                </a:moveTo>
                <a:lnTo>
                  <a:pt x="251650" y="194183"/>
                </a:lnTo>
                <a:lnTo>
                  <a:pt x="236283" y="277634"/>
                </a:lnTo>
                <a:lnTo>
                  <a:pt x="264706" y="277634"/>
                </a:lnTo>
                <a:lnTo>
                  <a:pt x="289433" y="194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6140415" y="3746185"/>
            <a:ext cx="763270" cy="280670"/>
            <a:chOff x="6140415" y="3746185"/>
            <a:chExt cx="763270" cy="280670"/>
          </a:xfrm>
        </p:grpSpPr>
        <p:pic>
          <p:nvPicPr>
            <p:cNvPr id="70" name="object 7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40415" y="3746185"/>
              <a:ext cx="165240" cy="22175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36282" y="3749132"/>
              <a:ext cx="142716" cy="21554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507671" y="3800914"/>
              <a:ext cx="139200" cy="16702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675920" y="3800914"/>
              <a:ext cx="154820" cy="166924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850317" y="3943210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40" h="83820">
                  <a:moveTo>
                    <a:pt x="53150" y="0"/>
                  </a:moveTo>
                  <a:lnTo>
                    <a:pt x="15365" y="0"/>
                  </a:lnTo>
                  <a:lnTo>
                    <a:pt x="0" y="83462"/>
                  </a:lnTo>
                  <a:lnTo>
                    <a:pt x="28416" y="83462"/>
                  </a:lnTo>
                  <a:lnTo>
                    <a:pt x="5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7006621" y="3749132"/>
            <a:ext cx="300990" cy="278130"/>
            <a:chOff x="7006621" y="3749132"/>
            <a:chExt cx="300990" cy="278130"/>
          </a:xfrm>
        </p:grpSpPr>
        <p:pic>
          <p:nvPicPr>
            <p:cNvPr id="76" name="object 7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06621" y="3749132"/>
              <a:ext cx="135981" cy="218495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181228" y="3921112"/>
              <a:ext cx="126364" cy="106045"/>
            </a:xfrm>
            <a:custGeom>
              <a:avLst/>
              <a:gdLst/>
              <a:ahLst/>
              <a:cxnLst/>
              <a:rect l="l" t="t" r="r" b="b"/>
              <a:pathLst>
                <a:path w="126365" h="106045">
                  <a:moveTo>
                    <a:pt x="46088" y="22847"/>
                  </a:moveTo>
                  <a:lnTo>
                    <a:pt x="44196" y="13944"/>
                  </a:lnTo>
                  <a:lnTo>
                    <a:pt x="39192" y="6680"/>
                  </a:lnTo>
                  <a:lnTo>
                    <a:pt x="31864" y="1790"/>
                  </a:lnTo>
                  <a:lnTo>
                    <a:pt x="23050" y="0"/>
                  </a:lnTo>
                  <a:lnTo>
                    <a:pt x="14046" y="1790"/>
                  </a:lnTo>
                  <a:lnTo>
                    <a:pt x="6667" y="6680"/>
                  </a:lnTo>
                  <a:lnTo>
                    <a:pt x="1714" y="13944"/>
                  </a:lnTo>
                  <a:lnTo>
                    <a:pt x="0" y="22847"/>
                  </a:lnTo>
                  <a:lnTo>
                    <a:pt x="1714" y="31813"/>
                  </a:lnTo>
                  <a:lnTo>
                    <a:pt x="6667" y="39141"/>
                  </a:lnTo>
                  <a:lnTo>
                    <a:pt x="14046" y="44081"/>
                  </a:lnTo>
                  <a:lnTo>
                    <a:pt x="23050" y="45897"/>
                  </a:lnTo>
                  <a:lnTo>
                    <a:pt x="31864" y="44081"/>
                  </a:lnTo>
                  <a:lnTo>
                    <a:pt x="39192" y="39141"/>
                  </a:lnTo>
                  <a:lnTo>
                    <a:pt x="44196" y="31813"/>
                  </a:lnTo>
                  <a:lnTo>
                    <a:pt x="46088" y="22847"/>
                  </a:lnTo>
                  <a:close/>
                </a:path>
                <a:path w="126365" h="106045">
                  <a:moveTo>
                    <a:pt x="125971" y="22110"/>
                  </a:moveTo>
                  <a:lnTo>
                    <a:pt x="88188" y="22110"/>
                  </a:lnTo>
                  <a:lnTo>
                    <a:pt x="72821" y="105562"/>
                  </a:lnTo>
                  <a:lnTo>
                    <a:pt x="101244" y="105562"/>
                  </a:lnTo>
                  <a:lnTo>
                    <a:pt x="125971" y="22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7408076" y="3738818"/>
            <a:ext cx="336550" cy="288290"/>
            <a:chOff x="7408076" y="3738818"/>
            <a:chExt cx="336550" cy="288290"/>
          </a:xfrm>
        </p:grpSpPr>
        <p:pic>
          <p:nvPicPr>
            <p:cNvPr id="79" name="object 7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408076" y="3749132"/>
              <a:ext cx="195446" cy="215549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7623937" y="3738829"/>
              <a:ext cx="120650" cy="288290"/>
            </a:xfrm>
            <a:custGeom>
              <a:avLst/>
              <a:gdLst/>
              <a:ahLst/>
              <a:cxnLst/>
              <a:rect l="l" t="t" r="r" b="b"/>
              <a:pathLst>
                <a:path w="120650" h="288289">
                  <a:moveTo>
                    <a:pt x="40944" y="64198"/>
                  </a:moveTo>
                  <a:lnTo>
                    <a:pt x="3048" y="64198"/>
                  </a:lnTo>
                  <a:lnTo>
                    <a:pt x="3048" y="225856"/>
                  </a:lnTo>
                  <a:lnTo>
                    <a:pt x="40944" y="225856"/>
                  </a:lnTo>
                  <a:lnTo>
                    <a:pt x="40944" y="64198"/>
                  </a:lnTo>
                  <a:close/>
                </a:path>
                <a:path w="120650" h="288289">
                  <a:moveTo>
                    <a:pt x="43992" y="20624"/>
                  </a:moveTo>
                  <a:lnTo>
                    <a:pt x="42240" y="12560"/>
                  </a:lnTo>
                  <a:lnTo>
                    <a:pt x="37503" y="6007"/>
                  </a:lnTo>
                  <a:lnTo>
                    <a:pt x="30543" y="1600"/>
                  </a:lnTo>
                  <a:lnTo>
                    <a:pt x="22098" y="0"/>
                  </a:lnTo>
                  <a:lnTo>
                    <a:pt x="13500" y="1600"/>
                  </a:lnTo>
                  <a:lnTo>
                    <a:pt x="6477" y="6007"/>
                  </a:lnTo>
                  <a:lnTo>
                    <a:pt x="1739" y="12560"/>
                  </a:lnTo>
                  <a:lnTo>
                    <a:pt x="0" y="20624"/>
                  </a:lnTo>
                  <a:lnTo>
                    <a:pt x="1739" y="28625"/>
                  </a:lnTo>
                  <a:lnTo>
                    <a:pt x="6477" y="35153"/>
                  </a:lnTo>
                  <a:lnTo>
                    <a:pt x="13500" y="39535"/>
                  </a:lnTo>
                  <a:lnTo>
                    <a:pt x="22098" y="41148"/>
                  </a:lnTo>
                  <a:lnTo>
                    <a:pt x="30543" y="39535"/>
                  </a:lnTo>
                  <a:lnTo>
                    <a:pt x="37503" y="35153"/>
                  </a:lnTo>
                  <a:lnTo>
                    <a:pt x="42240" y="28625"/>
                  </a:lnTo>
                  <a:lnTo>
                    <a:pt x="43992" y="20624"/>
                  </a:lnTo>
                  <a:close/>
                </a:path>
                <a:path w="120650" h="288289">
                  <a:moveTo>
                    <a:pt x="120510" y="204393"/>
                  </a:moveTo>
                  <a:lnTo>
                    <a:pt x="82727" y="204393"/>
                  </a:lnTo>
                  <a:lnTo>
                    <a:pt x="67360" y="287845"/>
                  </a:lnTo>
                  <a:lnTo>
                    <a:pt x="95770" y="287845"/>
                  </a:lnTo>
                  <a:lnTo>
                    <a:pt x="120510" y="2043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7852236" y="3746185"/>
            <a:ext cx="322580" cy="280670"/>
            <a:chOff x="7852236" y="3746185"/>
            <a:chExt cx="322580" cy="280670"/>
          </a:xfrm>
        </p:grpSpPr>
        <p:pic>
          <p:nvPicPr>
            <p:cNvPr id="82" name="object 8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852236" y="3746185"/>
              <a:ext cx="165240" cy="221758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8048307" y="3921111"/>
              <a:ext cx="126364" cy="106045"/>
            </a:xfrm>
            <a:custGeom>
              <a:avLst/>
              <a:gdLst/>
              <a:ahLst/>
              <a:cxnLst/>
              <a:rect l="l" t="t" r="r" b="b"/>
              <a:pathLst>
                <a:path w="126365" h="106045">
                  <a:moveTo>
                    <a:pt x="46101" y="22847"/>
                  </a:moveTo>
                  <a:lnTo>
                    <a:pt x="44196" y="13944"/>
                  </a:lnTo>
                  <a:lnTo>
                    <a:pt x="39192" y="6680"/>
                  </a:lnTo>
                  <a:lnTo>
                    <a:pt x="31877" y="1790"/>
                  </a:lnTo>
                  <a:lnTo>
                    <a:pt x="23050" y="0"/>
                  </a:lnTo>
                  <a:lnTo>
                    <a:pt x="14046" y="1790"/>
                  </a:lnTo>
                  <a:lnTo>
                    <a:pt x="6667" y="6680"/>
                  </a:lnTo>
                  <a:lnTo>
                    <a:pt x="1727" y="13944"/>
                  </a:lnTo>
                  <a:lnTo>
                    <a:pt x="0" y="22847"/>
                  </a:lnTo>
                  <a:lnTo>
                    <a:pt x="1727" y="31813"/>
                  </a:lnTo>
                  <a:lnTo>
                    <a:pt x="6667" y="39141"/>
                  </a:lnTo>
                  <a:lnTo>
                    <a:pt x="14046" y="44081"/>
                  </a:lnTo>
                  <a:lnTo>
                    <a:pt x="23050" y="45897"/>
                  </a:lnTo>
                  <a:lnTo>
                    <a:pt x="31877" y="44081"/>
                  </a:lnTo>
                  <a:lnTo>
                    <a:pt x="39192" y="39141"/>
                  </a:lnTo>
                  <a:lnTo>
                    <a:pt x="44196" y="31813"/>
                  </a:lnTo>
                  <a:lnTo>
                    <a:pt x="46101" y="22847"/>
                  </a:lnTo>
                  <a:close/>
                </a:path>
                <a:path w="126365" h="106045">
                  <a:moveTo>
                    <a:pt x="125984" y="22110"/>
                  </a:moveTo>
                  <a:lnTo>
                    <a:pt x="88201" y="22110"/>
                  </a:lnTo>
                  <a:lnTo>
                    <a:pt x="72834" y="105562"/>
                  </a:lnTo>
                  <a:lnTo>
                    <a:pt x="101244" y="105562"/>
                  </a:lnTo>
                  <a:lnTo>
                    <a:pt x="125984" y="22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8275149" y="3749132"/>
            <a:ext cx="607695" cy="278130"/>
            <a:chOff x="8275149" y="3749132"/>
            <a:chExt cx="607695" cy="278130"/>
          </a:xfrm>
        </p:grpSpPr>
        <p:pic>
          <p:nvPicPr>
            <p:cNvPr id="85" name="object 8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275149" y="3749132"/>
              <a:ext cx="350583" cy="21881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661727" y="3800915"/>
              <a:ext cx="141664" cy="163766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8829493" y="3943211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40" h="83820">
                  <a:moveTo>
                    <a:pt x="53150" y="0"/>
                  </a:moveTo>
                  <a:lnTo>
                    <a:pt x="15366" y="0"/>
                  </a:lnTo>
                  <a:lnTo>
                    <a:pt x="0" y="83462"/>
                  </a:lnTo>
                  <a:lnTo>
                    <a:pt x="28416" y="83462"/>
                  </a:lnTo>
                  <a:lnTo>
                    <a:pt x="5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8985737" y="3749132"/>
            <a:ext cx="300990" cy="278130"/>
            <a:chOff x="8985737" y="3749132"/>
            <a:chExt cx="300990" cy="278130"/>
          </a:xfrm>
        </p:grpSpPr>
        <p:pic>
          <p:nvPicPr>
            <p:cNvPr id="89" name="object 8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985737" y="3749132"/>
              <a:ext cx="135981" cy="218495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9160345" y="3921112"/>
              <a:ext cx="126364" cy="106045"/>
            </a:xfrm>
            <a:custGeom>
              <a:avLst/>
              <a:gdLst/>
              <a:ahLst/>
              <a:cxnLst/>
              <a:rect l="l" t="t" r="r" b="b"/>
              <a:pathLst>
                <a:path w="126365" h="106045">
                  <a:moveTo>
                    <a:pt x="46088" y="22847"/>
                  </a:moveTo>
                  <a:lnTo>
                    <a:pt x="44196" y="13944"/>
                  </a:lnTo>
                  <a:lnTo>
                    <a:pt x="39179" y="6680"/>
                  </a:lnTo>
                  <a:lnTo>
                    <a:pt x="31864" y="1790"/>
                  </a:lnTo>
                  <a:lnTo>
                    <a:pt x="23037" y="0"/>
                  </a:lnTo>
                  <a:lnTo>
                    <a:pt x="14033" y="1790"/>
                  </a:lnTo>
                  <a:lnTo>
                    <a:pt x="6667" y="6680"/>
                  </a:lnTo>
                  <a:lnTo>
                    <a:pt x="1714" y="13944"/>
                  </a:lnTo>
                  <a:lnTo>
                    <a:pt x="0" y="22847"/>
                  </a:lnTo>
                  <a:lnTo>
                    <a:pt x="1714" y="31813"/>
                  </a:lnTo>
                  <a:lnTo>
                    <a:pt x="6667" y="39141"/>
                  </a:lnTo>
                  <a:lnTo>
                    <a:pt x="14033" y="44081"/>
                  </a:lnTo>
                  <a:lnTo>
                    <a:pt x="23037" y="45897"/>
                  </a:lnTo>
                  <a:lnTo>
                    <a:pt x="31864" y="44081"/>
                  </a:lnTo>
                  <a:lnTo>
                    <a:pt x="39179" y="39141"/>
                  </a:lnTo>
                  <a:lnTo>
                    <a:pt x="44196" y="31813"/>
                  </a:lnTo>
                  <a:lnTo>
                    <a:pt x="46088" y="22847"/>
                  </a:lnTo>
                  <a:close/>
                </a:path>
                <a:path w="126365" h="106045">
                  <a:moveTo>
                    <a:pt x="125971" y="22110"/>
                  </a:moveTo>
                  <a:lnTo>
                    <a:pt x="88188" y="22110"/>
                  </a:lnTo>
                  <a:lnTo>
                    <a:pt x="72821" y="105562"/>
                  </a:lnTo>
                  <a:lnTo>
                    <a:pt x="101244" y="105562"/>
                  </a:lnTo>
                  <a:lnTo>
                    <a:pt x="125971" y="221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1" name="object 9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9393718" y="3746501"/>
            <a:ext cx="181132" cy="221337"/>
          </a:xfrm>
          <a:prstGeom prst="rect">
            <a:avLst/>
          </a:prstGeom>
        </p:spPr>
      </p:pic>
      <p:grpSp>
        <p:nvGrpSpPr>
          <p:cNvPr id="92" name="object 92"/>
          <p:cNvGrpSpPr/>
          <p:nvPr/>
        </p:nvGrpSpPr>
        <p:grpSpPr>
          <a:xfrm>
            <a:off x="9652833" y="3749132"/>
            <a:ext cx="880744" cy="280035"/>
            <a:chOff x="9652833" y="3749132"/>
            <a:chExt cx="880744" cy="280035"/>
          </a:xfrm>
        </p:grpSpPr>
        <p:sp>
          <p:nvSpPr>
            <p:cNvPr id="93" name="object 93"/>
            <p:cNvSpPr/>
            <p:nvPr/>
          </p:nvSpPr>
          <p:spPr>
            <a:xfrm>
              <a:off x="9652833" y="3749132"/>
              <a:ext cx="286385" cy="215900"/>
            </a:xfrm>
            <a:custGeom>
              <a:avLst/>
              <a:gdLst/>
              <a:ahLst/>
              <a:cxnLst/>
              <a:rect l="l" t="t" r="r" b="b"/>
              <a:pathLst>
                <a:path w="286384" h="215900">
                  <a:moveTo>
                    <a:pt x="286381" y="0"/>
                  </a:moveTo>
                  <a:lnTo>
                    <a:pt x="244703" y="0"/>
                  </a:lnTo>
                  <a:lnTo>
                    <a:pt x="205655" y="158819"/>
                  </a:lnTo>
                  <a:lnTo>
                    <a:pt x="203866" y="158819"/>
                  </a:lnTo>
                  <a:lnTo>
                    <a:pt x="162187" y="0"/>
                  </a:lnTo>
                  <a:lnTo>
                    <a:pt x="124087" y="0"/>
                  </a:lnTo>
                  <a:lnTo>
                    <a:pt x="82620" y="158714"/>
                  </a:lnTo>
                  <a:lnTo>
                    <a:pt x="80620" y="158714"/>
                  </a:lnTo>
                  <a:lnTo>
                    <a:pt x="41573" y="0"/>
                  </a:lnTo>
                  <a:lnTo>
                    <a:pt x="0" y="0"/>
                  </a:lnTo>
                  <a:lnTo>
                    <a:pt x="60623" y="215549"/>
                  </a:lnTo>
                  <a:lnTo>
                    <a:pt x="99039" y="215549"/>
                  </a:lnTo>
                  <a:lnTo>
                    <a:pt x="142401" y="63990"/>
                  </a:lnTo>
                  <a:lnTo>
                    <a:pt x="144085" y="63990"/>
                  </a:lnTo>
                  <a:lnTo>
                    <a:pt x="187237" y="215549"/>
                  </a:lnTo>
                  <a:lnTo>
                    <a:pt x="225653" y="215549"/>
                  </a:lnTo>
                  <a:lnTo>
                    <a:pt x="2863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954730" y="3800914"/>
              <a:ext cx="139200" cy="167029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129925" y="3800915"/>
              <a:ext cx="141664" cy="163766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301164" y="3800914"/>
              <a:ext cx="152610" cy="227757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10480297" y="3943211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40" h="83820">
                  <a:moveTo>
                    <a:pt x="53150" y="0"/>
                  </a:moveTo>
                  <a:lnTo>
                    <a:pt x="15366" y="0"/>
                  </a:lnTo>
                  <a:lnTo>
                    <a:pt x="0" y="83462"/>
                  </a:lnTo>
                  <a:lnTo>
                    <a:pt x="28416" y="83462"/>
                  </a:lnTo>
                  <a:lnTo>
                    <a:pt x="5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10636056" y="3749132"/>
            <a:ext cx="259715" cy="218440"/>
            <a:chOff x="10636056" y="3749132"/>
            <a:chExt cx="259715" cy="218440"/>
          </a:xfrm>
        </p:grpSpPr>
        <p:pic>
          <p:nvPicPr>
            <p:cNvPr id="99" name="object 9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636056" y="3749132"/>
              <a:ext cx="187762" cy="215549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10849185" y="3921108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048" y="0"/>
                  </a:moveTo>
                  <a:lnTo>
                    <a:pt x="14045" y="1792"/>
                  </a:lnTo>
                  <a:lnTo>
                    <a:pt x="6670" y="6683"/>
                  </a:lnTo>
                  <a:lnTo>
                    <a:pt x="1721" y="13942"/>
                  </a:lnTo>
                  <a:lnTo>
                    <a:pt x="0" y="22838"/>
                  </a:lnTo>
                  <a:lnTo>
                    <a:pt x="1721" y="31812"/>
                  </a:lnTo>
                  <a:lnTo>
                    <a:pt x="6670" y="39139"/>
                  </a:lnTo>
                  <a:lnTo>
                    <a:pt x="14045" y="44077"/>
                  </a:lnTo>
                  <a:lnTo>
                    <a:pt x="23048" y="45888"/>
                  </a:lnTo>
                  <a:lnTo>
                    <a:pt x="31875" y="44077"/>
                  </a:lnTo>
                  <a:lnTo>
                    <a:pt x="39191" y="39139"/>
                  </a:lnTo>
                  <a:lnTo>
                    <a:pt x="44199" y="31812"/>
                  </a:lnTo>
                  <a:lnTo>
                    <a:pt x="46098" y="22838"/>
                  </a:lnTo>
                  <a:lnTo>
                    <a:pt x="44199" y="13942"/>
                  </a:lnTo>
                  <a:lnTo>
                    <a:pt x="39191" y="6683"/>
                  </a:lnTo>
                  <a:lnTo>
                    <a:pt x="31875" y="1792"/>
                  </a:lnTo>
                  <a:lnTo>
                    <a:pt x="23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11013890" y="3742922"/>
            <a:ext cx="570230" cy="267970"/>
            <a:chOff x="11013890" y="3742922"/>
            <a:chExt cx="570230" cy="267970"/>
          </a:xfrm>
        </p:grpSpPr>
        <p:sp>
          <p:nvSpPr>
            <p:cNvPr id="102" name="object 102"/>
            <p:cNvSpPr/>
            <p:nvPr/>
          </p:nvSpPr>
          <p:spPr>
            <a:xfrm>
              <a:off x="11013890" y="3742922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70" h="267970">
                  <a:moveTo>
                    <a:pt x="77252" y="0"/>
                  </a:moveTo>
                  <a:lnTo>
                    <a:pt x="41678" y="0"/>
                  </a:lnTo>
                  <a:lnTo>
                    <a:pt x="23488" y="29323"/>
                  </a:lnTo>
                  <a:lnTo>
                    <a:pt x="10459" y="61241"/>
                  </a:lnTo>
                  <a:lnTo>
                    <a:pt x="2619" y="95981"/>
                  </a:lnTo>
                  <a:lnTo>
                    <a:pt x="0" y="133770"/>
                  </a:lnTo>
                  <a:lnTo>
                    <a:pt x="2619" y="171604"/>
                  </a:lnTo>
                  <a:lnTo>
                    <a:pt x="10459" y="206340"/>
                  </a:lnTo>
                  <a:lnTo>
                    <a:pt x="23488" y="238233"/>
                  </a:lnTo>
                  <a:lnTo>
                    <a:pt x="41678" y="267542"/>
                  </a:lnTo>
                  <a:lnTo>
                    <a:pt x="77252" y="267542"/>
                  </a:lnTo>
                  <a:lnTo>
                    <a:pt x="62363" y="241948"/>
                  </a:lnTo>
                  <a:lnTo>
                    <a:pt x="50335" y="208984"/>
                  </a:lnTo>
                  <a:lnTo>
                    <a:pt x="42294" y="171856"/>
                  </a:lnTo>
                  <a:lnTo>
                    <a:pt x="39363" y="133770"/>
                  </a:lnTo>
                  <a:lnTo>
                    <a:pt x="42294" y="95730"/>
                  </a:lnTo>
                  <a:lnTo>
                    <a:pt x="50335" y="58597"/>
                  </a:lnTo>
                  <a:lnTo>
                    <a:pt x="62363" y="25608"/>
                  </a:lnTo>
                  <a:lnTo>
                    <a:pt x="77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116929" y="3746185"/>
              <a:ext cx="150610" cy="21849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298167" y="3746185"/>
              <a:ext cx="165660" cy="2226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92982" y="3749132"/>
              <a:ext cx="90618" cy="215549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11628963" y="3742922"/>
            <a:ext cx="248285" cy="267970"/>
            <a:chOff x="11628963" y="3742922"/>
            <a:chExt cx="248285" cy="267970"/>
          </a:xfrm>
        </p:grpSpPr>
        <p:pic>
          <p:nvPicPr>
            <p:cNvPr id="107" name="object 10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628963" y="3749132"/>
              <a:ext cx="148611" cy="215549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11799888" y="3742922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70" h="267970">
                  <a:moveTo>
                    <a:pt x="35573" y="0"/>
                  </a:moveTo>
                  <a:lnTo>
                    <a:pt x="0" y="0"/>
                  </a:lnTo>
                  <a:lnTo>
                    <a:pt x="14889" y="25608"/>
                  </a:lnTo>
                  <a:lnTo>
                    <a:pt x="26917" y="58597"/>
                  </a:lnTo>
                  <a:lnTo>
                    <a:pt x="34959" y="95730"/>
                  </a:lnTo>
                  <a:lnTo>
                    <a:pt x="37889" y="133770"/>
                  </a:lnTo>
                  <a:lnTo>
                    <a:pt x="34959" y="171856"/>
                  </a:lnTo>
                  <a:lnTo>
                    <a:pt x="26917" y="208984"/>
                  </a:lnTo>
                  <a:lnTo>
                    <a:pt x="14889" y="241948"/>
                  </a:lnTo>
                  <a:lnTo>
                    <a:pt x="0" y="267542"/>
                  </a:lnTo>
                  <a:lnTo>
                    <a:pt x="35573" y="267542"/>
                  </a:lnTo>
                  <a:lnTo>
                    <a:pt x="53763" y="238233"/>
                  </a:lnTo>
                  <a:lnTo>
                    <a:pt x="66793" y="206340"/>
                  </a:lnTo>
                  <a:lnTo>
                    <a:pt x="74632" y="171604"/>
                  </a:lnTo>
                  <a:lnTo>
                    <a:pt x="77252" y="133770"/>
                  </a:lnTo>
                  <a:lnTo>
                    <a:pt x="74632" y="95981"/>
                  </a:lnTo>
                  <a:lnTo>
                    <a:pt x="66793" y="61241"/>
                  </a:lnTo>
                  <a:lnTo>
                    <a:pt x="53763" y="29323"/>
                  </a:lnTo>
                  <a:lnTo>
                    <a:pt x="355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/>
          <p:nvPr/>
        </p:nvSpPr>
        <p:spPr>
          <a:xfrm>
            <a:off x="11923448" y="3921109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4" h="46354">
                <a:moveTo>
                  <a:pt x="23049" y="0"/>
                </a:moveTo>
                <a:lnTo>
                  <a:pt x="14046" y="1792"/>
                </a:lnTo>
                <a:lnTo>
                  <a:pt x="6670" y="6683"/>
                </a:lnTo>
                <a:lnTo>
                  <a:pt x="1721" y="13942"/>
                </a:lnTo>
                <a:lnTo>
                  <a:pt x="0" y="22838"/>
                </a:lnTo>
                <a:lnTo>
                  <a:pt x="1721" y="31812"/>
                </a:lnTo>
                <a:lnTo>
                  <a:pt x="6670" y="39139"/>
                </a:lnTo>
                <a:lnTo>
                  <a:pt x="14046" y="44077"/>
                </a:lnTo>
                <a:lnTo>
                  <a:pt x="23049" y="45888"/>
                </a:lnTo>
                <a:lnTo>
                  <a:pt x="31875" y="44077"/>
                </a:lnTo>
                <a:lnTo>
                  <a:pt x="39192" y="39139"/>
                </a:lnTo>
                <a:lnTo>
                  <a:pt x="44199" y="31812"/>
                </a:lnTo>
                <a:lnTo>
                  <a:pt x="46099" y="22838"/>
                </a:lnTo>
                <a:lnTo>
                  <a:pt x="44199" y="13942"/>
                </a:lnTo>
                <a:lnTo>
                  <a:pt x="39192" y="6683"/>
                </a:lnTo>
                <a:lnTo>
                  <a:pt x="31875" y="1792"/>
                </a:lnTo>
                <a:lnTo>
                  <a:pt x="23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2080597" y="3873500"/>
            <a:ext cx="38735" cy="91440"/>
          </a:xfrm>
          <a:custGeom>
            <a:avLst/>
            <a:gdLst/>
            <a:ahLst/>
            <a:cxnLst/>
            <a:rect l="l" t="t" r="r" b="b"/>
            <a:pathLst>
              <a:path w="38734" h="91439">
                <a:moveTo>
                  <a:pt x="0" y="91439"/>
                </a:moveTo>
                <a:lnTo>
                  <a:pt x="38626" y="91439"/>
                </a:lnTo>
                <a:lnTo>
                  <a:pt x="38626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1" name="object 111"/>
          <p:cNvGrpSpPr/>
          <p:nvPr/>
        </p:nvGrpSpPr>
        <p:grpSpPr>
          <a:xfrm>
            <a:off x="12080597" y="3749040"/>
            <a:ext cx="2132330" cy="276860"/>
            <a:chOff x="12080597" y="3749040"/>
            <a:chExt cx="2132330" cy="276860"/>
          </a:xfrm>
        </p:grpSpPr>
        <p:sp>
          <p:nvSpPr>
            <p:cNvPr id="112" name="object 112"/>
            <p:cNvSpPr/>
            <p:nvPr/>
          </p:nvSpPr>
          <p:spPr>
            <a:xfrm>
              <a:off x="12080596" y="3749039"/>
              <a:ext cx="177800" cy="215900"/>
            </a:xfrm>
            <a:custGeom>
              <a:avLst/>
              <a:gdLst/>
              <a:ahLst/>
              <a:cxnLst/>
              <a:rect l="l" t="t" r="r" b="b"/>
              <a:pathLst>
                <a:path w="177800" h="215900">
                  <a:moveTo>
                    <a:pt x="177761" y="0"/>
                  </a:moveTo>
                  <a:lnTo>
                    <a:pt x="138925" y="0"/>
                  </a:lnTo>
                  <a:lnTo>
                    <a:pt x="138925" y="91452"/>
                  </a:lnTo>
                  <a:lnTo>
                    <a:pt x="38620" y="91452"/>
                  </a:lnTo>
                  <a:lnTo>
                    <a:pt x="38620" y="0"/>
                  </a:lnTo>
                  <a:lnTo>
                    <a:pt x="0" y="0"/>
                  </a:lnTo>
                  <a:lnTo>
                    <a:pt x="0" y="91452"/>
                  </a:lnTo>
                  <a:lnTo>
                    <a:pt x="0" y="124460"/>
                  </a:lnTo>
                  <a:lnTo>
                    <a:pt x="138925" y="124460"/>
                  </a:lnTo>
                  <a:lnTo>
                    <a:pt x="138925" y="215900"/>
                  </a:lnTo>
                  <a:lnTo>
                    <a:pt x="177761" y="215900"/>
                  </a:lnTo>
                  <a:lnTo>
                    <a:pt x="177761" y="124460"/>
                  </a:lnTo>
                  <a:lnTo>
                    <a:pt x="177761" y="91452"/>
                  </a:lnTo>
                  <a:lnTo>
                    <a:pt x="1777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283938" y="3749132"/>
              <a:ext cx="326692" cy="276172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649045" y="3800704"/>
              <a:ext cx="246387" cy="167239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933217" y="3749132"/>
              <a:ext cx="156609" cy="215549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13119507" y="3749132"/>
              <a:ext cx="38100" cy="215900"/>
            </a:xfrm>
            <a:custGeom>
              <a:avLst/>
              <a:gdLst/>
              <a:ahLst/>
              <a:cxnLst/>
              <a:rect l="l" t="t" r="r" b="b"/>
              <a:pathLst>
                <a:path w="38100" h="215900">
                  <a:moveTo>
                    <a:pt x="37889" y="0"/>
                  </a:moveTo>
                  <a:lnTo>
                    <a:pt x="0" y="0"/>
                  </a:lnTo>
                  <a:lnTo>
                    <a:pt x="0" y="215549"/>
                  </a:lnTo>
                  <a:lnTo>
                    <a:pt x="37889" y="215549"/>
                  </a:lnTo>
                  <a:lnTo>
                    <a:pt x="37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193917" y="3803019"/>
              <a:ext cx="140822" cy="163767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3363894" y="3800915"/>
              <a:ext cx="138191" cy="166924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13532082" y="3859222"/>
              <a:ext cx="97155" cy="31750"/>
            </a:xfrm>
            <a:custGeom>
              <a:avLst/>
              <a:gdLst/>
              <a:ahLst/>
              <a:cxnLst/>
              <a:rect l="l" t="t" r="r" b="b"/>
              <a:pathLst>
                <a:path w="97155" h="31750">
                  <a:moveTo>
                    <a:pt x="96933" y="0"/>
                  </a:moveTo>
                  <a:lnTo>
                    <a:pt x="0" y="0"/>
                  </a:lnTo>
                  <a:lnTo>
                    <a:pt x="0" y="31259"/>
                  </a:lnTo>
                  <a:lnTo>
                    <a:pt x="96933" y="31259"/>
                  </a:lnTo>
                  <a:lnTo>
                    <a:pt x="969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3668273" y="3749132"/>
              <a:ext cx="176922" cy="215549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876560" y="3764288"/>
              <a:ext cx="262595" cy="203550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14166520" y="3805545"/>
              <a:ext cx="46355" cy="161925"/>
            </a:xfrm>
            <a:custGeom>
              <a:avLst/>
              <a:gdLst/>
              <a:ahLst/>
              <a:cxnLst/>
              <a:rect l="l" t="t" r="r" b="b"/>
              <a:pathLst>
                <a:path w="46355" h="161925">
                  <a:moveTo>
                    <a:pt x="23154" y="0"/>
                  </a:moveTo>
                  <a:lnTo>
                    <a:pt x="14195" y="1792"/>
                  </a:lnTo>
                  <a:lnTo>
                    <a:pt x="6815" y="6683"/>
                  </a:lnTo>
                  <a:lnTo>
                    <a:pt x="1842" y="13942"/>
                  </a:lnTo>
                  <a:lnTo>
                    <a:pt x="105" y="22839"/>
                  </a:lnTo>
                  <a:lnTo>
                    <a:pt x="1842" y="31813"/>
                  </a:lnTo>
                  <a:lnTo>
                    <a:pt x="6815" y="39139"/>
                  </a:lnTo>
                  <a:lnTo>
                    <a:pt x="14195" y="44077"/>
                  </a:lnTo>
                  <a:lnTo>
                    <a:pt x="23154" y="45888"/>
                  </a:lnTo>
                  <a:lnTo>
                    <a:pt x="31995" y="44077"/>
                  </a:lnTo>
                  <a:lnTo>
                    <a:pt x="39336" y="39139"/>
                  </a:lnTo>
                  <a:lnTo>
                    <a:pt x="44349" y="31813"/>
                  </a:lnTo>
                  <a:lnTo>
                    <a:pt x="46204" y="22839"/>
                  </a:lnTo>
                  <a:lnTo>
                    <a:pt x="44349" y="13942"/>
                  </a:lnTo>
                  <a:lnTo>
                    <a:pt x="39336" y="6683"/>
                  </a:lnTo>
                  <a:lnTo>
                    <a:pt x="31995" y="1792"/>
                  </a:lnTo>
                  <a:lnTo>
                    <a:pt x="23154" y="0"/>
                  </a:lnTo>
                  <a:close/>
                </a:path>
                <a:path w="46355" h="161925">
                  <a:moveTo>
                    <a:pt x="23049" y="115563"/>
                  </a:moveTo>
                  <a:lnTo>
                    <a:pt x="14045" y="117355"/>
                  </a:lnTo>
                  <a:lnTo>
                    <a:pt x="6670" y="122246"/>
                  </a:lnTo>
                  <a:lnTo>
                    <a:pt x="1721" y="129505"/>
                  </a:lnTo>
                  <a:lnTo>
                    <a:pt x="0" y="138401"/>
                  </a:lnTo>
                  <a:lnTo>
                    <a:pt x="1721" y="147376"/>
                  </a:lnTo>
                  <a:lnTo>
                    <a:pt x="6670" y="154702"/>
                  </a:lnTo>
                  <a:lnTo>
                    <a:pt x="14045" y="159641"/>
                  </a:lnTo>
                  <a:lnTo>
                    <a:pt x="23049" y="161451"/>
                  </a:lnTo>
                  <a:lnTo>
                    <a:pt x="31875" y="159641"/>
                  </a:lnTo>
                  <a:lnTo>
                    <a:pt x="39192" y="154702"/>
                  </a:lnTo>
                  <a:lnTo>
                    <a:pt x="44199" y="147376"/>
                  </a:lnTo>
                  <a:lnTo>
                    <a:pt x="46099" y="138401"/>
                  </a:lnTo>
                  <a:lnTo>
                    <a:pt x="44199" y="129505"/>
                  </a:lnTo>
                  <a:lnTo>
                    <a:pt x="39192" y="122246"/>
                  </a:lnTo>
                  <a:lnTo>
                    <a:pt x="31875" y="117355"/>
                  </a:lnTo>
                  <a:lnTo>
                    <a:pt x="23049" y="1155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3" name="object 123"/>
          <p:cNvGrpSpPr/>
          <p:nvPr/>
        </p:nvGrpSpPr>
        <p:grpSpPr>
          <a:xfrm>
            <a:off x="14309422" y="3738818"/>
            <a:ext cx="1290320" cy="229235"/>
            <a:chOff x="14309422" y="3738818"/>
            <a:chExt cx="1290320" cy="229235"/>
          </a:xfrm>
        </p:grpSpPr>
        <p:pic>
          <p:nvPicPr>
            <p:cNvPr id="124" name="object 12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4309422" y="3749132"/>
              <a:ext cx="416257" cy="217759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4745887" y="3800915"/>
              <a:ext cx="150295" cy="166924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925863" y="3800915"/>
              <a:ext cx="141664" cy="163766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091524" y="3764288"/>
              <a:ext cx="94829" cy="202603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15210456" y="3738818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8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8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5275078" y="3800915"/>
              <a:ext cx="324271" cy="166924"/>
            </a:xfrm>
            <a:prstGeom prst="rect">
              <a:avLst/>
            </a:prstGeom>
          </p:spPr>
        </p:pic>
      </p:grpSp>
      <p:grpSp>
        <p:nvGrpSpPr>
          <p:cNvPr id="130" name="object 130"/>
          <p:cNvGrpSpPr/>
          <p:nvPr/>
        </p:nvGrpSpPr>
        <p:grpSpPr>
          <a:xfrm>
            <a:off x="15703222" y="3749132"/>
            <a:ext cx="708660" cy="276225"/>
            <a:chOff x="15703222" y="3749132"/>
            <a:chExt cx="708660" cy="276225"/>
          </a:xfrm>
        </p:grpSpPr>
        <p:pic>
          <p:nvPicPr>
            <p:cNvPr id="131" name="object 13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5703222" y="3749132"/>
              <a:ext cx="177343" cy="215549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5906458" y="3800914"/>
              <a:ext cx="150295" cy="166924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079487" y="3800914"/>
              <a:ext cx="150295" cy="166924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6259462" y="3800914"/>
              <a:ext cx="152400" cy="224389"/>
            </a:xfrm>
            <a:prstGeom prst="rect">
              <a:avLst/>
            </a:prstGeom>
          </p:spPr>
        </p:pic>
      </p:grpSp>
      <p:grpSp>
        <p:nvGrpSpPr>
          <p:cNvPr id="135" name="object 135"/>
          <p:cNvGrpSpPr/>
          <p:nvPr/>
        </p:nvGrpSpPr>
        <p:grpSpPr>
          <a:xfrm>
            <a:off x="723523" y="4175759"/>
            <a:ext cx="1216025" cy="219075"/>
            <a:chOff x="723523" y="4175759"/>
            <a:chExt cx="1216025" cy="219075"/>
          </a:xfrm>
        </p:grpSpPr>
        <p:sp>
          <p:nvSpPr>
            <p:cNvPr id="136" name="object 136"/>
            <p:cNvSpPr/>
            <p:nvPr/>
          </p:nvSpPr>
          <p:spPr>
            <a:xfrm>
              <a:off x="723519" y="4175759"/>
              <a:ext cx="138430" cy="216535"/>
            </a:xfrm>
            <a:custGeom>
              <a:avLst/>
              <a:gdLst/>
              <a:ahLst/>
              <a:cxnLst/>
              <a:rect l="l" t="t" r="r" b="b"/>
              <a:pathLst>
                <a:path w="138430" h="216535">
                  <a:moveTo>
                    <a:pt x="137871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91440"/>
                  </a:lnTo>
                  <a:lnTo>
                    <a:pt x="0" y="124460"/>
                  </a:lnTo>
                  <a:lnTo>
                    <a:pt x="0" y="215912"/>
                  </a:lnTo>
                  <a:lnTo>
                    <a:pt x="38620" y="215912"/>
                  </a:lnTo>
                  <a:lnTo>
                    <a:pt x="38620" y="124460"/>
                  </a:lnTo>
                  <a:lnTo>
                    <a:pt x="128397" y="124460"/>
                  </a:lnTo>
                  <a:lnTo>
                    <a:pt x="128397" y="91440"/>
                  </a:lnTo>
                  <a:lnTo>
                    <a:pt x="38620" y="91440"/>
                  </a:lnTo>
                  <a:lnTo>
                    <a:pt x="38620" y="33020"/>
                  </a:lnTo>
                  <a:lnTo>
                    <a:pt x="137871" y="33020"/>
                  </a:lnTo>
                  <a:lnTo>
                    <a:pt x="137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85711" y="4227605"/>
              <a:ext cx="150295" cy="166924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58152" y="4227605"/>
              <a:ext cx="139200" cy="167029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221139" y="4190978"/>
              <a:ext cx="94828" cy="202603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343122" y="4229709"/>
              <a:ext cx="140822" cy="163767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520571" y="4227394"/>
              <a:ext cx="258069" cy="167134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800848" y="4227605"/>
              <a:ext cx="138191" cy="166924"/>
            </a:xfrm>
            <a:prstGeom prst="rect">
              <a:avLst/>
            </a:prstGeom>
          </p:spPr>
        </p:pic>
      </p:grpSp>
      <p:grpSp>
        <p:nvGrpSpPr>
          <p:cNvPr id="143" name="object 143"/>
          <p:cNvGrpSpPr/>
          <p:nvPr/>
        </p:nvGrpSpPr>
        <p:grpSpPr>
          <a:xfrm>
            <a:off x="2026712" y="4165718"/>
            <a:ext cx="392430" cy="229235"/>
            <a:chOff x="2026712" y="4165718"/>
            <a:chExt cx="392430" cy="229235"/>
          </a:xfrm>
        </p:grpSpPr>
        <p:pic>
          <p:nvPicPr>
            <p:cNvPr id="144" name="object 14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026712" y="4165718"/>
              <a:ext cx="270594" cy="228810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326987" y="4227394"/>
              <a:ext cx="92092" cy="163977"/>
            </a:xfrm>
            <a:prstGeom prst="rect">
              <a:avLst/>
            </a:prstGeom>
          </p:spPr>
        </p:pic>
      </p:grpSp>
      <p:grpSp>
        <p:nvGrpSpPr>
          <p:cNvPr id="146" name="object 146"/>
          <p:cNvGrpSpPr/>
          <p:nvPr/>
        </p:nvGrpSpPr>
        <p:grpSpPr>
          <a:xfrm>
            <a:off x="2516009" y="4165508"/>
            <a:ext cx="1485265" cy="229235"/>
            <a:chOff x="2516009" y="4165508"/>
            <a:chExt cx="1485265" cy="229235"/>
          </a:xfrm>
        </p:grpSpPr>
        <p:pic>
          <p:nvPicPr>
            <p:cNvPr id="147" name="object 14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516009" y="4175823"/>
              <a:ext cx="156609" cy="215549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95353" y="4227605"/>
              <a:ext cx="150295" cy="166924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868697" y="4175823"/>
              <a:ext cx="152400" cy="218390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052567" y="4227605"/>
              <a:ext cx="150294" cy="166924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225069" y="4190978"/>
              <a:ext cx="249965" cy="203550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502189" y="4227395"/>
              <a:ext cx="92092" cy="163977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3613857" y="4165508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3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8" y="35153"/>
                  </a:lnTo>
                  <a:lnTo>
                    <a:pt x="42246" y="28630"/>
                  </a:lnTo>
                  <a:lnTo>
                    <a:pt x="43994" y="20628"/>
                  </a:lnTo>
                  <a:lnTo>
                    <a:pt x="42246" y="12565"/>
                  </a:lnTo>
                  <a:lnTo>
                    <a:pt x="37508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1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683786" y="4227605"/>
              <a:ext cx="139200" cy="167029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58982" y="4227605"/>
              <a:ext cx="141664" cy="163766"/>
            </a:xfrm>
            <a:prstGeom prst="rect">
              <a:avLst/>
            </a:prstGeom>
          </p:spPr>
        </p:pic>
      </p:grpSp>
      <p:grpSp>
        <p:nvGrpSpPr>
          <p:cNvPr id="156" name="object 156"/>
          <p:cNvGrpSpPr/>
          <p:nvPr/>
        </p:nvGrpSpPr>
        <p:grpSpPr>
          <a:xfrm>
            <a:off x="4096687" y="4165508"/>
            <a:ext cx="1252855" cy="287020"/>
            <a:chOff x="4096687" y="4165508"/>
            <a:chExt cx="1252855" cy="287020"/>
          </a:xfrm>
        </p:grpSpPr>
        <p:pic>
          <p:nvPicPr>
            <p:cNvPr id="157" name="object 15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096687" y="4175823"/>
              <a:ext cx="199761" cy="215549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320551" y="4227605"/>
              <a:ext cx="141664" cy="163766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490886" y="4227605"/>
              <a:ext cx="139200" cy="167029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4666082" y="4175823"/>
              <a:ext cx="38100" cy="215900"/>
            </a:xfrm>
            <a:custGeom>
              <a:avLst/>
              <a:gdLst/>
              <a:ahLst/>
              <a:cxnLst/>
              <a:rect l="l" t="t" r="r" b="b"/>
              <a:pathLst>
                <a:path w="38100" h="215900">
                  <a:moveTo>
                    <a:pt x="37889" y="0"/>
                  </a:moveTo>
                  <a:lnTo>
                    <a:pt x="0" y="0"/>
                  </a:lnTo>
                  <a:lnTo>
                    <a:pt x="0" y="215549"/>
                  </a:lnTo>
                  <a:lnTo>
                    <a:pt x="37889" y="215549"/>
                  </a:lnTo>
                  <a:lnTo>
                    <a:pt x="37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727652" y="4227605"/>
              <a:ext cx="311641" cy="224389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5065395" y="4165508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3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8" y="35153"/>
                  </a:lnTo>
                  <a:lnTo>
                    <a:pt x="42246" y="28630"/>
                  </a:lnTo>
                  <a:lnTo>
                    <a:pt x="43994" y="20628"/>
                  </a:lnTo>
                  <a:lnTo>
                    <a:pt x="42246" y="12565"/>
                  </a:lnTo>
                  <a:lnTo>
                    <a:pt x="37508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2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2" y="225863"/>
                  </a:lnTo>
                  <a:lnTo>
                    <a:pt x="40942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135385" y="4227605"/>
              <a:ext cx="138191" cy="166924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5302941" y="434779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049" y="0"/>
                  </a:moveTo>
                  <a:lnTo>
                    <a:pt x="14045" y="1792"/>
                  </a:lnTo>
                  <a:lnTo>
                    <a:pt x="6670" y="6683"/>
                  </a:lnTo>
                  <a:lnTo>
                    <a:pt x="1721" y="13942"/>
                  </a:lnTo>
                  <a:lnTo>
                    <a:pt x="0" y="22838"/>
                  </a:lnTo>
                  <a:lnTo>
                    <a:pt x="1721" y="31812"/>
                  </a:lnTo>
                  <a:lnTo>
                    <a:pt x="6670" y="39139"/>
                  </a:lnTo>
                  <a:lnTo>
                    <a:pt x="14045" y="44077"/>
                  </a:lnTo>
                  <a:lnTo>
                    <a:pt x="23049" y="45888"/>
                  </a:lnTo>
                  <a:lnTo>
                    <a:pt x="31875" y="44077"/>
                  </a:lnTo>
                  <a:lnTo>
                    <a:pt x="39191" y="39139"/>
                  </a:lnTo>
                  <a:lnTo>
                    <a:pt x="44199" y="31812"/>
                  </a:lnTo>
                  <a:lnTo>
                    <a:pt x="46098" y="22838"/>
                  </a:lnTo>
                  <a:lnTo>
                    <a:pt x="44199" y="13942"/>
                  </a:lnTo>
                  <a:lnTo>
                    <a:pt x="39191" y="6683"/>
                  </a:lnTo>
                  <a:lnTo>
                    <a:pt x="31875" y="1792"/>
                  </a:lnTo>
                  <a:lnTo>
                    <a:pt x="23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5" name="object 165"/>
          <p:cNvGrpSpPr/>
          <p:nvPr/>
        </p:nvGrpSpPr>
        <p:grpSpPr>
          <a:xfrm>
            <a:off x="5460127" y="4175823"/>
            <a:ext cx="219075" cy="215900"/>
            <a:chOff x="5460127" y="4175823"/>
            <a:chExt cx="219075" cy="215900"/>
          </a:xfrm>
        </p:grpSpPr>
        <p:sp>
          <p:nvSpPr>
            <p:cNvPr id="166" name="object 166"/>
            <p:cNvSpPr/>
            <p:nvPr/>
          </p:nvSpPr>
          <p:spPr>
            <a:xfrm>
              <a:off x="5460127" y="4175823"/>
              <a:ext cx="38735" cy="215900"/>
            </a:xfrm>
            <a:custGeom>
              <a:avLst/>
              <a:gdLst/>
              <a:ahLst/>
              <a:cxnLst/>
              <a:rect l="l" t="t" r="r" b="b"/>
              <a:pathLst>
                <a:path w="38735" h="215900">
                  <a:moveTo>
                    <a:pt x="38626" y="0"/>
                  </a:moveTo>
                  <a:lnTo>
                    <a:pt x="0" y="0"/>
                  </a:lnTo>
                  <a:lnTo>
                    <a:pt x="0" y="215549"/>
                  </a:lnTo>
                  <a:lnTo>
                    <a:pt x="38626" y="215549"/>
                  </a:lnTo>
                  <a:lnTo>
                    <a:pt x="386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7" name="object 16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37169" y="4227605"/>
              <a:ext cx="141664" cy="163766"/>
            </a:xfrm>
            <a:prstGeom prst="rect">
              <a:avLst/>
            </a:prstGeom>
          </p:spPr>
        </p:pic>
      </p:grpSp>
      <p:grpSp>
        <p:nvGrpSpPr>
          <p:cNvPr id="168" name="object 168"/>
          <p:cNvGrpSpPr/>
          <p:nvPr/>
        </p:nvGrpSpPr>
        <p:grpSpPr>
          <a:xfrm>
            <a:off x="5789186" y="4175823"/>
            <a:ext cx="618490" cy="219075"/>
            <a:chOff x="5789186" y="4175823"/>
            <a:chExt cx="618490" cy="219075"/>
          </a:xfrm>
        </p:grpSpPr>
        <p:pic>
          <p:nvPicPr>
            <p:cNvPr id="169" name="object 16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789186" y="4175823"/>
              <a:ext cx="156609" cy="215549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975476" y="4227394"/>
              <a:ext cx="262595" cy="167134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260805" y="4227605"/>
              <a:ext cx="146506" cy="166924"/>
            </a:xfrm>
            <a:prstGeom prst="rect">
              <a:avLst/>
            </a:prstGeom>
          </p:spPr>
        </p:pic>
      </p:grpSp>
      <p:grpSp>
        <p:nvGrpSpPr>
          <p:cNvPr id="172" name="object 172"/>
          <p:cNvGrpSpPr/>
          <p:nvPr/>
        </p:nvGrpSpPr>
        <p:grpSpPr>
          <a:xfrm>
            <a:off x="6429203" y="4165508"/>
            <a:ext cx="1102995" cy="290195"/>
            <a:chOff x="6429203" y="4165508"/>
            <a:chExt cx="1102995" cy="290195"/>
          </a:xfrm>
        </p:grpSpPr>
        <p:pic>
          <p:nvPicPr>
            <p:cNvPr id="173" name="object 17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02232" y="4227605"/>
              <a:ext cx="150294" cy="166924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29203" y="4227605"/>
              <a:ext cx="150294" cy="166924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775576" y="4175823"/>
              <a:ext cx="152400" cy="218390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6963340" y="4165508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3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3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40803" y="4227605"/>
              <a:ext cx="141664" cy="163766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212043" y="4227605"/>
              <a:ext cx="152610" cy="227757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393806" y="4227605"/>
              <a:ext cx="138191" cy="166924"/>
            </a:xfrm>
            <a:prstGeom prst="rect">
              <a:avLst/>
            </a:prstGeom>
          </p:spPr>
        </p:pic>
      </p:grpSp>
      <p:pic>
        <p:nvPicPr>
          <p:cNvPr id="180" name="object 180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7626664" y="4165718"/>
            <a:ext cx="269225" cy="228810"/>
          </a:xfrm>
          <a:prstGeom prst="rect">
            <a:avLst/>
          </a:prstGeom>
        </p:spPr>
      </p:pic>
      <p:grpSp>
        <p:nvGrpSpPr>
          <p:cNvPr id="181" name="object 181"/>
          <p:cNvGrpSpPr/>
          <p:nvPr/>
        </p:nvGrpSpPr>
        <p:grpSpPr>
          <a:xfrm>
            <a:off x="7980226" y="4175823"/>
            <a:ext cx="444500" cy="219075"/>
            <a:chOff x="7980226" y="4175823"/>
            <a:chExt cx="444500" cy="219075"/>
          </a:xfrm>
        </p:grpSpPr>
        <p:pic>
          <p:nvPicPr>
            <p:cNvPr id="182" name="object 18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980226" y="4190978"/>
              <a:ext cx="94828" cy="202603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02208" y="4175823"/>
              <a:ext cx="142717" cy="215549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274185" y="4227605"/>
              <a:ext cx="150294" cy="166924"/>
            </a:xfrm>
            <a:prstGeom prst="rect">
              <a:avLst/>
            </a:prstGeom>
          </p:spPr>
        </p:pic>
      </p:grpSp>
      <p:sp>
        <p:nvSpPr>
          <p:cNvPr id="185" name="object 185"/>
          <p:cNvSpPr/>
          <p:nvPr/>
        </p:nvSpPr>
        <p:spPr>
          <a:xfrm>
            <a:off x="8528367" y="4175759"/>
            <a:ext cx="574675" cy="216535"/>
          </a:xfrm>
          <a:custGeom>
            <a:avLst/>
            <a:gdLst/>
            <a:ahLst/>
            <a:cxnLst/>
            <a:rect l="l" t="t" r="r" b="b"/>
            <a:pathLst>
              <a:path w="574675" h="216535">
                <a:moveTo>
                  <a:pt x="38620" y="63"/>
                </a:moveTo>
                <a:lnTo>
                  <a:pt x="0" y="63"/>
                </a:lnTo>
                <a:lnTo>
                  <a:pt x="0" y="215620"/>
                </a:lnTo>
                <a:lnTo>
                  <a:pt x="38620" y="215620"/>
                </a:lnTo>
                <a:lnTo>
                  <a:pt x="38620" y="63"/>
                </a:lnTo>
                <a:close/>
              </a:path>
              <a:path w="574675" h="216535">
                <a:moveTo>
                  <a:pt x="219544" y="182880"/>
                </a:moveTo>
                <a:lnTo>
                  <a:pt x="117449" y="182880"/>
                </a:lnTo>
                <a:lnTo>
                  <a:pt x="117449" y="124460"/>
                </a:lnTo>
                <a:lnTo>
                  <a:pt x="211442" y="124460"/>
                </a:lnTo>
                <a:lnTo>
                  <a:pt x="211442" y="91440"/>
                </a:lnTo>
                <a:lnTo>
                  <a:pt x="117449" y="91440"/>
                </a:lnTo>
                <a:lnTo>
                  <a:pt x="117449" y="33020"/>
                </a:lnTo>
                <a:lnTo>
                  <a:pt x="218808" y="33020"/>
                </a:lnTo>
                <a:lnTo>
                  <a:pt x="218808" y="0"/>
                </a:lnTo>
                <a:lnTo>
                  <a:pt x="78828" y="0"/>
                </a:lnTo>
                <a:lnTo>
                  <a:pt x="78828" y="33020"/>
                </a:lnTo>
                <a:lnTo>
                  <a:pt x="78828" y="91440"/>
                </a:lnTo>
                <a:lnTo>
                  <a:pt x="78828" y="124460"/>
                </a:lnTo>
                <a:lnTo>
                  <a:pt x="78828" y="182880"/>
                </a:lnTo>
                <a:lnTo>
                  <a:pt x="78828" y="215912"/>
                </a:lnTo>
                <a:lnTo>
                  <a:pt x="219544" y="215912"/>
                </a:lnTo>
                <a:lnTo>
                  <a:pt x="219544" y="182880"/>
                </a:lnTo>
                <a:close/>
              </a:path>
              <a:path w="574675" h="216535">
                <a:moveTo>
                  <a:pt x="396887" y="182880"/>
                </a:moveTo>
                <a:lnTo>
                  <a:pt x="294792" y="182880"/>
                </a:lnTo>
                <a:lnTo>
                  <a:pt x="294792" y="124460"/>
                </a:lnTo>
                <a:lnTo>
                  <a:pt x="388785" y="124460"/>
                </a:lnTo>
                <a:lnTo>
                  <a:pt x="388785" y="91440"/>
                </a:lnTo>
                <a:lnTo>
                  <a:pt x="294792" y="91440"/>
                </a:lnTo>
                <a:lnTo>
                  <a:pt x="294792" y="33020"/>
                </a:lnTo>
                <a:lnTo>
                  <a:pt x="396151" y="33020"/>
                </a:lnTo>
                <a:lnTo>
                  <a:pt x="396151" y="0"/>
                </a:lnTo>
                <a:lnTo>
                  <a:pt x="256171" y="0"/>
                </a:lnTo>
                <a:lnTo>
                  <a:pt x="256171" y="33020"/>
                </a:lnTo>
                <a:lnTo>
                  <a:pt x="256171" y="91440"/>
                </a:lnTo>
                <a:lnTo>
                  <a:pt x="256171" y="124460"/>
                </a:lnTo>
                <a:lnTo>
                  <a:pt x="256171" y="182880"/>
                </a:lnTo>
                <a:lnTo>
                  <a:pt x="256171" y="215912"/>
                </a:lnTo>
                <a:lnTo>
                  <a:pt x="396887" y="215912"/>
                </a:lnTo>
                <a:lnTo>
                  <a:pt x="396887" y="182880"/>
                </a:lnTo>
                <a:close/>
              </a:path>
              <a:path w="574675" h="216535">
                <a:moveTo>
                  <a:pt x="574230" y="182880"/>
                </a:moveTo>
                <a:lnTo>
                  <a:pt x="472135" y="182880"/>
                </a:lnTo>
                <a:lnTo>
                  <a:pt x="472135" y="124460"/>
                </a:lnTo>
                <a:lnTo>
                  <a:pt x="566127" y="124460"/>
                </a:lnTo>
                <a:lnTo>
                  <a:pt x="566127" y="91440"/>
                </a:lnTo>
                <a:lnTo>
                  <a:pt x="472135" y="91440"/>
                </a:lnTo>
                <a:lnTo>
                  <a:pt x="472135" y="33020"/>
                </a:lnTo>
                <a:lnTo>
                  <a:pt x="573493" y="33020"/>
                </a:lnTo>
                <a:lnTo>
                  <a:pt x="573493" y="0"/>
                </a:lnTo>
                <a:lnTo>
                  <a:pt x="433514" y="0"/>
                </a:lnTo>
                <a:lnTo>
                  <a:pt x="433514" y="33020"/>
                </a:lnTo>
                <a:lnTo>
                  <a:pt x="433514" y="91440"/>
                </a:lnTo>
                <a:lnTo>
                  <a:pt x="433514" y="124460"/>
                </a:lnTo>
                <a:lnTo>
                  <a:pt x="433514" y="182880"/>
                </a:lnTo>
                <a:lnTo>
                  <a:pt x="433514" y="215912"/>
                </a:lnTo>
                <a:lnTo>
                  <a:pt x="574230" y="215912"/>
                </a:lnTo>
                <a:lnTo>
                  <a:pt x="574230" y="1828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6" name="object 186"/>
          <p:cNvGrpSpPr/>
          <p:nvPr/>
        </p:nvGrpSpPr>
        <p:grpSpPr>
          <a:xfrm>
            <a:off x="9211638" y="4175823"/>
            <a:ext cx="219075" cy="215900"/>
            <a:chOff x="9211638" y="4175823"/>
            <a:chExt cx="219075" cy="215900"/>
          </a:xfrm>
        </p:grpSpPr>
        <p:sp>
          <p:nvSpPr>
            <p:cNvPr id="187" name="object 187"/>
            <p:cNvSpPr/>
            <p:nvPr/>
          </p:nvSpPr>
          <p:spPr>
            <a:xfrm>
              <a:off x="9211638" y="4175823"/>
              <a:ext cx="38735" cy="215900"/>
            </a:xfrm>
            <a:custGeom>
              <a:avLst/>
              <a:gdLst/>
              <a:ahLst/>
              <a:cxnLst/>
              <a:rect l="l" t="t" r="r" b="b"/>
              <a:pathLst>
                <a:path w="38734" h="215900">
                  <a:moveTo>
                    <a:pt x="38626" y="0"/>
                  </a:moveTo>
                  <a:lnTo>
                    <a:pt x="0" y="0"/>
                  </a:lnTo>
                  <a:lnTo>
                    <a:pt x="0" y="215549"/>
                  </a:lnTo>
                  <a:lnTo>
                    <a:pt x="38626" y="215549"/>
                  </a:lnTo>
                  <a:lnTo>
                    <a:pt x="386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8" name="object 18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288680" y="4227605"/>
              <a:ext cx="141664" cy="163766"/>
            </a:xfrm>
            <a:prstGeom prst="rect">
              <a:avLst/>
            </a:prstGeom>
          </p:spPr>
        </p:pic>
      </p:grpSp>
      <p:grpSp>
        <p:nvGrpSpPr>
          <p:cNvPr id="189" name="object 189"/>
          <p:cNvGrpSpPr/>
          <p:nvPr/>
        </p:nvGrpSpPr>
        <p:grpSpPr>
          <a:xfrm>
            <a:off x="9454341" y="4165508"/>
            <a:ext cx="1500505" cy="229235"/>
            <a:chOff x="9454341" y="4165508"/>
            <a:chExt cx="1500505" cy="229235"/>
          </a:xfrm>
        </p:grpSpPr>
        <p:pic>
          <p:nvPicPr>
            <p:cNvPr id="190" name="object 19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569378" y="4227605"/>
              <a:ext cx="150294" cy="166924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454341" y="4190978"/>
              <a:ext cx="94829" cy="202603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749353" y="4227395"/>
              <a:ext cx="92092" cy="163977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864074" y="4227605"/>
              <a:ext cx="141664" cy="163766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034410" y="4227605"/>
              <a:ext cx="139200" cy="167029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197397" y="4190978"/>
              <a:ext cx="94827" cy="202603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10316327" y="4165508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3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3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7" name="object 19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386844" y="4227605"/>
              <a:ext cx="154820" cy="166924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571345" y="4227605"/>
              <a:ext cx="141664" cy="163766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0741681" y="4227605"/>
              <a:ext cx="139200" cy="167029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10916876" y="4175823"/>
              <a:ext cx="38100" cy="215900"/>
            </a:xfrm>
            <a:custGeom>
              <a:avLst/>
              <a:gdLst/>
              <a:ahLst/>
              <a:cxnLst/>
              <a:rect l="l" t="t" r="r" b="b"/>
              <a:pathLst>
                <a:path w="38100" h="215900">
                  <a:moveTo>
                    <a:pt x="37889" y="0"/>
                  </a:moveTo>
                  <a:lnTo>
                    <a:pt x="0" y="0"/>
                  </a:lnTo>
                  <a:lnTo>
                    <a:pt x="0" y="215549"/>
                  </a:lnTo>
                  <a:lnTo>
                    <a:pt x="37889" y="215549"/>
                  </a:lnTo>
                  <a:lnTo>
                    <a:pt x="37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1" name="object 201"/>
          <p:cNvGrpSpPr/>
          <p:nvPr/>
        </p:nvGrpSpPr>
        <p:grpSpPr>
          <a:xfrm>
            <a:off x="11060012" y="4165718"/>
            <a:ext cx="1636395" cy="229235"/>
            <a:chOff x="11060012" y="4165718"/>
            <a:chExt cx="1636395" cy="229235"/>
          </a:xfrm>
        </p:grpSpPr>
        <p:pic>
          <p:nvPicPr>
            <p:cNvPr id="202" name="object 20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1060012" y="4172876"/>
              <a:ext cx="189762" cy="221442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274404" y="4227605"/>
              <a:ext cx="154820" cy="166924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458904" y="4227605"/>
              <a:ext cx="141664" cy="163766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1622987" y="4165718"/>
              <a:ext cx="266068" cy="228810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1918735" y="4227394"/>
              <a:ext cx="258070" cy="167134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206485" y="4227605"/>
              <a:ext cx="141664" cy="163766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2377408" y="4227605"/>
              <a:ext cx="146506" cy="166924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545807" y="4227605"/>
              <a:ext cx="150295" cy="166924"/>
            </a:xfrm>
            <a:prstGeom prst="rect">
              <a:avLst/>
            </a:prstGeom>
          </p:spPr>
        </p:pic>
      </p:grpSp>
      <p:grpSp>
        <p:nvGrpSpPr>
          <p:cNvPr id="210" name="object 210"/>
          <p:cNvGrpSpPr/>
          <p:nvPr/>
        </p:nvGrpSpPr>
        <p:grpSpPr>
          <a:xfrm>
            <a:off x="12791148" y="4227605"/>
            <a:ext cx="326390" cy="167005"/>
            <a:chOff x="12791148" y="4227605"/>
            <a:chExt cx="326390" cy="167005"/>
          </a:xfrm>
        </p:grpSpPr>
        <p:pic>
          <p:nvPicPr>
            <p:cNvPr id="211" name="object 21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791148" y="4227605"/>
              <a:ext cx="154820" cy="166924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975649" y="4227605"/>
              <a:ext cx="141664" cy="163766"/>
            </a:xfrm>
            <a:prstGeom prst="rect">
              <a:avLst/>
            </a:prstGeom>
          </p:spPr>
        </p:pic>
      </p:grpSp>
      <p:grpSp>
        <p:nvGrpSpPr>
          <p:cNvPr id="213" name="object 213"/>
          <p:cNvGrpSpPr/>
          <p:nvPr/>
        </p:nvGrpSpPr>
        <p:grpSpPr>
          <a:xfrm>
            <a:off x="13222186" y="4172876"/>
            <a:ext cx="1397000" cy="279400"/>
            <a:chOff x="13222186" y="4172876"/>
            <a:chExt cx="1397000" cy="279400"/>
          </a:xfrm>
        </p:grpSpPr>
        <p:pic>
          <p:nvPicPr>
            <p:cNvPr id="214" name="object 214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3222186" y="4172876"/>
              <a:ext cx="189762" cy="221442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436578" y="4227605"/>
              <a:ext cx="154820" cy="166924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3621078" y="4227605"/>
              <a:ext cx="227126" cy="163766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3884411" y="4227605"/>
              <a:ext cx="152400" cy="224389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4066807" y="4229710"/>
              <a:ext cx="140821" cy="163767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4232047" y="4190978"/>
              <a:ext cx="94829" cy="202603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4347084" y="4227605"/>
              <a:ext cx="150294" cy="166924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4527059" y="4227395"/>
              <a:ext cx="92092" cy="163977"/>
            </a:xfrm>
            <a:prstGeom prst="rect">
              <a:avLst/>
            </a:prstGeom>
          </p:spPr>
        </p:pic>
      </p:grpSp>
      <p:grpSp>
        <p:nvGrpSpPr>
          <p:cNvPr id="222" name="object 222"/>
          <p:cNvGrpSpPr/>
          <p:nvPr/>
        </p:nvGrpSpPr>
        <p:grpSpPr>
          <a:xfrm>
            <a:off x="14701584" y="4165508"/>
            <a:ext cx="852169" cy="229235"/>
            <a:chOff x="14701584" y="4165508"/>
            <a:chExt cx="852169" cy="229235"/>
          </a:xfrm>
        </p:grpSpPr>
        <p:pic>
          <p:nvPicPr>
            <p:cNvPr id="223" name="object 22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4701584" y="4175823"/>
              <a:ext cx="199761" cy="215549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14922396" y="4165508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3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3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5" name="object 22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4992386" y="4227605"/>
              <a:ext cx="138191" cy="166924"/>
            </a:xfrm>
            <a:prstGeom prst="rect">
              <a:avLst/>
            </a:prstGeom>
          </p:spPr>
        </p:pic>
        <p:sp>
          <p:nvSpPr>
            <p:cNvPr id="226" name="object 226"/>
            <p:cNvSpPr/>
            <p:nvPr/>
          </p:nvSpPr>
          <p:spPr>
            <a:xfrm>
              <a:off x="15156679" y="4165508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3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3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7" name="object 2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227196" y="4227605"/>
              <a:ext cx="154820" cy="166924"/>
            </a:xfrm>
            <a:prstGeom prst="rect">
              <a:avLst/>
            </a:prstGeom>
          </p:spPr>
        </p:pic>
        <p:pic>
          <p:nvPicPr>
            <p:cNvPr id="228" name="object 2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411697" y="4227605"/>
              <a:ext cx="141664" cy="163766"/>
            </a:xfrm>
            <a:prstGeom prst="rect">
              <a:avLst/>
            </a:prstGeom>
          </p:spPr>
        </p:pic>
      </p:grpSp>
      <p:grpSp>
        <p:nvGrpSpPr>
          <p:cNvPr id="229" name="object 229"/>
          <p:cNvGrpSpPr/>
          <p:nvPr/>
        </p:nvGrpSpPr>
        <p:grpSpPr>
          <a:xfrm>
            <a:off x="15671466" y="4169612"/>
            <a:ext cx="897890" cy="267970"/>
            <a:chOff x="15671466" y="4169612"/>
            <a:chExt cx="897890" cy="267970"/>
          </a:xfrm>
        </p:grpSpPr>
        <p:sp>
          <p:nvSpPr>
            <p:cNvPr id="230" name="object 230"/>
            <p:cNvSpPr/>
            <p:nvPr/>
          </p:nvSpPr>
          <p:spPr>
            <a:xfrm>
              <a:off x="15671457" y="4169612"/>
              <a:ext cx="145415" cy="267970"/>
            </a:xfrm>
            <a:custGeom>
              <a:avLst/>
              <a:gdLst/>
              <a:ahLst/>
              <a:cxnLst/>
              <a:rect l="l" t="t" r="r" b="b"/>
              <a:pathLst>
                <a:path w="145415" h="267970">
                  <a:moveTo>
                    <a:pt x="77254" y="0"/>
                  </a:moveTo>
                  <a:lnTo>
                    <a:pt x="41681" y="0"/>
                  </a:lnTo>
                  <a:lnTo>
                    <a:pt x="23495" y="29324"/>
                  </a:lnTo>
                  <a:lnTo>
                    <a:pt x="10464" y="61252"/>
                  </a:lnTo>
                  <a:lnTo>
                    <a:pt x="2628" y="95986"/>
                  </a:lnTo>
                  <a:lnTo>
                    <a:pt x="0" y="133781"/>
                  </a:lnTo>
                  <a:lnTo>
                    <a:pt x="2628" y="171615"/>
                  </a:lnTo>
                  <a:lnTo>
                    <a:pt x="10464" y="206349"/>
                  </a:lnTo>
                  <a:lnTo>
                    <a:pt x="23495" y="238239"/>
                  </a:lnTo>
                  <a:lnTo>
                    <a:pt x="41681" y="267550"/>
                  </a:lnTo>
                  <a:lnTo>
                    <a:pt x="77254" y="267550"/>
                  </a:lnTo>
                  <a:lnTo>
                    <a:pt x="62369" y="241960"/>
                  </a:lnTo>
                  <a:lnTo>
                    <a:pt x="50342" y="208991"/>
                  </a:lnTo>
                  <a:lnTo>
                    <a:pt x="42303" y="171856"/>
                  </a:lnTo>
                  <a:lnTo>
                    <a:pt x="39370" y="133781"/>
                  </a:lnTo>
                  <a:lnTo>
                    <a:pt x="42303" y="95732"/>
                  </a:lnTo>
                  <a:lnTo>
                    <a:pt x="50342" y="58597"/>
                  </a:lnTo>
                  <a:lnTo>
                    <a:pt x="62369" y="25615"/>
                  </a:lnTo>
                  <a:lnTo>
                    <a:pt x="77254" y="0"/>
                  </a:lnTo>
                  <a:close/>
                </a:path>
                <a:path w="145415" h="267970">
                  <a:moveTo>
                    <a:pt x="144830" y="6210"/>
                  </a:moveTo>
                  <a:lnTo>
                    <a:pt x="106197" y="6210"/>
                  </a:lnTo>
                  <a:lnTo>
                    <a:pt x="106197" y="221767"/>
                  </a:lnTo>
                  <a:lnTo>
                    <a:pt x="144830" y="221767"/>
                  </a:lnTo>
                  <a:lnTo>
                    <a:pt x="144830" y="62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1" name="object 231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5850916" y="4172876"/>
              <a:ext cx="189762" cy="221442"/>
            </a:xfrm>
            <a:prstGeom prst="rect">
              <a:avLst/>
            </a:prstGeom>
          </p:spPr>
        </p:pic>
        <p:pic>
          <p:nvPicPr>
            <p:cNvPr id="232" name="object 232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6068464" y="4172876"/>
              <a:ext cx="408574" cy="221442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16491668" y="4169612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69" h="267970">
                  <a:moveTo>
                    <a:pt x="35574" y="0"/>
                  </a:moveTo>
                  <a:lnTo>
                    <a:pt x="0" y="0"/>
                  </a:lnTo>
                  <a:lnTo>
                    <a:pt x="14889" y="25608"/>
                  </a:lnTo>
                  <a:lnTo>
                    <a:pt x="26917" y="58597"/>
                  </a:lnTo>
                  <a:lnTo>
                    <a:pt x="34959" y="95730"/>
                  </a:lnTo>
                  <a:lnTo>
                    <a:pt x="37889" y="133770"/>
                  </a:lnTo>
                  <a:lnTo>
                    <a:pt x="34959" y="171856"/>
                  </a:lnTo>
                  <a:lnTo>
                    <a:pt x="26917" y="208984"/>
                  </a:lnTo>
                  <a:lnTo>
                    <a:pt x="14889" y="241948"/>
                  </a:lnTo>
                  <a:lnTo>
                    <a:pt x="0" y="267542"/>
                  </a:lnTo>
                  <a:lnTo>
                    <a:pt x="35574" y="267542"/>
                  </a:lnTo>
                  <a:lnTo>
                    <a:pt x="53764" y="238233"/>
                  </a:lnTo>
                  <a:lnTo>
                    <a:pt x="66794" y="206340"/>
                  </a:lnTo>
                  <a:lnTo>
                    <a:pt x="74633" y="171604"/>
                  </a:lnTo>
                  <a:lnTo>
                    <a:pt x="77253" y="133770"/>
                  </a:lnTo>
                  <a:lnTo>
                    <a:pt x="74633" y="95981"/>
                  </a:lnTo>
                  <a:lnTo>
                    <a:pt x="66794" y="61241"/>
                  </a:lnTo>
                  <a:lnTo>
                    <a:pt x="53764" y="29323"/>
                  </a:lnTo>
                  <a:lnTo>
                    <a:pt x="355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4" name="object 234"/>
          <p:cNvGrpSpPr/>
          <p:nvPr/>
        </p:nvGrpSpPr>
        <p:grpSpPr>
          <a:xfrm>
            <a:off x="16696892" y="4169612"/>
            <a:ext cx="515620" cy="282575"/>
            <a:chOff x="16696892" y="4169612"/>
            <a:chExt cx="515620" cy="282575"/>
          </a:xfrm>
        </p:grpSpPr>
        <p:sp>
          <p:nvSpPr>
            <p:cNvPr id="235" name="object 235"/>
            <p:cNvSpPr/>
            <p:nvPr/>
          </p:nvSpPr>
          <p:spPr>
            <a:xfrm>
              <a:off x="16696892" y="4169612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69" h="267970">
                  <a:moveTo>
                    <a:pt x="77252" y="0"/>
                  </a:moveTo>
                  <a:lnTo>
                    <a:pt x="41678" y="0"/>
                  </a:lnTo>
                  <a:lnTo>
                    <a:pt x="23488" y="29323"/>
                  </a:lnTo>
                  <a:lnTo>
                    <a:pt x="10459" y="61241"/>
                  </a:lnTo>
                  <a:lnTo>
                    <a:pt x="2619" y="95981"/>
                  </a:lnTo>
                  <a:lnTo>
                    <a:pt x="0" y="133770"/>
                  </a:lnTo>
                  <a:lnTo>
                    <a:pt x="2619" y="171604"/>
                  </a:lnTo>
                  <a:lnTo>
                    <a:pt x="10459" y="206340"/>
                  </a:lnTo>
                  <a:lnTo>
                    <a:pt x="23488" y="238233"/>
                  </a:lnTo>
                  <a:lnTo>
                    <a:pt x="41678" y="267542"/>
                  </a:lnTo>
                  <a:lnTo>
                    <a:pt x="77252" y="267542"/>
                  </a:lnTo>
                  <a:lnTo>
                    <a:pt x="62363" y="241948"/>
                  </a:lnTo>
                  <a:lnTo>
                    <a:pt x="50335" y="208984"/>
                  </a:lnTo>
                  <a:lnTo>
                    <a:pt x="42294" y="171856"/>
                  </a:lnTo>
                  <a:lnTo>
                    <a:pt x="39363" y="133770"/>
                  </a:lnTo>
                  <a:lnTo>
                    <a:pt x="42294" y="95730"/>
                  </a:lnTo>
                  <a:lnTo>
                    <a:pt x="50335" y="58597"/>
                  </a:lnTo>
                  <a:lnTo>
                    <a:pt x="62363" y="25608"/>
                  </a:lnTo>
                  <a:lnTo>
                    <a:pt x="77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6" name="object 236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6801299" y="4227605"/>
              <a:ext cx="152400" cy="224389"/>
            </a:xfrm>
            <a:prstGeom prst="rect">
              <a:avLst/>
            </a:prstGeom>
          </p:spPr>
        </p:pic>
        <p:pic>
          <p:nvPicPr>
            <p:cNvPr id="237" name="object 237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6983695" y="4227605"/>
              <a:ext cx="152400" cy="224389"/>
            </a:xfrm>
            <a:prstGeom prst="rect">
              <a:avLst/>
            </a:prstGeom>
          </p:spPr>
        </p:pic>
        <p:sp>
          <p:nvSpPr>
            <p:cNvPr id="238" name="object 238"/>
            <p:cNvSpPr/>
            <p:nvPr/>
          </p:nvSpPr>
          <p:spPr>
            <a:xfrm>
              <a:off x="17166302" y="434779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23048" y="0"/>
                  </a:moveTo>
                  <a:lnTo>
                    <a:pt x="14044" y="1792"/>
                  </a:lnTo>
                  <a:lnTo>
                    <a:pt x="6669" y="6683"/>
                  </a:lnTo>
                  <a:lnTo>
                    <a:pt x="1721" y="13942"/>
                  </a:lnTo>
                  <a:lnTo>
                    <a:pt x="0" y="22838"/>
                  </a:lnTo>
                  <a:lnTo>
                    <a:pt x="1721" y="31812"/>
                  </a:lnTo>
                  <a:lnTo>
                    <a:pt x="6669" y="39139"/>
                  </a:lnTo>
                  <a:lnTo>
                    <a:pt x="14044" y="44077"/>
                  </a:lnTo>
                  <a:lnTo>
                    <a:pt x="23048" y="45888"/>
                  </a:lnTo>
                  <a:lnTo>
                    <a:pt x="31875" y="44077"/>
                  </a:lnTo>
                  <a:lnTo>
                    <a:pt x="39191" y="39139"/>
                  </a:lnTo>
                  <a:lnTo>
                    <a:pt x="44198" y="31812"/>
                  </a:lnTo>
                  <a:lnTo>
                    <a:pt x="46098" y="22838"/>
                  </a:lnTo>
                  <a:lnTo>
                    <a:pt x="44198" y="13942"/>
                  </a:lnTo>
                  <a:lnTo>
                    <a:pt x="39191" y="6683"/>
                  </a:lnTo>
                  <a:lnTo>
                    <a:pt x="31875" y="1792"/>
                  </a:lnTo>
                  <a:lnTo>
                    <a:pt x="230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9" name="object 239"/>
          <p:cNvGrpSpPr/>
          <p:nvPr/>
        </p:nvGrpSpPr>
        <p:grpSpPr>
          <a:xfrm>
            <a:off x="719734" y="4596303"/>
            <a:ext cx="1353820" cy="267970"/>
            <a:chOff x="719734" y="4596303"/>
            <a:chExt cx="1353820" cy="267970"/>
          </a:xfrm>
        </p:grpSpPr>
        <p:pic>
          <p:nvPicPr>
            <p:cNvPr id="240" name="object 240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719734" y="4599566"/>
              <a:ext cx="160293" cy="221442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914339" y="4602513"/>
              <a:ext cx="154926" cy="218495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098524" y="4599566"/>
              <a:ext cx="165661" cy="222600"/>
            </a:xfrm>
            <a:prstGeom prst="rect">
              <a:avLst/>
            </a:prstGeom>
          </p:spPr>
        </p:pic>
        <p:sp>
          <p:nvSpPr>
            <p:cNvPr id="243" name="object 243"/>
            <p:cNvSpPr/>
            <p:nvPr/>
          </p:nvSpPr>
          <p:spPr>
            <a:xfrm>
              <a:off x="1297760" y="4694710"/>
              <a:ext cx="97155" cy="31750"/>
            </a:xfrm>
            <a:custGeom>
              <a:avLst/>
              <a:gdLst/>
              <a:ahLst/>
              <a:cxnLst/>
              <a:rect l="l" t="t" r="r" b="b"/>
              <a:pathLst>
                <a:path w="97155" h="31750">
                  <a:moveTo>
                    <a:pt x="96934" y="0"/>
                  </a:moveTo>
                  <a:lnTo>
                    <a:pt x="0" y="0"/>
                  </a:lnTo>
                  <a:lnTo>
                    <a:pt x="0" y="31153"/>
                  </a:lnTo>
                  <a:lnTo>
                    <a:pt x="96934" y="31153"/>
                  </a:lnTo>
                  <a:lnTo>
                    <a:pt x="969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4" name="object 24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430163" y="4599566"/>
              <a:ext cx="160293" cy="221442"/>
            </a:xfrm>
            <a:prstGeom prst="rect">
              <a:avLst/>
            </a:prstGeom>
          </p:spPr>
        </p:pic>
        <p:pic>
          <p:nvPicPr>
            <p:cNvPr id="245" name="object 245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624767" y="4602513"/>
              <a:ext cx="154926" cy="218495"/>
            </a:xfrm>
            <a:prstGeom prst="rect">
              <a:avLst/>
            </a:prstGeom>
          </p:spPr>
        </p:pic>
        <p:pic>
          <p:nvPicPr>
            <p:cNvPr id="246" name="object 246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809373" y="4599566"/>
              <a:ext cx="163556" cy="221442"/>
            </a:xfrm>
            <a:prstGeom prst="rect">
              <a:avLst/>
            </a:prstGeom>
          </p:spPr>
        </p:pic>
        <p:sp>
          <p:nvSpPr>
            <p:cNvPr id="247" name="object 247"/>
            <p:cNvSpPr/>
            <p:nvPr/>
          </p:nvSpPr>
          <p:spPr>
            <a:xfrm>
              <a:off x="1996190" y="4596303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69" h="267970">
                  <a:moveTo>
                    <a:pt x="35573" y="0"/>
                  </a:moveTo>
                  <a:lnTo>
                    <a:pt x="0" y="0"/>
                  </a:lnTo>
                  <a:lnTo>
                    <a:pt x="14889" y="25608"/>
                  </a:lnTo>
                  <a:lnTo>
                    <a:pt x="26917" y="58597"/>
                  </a:lnTo>
                  <a:lnTo>
                    <a:pt x="34958" y="95730"/>
                  </a:lnTo>
                  <a:lnTo>
                    <a:pt x="37889" y="133770"/>
                  </a:lnTo>
                  <a:lnTo>
                    <a:pt x="34958" y="171856"/>
                  </a:lnTo>
                  <a:lnTo>
                    <a:pt x="26917" y="208984"/>
                  </a:lnTo>
                  <a:lnTo>
                    <a:pt x="14889" y="241948"/>
                  </a:lnTo>
                  <a:lnTo>
                    <a:pt x="0" y="267542"/>
                  </a:lnTo>
                  <a:lnTo>
                    <a:pt x="35573" y="267542"/>
                  </a:lnTo>
                  <a:lnTo>
                    <a:pt x="53763" y="238233"/>
                  </a:lnTo>
                  <a:lnTo>
                    <a:pt x="66793" y="206340"/>
                  </a:lnTo>
                  <a:lnTo>
                    <a:pt x="74632" y="171604"/>
                  </a:lnTo>
                  <a:lnTo>
                    <a:pt x="77252" y="133770"/>
                  </a:lnTo>
                  <a:lnTo>
                    <a:pt x="74632" y="95981"/>
                  </a:lnTo>
                  <a:lnTo>
                    <a:pt x="66793" y="61241"/>
                  </a:lnTo>
                  <a:lnTo>
                    <a:pt x="53763" y="29323"/>
                  </a:lnTo>
                  <a:lnTo>
                    <a:pt x="355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8" name="object 248"/>
          <p:cNvSpPr/>
          <p:nvPr/>
        </p:nvSpPr>
        <p:spPr>
          <a:xfrm>
            <a:off x="2119751" y="4774489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5" h="46354">
                <a:moveTo>
                  <a:pt x="23049" y="0"/>
                </a:moveTo>
                <a:lnTo>
                  <a:pt x="14045" y="1792"/>
                </a:lnTo>
                <a:lnTo>
                  <a:pt x="6670" y="6683"/>
                </a:lnTo>
                <a:lnTo>
                  <a:pt x="1721" y="13942"/>
                </a:lnTo>
                <a:lnTo>
                  <a:pt x="0" y="22838"/>
                </a:lnTo>
                <a:lnTo>
                  <a:pt x="1721" y="31812"/>
                </a:lnTo>
                <a:lnTo>
                  <a:pt x="6670" y="39139"/>
                </a:lnTo>
                <a:lnTo>
                  <a:pt x="14045" y="44077"/>
                </a:lnTo>
                <a:lnTo>
                  <a:pt x="23049" y="45888"/>
                </a:lnTo>
                <a:lnTo>
                  <a:pt x="31875" y="44077"/>
                </a:lnTo>
                <a:lnTo>
                  <a:pt x="39191" y="39139"/>
                </a:lnTo>
                <a:lnTo>
                  <a:pt x="44199" y="31812"/>
                </a:lnTo>
                <a:lnTo>
                  <a:pt x="46098" y="22838"/>
                </a:lnTo>
                <a:lnTo>
                  <a:pt x="44199" y="13942"/>
                </a:lnTo>
                <a:lnTo>
                  <a:pt x="39191" y="6683"/>
                </a:lnTo>
                <a:lnTo>
                  <a:pt x="31875" y="1792"/>
                </a:lnTo>
                <a:lnTo>
                  <a:pt x="23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9" name="object 249"/>
          <p:cNvGrpSpPr/>
          <p:nvPr/>
        </p:nvGrpSpPr>
        <p:grpSpPr>
          <a:xfrm>
            <a:off x="719734" y="5452946"/>
            <a:ext cx="241300" cy="221615"/>
            <a:chOff x="719734" y="5452946"/>
            <a:chExt cx="241300" cy="221615"/>
          </a:xfrm>
        </p:grpSpPr>
        <p:pic>
          <p:nvPicPr>
            <p:cNvPr id="250" name="object 250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719734" y="5452946"/>
              <a:ext cx="160293" cy="221443"/>
            </a:xfrm>
            <a:prstGeom prst="rect">
              <a:avLst/>
            </a:prstGeom>
          </p:spPr>
        </p:pic>
        <p:sp>
          <p:nvSpPr>
            <p:cNvPr id="251" name="object 251"/>
            <p:cNvSpPr/>
            <p:nvPr/>
          </p:nvSpPr>
          <p:spPr>
            <a:xfrm>
              <a:off x="914444" y="562786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23049" y="0"/>
                  </a:moveTo>
                  <a:lnTo>
                    <a:pt x="14045" y="1792"/>
                  </a:lnTo>
                  <a:lnTo>
                    <a:pt x="6670" y="6683"/>
                  </a:lnTo>
                  <a:lnTo>
                    <a:pt x="1721" y="13941"/>
                  </a:lnTo>
                  <a:lnTo>
                    <a:pt x="0" y="22838"/>
                  </a:lnTo>
                  <a:lnTo>
                    <a:pt x="1721" y="31812"/>
                  </a:lnTo>
                  <a:lnTo>
                    <a:pt x="6670" y="39139"/>
                  </a:lnTo>
                  <a:lnTo>
                    <a:pt x="14045" y="44077"/>
                  </a:lnTo>
                  <a:lnTo>
                    <a:pt x="23049" y="45888"/>
                  </a:lnTo>
                  <a:lnTo>
                    <a:pt x="31875" y="44077"/>
                  </a:lnTo>
                  <a:lnTo>
                    <a:pt x="39191" y="39139"/>
                  </a:lnTo>
                  <a:lnTo>
                    <a:pt x="44199" y="31812"/>
                  </a:lnTo>
                  <a:lnTo>
                    <a:pt x="46098" y="22838"/>
                  </a:lnTo>
                  <a:lnTo>
                    <a:pt x="44199" y="13941"/>
                  </a:lnTo>
                  <a:lnTo>
                    <a:pt x="39191" y="6683"/>
                  </a:lnTo>
                  <a:lnTo>
                    <a:pt x="31875" y="1792"/>
                  </a:lnTo>
                  <a:lnTo>
                    <a:pt x="23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2" name="object 252"/>
          <p:cNvGrpSpPr/>
          <p:nvPr/>
        </p:nvGrpSpPr>
        <p:grpSpPr>
          <a:xfrm>
            <a:off x="1063590" y="5452946"/>
            <a:ext cx="2042160" cy="222250"/>
            <a:chOff x="1063590" y="5452946"/>
            <a:chExt cx="2042160" cy="222250"/>
          </a:xfrm>
        </p:grpSpPr>
        <p:pic>
          <p:nvPicPr>
            <p:cNvPr id="253" name="object 253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063590" y="5452946"/>
              <a:ext cx="165240" cy="221758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251923" y="5507675"/>
              <a:ext cx="139200" cy="167029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419646" y="5507675"/>
              <a:ext cx="138191" cy="166924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586991" y="5455893"/>
              <a:ext cx="297537" cy="218811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908315" y="5471049"/>
              <a:ext cx="94829" cy="202603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2023352" y="5507675"/>
              <a:ext cx="146506" cy="166924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98696" y="5455893"/>
              <a:ext cx="142717" cy="215549"/>
            </a:xfrm>
            <a:prstGeom prst="rect">
              <a:avLst/>
            </a:prstGeom>
          </p:spPr>
        </p:pic>
        <p:sp>
          <p:nvSpPr>
            <p:cNvPr id="260" name="object 260"/>
            <p:cNvSpPr/>
            <p:nvPr/>
          </p:nvSpPr>
          <p:spPr>
            <a:xfrm>
              <a:off x="2370671" y="5507685"/>
              <a:ext cx="557530" cy="167640"/>
            </a:xfrm>
            <a:custGeom>
              <a:avLst/>
              <a:gdLst/>
              <a:ahLst/>
              <a:cxnLst/>
              <a:rect l="l" t="t" r="r" b="b"/>
              <a:pathLst>
                <a:path w="557530" h="167639">
                  <a:moveTo>
                    <a:pt x="150291" y="81673"/>
                  </a:moveTo>
                  <a:lnTo>
                    <a:pt x="134594" y="29565"/>
                  </a:lnTo>
                  <a:lnTo>
                    <a:pt x="113880" y="10528"/>
                  </a:lnTo>
                  <a:lnTo>
                    <a:pt x="113880" y="67665"/>
                  </a:lnTo>
                  <a:lnTo>
                    <a:pt x="37680" y="67665"/>
                  </a:lnTo>
                  <a:lnTo>
                    <a:pt x="41097" y="53009"/>
                  </a:lnTo>
                  <a:lnTo>
                    <a:pt x="49225" y="40881"/>
                  </a:lnTo>
                  <a:lnTo>
                    <a:pt x="61417" y="32626"/>
                  </a:lnTo>
                  <a:lnTo>
                    <a:pt x="77038" y="29565"/>
                  </a:lnTo>
                  <a:lnTo>
                    <a:pt x="92011" y="32435"/>
                  </a:lnTo>
                  <a:lnTo>
                    <a:pt x="103632" y="40373"/>
                  </a:lnTo>
                  <a:lnTo>
                    <a:pt x="111150" y="52438"/>
                  </a:lnTo>
                  <a:lnTo>
                    <a:pt x="113880" y="67665"/>
                  </a:lnTo>
                  <a:lnTo>
                    <a:pt x="113880" y="10528"/>
                  </a:lnTo>
                  <a:lnTo>
                    <a:pt x="104686" y="4762"/>
                  </a:lnTo>
                  <a:lnTo>
                    <a:pt x="76403" y="0"/>
                  </a:lnTo>
                  <a:lnTo>
                    <a:pt x="44970" y="6083"/>
                  </a:lnTo>
                  <a:lnTo>
                    <a:pt x="20878" y="23228"/>
                  </a:lnTo>
                  <a:lnTo>
                    <a:pt x="5435" y="49720"/>
                  </a:lnTo>
                  <a:lnTo>
                    <a:pt x="0" y="83883"/>
                  </a:lnTo>
                  <a:lnTo>
                    <a:pt x="5410" y="118211"/>
                  </a:lnTo>
                  <a:lnTo>
                    <a:pt x="20980" y="144386"/>
                  </a:lnTo>
                  <a:lnTo>
                    <a:pt x="45681" y="161061"/>
                  </a:lnTo>
                  <a:lnTo>
                    <a:pt x="78511" y="166916"/>
                  </a:lnTo>
                  <a:lnTo>
                    <a:pt x="104368" y="163601"/>
                  </a:lnTo>
                  <a:lnTo>
                    <a:pt x="125133" y="154216"/>
                  </a:lnTo>
                  <a:lnTo>
                    <a:pt x="140144" y="139573"/>
                  </a:lnTo>
                  <a:lnTo>
                    <a:pt x="141097" y="137452"/>
                  </a:lnTo>
                  <a:lnTo>
                    <a:pt x="148717" y="120510"/>
                  </a:lnTo>
                  <a:lnTo>
                    <a:pt x="111658" y="120510"/>
                  </a:lnTo>
                  <a:lnTo>
                    <a:pt x="106781" y="127241"/>
                  </a:lnTo>
                  <a:lnTo>
                    <a:pt x="99644" y="132613"/>
                  </a:lnTo>
                  <a:lnTo>
                    <a:pt x="90322" y="136169"/>
                  </a:lnTo>
                  <a:lnTo>
                    <a:pt x="78930" y="137452"/>
                  </a:lnTo>
                  <a:lnTo>
                    <a:pt x="62141" y="134467"/>
                  </a:lnTo>
                  <a:lnTo>
                    <a:pt x="49174" y="125818"/>
                  </a:lnTo>
                  <a:lnTo>
                    <a:pt x="40741" y="111963"/>
                  </a:lnTo>
                  <a:lnTo>
                    <a:pt x="37566" y="93357"/>
                  </a:lnTo>
                  <a:lnTo>
                    <a:pt x="150291" y="93357"/>
                  </a:lnTo>
                  <a:lnTo>
                    <a:pt x="150291" y="81673"/>
                  </a:lnTo>
                  <a:close/>
                </a:path>
                <a:path w="557530" h="167639">
                  <a:moveTo>
                    <a:pt x="401104" y="2108"/>
                  </a:moveTo>
                  <a:lnTo>
                    <a:pt x="362470" y="2108"/>
                  </a:lnTo>
                  <a:lnTo>
                    <a:pt x="334264" y="115354"/>
                  </a:lnTo>
                  <a:lnTo>
                    <a:pt x="332790" y="115354"/>
                  </a:lnTo>
                  <a:lnTo>
                    <a:pt x="303644" y="2108"/>
                  </a:lnTo>
                  <a:lnTo>
                    <a:pt x="265328" y="2108"/>
                  </a:lnTo>
                  <a:lnTo>
                    <a:pt x="236283" y="115976"/>
                  </a:lnTo>
                  <a:lnTo>
                    <a:pt x="234810" y="115976"/>
                  </a:lnTo>
                  <a:lnTo>
                    <a:pt x="206286" y="2108"/>
                  </a:lnTo>
                  <a:lnTo>
                    <a:pt x="167652" y="2108"/>
                  </a:lnTo>
                  <a:lnTo>
                    <a:pt x="213436" y="163766"/>
                  </a:lnTo>
                  <a:lnTo>
                    <a:pt x="252907" y="163766"/>
                  </a:lnTo>
                  <a:lnTo>
                    <a:pt x="283324" y="54203"/>
                  </a:lnTo>
                  <a:lnTo>
                    <a:pt x="285432" y="54203"/>
                  </a:lnTo>
                  <a:lnTo>
                    <a:pt x="315950" y="163766"/>
                  </a:lnTo>
                  <a:lnTo>
                    <a:pt x="355320" y="163766"/>
                  </a:lnTo>
                  <a:lnTo>
                    <a:pt x="401104" y="2108"/>
                  </a:lnTo>
                  <a:close/>
                </a:path>
                <a:path w="557530" h="167639">
                  <a:moveTo>
                    <a:pt x="557072" y="55676"/>
                  </a:moveTo>
                  <a:lnTo>
                    <a:pt x="551103" y="28943"/>
                  </a:lnTo>
                  <a:lnTo>
                    <a:pt x="551078" y="28816"/>
                  </a:lnTo>
                  <a:lnTo>
                    <a:pt x="535571" y="11696"/>
                  </a:lnTo>
                  <a:lnTo>
                    <a:pt x="519506" y="4864"/>
                  </a:lnTo>
                  <a:lnTo>
                    <a:pt x="519506" y="105765"/>
                  </a:lnTo>
                  <a:lnTo>
                    <a:pt x="516839" y="118618"/>
                  </a:lnTo>
                  <a:lnTo>
                    <a:pt x="509257" y="129247"/>
                  </a:lnTo>
                  <a:lnTo>
                    <a:pt x="497344" y="136474"/>
                  </a:lnTo>
                  <a:lnTo>
                    <a:pt x="481723" y="139141"/>
                  </a:lnTo>
                  <a:lnTo>
                    <a:pt x="470750" y="137782"/>
                  </a:lnTo>
                  <a:lnTo>
                    <a:pt x="462127" y="133756"/>
                  </a:lnTo>
                  <a:lnTo>
                    <a:pt x="456488" y="127101"/>
                  </a:lnTo>
                  <a:lnTo>
                    <a:pt x="454456" y="117881"/>
                  </a:lnTo>
                  <a:lnTo>
                    <a:pt x="456514" y="108521"/>
                  </a:lnTo>
                  <a:lnTo>
                    <a:pt x="512038" y="92811"/>
                  </a:lnTo>
                  <a:lnTo>
                    <a:pt x="519391" y="92405"/>
                  </a:lnTo>
                  <a:lnTo>
                    <a:pt x="519506" y="105765"/>
                  </a:lnTo>
                  <a:lnTo>
                    <a:pt x="519506" y="4864"/>
                  </a:lnTo>
                  <a:lnTo>
                    <a:pt x="514311" y="2641"/>
                  </a:lnTo>
                  <a:lnTo>
                    <a:pt x="491083" y="0"/>
                  </a:lnTo>
                  <a:lnTo>
                    <a:pt x="463765" y="3683"/>
                  </a:lnTo>
                  <a:lnTo>
                    <a:pt x="442976" y="13843"/>
                  </a:lnTo>
                  <a:lnTo>
                    <a:pt x="429260" y="29121"/>
                  </a:lnTo>
                  <a:lnTo>
                    <a:pt x="423202" y="48196"/>
                  </a:lnTo>
                  <a:lnTo>
                    <a:pt x="459930" y="48196"/>
                  </a:lnTo>
                  <a:lnTo>
                    <a:pt x="463448" y="40309"/>
                  </a:lnTo>
                  <a:lnTo>
                    <a:pt x="469696" y="34226"/>
                  </a:lnTo>
                  <a:lnTo>
                    <a:pt x="478586" y="30327"/>
                  </a:lnTo>
                  <a:lnTo>
                    <a:pt x="490029" y="28943"/>
                  </a:lnTo>
                  <a:lnTo>
                    <a:pt x="502640" y="30632"/>
                  </a:lnTo>
                  <a:lnTo>
                    <a:pt x="511810" y="35560"/>
                  </a:lnTo>
                  <a:lnTo>
                    <a:pt x="517398" y="43459"/>
                  </a:lnTo>
                  <a:lnTo>
                    <a:pt x="519290" y="54089"/>
                  </a:lnTo>
                  <a:lnTo>
                    <a:pt x="519391" y="67144"/>
                  </a:lnTo>
                  <a:lnTo>
                    <a:pt x="478040" y="69253"/>
                  </a:lnTo>
                  <a:lnTo>
                    <a:pt x="455968" y="72644"/>
                  </a:lnTo>
                  <a:lnTo>
                    <a:pt x="436689" y="80886"/>
                  </a:lnTo>
                  <a:lnTo>
                    <a:pt x="423024" y="95592"/>
                  </a:lnTo>
                  <a:lnTo>
                    <a:pt x="417957" y="117881"/>
                  </a:lnTo>
                  <a:lnTo>
                    <a:pt x="417880" y="118618"/>
                  </a:lnTo>
                  <a:lnTo>
                    <a:pt x="421970" y="139407"/>
                  </a:lnTo>
                  <a:lnTo>
                    <a:pt x="433374" y="154635"/>
                  </a:lnTo>
                  <a:lnTo>
                    <a:pt x="450557" y="163893"/>
                  </a:lnTo>
                  <a:lnTo>
                    <a:pt x="472033" y="167030"/>
                  </a:lnTo>
                  <a:lnTo>
                    <a:pt x="489178" y="164934"/>
                  </a:lnTo>
                  <a:lnTo>
                    <a:pt x="502678" y="159346"/>
                  </a:lnTo>
                  <a:lnTo>
                    <a:pt x="512724" y="151218"/>
                  </a:lnTo>
                  <a:lnTo>
                    <a:pt x="519506" y="141554"/>
                  </a:lnTo>
                  <a:lnTo>
                    <a:pt x="520763" y="141554"/>
                  </a:lnTo>
                  <a:lnTo>
                    <a:pt x="520763" y="163766"/>
                  </a:lnTo>
                  <a:lnTo>
                    <a:pt x="557072" y="163766"/>
                  </a:lnTo>
                  <a:lnTo>
                    <a:pt x="557072" y="141554"/>
                  </a:lnTo>
                  <a:lnTo>
                    <a:pt x="557072" y="139141"/>
                  </a:lnTo>
                  <a:lnTo>
                    <a:pt x="557072" y="92405"/>
                  </a:lnTo>
                  <a:lnTo>
                    <a:pt x="557072" y="556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1" name="object 261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963748" y="5507675"/>
              <a:ext cx="141664" cy="163767"/>
            </a:xfrm>
            <a:prstGeom prst="rect">
              <a:avLst/>
            </a:prstGeom>
          </p:spPr>
        </p:pic>
      </p:grpSp>
      <p:grpSp>
        <p:nvGrpSpPr>
          <p:cNvPr id="262" name="object 262"/>
          <p:cNvGrpSpPr/>
          <p:nvPr/>
        </p:nvGrpSpPr>
        <p:grpSpPr>
          <a:xfrm>
            <a:off x="3215799" y="5445579"/>
            <a:ext cx="1347470" cy="229235"/>
            <a:chOff x="3215799" y="5445579"/>
            <a:chExt cx="1347470" cy="229235"/>
          </a:xfrm>
        </p:grpSpPr>
        <p:pic>
          <p:nvPicPr>
            <p:cNvPr id="263" name="object 263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215799" y="5455893"/>
              <a:ext cx="156609" cy="215549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402089" y="5507465"/>
              <a:ext cx="436571" cy="167134"/>
            </a:xfrm>
            <a:prstGeom prst="rect">
              <a:avLst/>
            </a:prstGeom>
          </p:spPr>
        </p:pic>
        <p:sp>
          <p:nvSpPr>
            <p:cNvPr id="265" name="object 265"/>
            <p:cNvSpPr/>
            <p:nvPr/>
          </p:nvSpPr>
          <p:spPr>
            <a:xfrm>
              <a:off x="3859394" y="544557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6" name="object 266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3936857" y="5507675"/>
              <a:ext cx="141664" cy="163767"/>
            </a:xfrm>
            <a:prstGeom prst="rect">
              <a:avLst/>
            </a:prstGeom>
          </p:spPr>
        </p:pic>
        <p:pic>
          <p:nvPicPr>
            <p:cNvPr id="267" name="object 267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4107781" y="5507675"/>
              <a:ext cx="146506" cy="166924"/>
            </a:xfrm>
            <a:prstGeom prst="rect">
              <a:avLst/>
            </a:prstGeom>
          </p:spPr>
        </p:pic>
        <p:sp>
          <p:nvSpPr>
            <p:cNvPr id="268" name="object 268"/>
            <p:cNvSpPr/>
            <p:nvPr/>
          </p:nvSpPr>
          <p:spPr>
            <a:xfrm>
              <a:off x="4280073" y="544557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9" name="object 269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4350002" y="5507675"/>
              <a:ext cx="139200" cy="167029"/>
            </a:xfrm>
            <a:prstGeom prst="rect">
              <a:avLst/>
            </a:prstGeom>
          </p:spPr>
        </p:pic>
        <p:sp>
          <p:nvSpPr>
            <p:cNvPr id="270" name="object 270"/>
            <p:cNvSpPr/>
            <p:nvPr/>
          </p:nvSpPr>
          <p:spPr>
            <a:xfrm>
              <a:off x="4525197" y="5455893"/>
              <a:ext cx="38100" cy="215900"/>
            </a:xfrm>
            <a:custGeom>
              <a:avLst/>
              <a:gdLst/>
              <a:ahLst/>
              <a:cxnLst/>
              <a:rect l="l" t="t" r="r" b="b"/>
              <a:pathLst>
                <a:path w="38100" h="215900">
                  <a:moveTo>
                    <a:pt x="37889" y="0"/>
                  </a:moveTo>
                  <a:lnTo>
                    <a:pt x="0" y="0"/>
                  </a:lnTo>
                  <a:lnTo>
                    <a:pt x="0" y="215549"/>
                  </a:lnTo>
                  <a:lnTo>
                    <a:pt x="37889" y="215549"/>
                  </a:lnTo>
                  <a:lnTo>
                    <a:pt x="37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1" name="object 271"/>
          <p:cNvGrpSpPr/>
          <p:nvPr/>
        </p:nvGrpSpPr>
        <p:grpSpPr>
          <a:xfrm>
            <a:off x="4673868" y="5445579"/>
            <a:ext cx="1609725" cy="287020"/>
            <a:chOff x="4673868" y="5445579"/>
            <a:chExt cx="1609725" cy="287020"/>
          </a:xfrm>
        </p:grpSpPr>
        <p:pic>
          <p:nvPicPr>
            <p:cNvPr id="272" name="object 272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4673868" y="5455893"/>
              <a:ext cx="156609" cy="215549"/>
            </a:xfrm>
            <a:prstGeom prst="rect">
              <a:avLst/>
            </a:prstGeom>
          </p:spPr>
        </p:pic>
        <p:pic>
          <p:nvPicPr>
            <p:cNvPr id="273" name="object 273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852624" y="5507675"/>
              <a:ext cx="139200" cy="167029"/>
            </a:xfrm>
            <a:prstGeom prst="rect">
              <a:avLst/>
            </a:prstGeom>
          </p:spPr>
        </p:pic>
        <p:pic>
          <p:nvPicPr>
            <p:cNvPr id="274" name="object 274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5027819" y="5471049"/>
              <a:ext cx="197340" cy="202603"/>
            </a:xfrm>
            <a:prstGeom prst="rect">
              <a:avLst/>
            </a:prstGeom>
          </p:spPr>
        </p:pic>
        <p:pic>
          <p:nvPicPr>
            <p:cNvPr id="275" name="object 275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5252314" y="5507675"/>
              <a:ext cx="141664" cy="163767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5423238" y="5507675"/>
              <a:ext cx="150294" cy="166924"/>
            </a:xfrm>
            <a:prstGeom prst="rect">
              <a:avLst/>
            </a:prstGeom>
          </p:spPr>
        </p:pic>
        <p:pic>
          <p:nvPicPr>
            <p:cNvPr id="277" name="object 277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5603213" y="5507465"/>
              <a:ext cx="245439" cy="167134"/>
            </a:xfrm>
            <a:prstGeom prst="rect">
              <a:avLst/>
            </a:prstGeom>
          </p:spPr>
        </p:pic>
        <p:pic>
          <p:nvPicPr>
            <p:cNvPr id="278" name="object 27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77807" y="5455893"/>
              <a:ext cx="142717" cy="215549"/>
            </a:xfrm>
            <a:prstGeom prst="rect">
              <a:avLst/>
            </a:prstGeom>
          </p:spPr>
        </p:pic>
        <p:sp>
          <p:nvSpPr>
            <p:cNvPr id="279" name="object 279"/>
            <p:cNvSpPr/>
            <p:nvPr/>
          </p:nvSpPr>
          <p:spPr>
            <a:xfrm>
              <a:off x="6053678" y="544557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7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7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0" name="object 280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6131141" y="5507675"/>
              <a:ext cx="152400" cy="224390"/>
            </a:xfrm>
            <a:prstGeom prst="rect">
              <a:avLst/>
            </a:prstGeom>
          </p:spPr>
        </p:pic>
      </p:grpSp>
      <p:grpSp>
        <p:nvGrpSpPr>
          <p:cNvPr id="281" name="object 281"/>
          <p:cNvGrpSpPr/>
          <p:nvPr/>
        </p:nvGrpSpPr>
        <p:grpSpPr>
          <a:xfrm>
            <a:off x="6382195" y="5445579"/>
            <a:ext cx="1536065" cy="229235"/>
            <a:chOff x="6382195" y="5445579"/>
            <a:chExt cx="1536065" cy="229235"/>
          </a:xfrm>
        </p:grpSpPr>
        <p:pic>
          <p:nvPicPr>
            <p:cNvPr id="282" name="object 282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6382195" y="5452946"/>
              <a:ext cx="189762" cy="221443"/>
            </a:xfrm>
            <a:prstGeom prst="rect">
              <a:avLst/>
            </a:prstGeom>
          </p:spPr>
        </p:pic>
        <p:pic>
          <p:nvPicPr>
            <p:cNvPr id="283" name="object 283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6596587" y="5507675"/>
              <a:ext cx="154820" cy="166924"/>
            </a:xfrm>
            <a:prstGeom prst="rect">
              <a:avLst/>
            </a:prstGeom>
          </p:spPr>
        </p:pic>
        <p:pic>
          <p:nvPicPr>
            <p:cNvPr id="284" name="object 284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6781087" y="5507675"/>
              <a:ext cx="227126" cy="163767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7044419" y="5507675"/>
              <a:ext cx="227126" cy="163767"/>
            </a:xfrm>
            <a:prstGeom prst="rect">
              <a:avLst/>
            </a:prstGeom>
          </p:spPr>
        </p:pic>
        <p:sp>
          <p:nvSpPr>
            <p:cNvPr id="286" name="object 286"/>
            <p:cNvSpPr/>
            <p:nvPr/>
          </p:nvSpPr>
          <p:spPr>
            <a:xfrm>
              <a:off x="7304699" y="544557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7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7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7" name="object 287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7369953" y="5471049"/>
              <a:ext cx="204603" cy="202603"/>
            </a:xfrm>
            <a:prstGeom prst="rect">
              <a:avLst/>
            </a:prstGeom>
          </p:spPr>
        </p:pic>
        <p:pic>
          <p:nvPicPr>
            <p:cNvPr id="288" name="object 288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7594764" y="5507675"/>
              <a:ext cx="150295" cy="166924"/>
            </a:xfrm>
            <a:prstGeom prst="rect">
              <a:avLst/>
            </a:prstGeom>
          </p:spPr>
        </p:pic>
        <p:pic>
          <p:nvPicPr>
            <p:cNvPr id="289" name="object 289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7767793" y="5507675"/>
              <a:ext cx="150294" cy="166924"/>
            </a:xfrm>
            <a:prstGeom prst="rect">
              <a:avLst/>
            </a:prstGeom>
          </p:spPr>
        </p:pic>
      </p:grpSp>
      <p:grpSp>
        <p:nvGrpSpPr>
          <p:cNvPr id="290" name="object 290"/>
          <p:cNvGrpSpPr/>
          <p:nvPr/>
        </p:nvGrpSpPr>
        <p:grpSpPr>
          <a:xfrm>
            <a:off x="8013171" y="5507675"/>
            <a:ext cx="326390" cy="167005"/>
            <a:chOff x="8013171" y="5507675"/>
            <a:chExt cx="326390" cy="167005"/>
          </a:xfrm>
        </p:grpSpPr>
        <p:pic>
          <p:nvPicPr>
            <p:cNvPr id="291" name="object 291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8013171" y="5507675"/>
              <a:ext cx="154820" cy="166924"/>
            </a:xfrm>
            <a:prstGeom prst="rect">
              <a:avLst/>
            </a:prstGeom>
          </p:spPr>
        </p:pic>
        <p:pic>
          <p:nvPicPr>
            <p:cNvPr id="292" name="object 292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8197671" y="5507675"/>
              <a:ext cx="141664" cy="163767"/>
            </a:xfrm>
            <a:prstGeom prst="rect">
              <a:avLst/>
            </a:prstGeom>
          </p:spPr>
        </p:pic>
      </p:grpSp>
      <p:grpSp>
        <p:nvGrpSpPr>
          <p:cNvPr id="293" name="object 293"/>
          <p:cNvGrpSpPr/>
          <p:nvPr/>
        </p:nvGrpSpPr>
        <p:grpSpPr>
          <a:xfrm>
            <a:off x="8449787" y="5445579"/>
            <a:ext cx="1056640" cy="290195"/>
            <a:chOff x="8449787" y="5445579"/>
            <a:chExt cx="1056640" cy="290195"/>
          </a:xfrm>
        </p:grpSpPr>
        <p:pic>
          <p:nvPicPr>
            <p:cNvPr id="294" name="object 29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49787" y="5455893"/>
              <a:ext cx="225758" cy="215549"/>
            </a:xfrm>
            <a:prstGeom prst="rect">
              <a:avLst/>
            </a:prstGeom>
          </p:spPr>
        </p:pic>
        <p:sp>
          <p:nvSpPr>
            <p:cNvPr id="295" name="object 295"/>
            <p:cNvSpPr/>
            <p:nvPr/>
          </p:nvSpPr>
          <p:spPr>
            <a:xfrm>
              <a:off x="8710909" y="544557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7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7" y="39543"/>
                  </a:lnTo>
                  <a:lnTo>
                    <a:pt x="22102" y="41152"/>
                  </a:lnTo>
                  <a:lnTo>
                    <a:pt x="30539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39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6" name="object 296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8780899" y="5507675"/>
              <a:ext cx="138191" cy="166924"/>
            </a:xfrm>
            <a:prstGeom prst="rect">
              <a:avLst/>
            </a:prstGeom>
          </p:spPr>
        </p:pic>
        <p:pic>
          <p:nvPicPr>
            <p:cNvPr id="297" name="object 297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8940771" y="5507675"/>
              <a:ext cx="138191" cy="166924"/>
            </a:xfrm>
            <a:prstGeom prst="rect">
              <a:avLst/>
            </a:prstGeom>
          </p:spPr>
        </p:pic>
        <p:sp>
          <p:nvSpPr>
            <p:cNvPr id="298" name="object 298"/>
            <p:cNvSpPr/>
            <p:nvPr/>
          </p:nvSpPr>
          <p:spPr>
            <a:xfrm>
              <a:off x="9105065" y="544557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7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7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9" name="object 299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9182528" y="5507675"/>
              <a:ext cx="141664" cy="163767"/>
            </a:xfrm>
            <a:prstGeom prst="rect">
              <a:avLst/>
            </a:prstGeom>
          </p:spPr>
        </p:pic>
        <p:pic>
          <p:nvPicPr>
            <p:cNvPr id="300" name="object 300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9353767" y="5507675"/>
              <a:ext cx="152610" cy="227758"/>
            </a:xfrm>
            <a:prstGeom prst="rect">
              <a:avLst/>
            </a:prstGeom>
          </p:spPr>
        </p:pic>
      </p:grpSp>
      <p:grpSp>
        <p:nvGrpSpPr>
          <p:cNvPr id="301" name="object 301"/>
          <p:cNvGrpSpPr/>
          <p:nvPr/>
        </p:nvGrpSpPr>
        <p:grpSpPr>
          <a:xfrm>
            <a:off x="9617195" y="5455893"/>
            <a:ext cx="1195705" cy="219075"/>
            <a:chOff x="9617195" y="5455893"/>
            <a:chExt cx="1195705" cy="219075"/>
          </a:xfrm>
        </p:grpSpPr>
        <p:pic>
          <p:nvPicPr>
            <p:cNvPr id="302" name="object 302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9617195" y="5455893"/>
              <a:ext cx="156609" cy="215549"/>
            </a:xfrm>
            <a:prstGeom prst="rect">
              <a:avLst/>
            </a:prstGeom>
          </p:spPr>
        </p:pic>
        <p:pic>
          <p:nvPicPr>
            <p:cNvPr id="303" name="object 303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9796538" y="5507675"/>
              <a:ext cx="150295" cy="166924"/>
            </a:xfrm>
            <a:prstGeom prst="rect">
              <a:avLst/>
            </a:prstGeom>
          </p:spPr>
        </p:pic>
        <p:pic>
          <p:nvPicPr>
            <p:cNvPr id="304" name="object 304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9976513" y="5507465"/>
              <a:ext cx="245440" cy="167134"/>
            </a:xfrm>
            <a:prstGeom prst="rect">
              <a:avLst/>
            </a:prstGeom>
          </p:spPr>
        </p:pic>
        <p:pic>
          <p:nvPicPr>
            <p:cNvPr id="305" name="object 305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0244160" y="5507675"/>
              <a:ext cx="154820" cy="166924"/>
            </a:xfrm>
            <a:prstGeom prst="rect">
              <a:avLst/>
            </a:prstGeom>
          </p:spPr>
        </p:pic>
        <p:pic>
          <p:nvPicPr>
            <p:cNvPr id="306" name="object 306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0428661" y="5507675"/>
              <a:ext cx="141665" cy="163767"/>
            </a:xfrm>
            <a:prstGeom prst="rect">
              <a:avLst/>
            </a:prstGeom>
          </p:spPr>
        </p:pic>
        <p:pic>
          <p:nvPicPr>
            <p:cNvPr id="307" name="object 307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0599058" y="5507675"/>
              <a:ext cx="138191" cy="166924"/>
            </a:xfrm>
            <a:prstGeom prst="rect">
              <a:avLst/>
            </a:prstGeom>
          </p:spPr>
        </p:pic>
        <p:sp>
          <p:nvSpPr>
            <p:cNvPr id="308" name="object 308"/>
            <p:cNvSpPr/>
            <p:nvPr/>
          </p:nvSpPr>
          <p:spPr>
            <a:xfrm>
              <a:off x="10766614" y="5627869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049" y="0"/>
                  </a:moveTo>
                  <a:lnTo>
                    <a:pt x="14045" y="1792"/>
                  </a:lnTo>
                  <a:lnTo>
                    <a:pt x="6670" y="6683"/>
                  </a:lnTo>
                  <a:lnTo>
                    <a:pt x="1721" y="13941"/>
                  </a:lnTo>
                  <a:lnTo>
                    <a:pt x="0" y="22838"/>
                  </a:lnTo>
                  <a:lnTo>
                    <a:pt x="1721" y="31812"/>
                  </a:lnTo>
                  <a:lnTo>
                    <a:pt x="6670" y="39139"/>
                  </a:lnTo>
                  <a:lnTo>
                    <a:pt x="14045" y="44077"/>
                  </a:lnTo>
                  <a:lnTo>
                    <a:pt x="23049" y="45888"/>
                  </a:lnTo>
                  <a:lnTo>
                    <a:pt x="31875" y="44077"/>
                  </a:lnTo>
                  <a:lnTo>
                    <a:pt x="39192" y="39139"/>
                  </a:lnTo>
                  <a:lnTo>
                    <a:pt x="44199" y="31812"/>
                  </a:lnTo>
                  <a:lnTo>
                    <a:pt x="46099" y="22838"/>
                  </a:lnTo>
                  <a:lnTo>
                    <a:pt x="44199" y="13941"/>
                  </a:lnTo>
                  <a:lnTo>
                    <a:pt x="39192" y="6683"/>
                  </a:lnTo>
                  <a:lnTo>
                    <a:pt x="31875" y="1792"/>
                  </a:lnTo>
                  <a:lnTo>
                    <a:pt x="23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9" name="object 309"/>
          <p:cNvGrpSpPr/>
          <p:nvPr/>
        </p:nvGrpSpPr>
        <p:grpSpPr>
          <a:xfrm>
            <a:off x="10931439" y="5449684"/>
            <a:ext cx="570230" cy="267970"/>
            <a:chOff x="10931439" y="5449684"/>
            <a:chExt cx="570230" cy="267970"/>
          </a:xfrm>
        </p:grpSpPr>
        <p:sp>
          <p:nvSpPr>
            <p:cNvPr id="310" name="object 310"/>
            <p:cNvSpPr/>
            <p:nvPr/>
          </p:nvSpPr>
          <p:spPr>
            <a:xfrm>
              <a:off x="10931439" y="5449684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70" h="267970">
                  <a:moveTo>
                    <a:pt x="77252" y="0"/>
                  </a:moveTo>
                  <a:lnTo>
                    <a:pt x="41678" y="0"/>
                  </a:lnTo>
                  <a:lnTo>
                    <a:pt x="23488" y="29323"/>
                  </a:lnTo>
                  <a:lnTo>
                    <a:pt x="10459" y="61241"/>
                  </a:lnTo>
                  <a:lnTo>
                    <a:pt x="2619" y="95981"/>
                  </a:lnTo>
                  <a:lnTo>
                    <a:pt x="0" y="133770"/>
                  </a:lnTo>
                  <a:lnTo>
                    <a:pt x="2619" y="171604"/>
                  </a:lnTo>
                  <a:lnTo>
                    <a:pt x="10459" y="206339"/>
                  </a:lnTo>
                  <a:lnTo>
                    <a:pt x="23488" y="238233"/>
                  </a:lnTo>
                  <a:lnTo>
                    <a:pt x="41678" y="267541"/>
                  </a:lnTo>
                  <a:lnTo>
                    <a:pt x="77252" y="267541"/>
                  </a:lnTo>
                  <a:lnTo>
                    <a:pt x="62363" y="241948"/>
                  </a:lnTo>
                  <a:lnTo>
                    <a:pt x="50335" y="208984"/>
                  </a:lnTo>
                  <a:lnTo>
                    <a:pt x="42294" y="171856"/>
                  </a:lnTo>
                  <a:lnTo>
                    <a:pt x="39363" y="133770"/>
                  </a:lnTo>
                  <a:lnTo>
                    <a:pt x="42294" y="95730"/>
                  </a:lnTo>
                  <a:lnTo>
                    <a:pt x="50335" y="58597"/>
                  </a:lnTo>
                  <a:lnTo>
                    <a:pt x="62363" y="25608"/>
                  </a:lnTo>
                  <a:lnTo>
                    <a:pt x="77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1" name="object 311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1034478" y="5452946"/>
              <a:ext cx="150610" cy="218496"/>
            </a:xfrm>
            <a:prstGeom prst="rect">
              <a:avLst/>
            </a:prstGeom>
          </p:spPr>
        </p:pic>
        <p:pic>
          <p:nvPicPr>
            <p:cNvPr id="312" name="object 3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15716" y="5452946"/>
              <a:ext cx="165660" cy="222600"/>
            </a:xfrm>
            <a:prstGeom prst="rect">
              <a:avLst/>
            </a:prstGeom>
          </p:spPr>
        </p:pic>
        <p:pic>
          <p:nvPicPr>
            <p:cNvPr id="313" name="object 3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10531" y="5455893"/>
              <a:ext cx="90618" cy="215549"/>
            </a:xfrm>
            <a:prstGeom prst="rect">
              <a:avLst/>
            </a:prstGeom>
          </p:spPr>
        </p:pic>
      </p:grpSp>
      <p:grpSp>
        <p:nvGrpSpPr>
          <p:cNvPr id="314" name="object 314"/>
          <p:cNvGrpSpPr/>
          <p:nvPr/>
        </p:nvGrpSpPr>
        <p:grpSpPr>
          <a:xfrm>
            <a:off x="11550091" y="5449684"/>
            <a:ext cx="266700" cy="267970"/>
            <a:chOff x="11550091" y="5449684"/>
            <a:chExt cx="266700" cy="267970"/>
          </a:xfrm>
        </p:grpSpPr>
        <p:pic>
          <p:nvPicPr>
            <p:cNvPr id="315" name="object 3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50091" y="5452946"/>
              <a:ext cx="165660" cy="222600"/>
            </a:xfrm>
            <a:prstGeom prst="rect">
              <a:avLst/>
            </a:prstGeom>
          </p:spPr>
        </p:pic>
        <p:sp>
          <p:nvSpPr>
            <p:cNvPr id="316" name="object 316"/>
            <p:cNvSpPr/>
            <p:nvPr/>
          </p:nvSpPr>
          <p:spPr>
            <a:xfrm>
              <a:off x="11739012" y="5449684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70" h="267970">
                  <a:moveTo>
                    <a:pt x="35574" y="0"/>
                  </a:moveTo>
                  <a:lnTo>
                    <a:pt x="0" y="0"/>
                  </a:lnTo>
                  <a:lnTo>
                    <a:pt x="14889" y="25608"/>
                  </a:lnTo>
                  <a:lnTo>
                    <a:pt x="26917" y="58597"/>
                  </a:lnTo>
                  <a:lnTo>
                    <a:pt x="34959" y="95730"/>
                  </a:lnTo>
                  <a:lnTo>
                    <a:pt x="37889" y="133770"/>
                  </a:lnTo>
                  <a:lnTo>
                    <a:pt x="34959" y="171856"/>
                  </a:lnTo>
                  <a:lnTo>
                    <a:pt x="26917" y="208984"/>
                  </a:lnTo>
                  <a:lnTo>
                    <a:pt x="14889" y="241948"/>
                  </a:lnTo>
                  <a:lnTo>
                    <a:pt x="0" y="267541"/>
                  </a:lnTo>
                  <a:lnTo>
                    <a:pt x="35574" y="267541"/>
                  </a:lnTo>
                  <a:lnTo>
                    <a:pt x="53764" y="238233"/>
                  </a:lnTo>
                  <a:lnTo>
                    <a:pt x="66793" y="206339"/>
                  </a:lnTo>
                  <a:lnTo>
                    <a:pt x="74632" y="171604"/>
                  </a:lnTo>
                  <a:lnTo>
                    <a:pt x="77252" y="133770"/>
                  </a:lnTo>
                  <a:lnTo>
                    <a:pt x="74632" y="95981"/>
                  </a:lnTo>
                  <a:lnTo>
                    <a:pt x="66793" y="61241"/>
                  </a:lnTo>
                  <a:lnTo>
                    <a:pt x="53764" y="29323"/>
                  </a:lnTo>
                  <a:lnTo>
                    <a:pt x="355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7" name="object 317"/>
          <p:cNvSpPr/>
          <p:nvPr/>
        </p:nvSpPr>
        <p:spPr>
          <a:xfrm>
            <a:off x="11862574" y="5627870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4" h="46354">
                <a:moveTo>
                  <a:pt x="23049" y="0"/>
                </a:moveTo>
                <a:lnTo>
                  <a:pt x="14045" y="1792"/>
                </a:lnTo>
                <a:lnTo>
                  <a:pt x="6670" y="6683"/>
                </a:lnTo>
                <a:lnTo>
                  <a:pt x="1721" y="13941"/>
                </a:lnTo>
                <a:lnTo>
                  <a:pt x="0" y="22838"/>
                </a:lnTo>
                <a:lnTo>
                  <a:pt x="1721" y="31812"/>
                </a:lnTo>
                <a:lnTo>
                  <a:pt x="6670" y="39139"/>
                </a:lnTo>
                <a:lnTo>
                  <a:pt x="14045" y="44077"/>
                </a:lnTo>
                <a:lnTo>
                  <a:pt x="23049" y="45888"/>
                </a:lnTo>
                <a:lnTo>
                  <a:pt x="31875" y="44077"/>
                </a:lnTo>
                <a:lnTo>
                  <a:pt x="39191" y="39139"/>
                </a:lnTo>
                <a:lnTo>
                  <a:pt x="44199" y="31812"/>
                </a:lnTo>
                <a:lnTo>
                  <a:pt x="46098" y="22838"/>
                </a:lnTo>
                <a:lnTo>
                  <a:pt x="44199" y="13941"/>
                </a:lnTo>
                <a:lnTo>
                  <a:pt x="39191" y="6683"/>
                </a:lnTo>
                <a:lnTo>
                  <a:pt x="31875" y="1792"/>
                </a:lnTo>
                <a:lnTo>
                  <a:pt x="23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8" name="object 318"/>
          <p:cNvGrpSpPr/>
          <p:nvPr/>
        </p:nvGrpSpPr>
        <p:grpSpPr>
          <a:xfrm>
            <a:off x="723523" y="5872269"/>
            <a:ext cx="1056640" cy="290195"/>
            <a:chOff x="723523" y="5872269"/>
            <a:chExt cx="1056640" cy="290195"/>
          </a:xfrm>
        </p:grpSpPr>
        <p:pic>
          <p:nvPicPr>
            <p:cNvPr id="319" name="object 319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723523" y="5882583"/>
              <a:ext cx="225758" cy="215549"/>
            </a:xfrm>
            <a:prstGeom prst="rect">
              <a:avLst/>
            </a:prstGeom>
          </p:spPr>
        </p:pic>
        <p:sp>
          <p:nvSpPr>
            <p:cNvPr id="320" name="object 320"/>
            <p:cNvSpPr/>
            <p:nvPr/>
          </p:nvSpPr>
          <p:spPr>
            <a:xfrm>
              <a:off x="984645" y="587226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1" name="object 321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054635" y="5934366"/>
              <a:ext cx="138191" cy="166924"/>
            </a:xfrm>
            <a:prstGeom prst="rect">
              <a:avLst/>
            </a:prstGeom>
          </p:spPr>
        </p:pic>
        <p:pic>
          <p:nvPicPr>
            <p:cNvPr id="322" name="object 322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214508" y="5934366"/>
              <a:ext cx="138191" cy="166924"/>
            </a:xfrm>
            <a:prstGeom prst="rect">
              <a:avLst/>
            </a:prstGeom>
          </p:spPr>
        </p:pic>
        <p:sp>
          <p:nvSpPr>
            <p:cNvPr id="323" name="object 323"/>
            <p:cNvSpPr/>
            <p:nvPr/>
          </p:nvSpPr>
          <p:spPr>
            <a:xfrm>
              <a:off x="1378801" y="587226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8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8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4" name="object 3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56264" y="5934366"/>
              <a:ext cx="141664" cy="163767"/>
            </a:xfrm>
            <a:prstGeom prst="rect">
              <a:avLst/>
            </a:prstGeom>
          </p:spPr>
        </p:pic>
        <p:pic>
          <p:nvPicPr>
            <p:cNvPr id="325" name="object 325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627504" y="5934365"/>
              <a:ext cx="152610" cy="227758"/>
            </a:xfrm>
            <a:prstGeom prst="rect">
              <a:avLst/>
            </a:prstGeom>
          </p:spPr>
        </p:pic>
      </p:grpSp>
      <p:grpSp>
        <p:nvGrpSpPr>
          <p:cNvPr id="326" name="object 326"/>
          <p:cNvGrpSpPr/>
          <p:nvPr/>
        </p:nvGrpSpPr>
        <p:grpSpPr>
          <a:xfrm>
            <a:off x="1890931" y="5882583"/>
            <a:ext cx="1181100" cy="219075"/>
            <a:chOff x="1890931" y="5882583"/>
            <a:chExt cx="1181100" cy="219075"/>
          </a:xfrm>
        </p:grpSpPr>
        <p:pic>
          <p:nvPicPr>
            <p:cNvPr id="327" name="object 327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890931" y="5882583"/>
              <a:ext cx="156609" cy="215549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070275" y="5934365"/>
              <a:ext cx="150295" cy="166924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2250250" y="5934155"/>
              <a:ext cx="245439" cy="167134"/>
            </a:xfrm>
            <a:prstGeom prst="rect">
              <a:avLst/>
            </a:prstGeom>
          </p:spPr>
        </p:pic>
        <p:pic>
          <p:nvPicPr>
            <p:cNvPr id="330" name="object 330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2517897" y="5934365"/>
              <a:ext cx="154820" cy="166924"/>
            </a:xfrm>
            <a:prstGeom prst="rect">
              <a:avLst/>
            </a:prstGeom>
          </p:spPr>
        </p:pic>
        <p:pic>
          <p:nvPicPr>
            <p:cNvPr id="331" name="object 3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02398" y="5934365"/>
              <a:ext cx="141664" cy="163767"/>
            </a:xfrm>
            <a:prstGeom prst="rect">
              <a:avLst/>
            </a:prstGeom>
          </p:spPr>
        </p:pic>
        <p:sp>
          <p:nvSpPr>
            <p:cNvPr id="332" name="object 332"/>
            <p:cNvSpPr/>
            <p:nvPr/>
          </p:nvSpPr>
          <p:spPr>
            <a:xfrm>
              <a:off x="2877637" y="5882583"/>
              <a:ext cx="29209" cy="79375"/>
            </a:xfrm>
            <a:custGeom>
              <a:avLst/>
              <a:gdLst/>
              <a:ahLst/>
              <a:cxnLst/>
              <a:rect l="l" t="t" r="r" b="b"/>
              <a:pathLst>
                <a:path w="29210" h="79375">
                  <a:moveTo>
                    <a:pt x="28943" y="0"/>
                  </a:moveTo>
                  <a:lnTo>
                    <a:pt x="0" y="0"/>
                  </a:lnTo>
                  <a:lnTo>
                    <a:pt x="0" y="79252"/>
                  </a:lnTo>
                  <a:lnTo>
                    <a:pt x="28943" y="79252"/>
                  </a:lnTo>
                  <a:lnTo>
                    <a:pt x="289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3" name="object 333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2933419" y="5934365"/>
              <a:ext cx="138191" cy="166924"/>
            </a:xfrm>
            <a:prstGeom prst="rect">
              <a:avLst/>
            </a:prstGeom>
          </p:spPr>
        </p:pic>
      </p:grpSp>
      <p:grpSp>
        <p:nvGrpSpPr>
          <p:cNvPr id="334" name="object 334"/>
          <p:cNvGrpSpPr/>
          <p:nvPr/>
        </p:nvGrpSpPr>
        <p:grpSpPr>
          <a:xfrm>
            <a:off x="3169293" y="5872269"/>
            <a:ext cx="1372870" cy="229235"/>
            <a:chOff x="3169293" y="5872269"/>
            <a:chExt cx="1372870" cy="229235"/>
          </a:xfrm>
        </p:grpSpPr>
        <p:pic>
          <p:nvPicPr>
            <p:cNvPr id="335" name="object 335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3169293" y="5879636"/>
              <a:ext cx="189763" cy="221443"/>
            </a:xfrm>
            <a:prstGeom prst="rect">
              <a:avLst/>
            </a:prstGeom>
          </p:spPr>
        </p:pic>
        <p:pic>
          <p:nvPicPr>
            <p:cNvPr id="336" name="object 3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90631" y="5882583"/>
              <a:ext cx="142717" cy="215549"/>
            </a:xfrm>
            <a:prstGeom prst="rect">
              <a:avLst/>
            </a:prstGeom>
          </p:spPr>
        </p:pic>
        <p:pic>
          <p:nvPicPr>
            <p:cNvPr id="337" name="object 33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562607" y="5934365"/>
              <a:ext cx="150294" cy="166924"/>
            </a:xfrm>
            <a:prstGeom prst="rect">
              <a:avLst/>
            </a:prstGeom>
          </p:spPr>
        </p:pic>
        <p:pic>
          <p:nvPicPr>
            <p:cNvPr id="338" name="object 33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735636" y="5934366"/>
              <a:ext cx="146505" cy="166924"/>
            </a:xfrm>
            <a:prstGeom prst="rect">
              <a:avLst/>
            </a:prstGeom>
          </p:spPr>
        </p:pic>
        <p:sp>
          <p:nvSpPr>
            <p:cNvPr id="339" name="object 339"/>
            <p:cNvSpPr/>
            <p:nvPr/>
          </p:nvSpPr>
          <p:spPr>
            <a:xfrm>
              <a:off x="3910977" y="5872276"/>
              <a:ext cx="281305" cy="226060"/>
            </a:xfrm>
            <a:custGeom>
              <a:avLst/>
              <a:gdLst/>
              <a:ahLst/>
              <a:cxnLst/>
              <a:rect l="l" t="t" r="r" b="b"/>
              <a:pathLst>
                <a:path w="281304" h="226060">
                  <a:moveTo>
                    <a:pt x="146812" y="225856"/>
                  </a:moveTo>
                  <a:lnTo>
                    <a:pt x="80302" y="133870"/>
                  </a:lnTo>
                  <a:lnTo>
                    <a:pt x="143027" y="64198"/>
                  </a:lnTo>
                  <a:lnTo>
                    <a:pt x="98818" y="64198"/>
                  </a:lnTo>
                  <a:lnTo>
                    <a:pt x="40513" y="129247"/>
                  </a:lnTo>
                  <a:lnTo>
                    <a:pt x="37884" y="129247"/>
                  </a:lnTo>
                  <a:lnTo>
                    <a:pt x="37884" y="10312"/>
                  </a:lnTo>
                  <a:lnTo>
                    <a:pt x="0" y="10312"/>
                  </a:lnTo>
                  <a:lnTo>
                    <a:pt x="0" y="225856"/>
                  </a:lnTo>
                  <a:lnTo>
                    <a:pt x="37884" y="225856"/>
                  </a:lnTo>
                  <a:lnTo>
                    <a:pt x="37884" y="171450"/>
                  </a:lnTo>
                  <a:lnTo>
                    <a:pt x="51777" y="156603"/>
                  </a:lnTo>
                  <a:lnTo>
                    <a:pt x="101561" y="225856"/>
                  </a:lnTo>
                  <a:lnTo>
                    <a:pt x="146812" y="225856"/>
                  </a:lnTo>
                  <a:close/>
                </a:path>
                <a:path w="281304" h="226060">
                  <a:moveTo>
                    <a:pt x="203758" y="10312"/>
                  </a:moveTo>
                  <a:lnTo>
                    <a:pt x="165862" y="10312"/>
                  </a:lnTo>
                  <a:lnTo>
                    <a:pt x="165862" y="225856"/>
                  </a:lnTo>
                  <a:lnTo>
                    <a:pt x="203758" y="225856"/>
                  </a:lnTo>
                  <a:lnTo>
                    <a:pt x="203758" y="10312"/>
                  </a:lnTo>
                  <a:close/>
                </a:path>
                <a:path w="281304" h="226060">
                  <a:moveTo>
                    <a:pt x="278168" y="64198"/>
                  </a:moveTo>
                  <a:lnTo>
                    <a:pt x="240284" y="64198"/>
                  </a:lnTo>
                  <a:lnTo>
                    <a:pt x="240284" y="225856"/>
                  </a:lnTo>
                  <a:lnTo>
                    <a:pt x="278168" y="225856"/>
                  </a:lnTo>
                  <a:lnTo>
                    <a:pt x="278168" y="64198"/>
                  </a:lnTo>
                  <a:close/>
                </a:path>
                <a:path w="281304" h="226060">
                  <a:moveTo>
                    <a:pt x="281216" y="20624"/>
                  </a:moveTo>
                  <a:lnTo>
                    <a:pt x="279476" y="12560"/>
                  </a:lnTo>
                  <a:lnTo>
                    <a:pt x="274739" y="6007"/>
                  </a:lnTo>
                  <a:lnTo>
                    <a:pt x="267766" y="1612"/>
                  </a:lnTo>
                  <a:lnTo>
                    <a:pt x="259334" y="0"/>
                  </a:lnTo>
                  <a:lnTo>
                    <a:pt x="250723" y="1612"/>
                  </a:lnTo>
                  <a:lnTo>
                    <a:pt x="243700" y="6007"/>
                  </a:lnTo>
                  <a:lnTo>
                    <a:pt x="238963" y="12560"/>
                  </a:lnTo>
                  <a:lnTo>
                    <a:pt x="237223" y="20624"/>
                  </a:lnTo>
                  <a:lnTo>
                    <a:pt x="238963" y="28625"/>
                  </a:lnTo>
                  <a:lnTo>
                    <a:pt x="243700" y="35153"/>
                  </a:lnTo>
                  <a:lnTo>
                    <a:pt x="250723" y="39547"/>
                  </a:lnTo>
                  <a:lnTo>
                    <a:pt x="259334" y="41148"/>
                  </a:lnTo>
                  <a:lnTo>
                    <a:pt x="267766" y="39547"/>
                  </a:lnTo>
                  <a:lnTo>
                    <a:pt x="274739" y="35153"/>
                  </a:lnTo>
                  <a:lnTo>
                    <a:pt x="279476" y="28625"/>
                  </a:lnTo>
                  <a:lnTo>
                    <a:pt x="281216" y="206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0" name="object 340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4218201" y="5897739"/>
              <a:ext cx="249965" cy="203550"/>
            </a:xfrm>
            <a:prstGeom prst="rect">
              <a:avLst/>
            </a:prstGeom>
          </p:spPr>
        </p:pic>
        <p:sp>
          <p:nvSpPr>
            <p:cNvPr id="341" name="object 341"/>
            <p:cNvSpPr/>
            <p:nvPr/>
          </p:nvSpPr>
          <p:spPr>
            <a:xfrm>
              <a:off x="4495531" y="6054560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049" y="0"/>
                  </a:moveTo>
                  <a:lnTo>
                    <a:pt x="14045" y="1792"/>
                  </a:lnTo>
                  <a:lnTo>
                    <a:pt x="6670" y="6683"/>
                  </a:lnTo>
                  <a:lnTo>
                    <a:pt x="1721" y="13942"/>
                  </a:lnTo>
                  <a:lnTo>
                    <a:pt x="0" y="22838"/>
                  </a:lnTo>
                  <a:lnTo>
                    <a:pt x="1721" y="31812"/>
                  </a:lnTo>
                  <a:lnTo>
                    <a:pt x="6670" y="39139"/>
                  </a:lnTo>
                  <a:lnTo>
                    <a:pt x="14045" y="44077"/>
                  </a:lnTo>
                  <a:lnTo>
                    <a:pt x="23049" y="45888"/>
                  </a:lnTo>
                  <a:lnTo>
                    <a:pt x="31875" y="44077"/>
                  </a:lnTo>
                  <a:lnTo>
                    <a:pt x="39192" y="39139"/>
                  </a:lnTo>
                  <a:lnTo>
                    <a:pt x="44199" y="31812"/>
                  </a:lnTo>
                  <a:lnTo>
                    <a:pt x="46098" y="22838"/>
                  </a:lnTo>
                  <a:lnTo>
                    <a:pt x="44199" y="13942"/>
                  </a:lnTo>
                  <a:lnTo>
                    <a:pt x="39192" y="6683"/>
                  </a:lnTo>
                  <a:lnTo>
                    <a:pt x="31875" y="1792"/>
                  </a:lnTo>
                  <a:lnTo>
                    <a:pt x="23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2" name="object 342"/>
          <p:cNvGrpSpPr/>
          <p:nvPr/>
        </p:nvGrpSpPr>
        <p:grpSpPr>
          <a:xfrm>
            <a:off x="4652735" y="5872269"/>
            <a:ext cx="1320800" cy="229235"/>
            <a:chOff x="4652735" y="5872269"/>
            <a:chExt cx="1320800" cy="229235"/>
          </a:xfrm>
        </p:grpSpPr>
        <p:pic>
          <p:nvPicPr>
            <p:cNvPr id="343" name="object 343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4652735" y="5882583"/>
              <a:ext cx="444043" cy="218706"/>
            </a:xfrm>
            <a:prstGeom prst="rect">
              <a:avLst/>
            </a:prstGeom>
          </p:spPr>
        </p:pic>
        <p:pic>
          <p:nvPicPr>
            <p:cNvPr id="344" name="object 34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123933" y="5934155"/>
              <a:ext cx="92092" cy="163977"/>
            </a:xfrm>
            <a:prstGeom prst="rect">
              <a:avLst/>
            </a:prstGeom>
          </p:spPr>
        </p:pic>
        <p:sp>
          <p:nvSpPr>
            <p:cNvPr id="345" name="object 345"/>
            <p:cNvSpPr/>
            <p:nvPr/>
          </p:nvSpPr>
          <p:spPr>
            <a:xfrm>
              <a:off x="5235602" y="587226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60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60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6" name="object 346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5306118" y="5934365"/>
              <a:ext cx="491405" cy="166924"/>
            </a:xfrm>
            <a:prstGeom prst="rect">
              <a:avLst/>
            </a:prstGeom>
          </p:spPr>
        </p:pic>
        <p:pic>
          <p:nvPicPr>
            <p:cNvPr id="347" name="object 347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820573" y="5882583"/>
              <a:ext cx="152400" cy="218391"/>
            </a:xfrm>
            <a:prstGeom prst="rect">
              <a:avLst/>
            </a:prstGeom>
          </p:spPr>
        </p:pic>
      </p:grpSp>
      <p:grpSp>
        <p:nvGrpSpPr>
          <p:cNvPr id="348" name="object 348"/>
          <p:cNvGrpSpPr/>
          <p:nvPr/>
        </p:nvGrpSpPr>
        <p:grpSpPr>
          <a:xfrm>
            <a:off x="6069926" y="5872479"/>
            <a:ext cx="725170" cy="229235"/>
            <a:chOff x="6069926" y="5872479"/>
            <a:chExt cx="725170" cy="229235"/>
          </a:xfrm>
        </p:grpSpPr>
        <p:pic>
          <p:nvPicPr>
            <p:cNvPr id="349" name="object 349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6069926" y="5872479"/>
              <a:ext cx="98512" cy="225653"/>
            </a:xfrm>
            <a:prstGeom prst="rect">
              <a:avLst/>
            </a:prstGeom>
          </p:spPr>
        </p:pic>
        <p:pic>
          <p:nvPicPr>
            <p:cNvPr id="350" name="object 350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6192646" y="5934155"/>
              <a:ext cx="262595" cy="167134"/>
            </a:xfrm>
            <a:prstGeom prst="rect">
              <a:avLst/>
            </a:prstGeom>
          </p:spPr>
        </p:pic>
        <p:pic>
          <p:nvPicPr>
            <p:cNvPr id="351" name="object 351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6484922" y="5934365"/>
              <a:ext cx="227126" cy="163767"/>
            </a:xfrm>
            <a:prstGeom prst="rect">
              <a:avLst/>
            </a:prstGeom>
          </p:spPr>
        </p:pic>
        <p:sp>
          <p:nvSpPr>
            <p:cNvPr id="352" name="object 352"/>
            <p:cNvSpPr/>
            <p:nvPr/>
          </p:nvSpPr>
          <p:spPr>
            <a:xfrm>
              <a:off x="6748464" y="6054560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4" h="46354">
                  <a:moveTo>
                    <a:pt x="23049" y="0"/>
                  </a:moveTo>
                  <a:lnTo>
                    <a:pt x="14045" y="1792"/>
                  </a:lnTo>
                  <a:lnTo>
                    <a:pt x="6670" y="6683"/>
                  </a:lnTo>
                  <a:lnTo>
                    <a:pt x="1721" y="13942"/>
                  </a:lnTo>
                  <a:lnTo>
                    <a:pt x="0" y="22838"/>
                  </a:lnTo>
                  <a:lnTo>
                    <a:pt x="1721" y="31812"/>
                  </a:lnTo>
                  <a:lnTo>
                    <a:pt x="6670" y="39139"/>
                  </a:lnTo>
                  <a:lnTo>
                    <a:pt x="14045" y="44077"/>
                  </a:lnTo>
                  <a:lnTo>
                    <a:pt x="23049" y="45888"/>
                  </a:lnTo>
                  <a:lnTo>
                    <a:pt x="31875" y="44077"/>
                  </a:lnTo>
                  <a:lnTo>
                    <a:pt x="39192" y="39139"/>
                  </a:lnTo>
                  <a:lnTo>
                    <a:pt x="44199" y="31812"/>
                  </a:lnTo>
                  <a:lnTo>
                    <a:pt x="46098" y="22838"/>
                  </a:lnTo>
                  <a:lnTo>
                    <a:pt x="44199" y="13942"/>
                  </a:lnTo>
                  <a:lnTo>
                    <a:pt x="39192" y="6683"/>
                  </a:lnTo>
                  <a:lnTo>
                    <a:pt x="31875" y="1792"/>
                  </a:lnTo>
                  <a:lnTo>
                    <a:pt x="23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3" name="object 353"/>
          <p:cNvGrpSpPr/>
          <p:nvPr/>
        </p:nvGrpSpPr>
        <p:grpSpPr>
          <a:xfrm>
            <a:off x="717314" y="6735964"/>
            <a:ext cx="247650" cy="218440"/>
            <a:chOff x="717314" y="6735964"/>
            <a:chExt cx="247650" cy="218440"/>
          </a:xfrm>
        </p:grpSpPr>
        <p:pic>
          <p:nvPicPr>
            <p:cNvPr id="354" name="object 354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717314" y="6735964"/>
              <a:ext cx="169871" cy="215549"/>
            </a:xfrm>
            <a:prstGeom prst="rect">
              <a:avLst/>
            </a:prstGeom>
          </p:spPr>
        </p:pic>
        <p:sp>
          <p:nvSpPr>
            <p:cNvPr id="355" name="object 355"/>
            <p:cNvSpPr/>
            <p:nvPr/>
          </p:nvSpPr>
          <p:spPr>
            <a:xfrm>
              <a:off x="918759" y="6907940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23049" y="0"/>
                  </a:moveTo>
                  <a:lnTo>
                    <a:pt x="14045" y="1792"/>
                  </a:lnTo>
                  <a:lnTo>
                    <a:pt x="6670" y="6683"/>
                  </a:lnTo>
                  <a:lnTo>
                    <a:pt x="1721" y="13942"/>
                  </a:lnTo>
                  <a:lnTo>
                    <a:pt x="0" y="22838"/>
                  </a:lnTo>
                  <a:lnTo>
                    <a:pt x="1721" y="31812"/>
                  </a:lnTo>
                  <a:lnTo>
                    <a:pt x="6670" y="39139"/>
                  </a:lnTo>
                  <a:lnTo>
                    <a:pt x="14045" y="44077"/>
                  </a:lnTo>
                  <a:lnTo>
                    <a:pt x="23049" y="45888"/>
                  </a:lnTo>
                  <a:lnTo>
                    <a:pt x="31875" y="44077"/>
                  </a:lnTo>
                  <a:lnTo>
                    <a:pt x="39191" y="39139"/>
                  </a:lnTo>
                  <a:lnTo>
                    <a:pt x="44199" y="31812"/>
                  </a:lnTo>
                  <a:lnTo>
                    <a:pt x="46098" y="22838"/>
                  </a:lnTo>
                  <a:lnTo>
                    <a:pt x="44199" y="13942"/>
                  </a:lnTo>
                  <a:lnTo>
                    <a:pt x="39191" y="6683"/>
                  </a:lnTo>
                  <a:lnTo>
                    <a:pt x="31875" y="1792"/>
                  </a:lnTo>
                  <a:lnTo>
                    <a:pt x="23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6" name="object 356"/>
          <p:cNvGrpSpPr/>
          <p:nvPr/>
        </p:nvGrpSpPr>
        <p:grpSpPr>
          <a:xfrm>
            <a:off x="1063169" y="6735964"/>
            <a:ext cx="732155" cy="278130"/>
            <a:chOff x="1063169" y="6735964"/>
            <a:chExt cx="732155" cy="278130"/>
          </a:xfrm>
        </p:grpSpPr>
        <p:pic>
          <p:nvPicPr>
            <p:cNvPr id="357" name="object 35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63169" y="6735964"/>
              <a:ext cx="135981" cy="218496"/>
            </a:xfrm>
            <a:prstGeom prst="rect">
              <a:avLst/>
            </a:prstGeom>
          </p:spPr>
        </p:pic>
        <p:pic>
          <p:nvPicPr>
            <p:cNvPr id="358" name="object 358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230032" y="6787746"/>
              <a:ext cx="139200" cy="167029"/>
            </a:xfrm>
            <a:prstGeom prst="rect">
              <a:avLst/>
            </a:prstGeom>
          </p:spPr>
        </p:pic>
        <p:pic>
          <p:nvPicPr>
            <p:cNvPr id="359" name="object 359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405227" y="6735964"/>
              <a:ext cx="142717" cy="215549"/>
            </a:xfrm>
            <a:prstGeom prst="rect">
              <a:avLst/>
            </a:prstGeom>
          </p:spPr>
        </p:pic>
        <p:pic>
          <p:nvPicPr>
            <p:cNvPr id="360" name="object 360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576616" y="6787746"/>
              <a:ext cx="139200" cy="167029"/>
            </a:xfrm>
            <a:prstGeom prst="rect">
              <a:avLst/>
            </a:prstGeom>
          </p:spPr>
        </p:pic>
        <p:sp>
          <p:nvSpPr>
            <p:cNvPr id="361" name="object 361"/>
            <p:cNvSpPr/>
            <p:nvPr/>
          </p:nvSpPr>
          <p:spPr>
            <a:xfrm>
              <a:off x="1741707" y="6930042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39" h="83820">
                  <a:moveTo>
                    <a:pt x="53150" y="0"/>
                  </a:moveTo>
                  <a:lnTo>
                    <a:pt x="15366" y="0"/>
                  </a:lnTo>
                  <a:lnTo>
                    <a:pt x="0" y="83462"/>
                  </a:lnTo>
                  <a:lnTo>
                    <a:pt x="28417" y="83462"/>
                  </a:lnTo>
                  <a:lnTo>
                    <a:pt x="5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2" name="object 362"/>
          <p:cNvSpPr/>
          <p:nvPr/>
        </p:nvSpPr>
        <p:spPr>
          <a:xfrm>
            <a:off x="1910715" y="6736079"/>
            <a:ext cx="222250" cy="217804"/>
          </a:xfrm>
          <a:custGeom>
            <a:avLst/>
            <a:gdLst/>
            <a:ahLst/>
            <a:cxnLst/>
            <a:rect l="l" t="t" r="r" b="b"/>
            <a:pathLst>
              <a:path w="222250" h="217804">
                <a:moveTo>
                  <a:pt x="140716" y="182880"/>
                </a:moveTo>
                <a:lnTo>
                  <a:pt x="38633" y="182880"/>
                </a:lnTo>
                <a:lnTo>
                  <a:pt x="38633" y="123190"/>
                </a:lnTo>
                <a:lnTo>
                  <a:pt x="132613" y="123190"/>
                </a:lnTo>
                <a:lnTo>
                  <a:pt x="132613" y="91440"/>
                </a:lnTo>
                <a:lnTo>
                  <a:pt x="38633" y="91440"/>
                </a:lnTo>
                <a:lnTo>
                  <a:pt x="38633" y="33020"/>
                </a:lnTo>
                <a:lnTo>
                  <a:pt x="139979" y="33020"/>
                </a:lnTo>
                <a:lnTo>
                  <a:pt x="139979" y="0"/>
                </a:lnTo>
                <a:lnTo>
                  <a:pt x="0" y="0"/>
                </a:lnTo>
                <a:lnTo>
                  <a:pt x="0" y="33020"/>
                </a:lnTo>
                <a:lnTo>
                  <a:pt x="0" y="91440"/>
                </a:lnTo>
                <a:lnTo>
                  <a:pt x="0" y="123190"/>
                </a:lnTo>
                <a:lnTo>
                  <a:pt x="0" y="182880"/>
                </a:lnTo>
                <a:lnTo>
                  <a:pt x="0" y="215900"/>
                </a:lnTo>
                <a:lnTo>
                  <a:pt x="140716" y="215900"/>
                </a:lnTo>
                <a:lnTo>
                  <a:pt x="140716" y="182880"/>
                </a:lnTo>
                <a:close/>
              </a:path>
              <a:path w="222250" h="217804">
                <a:moveTo>
                  <a:pt x="221869" y="194703"/>
                </a:moveTo>
                <a:lnTo>
                  <a:pt x="219964" y="185813"/>
                </a:lnTo>
                <a:lnTo>
                  <a:pt x="214960" y="178549"/>
                </a:lnTo>
                <a:lnTo>
                  <a:pt x="207645" y="173659"/>
                </a:lnTo>
                <a:lnTo>
                  <a:pt x="198818" y="171869"/>
                </a:lnTo>
                <a:lnTo>
                  <a:pt x="189814" y="173659"/>
                </a:lnTo>
                <a:lnTo>
                  <a:pt x="182435" y="178549"/>
                </a:lnTo>
                <a:lnTo>
                  <a:pt x="177495" y="185813"/>
                </a:lnTo>
                <a:lnTo>
                  <a:pt x="175768" y="194703"/>
                </a:lnTo>
                <a:lnTo>
                  <a:pt x="177495" y="203682"/>
                </a:lnTo>
                <a:lnTo>
                  <a:pt x="182435" y="211010"/>
                </a:lnTo>
                <a:lnTo>
                  <a:pt x="189814" y="215950"/>
                </a:lnTo>
                <a:lnTo>
                  <a:pt x="198818" y="217754"/>
                </a:lnTo>
                <a:lnTo>
                  <a:pt x="207645" y="215950"/>
                </a:lnTo>
                <a:lnTo>
                  <a:pt x="214960" y="211010"/>
                </a:lnTo>
                <a:lnTo>
                  <a:pt x="219964" y="203682"/>
                </a:lnTo>
                <a:lnTo>
                  <a:pt x="221869" y="1947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3" name="object 363"/>
          <p:cNvGrpSpPr/>
          <p:nvPr/>
        </p:nvGrpSpPr>
        <p:grpSpPr>
          <a:xfrm>
            <a:off x="2235611" y="6733016"/>
            <a:ext cx="242570" cy="222250"/>
            <a:chOff x="2235611" y="6733016"/>
            <a:chExt cx="242570" cy="222250"/>
          </a:xfrm>
        </p:grpSpPr>
        <p:pic>
          <p:nvPicPr>
            <p:cNvPr id="364" name="object 36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35611" y="6733016"/>
              <a:ext cx="165240" cy="221758"/>
            </a:xfrm>
            <a:prstGeom prst="rect">
              <a:avLst/>
            </a:prstGeom>
          </p:spPr>
        </p:pic>
        <p:sp>
          <p:nvSpPr>
            <p:cNvPr id="365" name="object 365"/>
            <p:cNvSpPr/>
            <p:nvPr/>
          </p:nvSpPr>
          <p:spPr>
            <a:xfrm>
              <a:off x="2431689" y="6907940"/>
              <a:ext cx="46355" cy="46355"/>
            </a:xfrm>
            <a:custGeom>
              <a:avLst/>
              <a:gdLst/>
              <a:ahLst/>
              <a:cxnLst/>
              <a:rect l="l" t="t" r="r" b="b"/>
              <a:pathLst>
                <a:path w="46355" h="46354">
                  <a:moveTo>
                    <a:pt x="23049" y="0"/>
                  </a:moveTo>
                  <a:lnTo>
                    <a:pt x="14045" y="1792"/>
                  </a:lnTo>
                  <a:lnTo>
                    <a:pt x="6670" y="6683"/>
                  </a:lnTo>
                  <a:lnTo>
                    <a:pt x="1721" y="13942"/>
                  </a:lnTo>
                  <a:lnTo>
                    <a:pt x="0" y="22838"/>
                  </a:lnTo>
                  <a:lnTo>
                    <a:pt x="1721" y="31812"/>
                  </a:lnTo>
                  <a:lnTo>
                    <a:pt x="6670" y="39139"/>
                  </a:lnTo>
                  <a:lnTo>
                    <a:pt x="14045" y="44077"/>
                  </a:lnTo>
                  <a:lnTo>
                    <a:pt x="23049" y="45888"/>
                  </a:lnTo>
                  <a:lnTo>
                    <a:pt x="31875" y="44077"/>
                  </a:lnTo>
                  <a:lnTo>
                    <a:pt x="39192" y="39139"/>
                  </a:lnTo>
                  <a:lnTo>
                    <a:pt x="44199" y="31812"/>
                  </a:lnTo>
                  <a:lnTo>
                    <a:pt x="46098" y="22838"/>
                  </a:lnTo>
                  <a:lnTo>
                    <a:pt x="44199" y="13942"/>
                  </a:lnTo>
                  <a:lnTo>
                    <a:pt x="39192" y="6683"/>
                  </a:lnTo>
                  <a:lnTo>
                    <a:pt x="31875" y="1792"/>
                  </a:lnTo>
                  <a:lnTo>
                    <a:pt x="23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6" name="object 366"/>
          <p:cNvGrpSpPr/>
          <p:nvPr/>
        </p:nvGrpSpPr>
        <p:grpSpPr>
          <a:xfrm>
            <a:off x="2596618" y="6729754"/>
            <a:ext cx="570230" cy="267970"/>
            <a:chOff x="2596618" y="6729754"/>
            <a:chExt cx="570230" cy="267970"/>
          </a:xfrm>
        </p:grpSpPr>
        <p:sp>
          <p:nvSpPr>
            <p:cNvPr id="367" name="object 367"/>
            <p:cNvSpPr/>
            <p:nvPr/>
          </p:nvSpPr>
          <p:spPr>
            <a:xfrm>
              <a:off x="2596618" y="6729754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69" h="267970">
                  <a:moveTo>
                    <a:pt x="77252" y="0"/>
                  </a:moveTo>
                  <a:lnTo>
                    <a:pt x="41678" y="0"/>
                  </a:lnTo>
                  <a:lnTo>
                    <a:pt x="23488" y="29323"/>
                  </a:lnTo>
                  <a:lnTo>
                    <a:pt x="10459" y="61241"/>
                  </a:lnTo>
                  <a:lnTo>
                    <a:pt x="2619" y="95981"/>
                  </a:lnTo>
                  <a:lnTo>
                    <a:pt x="0" y="133770"/>
                  </a:lnTo>
                  <a:lnTo>
                    <a:pt x="2619" y="171604"/>
                  </a:lnTo>
                  <a:lnTo>
                    <a:pt x="10459" y="206339"/>
                  </a:lnTo>
                  <a:lnTo>
                    <a:pt x="23488" y="238233"/>
                  </a:lnTo>
                  <a:lnTo>
                    <a:pt x="41678" y="267541"/>
                  </a:lnTo>
                  <a:lnTo>
                    <a:pt x="77252" y="267541"/>
                  </a:lnTo>
                  <a:lnTo>
                    <a:pt x="62363" y="241948"/>
                  </a:lnTo>
                  <a:lnTo>
                    <a:pt x="50335" y="208984"/>
                  </a:lnTo>
                  <a:lnTo>
                    <a:pt x="42293" y="171856"/>
                  </a:lnTo>
                  <a:lnTo>
                    <a:pt x="39363" y="133770"/>
                  </a:lnTo>
                  <a:lnTo>
                    <a:pt x="42293" y="95730"/>
                  </a:lnTo>
                  <a:lnTo>
                    <a:pt x="50335" y="58597"/>
                  </a:lnTo>
                  <a:lnTo>
                    <a:pt x="62363" y="25608"/>
                  </a:lnTo>
                  <a:lnTo>
                    <a:pt x="77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8" name="object 368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2699656" y="6733016"/>
              <a:ext cx="150610" cy="218496"/>
            </a:xfrm>
            <a:prstGeom prst="rect">
              <a:avLst/>
            </a:prstGeom>
          </p:spPr>
        </p:pic>
        <p:pic>
          <p:nvPicPr>
            <p:cNvPr id="369" name="object 36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880895" y="6733016"/>
              <a:ext cx="165661" cy="222600"/>
            </a:xfrm>
            <a:prstGeom prst="rect">
              <a:avLst/>
            </a:prstGeom>
          </p:spPr>
        </p:pic>
        <p:pic>
          <p:nvPicPr>
            <p:cNvPr id="370" name="object 370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3075710" y="6735963"/>
              <a:ext cx="90619" cy="215549"/>
            </a:xfrm>
            <a:prstGeom prst="rect">
              <a:avLst/>
            </a:prstGeom>
          </p:spPr>
        </p:pic>
      </p:grpSp>
      <p:grpSp>
        <p:nvGrpSpPr>
          <p:cNvPr id="371" name="object 371"/>
          <p:cNvGrpSpPr/>
          <p:nvPr/>
        </p:nvGrpSpPr>
        <p:grpSpPr>
          <a:xfrm>
            <a:off x="3215270" y="6729754"/>
            <a:ext cx="264795" cy="267970"/>
            <a:chOff x="3215270" y="6729754"/>
            <a:chExt cx="264795" cy="267970"/>
          </a:xfrm>
        </p:grpSpPr>
        <p:pic>
          <p:nvPicPr>
            <p:cNvPr id="372" name="object 372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3215270" y="6733016"/>
              <a:ext cx="163451" cy="221443"/>
            </a:xfrm>
            <a:prstGeom prst="rect">
              <a:avLst/>
            </a:prstGeom>
          </p:spPr>
        </p:pic>
        <p:sp>
          <p:nvSpPr>
            <p:cNvPr id="373" name="object 373"/>
            <p:cNvSpPr/>
            <p:nvPr/>
          </p:nvSpPr>
          <p:spPr>
            <a:xfrm>
              <a:off x="3402507" y="6729754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70" h="267970">
                  <a:moveTo>
                    <a:pt x="35574" y="0"/>
                  </a:moveTo>
                  <a:lnTo>
                    <a:pt x="0" y="0"/>
                  </a:lnTo>
                  <a:lnTo>
                    <a:pt x="14889" y="25608"/>
                  </a:lnTo>
                  <a:lnTo>
                    <a:pt x="26917" y="58597"/>
                  </a:lnTo>
                  <a:lnTo>
                    <a:pt x="34958" y="95730"/>
                  </a:lnTo>
                  <a:lnTo>
                    <a:pt x="37889" y="133770"/>
                  </a:lnTo>
                  <a:lnTo>
                    <a:pt x="34958" y="171856"/>
                  </a:lnTo>
                  <a:lnTo>
                    <a:pt x="26917" y="208984"/>
                  </a:lnTo>
                  <a:lnTo>
                    <a:pt x="14889" y="241948"/>
                  </a:lnTo>
                  <a:lnTo>
                    <a:pt x="0" y="267541"/>
                  </a:lnTo>
                  <a:lnTo>
                    <a:pt x="35574" y="267541"/>
                  </a:lnTo>
                  <a:lnTo>
                    <a:pt x="53764" y="238233"/>
                  </a:lnTo>
                  <a:lnTo>
                    <a:pt x="66793" y="206339"/>
                  </a:lnTo>
                  <a:lnTo>
                    <a:pt x="74632" y="171604"/>
                  </a:lnTo>
                  <a:lnTo>
                    <a:pt x="77252" y="133770"/>
                  </a:lnTo>
                  <a:lnTo>
                    <a:pt x="74632" y="95981"/>
                  </a:lnTo>
                  <a:lnTo>
                    <a:pt x="66793" y="61241"/>
                  </a:lnTo>
                  <a:lnTo>
                    <a:pt x="53764" y="29323"/>
                  </a:lnTo>
                  <a:lnTo>
                    <a:pt x="355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4" name="object 374"/>
          <p:cNvSpPr/>
          <p:nvPr/>
        </p:nvSpPr>
        <p:spPr>
          <a:xfrm>
            <a:off x="3526069" y="6907940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4" h="46354">
                <a:moveTo>
                  <a:pt x="23049" y="0"/>
                </a:moveTo>
                <a:lnTo>
                  <a:pt x="14045" y="1792"/>
                </a:lnTo>
                <a:lnTo>
                  <a:pt x="6670" y="6683"/>
                </a:lnTo>
                <a:lnTo>
                  <a:pt x="1721" y="13942"/>
                </a:lnTo>
                <a:lnTo>
                  <a:pt x="0" y="22838"/>
                </a:lnTo>
                <a:lnTo>
                  <a:pt x="1721" y="31812"/>
                </a:lnTo>
                <a:lnTo>
                  <a:pt x="6670" y="39139"/>
                </a:lnTo>
                <a:lnTo>
                  <a:pt x="14045" y="44077"/>
                </a:lnTo>
                <a:lnTo>
                  <a:pt x="23049" y="45888"/>
                </a:lnTo>
                <a:lnTo>
                  <a:pt x="31875" y="44077"/>
                </a:lnTo>
                <a:lnTo>
                  <a:pt x="39191" y="39139"/>
                </a:lnTo>
                <a:lnTo>
                  <a:pt x="44199" y="31812"/>
                </a:lnTo>
                <a:lnTo>
                  <a:pt x="46098" y="22838"/>
                </a:lnTo>
                <a:lnTo>
                  <a:pt x="44199" y="13942"/>
                </a:lnTo>
                <a:lnTo>
                  <a:pt x="39191" y="6683"/>
                </a:lnTo>
                <a:lnTo>
                  <a:pt x="31875" y="1792"/>
                </a:lnTo>
                <a:lnTo>
                  <a:pt x="23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5" name="object 375"/>
          <p:cNvGrpSpPr/>
          <p:nvPr/>
        </p:nvGrpSpPr>
        <p:grpSpPr>
          <a:xfrm>
            <a:off x="3675226" y="6725860"/>
            <a:ext cx="565150" cy="229235"/>
            <a:chOff x="3675226" y="6725860"/>
            <a:chExt cx="565150" cy="229235"/>
          </a:xfrm>
        </p:grpSpPr>
        <p:pic>
          <p:nvPicPr>
            <p:cNvPr id="376" name="object 376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3675226" y="6733017"/>
              <a:ext cx="165240" cy="221758"/>
            </a:xfrm>
            <a:prstGeom prst="rect">
              <a:avLst/>
            </a:prstGeom>
          </p:spPr>
        </p:pic>
        <p:pic>
          <p:nvPicPr>
            <p:cNvPr id="377" name="object 377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3864147" y="6725860"/>
              <a:ext cx="376053" cy="228810"/>
            </a:xfrm>
            <a:prstGeom prst="rect">
              <a:avLst/>
            </a:prstGeom>
          </p:spPr>
        </p:pic>
      </p:grpSp>
      <p:grpSp>
        <p:nvGrpSpPr>
          <p:cNvPr id="378" name="object 378"/>
          <p:cNvGrpSpPr/>
          <p:nvPr/>
        </p:nvGrpSpPr>
        <p:grpSpPr>
          <a:xfrm>
            <a:off x="4341535" y="6725649"/>
            <a:ext cx="231775" cy="226060"/>
            <a:chOff x="4341535" y="6725649"/>
            <a:chExt cx="231775" cy="226060"/>
          </a:xfrm>
        </p:grpSpPr>
        <p:pic>
          <p:nvPicPr>
            <p:cNvPr id="379" name="object 379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4341535" y="6735964"/>
              <a:ext cx="160504" cy="215549"/>
            </a:xfrm>
            <a:prstGeom prst="rect">
              <a:avLst/>
            </a:prstGeom>
          </p:spPr>
        </p:pic>
        <p:sp>
          <p:nvSpPr>
            <p:cNvPr id="380" name="object 380"/>
            <p:cNvSpPr/>
            <p:nvPr/>
          </p:nvSpPr>
          <p:spPr>
            <a:xfrm>
              <a:off x="4528878" y="672564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8" y="35152"/>
                  </a:lnTo>
                  <a:lnTo>
                    <a:pt x="42245" y="28630"/>
                  </a:lnTo>
                  <a:lnTo>
                    <a:pt x="43994" y="20628"/>
                  </a:lnTo>
                  <a:lnTo>
                    <a:pt x="42245" y="12565"/>
                  </a:lnTo>
                  <a:lnTo>
                    <a:pt x="37508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1" name="object 381"/>
          <p:cNvGrpSpPr/>
          <p:nvPr/>
        </p:nvGrpSpPr>
        <p:grpSpPr>
          <a:xfrm>
            <a:off x="4599394" y="6725649"/>
            <a:ext cx="1219200" cy="229235"/>
            <a:chOff x="4599394" y="6725649"/>
            <a:chExt cx="1219200" cy="229235"/>
          </a:xfrm>
        </p:grpSpPr>
        <p:pic>
          <p:nvPicPr>
            <p:cNvPr id="382" name="object 382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4783895" y="6787746"/>
              <a:ext cx="227126" cy="163767"/>
            </a:xfrm>
            <a:prstGeom prst="rect">
              <a:avLst/>
            </a:prstGeom>
          </p:spPr>
        </p:pic>
        <p:pic>
          <p:nvPicPr>
            <p:cNvPr id="383" name="object 383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4599394" y="6787746"/>
              <a:ext cx="154820" cy="166924"/>
            </a:xfrm>
            <a:prstGeom prst="rect">
              <a:avLst/>
            </a:prstGeom>
          </p:spPr>
        </p:pic>
        <p:pic>
          <p:nvPicPr>
            <p:cNvPr id="384" name="object 384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5040281" y="6751119"/>
              <a:ext cx="262594" cy="203550"/>
            </a:xfrm>
            <a:prstGeom prst="rect">
              <a:avLst/>
            </a:prstGeom>
          </p:spPr>
        </p:pic>
        <p:pic>
          <p:nvPicPr>
            <p:cNvPr id="385" name="object 385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5330030" y="6787536"/>
              <a:ext cx="92092" cy="163977"/>
            </a:xfrm>
            <a:prstGeom prst="rect">
              <a:avLst/>
            </a:prstGeom>
          </p:spPr>
        </p:pic>
        <p:sp>
          <p:nvSpPr>
            <p:cNvPr id="386" name="object 386"/>
            <p:cNvSpPr/>
            <p:nvPr/>
          </p:nvSpPr>
          <p:spPr>
            <a:xfrm>
              <a:off x="5441699" y="672564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7" name="object 38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512216" y="6787746"/>
              <a:ext cx="146506" cy="166924"/>
            </a:xfrm>
            <a:prstGeom prst="rect">
              <a:avLst/>
            </a:prstGeom>
          </p:spPr>
        </p:pic>
        <p:pic>
          <p:nvPicPr>
            <p:cNvPr id="388" name="object 388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5680087" y="6787746"/>
              <a:ext cx="138190" cy="166924"/>
            </a:xfrm>
            <a:prstGeom prst="rect">
              <a:avLst/>
            </a:prstGeom>
          </p:spPr>
        </p:pic>
      </p:grpSp>
      <p:grpSp>
        <p:nvGrpSpPr>
          <p:cNvPr id="389" name="object 389"/>
          <p:cNvGrpSpPr/>
          <p:nvPr/>
        </p:nvGrpSpPr>
        <p:grpSpPr>
          <a:xfrm>
            <a:off x="5919854" y="6725649"/>
            <a:ext cx="735965" cy="290195"/>
            <a:chOff x="5919854" y="6725649"/>
            <a:chExt cx="735965" cy="290195"/>
          </a:xfrm>
        </p:grpSpPr>
        <p:pic>
          <p:nvPicPr>
            <p:cNvPr id="390" name="object 39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919854" y="6789851"/>
              <a:ext cx="140822" cy="163766"/>
            </a:xfrm>
            <a:prstGeom prst="rect">
              <a:avLst/>
            </a:prstGeom>
          </p:spPr>
        </p:pic>
        <p:pic>
          <p:nvPicPr>
            <p:cNvPr id="391" name="object 391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6089831" y="6787746"/>
              <a:ext cx="138190" cy="166924"/>
            </a:xfrm>
            <a:prstGeom prst="rect">
              <a:avLst/>
            </a:prstGeom>
          </p:spPr>
        </p:pic>
        <p:sp>
          <p:nvSpPr>
            <p:cNvPr id="392" name="object 392"/>
            <p:cNvSpPr/>
            <p:nvPr/>
          </p:nvSpPr>
          <p:spPr>
            <a:xfrm>
              <a:off x="6254124" y="672564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3" name="object 393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6331586" y="6787746"/>
              <a:ext cx="141664" cy="163767"/>
            </a:xfrm>
            <a:prstGeom prst="rect">
              <a:avLst/>
            </a:prstGeom>
          </p:spPr>
        </p:pic>
        <p:pic>
          <p:nvPicPr>
            <p:cNvPr id="394" name="object 394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6502826" y="6787746"/>
              <a:ext cx="152610" cy="227758"/>
            </a:xfrm>
            <a:prstGeom prst="rect">
              <a:avLst/>
            </a:prstGeom>
          </p:spPr>
        </p:pic>
      </p:grpSp>
      <p:grpSp>
        <p:nvGrpSpPr>
          <p:cNvPr id="395" name="object 395"/>
          <p:cNvGrpSpPr/>
          <p:nvPr/>
        </p:nvGrpSpPr>
        <p:grpSpPr>
          <a:xfrm>
            <a:off x="6760665" y="6725649"/>
            <a:ext cx="1160780" cy="290195"/>
            <a:chOff x="6760665" y="6725649"/>
            <a:chExt cx="1160780" cy="290195"/>
          </a:xfrm>
        </p:grpSpPr>
        <p:pic>
          <p:nvPicPr>
            <p:cNvPr id="396" name="object 396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6760665" y="6733017"/>
              <a:ext cx="189762" cy="221443"/>
            </a:xfrm>
            <a:prstGeom prst="rect">
              <a:avLst/>
            </a:prstGeom>
          </p:spPr>
        </p:pic>
        <p:sp>
          <p:nvSpPr>
            <p:cNvPr id="397" name="object 397"/>
            <p:cNvSpPr/>
            <p:nvPr/>
          </p:nvSpPr>
          <p:spPr>
            <a:xfrm>
              <a:off x="6982003" y="6735964"/>
              <a:ext cx="38100" cy="215900"/>
            </a:xfrm>
            <a:custGeom>
              <a:avLst/>
              <a:gdLst/>
              <a:ahLst/>
              <a:cxnLst/>
              <a:rect l="l" t="t" r="r" b="b"/>
              <a:pathLst>
                <a:path w="38100" h="215900">
                  <a:moveTo>
                    <a:pt x="37889" y="0"/>
                  </a:moveTo>
                  <a:lnTo>
                    <a:pt x="0" y="0"/>
                  </a:lnTo>
                  <a:lnTo>
                    <a:pt x="0" y="215549"/>
                  </a:lnTo>
                  <a:lnTo>
                    <a:pt x="37889" y="215549"/>
                  </a:lnTo>
                  <a:lnTo>
                    <a:pt x="37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8" name="object 398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7049467" y="6751119"/>
              <a:ext cx="267120" cy="203550"/>
            </a:xfrm>
            <a:prstGeom prst="rect">
              <a:avLst/>
            </a:prstGeom>
          </p:spPr>
        </p:pic>
        <p:pic>
          <p:nvPicPr>
            <p:cNvPr id="399" name="object 399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7343742" y="6735964"/>
              <a:ext cx="142716" cy="215549"/>
            </a:xfrm>
            <a:prstGeom prst="rect">
              <a:avLst/>
            </a:prstGeom>
          </p:spPr>
        </p:pic>
        <p:sp>
          <p:nvSpPr>
            <p:cNvPr id="400" name="object 400"/>
            <p:cNvSpPr/>
            <p:nvPr/>
          </p:nvSpPr>
          <p:spPr>
            <a:xfrm>
              <a:off x="7519613" y="672564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7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7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1" name="object 401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597076" y="6787746"/>
              <a:ext cx="141664" cy="163767"/>
            </a:xfrm>
            <a:prstGeom prst="rect">
              <a:avLst/>
            </a:prstGeom>
          </p:spPr>
        </p:pic>
        <p:pic>
          <p:nvPicPr>
            <p:cNvPr id="402" name="object 402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7768315" y="6787746"/>
              <a:ext cx="152610" cy="227758"/>
            </a:xfrm>
            <a:prstGeom prst="rect">
              <a:avLst/>
            </a:prstGeom>
          </p:spPr>
        </p:pic>
      </p:grpSp>
      <p:grpSp>
        <p:nvGrpSpPr>
          <p:cNvPr id="403" name="object 403"/>
          <p:cNvGrpSpPr/>
          <p:nvPr/>
        </p:nvGrpSpPr>
        <p:grpSpPr>
          <a:xfrm>
            <a:off x="8017564" y="6725649"/>
            <a:ext cx="786765" cy="229235"/>
            <a:chOff x="8017564" y="6725649"/>
            <a:chExt cx="786765" cy="229235"/>
          </a:xfrm>
        </p:grpSpPr>
        <p:pic>
          <p:nvPicPr>
            <p:cNvPr id="404" name="object 404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8017564" y="6735964"/>
              <a:ext cx="416257" cy="217759"/>
            </a:xfrm>
            <a:prstGeom prst="rect">
              <a:avLst/>
            </a:prstGeom>
          </p:spPr>
        </p:pic>
        <p:pic>
          <p:nvPicPr>
            <p:cNvPr id="405" name="object 405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8460975" y="6787536"/>
              <a:ext cx="92092" cy="163977"/>
            </a:xfrm>
            <a:prstGeom prst="rect">
              <a:avLst/>
            </a:prstGeom>
          </p:spPr>
        </p:pic>
        <p:sp>
          <p:nvSpPr>
            <p:cNvPr id="406" name="object 406"/>
            <p:cNvSpPr/>
            <p:nvPr/>
          </p:nvSpPr>
          <p:spPr>
            <a:xfrm>
              <a:off x="8572644" y="672564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8" y="35152"/>
                  </a:lnTo>
                  <a:lnTo>
                    <a:pt x="42246" y="28630"/>
                  </a:lnTo>
                  <a:lnTo>
                    <a:pt x="43994" y="20628"/>
                  </a:lnTo>
                  <a:lnTo>
                    <a:pt x="42246" y="12565"/>
                  </a:lnTo>
                  <a:lnTo>
                    <a:pt x="37508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2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2" y="225863"/>
                  </a:lnTo>
                  <a:lnTo>
                    <a:pt x="40942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7" name="object 407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8651897" y="6735964"/>
              <a:ext cx="152400" cy="218391"/>
            </a:xfrm>
            <a:prstGeom prst="rect">
              <a:avLst/>
            </a:prstGeom>
          </p:spPr>
        </p:pic>
      </p:grpSp>
      <p:grpSp>
        <p:nvGrpSpPr>
          <p:cNvPr id="408" name="object 408"/>
          <p:cNvGrpSpPr/>
          <p:nvPr/>
        </p:nvGrpSpPr>
        <p:grpSpPr>
          <a:xfrm>
            <a:off x="8834293" y="6751119"/>
            <a:ext cx="260350" cy="203200"/>
            <a:chOff x="8834293" y="6751119"/>
            <a:chExt cx="260350" cy="203200"/>
          </a:xfrm>
        </p:grpSpPr>
        <p:pic>
          <p:nvPicPr>
            <p:cNvPr id="409" name="object 409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8999533" y="6751119"/>
              <a:ext cx="94829" cy="202603"/>
            </a:xfrm>
            <a:prstGeom prst="rect">
              <a:avLst/>
            </a:prstGeom>
          </p:spPr>
        </p:pic>
        <p:pic>
          <p:nvPicPr>
            <p:cNvPr id="410" name="object 41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34293" y="6789851"/>
              <a:ext cx="140822" cy="163766"/>
            </a:xfrm>
            <a:prstGeom prst="rect">
              <a:avLst/>
            </a:prstGeom>
          </p:spPr>
        </p:pic>
      </p:grpSp>
      <p:grpSp>
        <p:nvGrpSpPr>
          <p:cNvPr id="411" name="object 411"/>
          <p:cNvGrpSpPr/>
          <p:nvPr/>
        </p:nvGrpSpPr>
        <p:grpSpPr>
          <a:xfrm>
            <a:off x="9114570" y="6787746"/>
            <a:ext cx="311150" cy="167005"/>
            <a:chOff x="9114570" y="6787746"/>
            <a:chExt cx="311150" cy="167005"/>
          </a:xfrm>
        </p:grpSpPr>
        <p:pic>
          <p:nvPicPr>
            <p:cNvPr id="412" name="object 412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9287072" y="6787746"/>
              <a:ext cx="138191" cy="166924"/>
            </a:xfrm>
            <a:prstGeom prst="rect">
              <a:avLst/>
            </a:prstGeom>
          </p:spPr>
        </p:pic>
        <p:pic>
          <p:nvPicPr>
            <p:cNvPr id="413" name="object 41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114570" y="6787746"/>
              <a:ext cx="150294" cy="166924"/>
            </a:xfrm>
            <a:prstGeom prst="rect">
              <a:avLst/>
            </a:prstGeom>
          </p:spPr>
        </p:pic>
      </p:grpSp>
      <p:grpSp>
        <p:nvGrpSpPr>
          <p:cNvPr id="414" name="object 414"/>
          <p:cNvGrpSpPr/>
          <p:nvPr/>
        </p:nvGrpSpPr>
        <p:grpSpPr>
          <a:xfrm>
            <a:off x="9513065" y="6725860"/>
            <a:ext cx="392430" cy="229235"/>
            <a:chOff x="9513065" y="6725860"/>
            <a:chExt cx="392430" cy="229235"/>
          </a:xfrm>
        </p:grpSpPr>
        <p:pic>
          <p:nvPicPr>
            <p:cNvPr id="415" name="object 415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9513065" y="6725860"/>
              <a:ext cx="270594" cy="228810"/>
            </a:xfrm>
            <a:prstGeom prst="rect">
              <a:avLst/>
            </a:prstGeom>
          </p:spPr>
        </p:pic>
        <p:pic>
          <p:nvPicPr>
            <p:cNvPr id="416" name="object 416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9813339" y="6787536"/>
              <a:ext cx="92093" cy="163977"/>
            </a:xfrm>
            <a:prstGeom prst="rect">
              <a:avLst/>
            </a:prstGeom>
          </p:spPr>
        </p:pic>
      </p:grpSp>
      <p:sp>
        <p:nvSpPr>
          <p:cNvPr id="417" name="object 417"/>
          <p:cNvSpPr/>
          <p:nvPr/>
        </p:nvSpPr>
        <p:spPr>
          <a:xfrm>
            <a:off x="10002212" y="6859269"/>
            <a:ext cx="38735" cy="92710"/>
          </a:xfrm>
          <a:custGeom>
            <a:avLst/>
            <a:gdLst/>
            <a:ahLst/>
            <a:cxnLst/>
            <a:rect l="l" t="t" r="r" b="b"/>
            <a:pathLst>
              <a:path w="38734" h="92709">
                <a:moveTo>
                  <a:pt x="0" y="92709"/>
                </a:moveTo>
                <a:lnTo>
                  <a:pt x="38626" y="92709"/>
                </a:lnTo>
                <a:lnTo>
                  <a:pt x="38626" y="0"/>
                </a:lnTo>
                <a:lnTo>
                  <a:pt x="0" y="0"/>
                </a:lnTo>
                <a:lnTo>
                  <a:pt x="0" y="927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10002202" y="6736079"/>
            <a:ext cx="177800" cy="215900"/>
          </a:xfrm>
          <a:custGeom>
            <a:avLst/>
            <a:gdLst/>
            <a:ahLst/>
            <a:cxnLst/>
            <a:rect l="l" t="t" r="r" b="b"/>
            <a:pathLst>
              <a:path w="177800" h="215900">
                <a:moveTo>
                  <a:pt x="177774" y="0"/>
                </a:moveTo>
                <a:lnTo>
                  <a:pt x="138938" y="0"/>
                </a:lnTo>
                <a:lnTo>
                  <a:pt x="138938" y="91440"/>
                </a:lnTo>
                <a:lnTo>
                  <a:pt x="38633" y="91440"/>
                </a:lnTo>
                <a:lnTo>
                  <a:pt x="38633" y="0"/>
                </a:lnTo>
                <a:lnTo>
                  <a:pt x="0" y="0"/>
                </a:lnTo>
                <a:lnTo>
                  <a:pt x="0" y="91440"/>
                </a:lnTo>
                <a:lnTo>
                  <a:pt x="0" y="123190"/>
                </a:lnTo>
                <a:lnTo>
                  <a:pt x="138938" y="123190"/>
                </a:lnTo>
                <a:lnTo>
                  <a:pt x="138938" y="215900"/>
                </a:lnTo>
                <a:lnTo>
                  <a:pt x="177774" y="215900"/>
                </a:lnTo>
                <a:lnTo>
                  <a:pt x="177774" y="123190"/>
                </a:lnTo>
                <a:lnTo>
                  <a:pt x="177774" y="91440"/>
                </a:lnTo>
                <a:lnTo>
                  <a:pt x="1777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9" name="object 419"/>
          <p:cNvGrpSpPr/>
          <p:nvPr/>
        </p:nvGrpSpPr>
        <p:grpSpPr>
          <a:xfrm>
            <a:off x="10218393" y="6787746"/>
            <a:ext cx="750570" cy="167640"/>
            <a:chOff x="10218393" y="6787746"/>
            <a:chExt cx="750570" cy="167640"/>
          </a:xfrm>
        </p:grpSpPr>
        <p:pic>
          <p:nvPicPr>
            <p:cNvPr id="420" name="object 420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0395842" y="6787746"/>
              <a:ext cx="227125" cy="163767"/>
            </a:xfrm>
            <a:prstGeom prst="rect">
              <a:avLst/>
            </a:prstGeom>
          </p:spPr>
        </p:pic>
        <p:pic>
          <p:nvPicPr>
            <p:cNvPr id="421" name="object 421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0218393" y="6789851"/>
              <a:ext cx="140822" cy="163766"/>
            </a:xfrm>
            <a:prstGeom prst="rect">
              <a:avLst/>
            </a:prstGeom>
          </p:spPr>
        </p:pic>
        <p:pic>
          <p:nvPicPr>
            <p:cNvPr id="422" name="object 422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0651640" y="6787746"/>
              <a:ext cx="139200" cy="167029"/>
            </a:xfrm>
            <a:prstGeom prst="rect">
              <a:avLst/>
            </a:prstGeom>
          </p:spPr>
        </p:pic>
        <p:pic>
          <p:nvPicPr>
            <p:cNvPr id="423" name="object 423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0826835" y="6787746"/>
              <a:ext cx="141664" cy="163767"/>
            </a:xfrm>
            <a:prstGeom prst="rect">
              <a:avLst/>
            </a:prstGeom>
          </p:spPr>
        </p:pic>
      </p:grpSp>
      <p:grpSp>
        <p:nvGrpSpPr>
          <p:cNvPr id="424" name="object 424"/>
          <p:cNvGrpSpPr/>
          <p:nvPr/>
        </p:nvGrpSpPr>
        <p:grpSpPr>
          <a:xfrm>
            <a:off x="11078835" y="6735964"/>
            <a:ext cx="222885" cy="218440"/>
            <a:chOff x="11078835" y="6735964"/>
            <a:chExt cx="222885" cy="218440"/>
          </a:xfrm>
        </p:grpSpPr>
        <p:sp>
          <p:nvSpPr>
            <p:cNvPr id="425" name="object 425"/>
            <p:cNvSpPr/>
            <p:nvPr/>
          </p:nvSpPr>
          <p:spPr>
            <a:xfrm>
              <a:off x="11078835" y="6735964"/>
              <a:ext cx="38735" cy="215900"/>
            </a:xfrm>
            <a:custGeom>
              <a:avLst/>
              <a:gdLst/>
              <a:ahLst/>
              <a:cxnLst/>
              <a:rect l="l" t="t" r="r" b="b"/>
              <a:pathLst>
                <a:path w="38734" h="215900">
                  <a:moveTo>
                    <a:pt x="38626" y="0"/>
                  </a:moveTo>
                  <a:lnTo>
                    <a:pt x="0" y="0"/>
                  </a:lnTo>
                  <a:lnTo>
                    <a:pt x="0" y="215549"/>
                  </a:lnTo>
                  <a:lnTo>
                    <a:pt x="38626" y="215549"/>
                  </a:lnTo>
                  <a:lnTo>
                    <a:pt x="386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6" name="object 426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1149247" y="6735964"/>
              <a:ext cx="152400" cy="218391"/>
            </a:xfrm>
            <a:prstGeom prst="rect">
              <a:avLst/>
            </a:prstGeom>
          </p:spPr>
        </p:pic>
      </p:grpSp>
      <p:grpSp>
        <p:nvGrpSpPr>
          <p:cNvPr id="427" name="object 427"/>
          <p:cNvGrpSpPr/>
          <p:nvPr/>
        </p:nvGrpSpPr>
        <p:grpSpPr>
          <a:xfrm>
            <a:off x="11333116" y="6725649"/>
            <a:ext cx="1565275" cy="229235"/>
            <a:chOff x="11333116" y="6725649"/>
            <a:chExt cx="1565275" cy="229235"/>
          </a:xfrm>
        </p:grpSpPr>
        <p:pic>
          <p:nvPicPr>
            <p:cNvPr id="428" name="object 428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1513091" y="6787746"/>
              <a:ext cx="141664" cy="163767"/>
            </a:xfrm>
            <a:prstGeom prst="rect">
              <a:avLst/>
            </a:prstGeom>
          </p:spPr>
        </p:pic>
        <p:pic>
          <p:nvPicPr>
            <p:cNvPr id="429" name="object 42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1333116" y="6787746"/>
              <a:ext cx="150295" cy="166924"/>
            </a:xfrm>
            <a:prstGeom prst="rect">
              <a:avLst/>
            </a:prstGeom>
          </p:spPr>
        </p:pic>
        <p:pic>
          <p:nvPicPr>
            <p:cNvPr id="430" name="object 430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1678753" y="6751119"/>
              <a:ext cx="94829" cy="202603"/>
            </a:xfrm>
            <a:prstGeom prst="rect">
              <a:avLst/>
            </a:prstGeom>
          </p:spPr>
        </p:pic>
        <p:sp>
          <p:nvSpPr>
            <p:cNvPr id="431" name="object 431"/>
            <p:cNvSpPr/>
            <p:nvPr/>
          </p:nvSpPr>
          <p:spPr>
            <a:xfrm>
              <a:off x="11797683" y="672564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3" y="0"/>
                  </a:moveTo>
                  <a:lnTo>
                    <a:pt x="13498" y="1609"/>
                  </a:lnTo>
                  <a:lnTo>
                    <a:pt x="6473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3" y="35152"/>
                  </a:lnTo>
                  <a:lnTo>
                    <a:pt x="13498" y="39543"/>
                  </a:lnTo>
                  <a:lnTo>
                    <a:pt x="22103" y="41152"/>
                  </a:lnTo>
                  <a:lnTo>
                    <a:pt x="30540" y="39543"/>
                  </a:lnTo>
                  <a:lnTo>
                    <a:pt x="37508" y="35152"/>
                  </a:lnTo>
                  <a:lnTo>
                    <a:pt x="42246" y="28630"/>
                  </a:lnTo>
                  <a:lnTo>
                    <a:pt x="43995" y="20628"/>
                  </a:lnTo>
                  <a:lnTo>
                    <a:pt x="42246" y="12565"/>
                  </a:lnTo>
                  <a:lnTo>
                    <a:pt x="37508" y="6012"/>
                  </a:lnTo>
                  <a:lnTo>
                    <a:pt x="30540" y="1609"/>
                  </a:lnTo>
                  <a:lnTo>
                    <a:pt x="22103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3" y="64201"/>
                  </a:lnTo>
                  <a:lnTo>
                    <a:pt x="3053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2" name="object 432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1861359" y="6725860"/>
              <a:ext cx="98512" cy="225653"/>
            </a:xfrm>
            <a:prstGeom prst="rect">
              <a:avLst/>
            </a:prstGeom>
          </p:spPr>
        </p:pic>
        <p:sp>
          <p:nvSpPr>
            <p:cNvPr id="433" name="object 433"/>
            <p:cNvSpPr/>
            <p:nvPr/>
          </p:nvSpPr>
          <p:spPr>
            <a:xfrm>
              <a:off x="11981027" y="672564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4" name="object 434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2051543" y="6787746"/>
              <a:ext cx="146506" cy="166924"/>
            </a:xfrm>
            <a:prstGeom prst="rect">
              <a:avLst/>
            </a:prstGeom>
          </p:spPr>
        </p:pic>
        <p:pic>
          <p:nvPicPr>
            <p:cNvPr id="435" name="object 435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2219353" y="6787746"/>
              <a:ext cx="139200" cy="167029"/>
            </a:xfrm>
            <a:prstGeom prst="rect">
              <a:avLst/>
            </a:prstGeom>
          </p:spPr>
        </p:pic>
        <p:pic>
          <p:nvPicPr>
            <p:cNvPr id="436" name="object 436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2382339" y="6751119"/>
              <a:ext cx="94829" cy="202603"/>
            </a:xfrm>
            <a:prstGeom prst="rect">
              <a:avLst/>
            </a:prstGeom>
          </p:spPr>
        </p:pic>
        <p:sp>
          <p:nvSpPr>
            <p:cNvPr id="437" name="object 437"/>
            <p:cNvSpPr/>
            <p:nvPr/>
          </p:nvSpPr>
          <p:spPr>
            <a:xfrm>
              <a:off x="12501271" y="672564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8" name="object 438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2571787" y="6787746"/>
              <a:ext cx="154820" cy="166924"/>
            </a:xfrm>
            <a:prstGeom prst="rect">
              <a:avLst/>
            </a:prstGeom>
          </p:spPr>
        </p:pic>
        <p:pic>
          <p:nvPicPr>
            <p:cNvPr id="439" name="object 439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2756288" y="6787746"/>
              <a:ext cx="141664" cy="163767"/>
            </a:xfrm>
            <a:prstGeom prst="rect">
              <a:avLst/>
            </a:prstGeom>
          </p:spPr>
        </p:pic>
      </p:grpSp>
      <p:grpSp>
        <p:nvGrpSpPr>
          <p:cNvPr id="440" name="object 440"/>
          <p:cNvGrpSpPr/>
          <p:nvPr/>
        </p:nvGrpSpPr>
        <p:grpSpPr>
          <a:xfrm>
            <a:off x="13016075" y="6729754"/>
            <a:ext cx="1270000" cy="267970"/>
            <a:chOff x="13016075" y="6729754"/>
            <a:chExt cx="1270000" cy="267970"/>
          </a:xfrm>
        </p:grpSpPr>
        <p:sp>
          <p:nvSpPr>
            <p:cNvPr id="441" name="object 441"/>
            <p:cNvSpPr/>
            <p:nvPr/>
          </p:nvSpPr>
          <p:spPr>
            <a:xfrm>
              <a:off x="13016075" y="6729754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69" h="267970">
                  <a:moveTo>
                    <a:pt x="77252" y="0"/>
                  </a:moveTo>
                  <a:lnTo>
                    <a:pt x="41678" y="0"/>
                  </a:lnTo>
                  <a:lnTo>
                    <a:pt x="23488" y="29323"/>
                  </a:lnTo>
                  <a:lnTo>
                    <a:pt x="10459" y="61241"/>
                  </a:lnTo>
                  <a:lnTo>
                    <a:pt x="2619" y="95981"/>
                  </a:lnTo>
                  <a:lnTo>
                    <a:pt x="0" y="133770"/>
                  </a:lnTo>
                  <a:lnTo>
                    <a:pt x="2619" y="171604"/>
                  </a:lnTo>
                  <a:lnTo>
                    <a:pt x="10459" y="206339"/>
                  </a:lnTo>
                  <a:lnTo>
                    <a:pt x="23488" y="238233"/>
                  </a:lnTo>
                  <a:lnTo>
                    <a:pt x="41678" y="267541"/>
                  </a:lnTo>
                  <a:lnTo>
                    <a:pt x="77252" y="267541"/>
                  </a:lnTo>
                  <a:lnTo>
                    <a:pt x="62363" y="241948"/>
                  </a:lnTo>
                  <a:lnTo>
                    <a:pt x="50335" y="208984"/>
                  </a:lnTo>
                  <a:lnTo>
                    <a:pt x="42294" y="171856"/>
                  </a:lnTo>
                  <a:lnTo>
                    <a:pt x="39363" y="133770"/>
                  </a:lnTo>
                  <a:lnTo>
                    <a:pt x="42294" y="95730"/>
                  </a:lnTo>
                  <a:lnTo>
                    <a:pt x="50335" y="58597"/>
                  </a:lnTo>
                  <a:lnTo>
                    <a:pt x="62363" y="25608"/>
                  </a:lnTo>
                  <a:lnTo>
                    <a:pt x="77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2" name="object 442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3122271" y="6735963"/>
              <a:ext cx="177343" cy="215549"/>
            </a:xfrm>
            <a:prstGeom prst="rect">
              <a:avLst/>
            </a:prstGeom>
          </p:spPr>
        </p:pic>
        <p:pic>
          <p:nvPicPr>
            <p:cNvPr id="443" name="object 443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3325506" y="6787746"/>
              <a:ext cx="154820" cy="166924"/>
            </a:xfrm>
            <a:prstGeom prst="rect">
              <a:avLst/>
            </a:prstGeom>
          </p:spPr>
        </p:pic>
        <p:pic>
          <p:nvPicPr>
            <p:cNvPr id="444" name="object 444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3503060" y="6751119"/>
              <a:ext cx="257964" cy="203550"/>
            </a:xfrm>
            <a:prstGeom prst="rect">
              <a:avLst/>
            </a:prstGeom>
          </p:spPr>
        </p:pic>
        <p:pic>
          <p:nvPicPr>
            <p:cNvPr id="445" name="object 445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3781233" y="6787746"/>
              <a:ext cx="154820" cy="166924"/>
            </a:xfrm>
            <a:prstGeom prst="rect">
              <a:avLst/>
            </a:prstGeom>
          </p:spPr>
        </p:pic>
        <p:pic>
          <p:nvPicPr>
            <p:cNvPr id="446" name="object 44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965733" y="6787535"/>
              <a:ext cx="246387" cy="167240"/>
            </a:xfrm>
            <a:prstGeom prst="rect">
              <a:avLst/>
            </a:prstGeom>
          </p:spPr>
        </p:pic>
        <p:sp>
          <p:nvSpPr>
            <p:cNvPr id="447" name="object 447"/>
            <p:cNvSpPr/>
            <p:nvPr/>
          </p:nvSpPr>
          <p:spPr>
            <a:xfrm>
              <a:off x="14248116" y="6735963"/>
              <a:ext cx="38100" cy="215900"/>
            </a:xfrm>
            <a:custGeom>
              <a:avLst/>
              <a:gdLst/>
              <a:ahLst/>
              <a:cxnLst/>
              <a:rect l="l" t="t" r="r" b="b"/>
              <a:pathLst>
                <a:path w="38100" h="215900">
                  <a:moveTo>
                    <a:pt x="37889" y="0"/>
                  </a:moveTo>
                  <a:lnTo>
                    <a:pt x="0" y="0"/>
                  </a:lnTo>
                  <a:lnTo>
                    <a:pt x="0" y="215549"/>
                  </a:lnTo>
                  <a:lnTo>
                    <a:pt x="37889" y="215549"/>
                  </a:lnTo>
                  <a:lnTo>
                    <a:pt x="37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8" name="object 448"/>
          <p:cNvGrpSpPr/>
          <p:nvPr/>
        </p:nvGrpSpPr>
        <p:grpSpPr>
          <a:xfrm>
            <a:off x="14388391" y="6725649"/>
            <a:ext cx="231775" cy="229235"/>
            <a:chOff x="14388391" y="6725649"/>
            <a:chExt cx="231775" cy="229235"/>
          </a:xfrm>
        </p:grpSpPr>
        <p:pic>
          <p:nvPicPr>
            <p:cNvPr id="449" name="object 449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4388391" y="6735964"/>
              <a:ext cx="152400" cy="218391"/>
            </a:xfrm>
            <a:prstGeom prst="rect">
              <a:avLst/>
            </a:prstGeom>
          </p:spPr>
        </p:pic>
        <p:sp>
          <p:nvSpPr>
            <p:cNvPr id="450" name="object 450"/>
            <p:cNvSpPr/>
            <p:nvPr/>
          </p:nvSpPr>
          <p:spPr>
            <a:xfrm>
              <a:off x="14576154" y="672564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1" name="object 451"/>
          <p:cNvGrpSpPr/>
          <p:nvPr/>
        </p:nvGrpSpPr>
        <p:grpSpPr>
          <a:xfrm>
            <a:off x="14646144" y="6725649"/>
            <a:ext cx="1475105" cy="288290"/>
            <a:chOff x="14646144" y="6725649"/>
            <a:chExt cx="1475105" cy="288290"/>
          </a:xfrm>
        </p:grpSpPr>
        <p:pic>
          <p:nvPicPr>
            <p:cNvPr id="452" name="object 452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4806017" y="6787746"/>
              <a:ext cx="138190" cy="166924"/>
            </a:xfrm>
            <a:prstGeom prst="rect">
              <a:avLst/>
            </a:prstGeom>
          </p:spPr>
        </p:pic>
        <p:pic>
          <p:nvPicPr>
            <p:cNvPr id="453" name="object 453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4646144" y="6787746"/>
              <a:ext cx="138191" cy="166924"/>
            </a:xfrm>
            <a:prstGeom prst="rect">
              <a:avLst/>
            </a:prstGeom>
          </p:spPr>
        </p:pic>
        <p:pic>
          <p:nvPicPr>
            <p:cNvPr id="454" name="object 45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4966416" y="6787746"/>
              <a:ext cx="150295" cy="166924"/>
            </a:xfrm>
            <a:prstGeom prst="rect">
              <a:avLst/>
            </a:prstGeom>
          </p:spPr>
        </p:pic>
        <p:pic>
          <p:nvPicPr>
            <p:cNvPr id="455" name="object 455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5146391" y="6751119"/>
              <a:ext cx="197341" cy="202603"/>
            </a:xfrm>
            <a:prstGeom prst="rect">
              <a:avLst/>
            </a:prstGeom>
          </p:spPr>
        </p:pic>
        <p:pic>
          <p:nvPicPr>
            <p:cNvPr id="456" name="object 456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5363351" y="6787746"/>
              <a:ext cx="139201" cy="167029"/>
            </a:xfrm>
            <a:prstGeom prst="rect">
              <a:avLst/>
            </a:prstGeom>
          </p:spPr>
        </p:pic>
        <p:pic>
          <p:nvPicPr>
            <p:cNvPr id="457" name="object 457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5526338" y="6751119"/>
              <a:ext cx="94829" cy="202603"/>
            </a:xfrm>
            <a:prstGeom prst="rect">
              <a:avLst/>
            </a:prstGeom>
          </p:spPr>
        </p:pic>
        <p:sp>
          <p:nvSpPr>
            <p:cNvPr id="458" name="object 458"/>
            <p:cNvSpPr/>
            <p:nvPr/>
          </p:nvSpPr>
          <p:spPr>
            <a:xfrm>
              <a:off x="15645270" y="6725649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8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8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9" name="object 459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5715786" y="6787746"/>
              <a:ext cx="154820" cy="166924"/>
            </a:xfrm>
            <a:prstGeom prst="rect">
              <a:avLst/>
            </a:prstGeom>
          </p:spPr>
        </p:pic>
        <p:pic>
          <p:nvPicPr>
            <p:cNvPr id="460" name="object 460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5900286" y="6787746"/>
              <a:ext cx="141664" cy="163767"/>
            </a:xfrm>
            <a:prstGeom prst="rect">
              <a:avLst/>
            </a:prstGeom>
          </p:spPr>
        </p:pic>
        <p:sp>
          <p:nvSpPr>
            <p:cNvPr id="461" name="object 461"/>
            <p:cNvSpPr/>
            <p:nvPr/>
          </p:nvSpPr>
          <p:spPr>
            <a:xfrm>
              <a:off x="16068053" y="6930042"/>
              <a:ext cx="53340" cy="83820"/>
            </a:xfrm>
            <a:custGeom>
              <a:avLst/>
              <a:gdLst/>
              <a:ahLst/>
              <a:cxnLst/>
              <a:rect l="l" t="t" r="r" b="b"/>
              <a:pathLst>
                <a:path w="53340" h="83820">
                  <a:moveTo>
                    <a:pt x="53150" y="0"/>
                  </a:moveTo>
                  <a:lnTo>
                    <a:pt x="15366" y="0"/>
                  </a:lnTo>
                  <a:lnTo>
                    <a:pt x="0" y="83462"/>
                  </a:lnTo>
                  <a:lnTo>
                    <a:pt x="28416" y="83462"/>
                  </a:lnTo>
                  <a:lnTo>
                    <a:pt x="53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2" name="object 462"/>
          <p:cNvGrpSpPr/>
          <p:nvPr/>
        </p:nvGrpSpPr>
        <p:grpSpPr>
          <a:xfrm>
            <a:off x="723523" y="7152340"/>
            <a:ext cx="1409700" cy="287020"/>
            <a:chOff x="723523" y="7152340"/>
            <a:chExt cx="1409700" cy="287020"/>
          </a:xfrm>
        </p:grpSpPr>
        <p:pic>
          <p:nvPicPr>
            <p:cNvPr id="463" name="object 463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723523" y="7162654"/>
              <a:ext cx="174712" cy="218811"/>
            </a:xfrm>
            <a:prstGeom prst="rect">
              <a:avLst/>
            </a:prstGeom>
          </p:spPr>
        </p:pic>
        <p:pic>
          <p:nvPicPr>
            <p:cNvPr id="464" name="object 464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936652" y="7214436"/>
              <a:ext cx="141664" cy="163767"/>
            </a:xfrm>
            <a:prstGeom prst="rect">
              <a:avLst/>
            </a:prstGeom>
          </p:spPr>
        </p:pic>
        <p:sp>
          <p:nvSpPr>
            <p:cNvPr id="465" name="object 465"/>
            <p:cNvSpPr/>
            <p:nvPr/>
          </p:nvSpPr>
          <p:spPr>
            <a:xfrm>
              <a:off x="1111470" y="7152340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6" name="object 466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176092" y="7214436"/>
              <a:ext cx="324271" cy="166924"/>
            </a:xfrm>
            <a:prstGeom prst="rect">
              <a:avLst/>
            </a:prstGeom>
          </p:spPr>
        </p:pic>
        <p:pic>
          <p:nvPicPr>
            <p:cNvPr id="467" name="object 467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530044" y="7214226"/>
              <a:ext cx="245439" cy="167134"/>
            </a:xfrm>
            <a:prstGeom prst="rect">
              <a:avLst/>
            </a:prstGeom>
          </p:spPr>
        </p:pic>
        <p:sp>
          <p:nvSpPr>
            <p:cNvPr id="468" name="object 468"/>
            <p:cNvSpPr/>
            <p:nvPr/>
          </p:nvSpPr>
          <p:spPr>
            <a:xfrm>
              <a:off x="1801585" y="7152340"/>
              <a:ext cx="44450" cy="226060"/>
            </a:xfrm>
            <a:custGeom>
              <a:avLst/>
              <a:gdLst/>
              <a:ahLst/>
              <a:cxnLst/>
              <a:rect l="l" t="t" r="r" b="b"/>
              <a:pathLst>
                <a:path w="44450" h="226059">
                  <a:moveTo>
                    <a:pt x="22102" y="0"/>
                  </a:moveTo>
                  <a:lnTo>
                    <a:pt x="13498" y="1609"/>
                  </a:lnTo>
                  <a:lnTo>
                    <a:pt x="6472" y="6012"/>
                  </a:lnTo>
                  <a:lnTo>
                    <a:pt x="1736" y="12565"/>
                  </a:lnTo>
                  <a:lnTo>
                    <a:pt x="0" y="20628"/>
                  </a:lnTo>
                  <a:lnTo>
                    <a:pt x="1736" y="28630"/>
                  </a:lnTo>
                  <a:lnTo>
                    <a:pt x="6472" y="35152"/>
                  </a:lnTo>
                  <a:lnTo>
                    <a:pt x="13498" y="39543"/>
                  </a:lnTo>
                  <a:lnTo>
                    <a:pt x="22102" y="41152"/>
                  </a:lnTo>
                  <a:lnTo>
                    <a:pt x="30540" y="39543"/>
                  </a:lnTo>
                  <a:lnTo>
                    <a:pt x="37507" y="35152"/>
                  </a:lnTo>
                  <a:lnTo>
                    <a:pt x="42245" y="28630"/>
                  </a:lnTo>
                  <a:lnTo>
                    <a:pt x="43993" y="20628"/>
                  </a:lnTo>
                  <a:lnTo>
                    <a:pt x="42245" y="12565"/>
                  </a:lnTo>
                  <a:lnTo>
                    <a:pt x="37507" y="6012"/>
                  </a:lnTo>
                  <a:lnTo>
                    <a:pt x="30540" y="1609"/>
                  </a:lnTo>
                  <a:lnTo>
                    <a:pt x="22102" y="0"/>
                  </a:lnTo>
                  <a:close/>
                </a:path>
                <a:path w="44450" h="226059">
                  <a:moveTo>
                    <a:pt x="40941" y="64201"/>
                  </a:moveTo>
                  <a:lnTo>
                    <a:pt x="3052" y="64201"/>
                  </a:lnTo>
                  <a:lnTo>
                    <a:pt x="3052" y="225863"/>
                  </a:lnTo>
                  <a:lnTo>
                    <a:pt x="40941" y="225863"/>
                  </a:lnTo>
                  <a:lnTo>
                    <a:pt x="40941" y="642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9" name="object 469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866839" y="7177810"/>
              <a:ext cx="266278" cy="261016"/>
            </a:xfrm>
            <a:prstGeom prst="rect">
              <a:avLst/>
            </a:prstGeom>
          </p:spPr>
        </p:pic>
      </p:grpSp>
      <p:pic>
        <p:nvPicPr>
          <p:cNvPr id="470" name="object 470"/>
          <p:cNvPicPr/>
          <p:nvPr/>
        </p:nvPicPr>
        <p:blipFill>
          <a:blip r:embed="rId157" cstate="print"/>
          <a:stretch>
            <a:fillRect/>
          </a:stretch>
        </p:blipFill>
        <p:spPr>
          <a:xfrm>
            <a:off x="2222268" y="7152550"/>
            <a:ext cx="269225" cy="228810"/>
          </a:xfrm>
          <a:prstGeom prst="rect">
            <a:avLst/>
          </a:prstGeom>
        </p:spPr>
      </p:pic>
      <p:grpSp>
        <p:nvGrpSpPr>
          <p:cNvPr id="471" name="object 471"/>
          <p:cNvGrpSpPr/>
          <p:nvPr/>
        </p:nvGrpSpPr>
        <p:grpSpPr>
          <a:xfrm>
            <a:off x="2582083" y="7156444"/>
            <a:ext cx="1986280" cy="282575"/>
            <a:chOff x="2582083" y="7156444"/>
            <a:chExt cx="1986280" cy="282575"/>
          </a:xfrm>
        </p:grpSpPr>
        <p:pic>
          <p:nvPicPr>
            <p:cNvPr id="472" name="object 472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2582083" y="7159707"/>
              <a:ext cx="165240" cy="221758"/>
            </a:xfrm>
            <a:prstGeom prst="rect">
              <a:avLst/>
            </a:prstGeom>
          </p:spPr>
        </p:pic>
        <p:pic>
          <p:nvPicPr>
            <p:cNvPr id="473" name="object 473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2771005" y="7214436"/>
              <a:ext cx="154820" cy="166924"/>
            </a:xfrm>
            <a:prstGeom prst="rect">
              <a:avLst/>
            </a:prstGeom>
          </p:spPr>
        </p:pic>
        <p:pic>
          <p:nvPicPr>
            <p:cNvPr id="474" name="object 474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2955505" y="7216541"/>
              <a:ext cx="140822" cy="163766"/>
            </a:xfrm>
            <a:prstGeom prst="rect">
              <a:avLst/>
            </a:prstGeom>
          </p:spPr>
        </p:pic>
        <p:pic>
          <p:nvPicPr>
            <p:cNvPr id="475" name="object 47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120746" y="7177809"/>
              <a:ext cx="94828" cy="202603"/>
            </a:xfrm>
            <a:prstGeom prst="rect">
              <a:avLst/>
            </a:prstGeom>
          </p:spPr>
        </p:pic>
        <p:pic>
          <p:nvPicPr>
            <p:cNvPr id="476" name="object 47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42729" y="7162654"/>
              <a:ext cx="142717" cy="215549"/>
            </a:xfrm>
            <a:prstGeom prst="rect">
              <a:avLst/>
            </a:prstGeom>
          </p:spPr>
        </p:pic>
        <p:pic>
          <p:nvPicPr>
            <p:cNvPr id="477" name="object 477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3414117" y="7214436"/>
              <a:ext cx="139200" cy="167029"/>
            </a:xfrm>
            <a:prstGeom prst="rect">
              <a:avLst/>
            </a:prstGeom>
          </p:spPr>
        </p:pic>
        <p:pic>
          <p:nvPicPr>
            <p:cNvPr id="478" name="object 478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3589312" y="7214436"/>
              <a:ext cx="227126" cy="163767"/>
            </a:xfrm>
            <a:prstGeom prst="rect">
              <a:avLst/>
            </a:prstGeom>
          </p:spPr>
        </p:pic>
        <p:pic>
          <p:nvPicPr>
            <p:cNvPr id="479" name="object 479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3852645" y="7177809"/>
              <a:ext cx="265015" cy="261016"/>
            </a:xfrm>
            <a:prstGeom prst="rect">
              <a:avLst/>
            </a:prstGeom>
          </p:spPr>
        </p:pic>
        <p:pic>
          <p:nvPicPr>
            <p:cNvPr id="480" name="object 480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4137868" y="7214436"/>
              <a:ext cx="154820" cy="166924"/>
            </a:xfrm>
            <a:prstGeom prst="rect">
              <a:avLst/>
            </a:prstGeom>
          </p:spPr>
        </p:pic>
        <p:pic>
          <p:nvPicPr>
            <p:cNvPr id="481" name="object 481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4322369" y="7214436"/>
              <a:ext cx="141664" cy="163767"/>
            </a:xfrm>
            <a:prstGeom prst="rect">
              <a:avLst/>
            </a:prstGeom>
          </p:spPr>
        </p:pic>
        <p:sp>
          <p:nvSpPr>
            <p:cNvPr id="482" name="object 482"/>
            <p:cNvSpPr/>
            <p:nvPr/>
          </p:nvSpPr>
          <p:spPr>
            <a:xfrm>
              <a:off x="4490767" y="7156444"/>
              <a:ext cx="77470" cy="267970"/>
            </a:xfrm>
            <a:custGeom>
              <a:avLst/>
              <a:gdLst/>
              <a:ahLst/>
              <a:cxnLst/>
              <a:rect l="l" t="t" r="r" b="b"/>
              <a:pathLst>
                <a:path w="77470" h="267970">
                  <a:moveTo>
                    <a:pt x="35574" y="0"/>
                  </a:moveTo>
                  <a:lnTo>
                    <a:pt x="0" y="0"/>
                  </a:lnTo>
                  <a:lnTo>
                    <a:pt x="14889" y="25608"/>
                  </a:lnTo>
                  <a:lnTo>
                    <a:pt x="26917" y="58597"/>
                  </a:lnTo>
                  <a:lnTo>
                    <a:pt x="34958" y="95730"/>
                  </a:lnTo>
                  <a:lnTo>
                    <a:pt x="37889" y="133770"/>
                  </a:lnTo>
                  <a:lnTo>
                    <a:pt x="34958" y="171856"/>
                  </a:lnTo>
                  <a:lnTo>
                    <a:pt x="26917" y="208984"/>
                  </a:lnTo>
                  <a:lnTo>
                    <a:pt x="14889" y="241948"/>
                  </a:lnTo>
                  <a:lnTo>
                    <a:pt x="0" y="267541"/>
                  </a:lnTo>
                  <a:lnTo>
                    <a:pt x="35574" y="267541"/>
                  </a:lnTo>
                  <a:lnTo>
                    <a:pt x="53764" y="238233"/>
                  </a:lnTo>
                  <a:lnTo>
                    <a:pt x="66793" y="206339"/>
                  </a:lnTo>
                  <a:lnTo>
                    <a:pt x="74632" y="171604"/>
                  </a:lnTo>
                  <a:lnTo>
                    <a:pt x="77252" y="133770"/>
                  </a:lnTo>
                  <a:lnTo>
                    <a:pt x="74632" y="95981"/>
                  </a:lnTo>
                  <a:lnTo>
                    <a:pt x="66793" y="61241"/>
                  </a:lnTo>
                  <a:lnTo>
                    <a:pt x="53764" y="29323"/>
                  </a:lnTo>
                  <a:lnTo>
                    <a:pt x="355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3" name="object 483"/>
          <p:cNvSpPr/>
          <p:nvPr/>
        </p:nvSpPr>
        <p:spPr>
          <a:xfrm>
            <a:off x="4614329" y="7334630"/>
            <a:ext cx="46355" cy="46355"/>
          </a:xfrm>
          <a:custGeom>
            <a:avLst/>
            <a:gdLst/>
            <a:ahLst/>
            <a:cxnLst/>
            <a:rect l="l" t="t" r="r" b="b"/>
            <a:pathLst>
              <a:path w="46354" h="46354">
                <a:moveTo>
                  <a:pt x="23049" y="0"/>
                </a:moveTo>
                <a:lnTo>
                  <a:pt x="14045" y="1792"/>
                </a:lnTo>
                <a:lnTo>
                  <a:pt x="6670" y="6683"/>
                </a:lnTo>
                <a:lnTo>
                  <a:pt x="1721" y="13941"/>
                </a:lnTo>
                <a:lnTo>
                  <a:pt x="0" y="22838"/>
                </a:lnTo>
                <a:lnTo>
                  <a:pt x="1721" y="31812"/>
                </a:lnTo>
                <a:lnTo>
                  <a:pt x="6670" y="39139"/>
                </a:lnTo>
                <a:lnTo>
                  <a:pt x="14045" y="44077"/>
                </a:lnTo>
                <a:lnTo>
                  <a:pt x="23049" y="45888"/>
                </a:lnTo>
                <a:lnTo>
                  <a:pt x="31875" y="44077"/>
                </a:lnTo>
                <a:lnTo>
                  <a:pt x="39192" y="39139"/>
                </a:lnTo>
                <a:lnTo>
                  <a:pt x="44199" y="31812"/>
                </a:lnTo>
                <a:lnTo>
                  <a:pt x="46098" y="22838"/>
                </a:lnTo>
                <a:lnTo>
                  <a:pt x="44199" y="13941"/>
                </a:lnTo>
                <a:lnTo>
                  <a:pt x="39192" y="6683"/>
                </a:lnTo>
                <a:lnTo>
                  <a:pt x="31875" y="1792"/>
                </a:lnTo>
                <a:lnTo>
                  <a:pt x="23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4" name="object 484"/>
          <p:cNvGrpSpPr/>
          <p:nvPr/>
        </p:nvGrpSpPr>
        <p:grpSpPr>
          <a:xfrm>
            <a:off x="17526376" y="9534828"/>
            <a:ext cx="281940" cy="196850"/>
            <a:chOff x="17526376" y="9534828"/>
            <a:chExt cx="281940" cy="196850"/>
          </a:xfrm>
        </p:grpSpPr>
        <p:pic>
          <p:nvPicPr>
            <p:cNvPr id="485" name="object 485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17526376" y="9534828"/>
              <a:ext cx="126171" cy="196646"/>
            </a:xfrm>
            <a:prstGeom prst="rect">
              <a:avLst/>
            </a:prstGeom>
          </p:spPr>
        </p:pic>
        <p:pic>
          <p:nvPicPr>
            <p:cNvPr id="486" name="object 486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17680208" y="9537480"/>
              <a:ext cx="127498" cy="1939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89841" y="6593715"/>
            <a:ext cx="5511165" cy="0"/>
          </a:xfrm>
          <a:custGeom>
            <a:avLst/>
            <a:gdLst/>
            <a:ahLst/>
            <a:cxnLst/>
            <a:rect l="l" t="t" r="r" b="b"/>
            <a:pathLst>
              <a:path w="5511165">
                <a:moveTo>
                  <a:pt x="0" y="0"/>
                </a:moveTo>
                <a:lnTo>
                  <a:pt x="5510718" y="0"/>
                </a:lnTo>
              </a:path>
            </a:pathLst>
          </a:custGeom>
          <a:ln w="16152">
            <a:solidFill>
              <a:srgbClr val="CACAC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9841" y="7465672"/>
            <a:ext cx="5511165" cy="0"/>
          </a:xfrm>
          <a:custGeom>
            <a:avLst/>
            <a:gdLst/>
            <a:ahLst/>
            <a:cxnLst/>
            <a:rect l="l" t="t" r="r" b="b"/>
            <a:pathLst>
              <a:path w="5511165">
                <a:moveTo>
                  <a:pt x="0" y="0"/>
                </a:moveTo>
                <a:lnTo>
                  <a:pt x="5510718" y="0"/>
                </a:lnTo>
              </a:path>
            </a:pathLst>
          </a:custGeom>
          <a:ln w="16152">
            <a:solidFill>
              <a:srgbClr val="CACAC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894491" y="2103945"/>
            <a:ext cx="0" cy="3098165"/>
          </a:xfrm>
          <a:custGeom>
            <a:avLst/>
            <a:gdLst/>
            <a:ahLst/>
            <a:cxnLst/>
            <a:rect l="l" t="t" r="r" b="b"/>
            <a:pathLst>
              <a:path h="3098165">
                <a:moveTo>
                  <a:pt x="0" y="0"/>
                </a:moveTo>
                <a:lnTo>
                  <a:pt x="0" y="3097925"/>
                </a:lnTo>
              </a:path>
            </a:pathLst>
          </a:custGeom>
          <a:ln w="35718">
            <a:solidFill>
              <a:srgbClr val="3F6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955088" y="0"/>
            <a:ext cx="2332990" cy="2334260"/>
          </a:xfrm>
          <a:custGeom>
            <a:avLst/>
            <a:gdLst/>
            <a:ahLst/>
            <a:cxnLst/>
            <a:rect l="l" t="t" r="r" b="b"/>
            <a:pathLst>
              <a:path w="2332990" h="2334260">
                <a:moveTo>
                  <a:pt x="2332911" y="2334097"/>
                </a:moveTo>
                <a:lnTo>
                  <a:pt x="0" y="0"/>
                </a:lnTo>
                <a:lnTo>
                  <a:pt x="2332911" y="0"/>
                </a:lnTo>
                <a:lnTo>
                  <a:pt x="2332911" y="2334097"/>
                </a:lnTo>
                <a:close/>
              </a:path>
            </a:pathLst>
          </a:custGeom>
          <a:solidFill>
            <a:srgbClr val="CACACA">
              <a:alpha val="4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54578" y="2111222"/>
            <a:ext cx="588010" cy="416559"/>
          </a:xfrm>
          <a:custGeom>
            <a:avLst/>
            <a:gdLst/>
            <a:ahLst/>
            <a:cxnLst/>
            <a:rect l="l" t="t" r="r" b="b"/>
            <a:pathLst>
              <a:path w="588009" h="416560">
                <a:moveTo>
                  <a:pt x="281508" y="301625"/>
                </a:moveTo>
                <a:lnTo>
                  <a:pt x="271360" y="257810"/>
                </a:lnTo>
                <a:lnTo>
                  <a:pt x="245237" y="226885"/>
                </a:lnTo>
                <a:lnTo>
                  <a:pt x="209651" y="206121"/>
                </a:lnTo>
                <a:lnTo>
                  <a:pt x="171119" y="192798"/>
                </a:lnTo>
                <a:lnTo>
                  <a:pt x="129120" y="180975"/>
                </a:lnTo>
                <a:lnTo>
                  <a:pt x="100520" y="171145"/>
                </a:lnTo>
                <a:lnTo>
                  <a:pt x="74866" y="156730"/>
                </a:lnTo>
                <a:lnTo>
                  <a:pt x="56388" y="136398"/>
                </a:lnTo>
                <a:lnTo>
                  <a:pt x="49288" y="108826"/>
                </a:lnTo>
                <a:lnTo>
                  <a:pt x="56095" y="79476"/>
                </a:lnTo>
                <a:lnTo>
                  <a:pt x="75260" y="56261"/>
                </a:lnTo>
                <a:lnTo>
                  <a:pt x="104838" y="40982"/>
                </a:lnTo>
                <a:lnTo>
                  <a:pt x="142925" y="35483"/>
                </a:lnTo>
                <a:lnTo>
                  <a:pt x="179222" y="40487"/>
                </a:lnTo>
                <a:lnTo>
                  <a:pt x="208254" y="54813"/>
                </a:lnTo>
                <a:lnTo>
                  <a:pt x="228231" y="77406"/>
                </a:lnTo>
                <a:lnTo>
                  <a:pt x="237350" y="107238"/>
                </a:lnTo>
                <a:lnTo>
                  <a:pt x="275996" y="107238"/>
                </a:lnTo>
                <a:lnTo>
                  <a:pt x="265036" y="64452"/>
                </a:lnTo>
                <a:lnTo>
                  <a:pt x="237553" y="30480"/>
                </a:lnTo>
                <a:lnTo>
                  <a:pt x="196316" y="8077"/>
                </a:lnTo>
                <a:lnTo>
                  <a:pt x="144106" y="0"/>
                </a:lnTo>
                <a:lnTo>
                  <a:pt x="91401" y="8026"/>
                </a:lnTo>
                <a:lnTo>
                  <a:pt x="49060" y="30607"/>
                </a:lnTo>
                <a:lnTo>
                  <a:pt x="20878" y="65544"/>
                </a:lnTo>
                <a:lnTo>
                  <a:pt x="10655" y="110591"/>
                </a:lnTo>
                <a:lnTo>
                  <a:pt x="17437" y="146278"/>
                </a:lnTo>
                <a:lnTo>
                  <a:pt x="37109" y="175056"/>
                </a:lnTo>
                <a:lnTo>
                  <a:pt x="68694" y="197472"/>
                </a:lnTo>
                <a:lnTo>
                  <a:pt x="111188" y="214096"/>
                </a:lnTo>
                <a:lnTo>
                  <a:pt x="159486" y="228092"/>
                </a:lnTo>
                <a:lnTo>
                  <a:pt x="193141" y="239763"/>
                </a:lnTo>
                <a:lnTo>
                  <a:pt x="219506" y="254647"/>
                </a:lnTo>
                <a:lnTo>
                  <a:pt x="236715" y="274497"/>
                </a:lnTo>
                <a:lnTo>
                  <a:pt x="242874" y="301028"/>
                </a:lnTo>
                <a:lnTo>
                  <a:pt x="235229" y="333451"/>
                </a:lnTo>
                <a:lnTo>
                  <a:pt x="213944" y="358470"/>
                </a:lnTo>
                <a:lnTo>
                  <a:pt x="181495" y="374573"/>
                </a:lnTo>
                <a:lnTo>
                  <a:pt x="140360" y="380276"/>
                </a:lnTo>
                <a:lnTo>
                  <a:pt x="102793" y="375564"/>
                </a:lnTo>
                <a:lnTo>
                  <a:pt x="71932" y="361645"/>
                </a:lnTo>
                <a:lnTo>
                  <a:pt x="50355" y="338861"/>
                </a:lnTo>
                <a:lnTo>
                  <a:pt x="40614" y="307530"/>
                </a:lnTo>
                <a:lnTo>
                  <a:pt x="0" y="307530"/>
                </a:lnTo>
                <a:lnTo>
                  <a:pt x="12128" y="351891"/>
                </a:lnTo>
                <a:lnTo>
                  <a:pt x="40614" y="386257"/>
                </a:lnTo>
                <a:lnTo>
                  <a:pt x="83896" y="408470"/>
                </a:lnTo>
                <a:lnTo>
                  <a:pt x="140360" y="416356"/>
                </a:lnTo>
                <a:lnTo>
                  <a:pt x="199847" y="407568"/>
                </a:lnTo>
                <a:lnTo>
                  <a:pt x="244208" y="383374"/>
                </a:lnTo>
                <a:lnTo>
                  <a:pt x="271932" y="346989"/>
                </a:lnTo>
                <a:lnTo>
                  <a:pt x="281508" y="301625"/>
                </a:lnTo>
                <a:close/>
              </a:path>
              <a:path w="588009" h="416560">
                <a:moveTo>
                  <a:pt x="587870" y="251739"/>
                </a:moveTo>
                <a:lnTo>
                  <a:pt x="585914" y="236562"/>
                </a:lnTo>
                <a:lnTo>
                  <a:pt x="580771" y="196710"/>
                </a:lnTo>
                <a:lnTo>
                  <a:pt x="561403" y="154762"/>
                </a:lnTo>
                <a:lnTo>
                  <a:pt x="549236" y="142328"/>
                </a:lnTo>
                <a:lnTo>
                  <a:pt x="549236" y="236562"/>
                </a:lnTo>
                <a:lnTo>
                  <a:pt x="363728" y="236562"/>
                </a:lnTo>
                <a:lnTo>
                  <a:pt x="372402" y="197916"/>
                </a:lnTo>
                <a:lnTo>
                  <a:pt x="392290" y="166116"/>
                </a:lnTo>
                <a:lnTo>
                  <a:pt x="421754" y="144551"/>
                </a:lnTo>
                <a:lnTo>
                  <a:pt x="459143" y="136613"/>
                </a:lnTo>
                <a:lnTo>
                  <a:pt x="495592" y="144272"/>
                </a:lnTo>
                <a:lnTo>
                  <a:pt x="524078" y="165379"/>
                </a:lnTo>
                <a:lnTo>
                  <a:pt x="542620" y="197078"/>
                </a:lnTo>
                <a:lnTo>
                  <a:pt x="549236" y="236562"/>
                </a:lnTo>
                <a:lnTo>
                  <a:pt x="549236" y="142328"/>
                </a:lnTo>
                <a:lnTo>
                  <a:pt x="543648" y="136613"/>
                </a:lnTo>
                <a:lnTo>
                  <a:pt x="532688" y="125412"/>
                </a:lnTo>
                <a:lnTo>
                  <a:pt x="497560" y="108153"/>
                </a:lnTo>
                <a:lnTo>
                  <a:pt x="458952" y="102514"/>
                </a:lnTo>
                <a:lnTo>
                  <a:pt x="414693" y="110058"/>
                </a:lnTo>
                <a:lnTo>
                  <a:pt x="377748" y="131445"/>
                </a:lnTo>
                <a:lnTo>
                  <a:pt x="349567" y="164807"/>
                </a:lnTo>
                <a:lnTo>
                  <a:pt x="331597" y="208292"/>
                </a:lnTo>
                <a:lnTo>
                  <a:pt x="325297" y="260019"/>
                </a:lnTo>
                <a:lnTo>
                  <a:pt x="331546" y="311492"/>
                </a:lnTo>
                <a:lnTo>
                  <a:pt x="349618" y="354533"/>
                </a:lnTo>
                <a:lnTo>
                  <a:pt x="378434" y="387400"/>
                </a:lnTo>
                <a:lnTo>
                  <a:pt x="416941" y="408381"/>
                </a:lnTo>
                <a:lnTo>
                  <a:pt x="464070" y="415759"/>
                </a:lnTo>
                <a:lnTo>
                  <a:pt x="506450" y="409930"/>
                </a:lnTo>
                <a:lnTo>
                  <a:pt x="540905" y="393979"/>
                </a:lnTo>
                <a:lnTo>
                  <a:pt x="554126" y="381660"/>
                </a:lnTo>
                <a:lnTo>
                  <a:pt x="566420" y="370179"/>
                </a:lnTo>
                <a:lnTo>
                  <a:pt x="581964" y="340842"/>
                </a:lnTo>
                <a:lnTo>
                  <a:pt x="541147" y="340842"/>
                </a:lnTo>
                <a:lnTo>
                  <a:pt x="530491" y="355371"/>
                </a:lnTo>
                <a:lnTo>
                  <a:pt x="514299" y="368490"/>
                </a:lnTo>
                <a:lnTo>
                  <a:pt x="492252" y="377990"/>
                </a:lnTo>
                <a:lnTo>
                  <a:pt x="464070" y="381660"/>
                </a:lnTo>
                <a:lnTo>
                  <a:pt x="423329" y="373748"/>
                </a:lnTo>
                <a:lnTo>
                  <a:pt x="391998" y="351243"/>
                </a:lnTo>
                <a:lnTo>
                  <a:pt x="371563" y="315950"/>
                </a:lnTo>
                <a:lnTo>
                  <a:pt x="363537" y="269684"/>
                </a:lnTo>
                <a:lnTo>
                  <a:pt x="587870" y="269684"/>
                </a:lnTo>
                <a:lnTo>
                  <a:pt x="587870" y="25173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197275" y="2113393"/>
            <a:ext cx="510540" cy="407670"/>
          </a:xfrm>
          <a:custGeom>
            <a:avLst/>
            <a:gdLst/>
            <a:ahLst/>
            <a:cxnLst/>
            <a:rect l="l" t="t" r="r" b="b"/>
            <a:pathLst>
              <a:path w="510540" h="407669">
                <a:moveTo>
                  <a:pt x="141147" y="100533"/>
                </a:moveTo>
                <a:lnTo>
                  <a:pt x="127546" y="99949"/>
                </a:lnTo>
                <a:lnTo>
                  <a:pt x="121627" y="99949"/>
                </a:lnTo>
                <a:lnTo>
                  <a:pt x="94615" y="103632"/>
                </a:lnTo>
                <a:lnTo>
                  <a:pt x="71018" y="114046"/>
                </a:lnTo>
                <a:lnTo>
                  <a:pt x="52209" y="130225"/>
                </a:lnTo>
                <a:lnTo>
                  <a:pt x="39624" y="151206"/>
                </a:lnTo>
                <a:lnTo>
                  <a:pt x="37058" y="151206"/>
                </a:lnTo>
                <a:lnTo>
                  <a:pt x="37058" y="104482"/>
                </a:lnTo>
                <a:lnTo>
                  <a:pt x="0" y="104482"/>
                </a:lnTo>
                <a:lnTo>
                  <a:pt x="0" y="407276"/>
                </a:lnTo>
                <a:lnTo>
                  <a:pt x="38049" y="407276"/>
                </a:lnTo>
                <a:lnTo>
                  <a:pt x="38049" y="212902"/>
                </a:lnTo>
                <a:lnTo>
                  <a:pt x="44094" y="182435"/>
                </a:lnTo>
                <a:lnTo>
                  <a:pt x="60909" y="158280"/>
                </a:lnTo>
                <a:lnTo>
                  <a:pt x="86448" y="142354"/>
                </a:lnTo>
                <a:lnTo>
                  <a:pt x="118668" y="136613"/>
                </a:lnTo>
                <a:lnTo>
                  <a:pt x="128333" y="136613"/>
                </a:lnTo>
                <a:lnTo>
                  <a:pt x="141147" y="138976"/>
                </a:lnTo>
                <a:lnTo>
                  <a:pt x="141147" y="100533"/>
                </a:lnTo>
                <a:close/>
              </a:path>
              <a:path w="510540" h="407669">
                <a:moveTo>
                  <a:pt x="416750" y="104482"/>
                </a:moveTo>
                <a:lnTo>
                  <a:pt x="375754" y="104482"/>
                </a:lnTo>
                <a:lnTo>
                  <a:pt x="287235" y="357797"/>
                </a:lnTo>
                <a:lnTo>
                  <a:pt x="284670" y="357797"/>
                </a:lnTo>
                <a:lnTo>
                  <a:pt x="196164" y="104482"/>
                </a:lnTo>
                <a:lnTo>
                  <a:pt x="155155" y="104482"/>
                </a:lnTo>
                <a:lnTo>
                  <a:pt x="265747" y="407276"/>
                </a:lnTo>
                <a:lnTo>
                  <a:pt x="305968" y="407276"/>
                </a:lnTo>
                <a:lnTo>
                  <a:pt x="416750" y="104482"/>
                </a:lnTo>
                <a:close/>
              </a:path>
              <a:path w="510540" h="407669">
                <a:moveTo>
                  <a:pt x="501535" y="104482"/>
                </a:moveTo>
                <a:lnTo>
                  <a:pt x="463296" y="104482"/>
                </a:lnTo>
                <a:lnTo>
                  <a:pt x="463296" y="407276"/>
                </a:lnTo>
                <a:lnTo>
                  <a:pt x="501535" y="407276"/>
                </a:lnTo>
                <a:lnTo>
                  <a:pt x="501535" y="104482"/>
                </a:lnTo>
                <a:close/>
              </a:path>
              <a:path w="510540" h="407669">
                <a:moveTo>
                  <a:pt x="510413" y="26416"/>
                </a:moveTo>
                <a:lnTo>
                  <a:pt x="508177" y="16129"/>
                </a:lnTo>
                <a:lnTo>
                  <a:pt x="502158" y="7734"/>
                </a:lnTo>
                <a:lnTo>
                  <a:pt x="493356" y="2070"/>
                </a:lnTo>
                <a:lnTo>
                  <a:pt x="482803" y="0"/>
                </a:lnTo>
                <a:lnTo>
                  <a:pt x="471944" y="2070"/>
                </a:lnTo>
                <a:lnTo>
                  <a:pt x="463042" y="7734"/>
                </a:lnTo>
                <a:lnTo>
                  <a:pt x="457022" y="16129"/>
                </a:lnTo>
                <a:lnTo>
                  <a:pt x="454812" y="26416"/>
                </a:lnTo>
                <a:lnTo>
                  <a:pt x="457022" y="36817"/>
                </a:lnTo>
                <a:lnTo>
                  <a:pt x="463042" y="45262"/>
                </a:lnTo>
                <a:lnTo>
                  <a:pt x="471944" y="50952"/>
                </a:lnTo>
                <a:lnTo>
                  <a:pt x="482803" y="53035"/>
                </a:lnTo>
                <a:lnTo>
                  <a:pt x="493356" y="50952"/>
                </a:lnTo>
                <a:lnTo>
                  <a:pt x="502158" y="45262"/>
                </a:lnTo>
                <a:lnTo>
                  <a:pt x="508177" y="36817"/>
                </a:lnTo>
                <a:lnTo>
                  <a:pt x="510413" y="2641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54030" y="2213736"/>
            <a:ext cx="551815" cy="313690"/>
          </a:xfrm>
          <a:custGeom>
            <a:avLst/>
            <a:gdLst/>
            <a:ahLst/>
            <a:cxnLst/>
            <a:rect l="l" t="t" r="r" b="b"/>
            <a:pathLst>
              <a:path w="551815" h="313689">
                <a:moveTo>
                  <a:pt x="251345" y="218033"/>
                </a:moveTo>
                <a:lnTo>
                  <a:pt x="213296" y="218033"/>
                </a:lnTo>
                <a:lnTo>
                  <a:pt x="203085" y="243484"/>
                </a:lnTo>
                <a:lnTo>
                  <a:pt x="185762" y="262585"/>
                </a:lnTo>
                <a:lnTo>
                  <a:pt x="162648" y="274586"/>
                </a:lnTo>
                <a:lnTo>
                  <a:pt x="135026" y="278752"/>
                </a:lnTo>
                <a:lnTo>
                  <a:pt x="95288" y="269786"/>
                </a:lnTo>
                <a:lnTo>
                  <a:pt x="64757" y="244589"/>
                </a:lnTo>
                <a:lnTo>
                  <a:pt x="45161" y="205727"/>
                </a:lnTo>
                <a:lnTo>
                  <a:pt x="38239" y="155740"/>
                </a:lnTo>
                <a:lnTo>
                  <a:pt x="45300" y="106210"/>
                </a:lnTo>
                <a:lnTo>
                  <a:pt x="65125" y="67792"/>
                </a:lnTo>
                <a:lnTo>
                  <a:pt x="95707" y="42938"/>
                </a:lnTo>
                <a:lnTo>
                  <a:pt x="135026" y="34099"/>
                </a:lnTo>
                <a:lnTo>
                  <a:pt x="164172" y="38900"/>
                </a:lnTo>
                <a:lnTo>
                  <a:pt x="187299" y="51943"/>
                </a:lnTo>
                <a:lnTo>
                  <a:pt x="203809" y="71196"/>
                </a:lnTo>
                <a:lnTo>
                  <a:pt x="213093" y="94627"/>
                </a:lnTo>
                <a:lnTo>
                  <a:pt x="251142" y="94627"/>
                </a:lnTo>
                <a:lnTo>
                  <a:pt x="238201" y="55968"/>
                </a:lnTo>
                <a:lnTo>
                  <a:pt x="212826" y="26098"/>
                </a:lnTo>
                <a:lnTo>
                  <a:pt x="177431" y="6832"/>
                </a:lnTo>
                <a:lnTo>
                  <a:pt x="134442" y="0"/>
                </a:lnTo>
                <a:lnTo>
                  <a:pt x="89725" y="7556"/>
                </a:lnTo>
                <a:lnTo>
                  <a:pt x="52539" y="28943"/>
                </a:lnTo>
                <a:lnTo>
                  <a:pt x="24269" y="62255"/>
                </a:lnTo>
                <a:lnTo>
                  <a:pt x="6299" y="105549"/>
                </a:lnTo>
                <a:lnTo>
                  <a:pt x="0" y="156921"/>
                </a:lnTo>
                <a:lnTo>
                  <a:pt x="6146" y="207848"/>
                </a:lnTo>
                <a:lnTo>
                  <a:pt x="23850" y="250952"/>
                </a:lnTo>
                <a:lnTo>
                  <a:pt x="51981" y="284226"/>
                </a:lnTo>
                <a:lnTo>
                  <a:pt x="89420" y="305650"/>
                </a:lnTo>
                <a:lnTo>
                  <a:pt x="135026" y="313245"/>
                </a:lnTo>
                <a:lnTo>
                  <a:pt x="179044" y="306108"/>
                </a:lnTo>
                <a:lnTo>
                  <a:pt x="214185" y="286258"/>
                </a:lnTo>
                <a:lnTo>
                  <a:pt x="238823" y="256108"/>
                </a:lnTo>
                <a:lnTo>
                  <a:pt x="251345" y="218033"/>
                </a:lnTo>
                <a:close/>
              </a:path>
              <a:path w="551815" h="313689">
                <a:moveTo>
                  <a:pt x="551192" y="149225"/>
                </a:moveTo>
                <a:lnTo>
                  <a:pt x="549236" y="134048"/>
                </a:lnTo>
                <a:lnTo>
                  <a:pt x="544093" y="94195"/>
                </a:lnTo>
                <a:lnTo>
                  <a:pt x="524725" y="52247"/>
                </a:lnTo>
                <a:lnTo>
                  <a:pt x="512559" y="39814"/>
                </a:lnTo>
                <a:lnTo>
                  <a:pt x="512559" y="134048"/>
                </a:lnTo>
                <a:lnTo>
                  <a:pt x="327050" y="134048"/>
                </a:lnTo>
                <a:lnTo>
                  <a:pt x="335724" y="95402"/>
                </a:lnTo>
                <a:lnTo>
                  <a:pt x="355612" y="63601"/>
                </a:lnTo>
                <a:lnTo>
                  <a:pt x="385076" y="42037"/>
                </a:lnTo>
                <a:lnTo>
                  <a:pt x="422465" y="34099"/>
                </a:lnTo>
                <a:lnTo>
                  <a:pt x="458914" y="41757"/>
                </a:lnTo>
                <a:lnTo>
                  <a:pt x="487400" y="62865"/>
                </a:lnTo>
                <a:lnTo>
                  <a:pt x="505942" y="94564"/>
                </a:lnTo>
                <a:lnTo>
                  <a:pt x="512559" y="134048"/>
                </a:lnTo>
                <a:lnTo>
                  <a:pt x="512559" y="39814"/>
                </a:lnTo>
                <a:lnTo>
                  <a:pt x="506984" y="34099"/>
                </a:lnTo>
                <a:lnTo>
                  <a:pt x="496011" y="22898"/>
                </a:lnTo>
                <a:lnTo>
                  <a:pt x="460883" y="5638"/>
                </a:lnTo>
                <a:lnTo>
                  <a:pt x="422275" y="0"/>
                </a:lnTo>
                <a:lnTo>
                  <a:pt x="378015" y="7543"/>
                </a:lnTo>
                <a:lnTo>
                  <a:pt x="341071" y="28930"/>
                </a:lnTo>
                <a:lnTo>
                  <a:pt x="312889" y="62293"/>
                </a:lnTo>
                <a:lnTo>
                  <a:pt x="294932" y="105778"/>
                </a:lnTo>
                <a:lnTo>
                  <a:pt x="288620" y="157505"/>
                </a:lnTo>
                <a:lnTo>
                  <a:pt x="294868" y="208978"/>
                </a:lnTo>
                <a:lnTo>
                  <a:pt x="312940" y="252018"/>
                </a:lnTo>
                <a:lnTo>
                  <a:pt x="341757" y="284886"/>
                </a:lnTo>
                <a:lnTo>
                  <a:pt x="380263" y="305866"/>
                </a:lnTo>
                <a:lnTo>
                  <a:pt x="427393" y="313245"/>
                </a:lnTo>
                <a:lnTo>
                  <a:pt x="469773" y="307416"/>
                </a:lnTo>
                <a:lnTo>
                  <a:pt x="504228" y="291465"/>
                </a:lnTo>
                <a:lnTo>
                  <a:pt x="517448" y="279146"/>
                </a:lnTo>
                <a:lnTo>
                  <a:pt x="529742" y="267665"/>
                </a:lnTo>
                <a:lnTo>
                  <a:pt x="545287" y="238328"/>
                </a:lnTo>
                <a:lnTo>
                  <a:pt x="504482" y="238328"/>
                </a:lnTo>
                <a:lnTo>
                  <a:pt x="493814" y="252857"/>
                </a:lnTo>
                <a:lnTo>
                  <a:pt x="477621" y="265976"/>
                </a:lnTo>
                <a:lnTo>
                  <a:pt x="455574" y="275475"/>
                </a:lnTo>
                <a:lnTo>
                  <a:pt x="427393" y="279146"/>
                </a:lnTo>
                <a:lnTo>
                  <a:pt x="386651" y="271233"/>
                </a:lnTo>
                <a:lnTo>
                  <a:pt x="355320" y="248729"/>
                </a:lnTo>
                <a:lnTo>
                  <a:pt x="334886" y="213436"/>
                </a:lnTo>
                <a:lnTo>
                  <a:pt x="326859" y="167170"/>
                </a:lnTo>
                <a:lnTo>
                  <a:pt x="551192" y="167170"/>
                </a:lnTo>
                <a:lnTo>
                  <a:pt x="551192" y="149225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355715" y="2330236"/>
            <a:ext cx="170180" cy="35560"/>
          </a:xfrm>
          <a:custGeom>
            <a:avLst/>
            <a:gdLst/>
            <a:ahLst/>
            <a:cxnLst/>
            <a:rect l="l" t="t" r="r" b="b"/>
            <a:pathLst>
              <a:path w="170179" h="35560">
                <a:moveTo>
                  <a:pt x="169732" y="0"/>
                </a:moveTo>
                <a:lnTo>
                  <a:pt x="0" y="0"/>
                </a:lnTo>
                <a:lnTo>
                  <a:pt x="0" y="35286"/>
                </a:lnTo>
                <a:lnTo>
                  <a:pt x="169732" y="35286"/>
                </a:lnTo>
                <a:lnTo>
                  <a:pt x="169732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598402" y="2117089"/>
            <a:ext cx="805180" cy="410845"/>
          </a:xfrm>
          <a:custGeom>
            <a:avLst/>
            <a:gdLst/>
            <a:ahLst/>
            <a:cxnLst/>
            <a:rect l="l" t="t" r="r" b="b"/>
            <a:pathLst>
              <a:path w="805179" h="410844">
                <a:moveTo>
                  <a:pt x="231038" y="368300"/>
                </a:moveTo>
                <a:lnTo>
                  <a:pt x="39624" y="368300"/>
                </a:lnTo>
                <a:lnTo>
                  <a:pt x="39624" y="0"/>
                </a:lnTo>
                <a:lnTo>
                  <a:pt x="0" y="0"/>
                </a:lnTo>
                <a:lnTo>
                  <a:pt x="0" y="368300"/>
                </a:lnTo>
                <a:lnTo>
                  <a:pt x="0" y="403860"/>
                </a:lnTo>
                <a:lnTo>
                  <a:pt x="231038" y="403860"/>
                </a:lnTo>
                <a:lnTo>
                  <a:pt x="231038" y="368300"/>
                </a:lnTo>
                <a:close/>
              </a:path>
              <a:path w="805179" h="410844">
                <a:moveTo>
                  <a:pt x="531685" y="245872"/>
                </a:moveTo>
                <a:lnTo>
                  <a:pt x="529717" y="230695"/>
                </a:lnTo>
                <a:lnTo>
                  <a:pt x="524573" y="190842"/>
                </a:lnTo>
                <a:lnTo>
                  <a:pt x="505206" y="148894"/>
                </a:lnTo>
                <a:lnTo>
                  <a:pt x="493039" y="136461"/>
                </a:lnTo>
                <a:lnTo>
                  <a:pt x="493039" y="230695"/>
                </a:lnTo>
                <a:lnTo>
                  <a:pt x="307543" y="230695"/>
                </a:lnTo>
                <a:lnTo>
                  <a:pt x="316204" y="192049"/>
                </a:lnTo>
                <a:lnTo>
                  <a:pt x="336105" y="160248"/>
                </a:lnTo>
                <a:lnTo>
                  <a:pt x="365556" y="138684"/>
                </a:lnTo>
                <a:lnTo>
                  <a:pt x="402958" y="130746"/>
                </a:lnTo>
                <a:lnTo>
                  <a:pt x="439394" y="138404"/>
                </a:lnTo>
                <a:lnTo>
                  <a:pt x="467880" y="159512"/>
                </a:lnTo>
                <a:lnTo>
                  <a:pt x="486422" y="191211"/>
                </a:lnTo>
                <a:lnTo>
                  <a:pt x="493039" y="230695"/>
                </a:lnTo>
                <a:lnTo>
                  <a:pt x="493039" y="136461"/>
                </a:lnTo>
                <a:lnTo>
                  <a:pt x="487464" y="130746"/>
                </a:lnTo>
                <a:lnTo>
                  <a:pt x="476491" y="119545"/>
                </a:lnTo>
                <a:lnTo>
                  <a:pt x="441375" y="102285"/>
                </a:lnTo>
                <a:lnTo>
                  <a:pt x="402755" y="96647"/>
                </a:lnTo>
                <a:lnTo>
                  <a:pt x="358495" y="104190"/>
                </a:lnTo>
                <a:lnTo>
                  <a:pt x="321564" y="125577"/>
                </a:lnTo>
                <a:lnTo>
                  <a:pt x="293382" y="158940"/>
                </a:lnTo>
                <a:lnTo>
                  <a:pt x="275412" y="202425"/>
                </a:lnTo>
                <a:lnTo>
                  <a:pt x="269100" y="254152"/>
                </a:lnTo>
                <a:lnTo>
                  <a:pt x="275361" y="305625"/>
                </a:lnTo>
                <a:lnTo>
                  <a:pt x="293420" y="348665"/>
                </a:lnTo>
                <a:lnTo>
                  <a:pt x="322237" y="381533"/>
                </a:lnTo>
                <a:lnTo>
                  <a:pt x="360743" y="402513"/>
                </a:lnTo>
                <a:lnTo>
                  <a:pt x="407885" y="409892"/>
                </a:lnTo>
                <a:lnTo>
                  <a:pt x="450253" y="404063"/>
                </a:lnTo>
                <a:lnTo>
                  <a:pt x="484708" y="388112"/>
                </a:lnTo>
                <a:lnTo>
                  <a:pt x="497928" y="375793"/>
                </a:lnTo>
                <a:lnTo>
                  <a:pt x="510235" y="364312"/>
                </a:lnTo>
                <a:lnTo>
                  <a:pt x="525767" y="334975"/>
                </a:lnTo>
                <a:lnTo>
                  <a:pt x="484962" y="334975"/>
                </a:lnTo>
                <a:lnTo>
                  <a:pt x="474306" y="349504"/>
                </a:lnTo>
                <a:lnTo>
                  <a:pt x="458101" y="362623"/>
                </a:lnTo>
                <a:lnTo>
                  <a:pt x="436054" y="372122"/>
                </a:lnTo>
                <a:lnTo>
                  <a:pt x="407885" y="375793"/>
                </a:lnTo>
                <a:lnTo>
                  <a:pt x="367144" y="367880"/>
                </a:lnTo>
                <a:lnTo>
                  <a:pt x="335800" y="345376"/>
                </a:lnTo>
                <a:lnTo>
                  <a:pt x="315379" y="310083"/>
                </a:lnTo>
                <a:lnTo>
                  <a:pt x="307340" y="263817"/>
                </a:lnTo>
                <a:lnTo>
                  <a:pt x="531685" y="263817"/>
                </a:lnTo>
                <a:lnTo>
                  <a:pt x="531685" y="245872"/>
                </a:lnTo>
                <a:close/>
              </a:path>
              <a:path w="805179" h="410844">
                <a:moveTo>
                  <a:pt x="804926" y="198958"/>
                </a:moveTo>
                <a:lnTo>
                  <a:pt x="794207" y="147955"/>
                </a:lnTo>
                <a:lnTo>
                  <a:pt x="778840" y="130162"/>
                </a:lnTo>
                <a:lnTo>
                  <a:pt x="767194" y="116674"/>
                </a:lnTo>
                <a:lnTo>
                  <a:pt x="731659" y="100965"/>
                </a:lnTo>
                <a:lnTo>
                  <a:pt x="695312" y="96647"/>
                </a:lnTo>
                <a:lnTo>
                  <a:pt x="651878" y="102349"/>
                </a:lnTo>
                <a:lnTo>
                  <a:pt x="616762" y="118452"/>
                </a:lnTo>
                <a:lnTo>
                  <a:pt x="592137" y="143471"/>
                </a:lnTo>
                <a:lnTo>
                  <a:pt x="580186" y="175895"/>
                </a:lnTo>
                <a:lnTo>
                  <a:pt x="619620" y="175895"/>
                </a:lnTo>
                <a:lnTo>
                  <a:pt x="628764" y="157276"/>
                </a:lnTo>
                <a:lnTo>
                  <a:pt x="644550" y="142824"/>
                </a:lnTo>
                <a:lnTo>
                  <a:pt x="666407" y="133477"/>
                </a:lnTo>
                <a:lnTo>
                  <a:pt x="693737" y="130162"/>
                </a:lnTo>
                <a:lnTo>
                  <a:pt x="725195" y="134670"/>
                </a:lnTo>
                <a:lnTo>
                  <a:pt x="748245" y="147650"/>
                </a:lnTo>
                <a:lnTo>
                  <a:pt x="762431" y="168249"/>
                </a:lnTo>
                <a:lnTo>
                  <a:pt x="767270" y="195605"/>
                </a:lnTo>
                <a:lnTo>
                  <a:pt x="767270" y="223989"/>
                </a:lnTo>
                <a:lnTo>
                  <a:pt x="767270" y="255727"/>
                </a:lnTo>
                <a:lnTo>
                  <a:pt x="767270" y="288455"/>
                </a:lnTo>
                <a:lnTo>
                  <a:pt x="761022" y="322402"/>
                </a:lnTo>
                <a:lnTo>
                  <a:pt x="743127" y="350380"/>
                </a:lnTo>
                <a:lnTo>
                  <a:pt x="714883" y="369379"/>
                </a:lnTo>
                <a:lnTo>
                  <a:pt x="677570" y="376377"/>
                </a:lnTo>
                <a:lnTo>
                  <a:pt x="650519" y="372681"/>
                </a:lnTo>
                <a:lnTo>
                  <a:pt x="629031" y="361835"/>
                </a:lnTo>
                <a:lnTo>
                  <a:pt x="614870" y="344271"/>
                </a:lnTo>
                <a:lnTo>
                  <a:pt x="609765" y="320395"/>
                </a:lnTo>
                <a:lnTo>
                  <a:pt x="614629" y="297078"/>
                </a:lnTo>
                <a:lnTo>
                  <a:pt x="629323" y="279311"/>
                </a:lnTo>
                <a:lnTo>
                  <a:pt x="654011" y="267360"/>
                </a:lnTo>
                <a:lnTo>
                  <a:pt x="688809" y="261454"/>
                </a:lnTo>
                <a:lnTo>
                  <a:pt x="767270" y="255727"/>
                </a:lnTo>
                <a:lnTo>
                  <a:pt x="767270" y="223989"/>
                </a:lnTo>
                <a:lnTo>
                  <a:pt x="683094" y="229311"/>
                </a:lnTo>
                <a:lnTo>
                  <a:pt x="639749" y="236651"/>
                </a:lnTo>
                <a:lnTo>
                  <a:pt x="604342" y="252780"/>
                </a:lnTo>
                <a:lnTo>
                  <a:pt x="571715" y="318820"/>
                </a:lnTo>
                <a:lnTo>
                  <a:pt x="579577" y="357759"/>
                </a:lnTo>
                <a:lnTo>
                  <a:pt x="601014" y="386537"/>
                </a:lnTo>
                <a:lnTo>
                  <a:pt x="632841" y="404368"/>
                </a:lnTo>
                <a:lnTo>
                  <a:pt x="671855" y="410489"/>
                </a:lnTo>
                <a:lnTo>
                  <a:pt x="705967" y="405765"/>
                </a:lnTo>
                <a:lnTo>
                  <a:pt x="732751" y="393433"/>
                </a:lnTo>
                <a:lnTo>
                  <a:pt x="752208" y="376377"/>
                </a:lnTo>
                <a:lnTo>
                  <a:pt x="752386" y="376224"/>
                </a:lnTo>
                <a:lnTo>
                  <a:pt x="765098" y="356857"/>
                </a:lnTo>
                <a:lnTo>
                  <a:pt x="767270" y="356857"/>
                </a:lnTo>
                <a:lnTo>
                  <a:pt x="767270" y="403580"/>
                </a:lnTo>
                <a:lnTo>
                  <a:pt x="804926" y="403580"/>
                </a:lnTo>
                <a:lnTo>
                  <a:pt x="804926" y="356857"/>
                </a:lnTo>
                <a:lnTo>
                  <a:pt x="804926" y="255727"/>
                </a:lnTo>
                <a:lnTo>
                  <a:pt x="804926" y="19895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474118" y="2213343"/>
            <a:ext cx="411480" cy="307340"/>
          </a:xfrm>
          <a:custGeom>
            <a:avLst/>
            <a:gdLst/>
            <a:ahLst/>
            <a:cxnLst/>
            <a:rect l="l" t="t" r="r" b="b"/>
            <a:pathLst>
              <a:path w="411479" h="307339">
                <a:moveTo>
                  <a:pt x="141147" y="584"/>
                </a:moveTo>
                <a:lnTo>
                  <a:pt x="127546" y="0"/>
                </a:lnTo>
                <a:lnTo>
                  <a:pt x="121627" y="0"/>
                </a:lnTo>
                <a:lnTo>
                  <a:pt x="94615" y="3683"/>
                </a:lnTo>
                <a:lnTo>
                  <a:pt x="71018" y="14097"/>
                </a:lnTo>
                <a:lnTo>
                  <a:pt x="52209" y="30276"/>
                </a:lnTo>
                <a:lnTo>
                  <a:pt x="39624" y="51257"/>
                </a:lnTo>
                <a:lnTo>
                  <a:pt x="37058" y="51257"/>
                </a:lnTo>
                <a:lnTo>
                  <a:pt x="37058" y="4533"/>
                </a:lnTo>
                <a:lnTo>
                  <a:pt x="0" y="4533"/>
                </a:lnTo>
                <a:lnTo>
                  <a:pt x="0" y="307327"/>
                </a:lnTo>
                <a:lnTo>
                  <a:pt x="38036" y="307327"/>
                </a:lnTo>
                <a:lnTo>
                  <a:pt x="38036" y="112953"/>
                </a:lnTo>
                <a:lnTo>
                  <a:pt x="44094" y="82486"/>
                </a:lnTo>
                <a:lnTo>
                  <a:pt x="60909" y="58331"/>
                </a:lnTo>
                <a:lnTo>
                  <a:pt x="86448" y="42405"/>
                </a:lnTo>
                <a:lnTo>
                  <a:pt x="118668" y="36664"/>
                </a:lnTo>
                <a:lnTo>
                  <a:pt x="128333" y="36664"/>
                </a:lnTo>
                <a:lnTo>
                  <a:pt x="141147" y="39027"/>
                </a:lnTo>
                <a:lnTo>
                  <a:pt x="141147" y="584"/>
                </a:lnTo>
                <a:close/>
              </a:path>
              <a:path w="411479" h="307339">
                <a:moveTo>
                  <a:pt x="411226" y="111772"/>
                </a:moveTo>
                <a:lnTo>
                  <a:pt x="403783" y="63881"/>
                </a:lnTo>
                <a:lnTo>
                  <a:pt x="382790" y="29057"/>
                </a:lnTo>
                <a:lnTo>
                  <a:pt x="350354" y="7785"/>
                </a:lnTo>
                <a:lnTo>
                  <a:pt x="308521" y="584"/>
                </a:lnTo>
                <a:lnTo>
                  <a:pt x="277723" y="4279"/>
                </a:lnTo>
                <a:lnTo>
                  <a:pt x="252514" y="14757"/>
                </a:lnTo>
                <a:lnTo>
                  <a:pt x="233045" y="31115"/>
                </a:lnTo>
                <a:lnTo>
                  <a:pt x="219417" y="52438"/>
                </a:lnTo>
                <a:lnTo>
                  <a:pt x="216268" y="52438"/>
                </a:lnTo>
                <a:lnTo>
                  <a:pt x="216268" y="4533"/>
                </a:lnTo>
                <a:lnTo>
                  <a:pt x="179209" y="4533"/>
                </a:lnTo>
                <a:lnTo>
                  <a:pt x="179209" y="307327"/>
                </a:lnTo>
                <a:lnTo>
                  <a:pt x="217246" y="307327"/>
                </a:lnTo>
                <a:lnTo>
                  <a:pt x="217246" y="119456"/>
                </a:lnTo>
                <a:lnTo>
                  <a:pt x="223316" y="84074"/>
                </a:lnTo>
                <a:lnTo>
                  <a:pt x="240169" y="57531"/>
                </a:lnTo>
                <a:lnTo>
                  <a:pt x="265823" y="40868"/>
                </a:lnTo>
                <a:lnTo>
                  <a:pt x="298272" y="35090"/>
                </a:lnTo>
                <a:lnTo>
                  <a:pt x="329323" y="40627"/>
                </a:lnTo>
                <a:lnTo>
                  <a:pt x="352856" y="56451"/>
                </a:lnTo>
                <a:lnTo>
                  <a:pt x="367779" y="81407"/>
                </a:lnTo>
                <a:lnTo>
                  <a:pt x="372986" y="114338"/>
                </a:lnTo>
                <a:lnTo>
                  <a:pt x="372986" y="307327"/>
                </a:lnTo>
                <a:lnTo>
                  <a:pt x="411226" y="307327"/>
                </a:lnTo>
                <a:lnTo>
                  <a:pt x="411226" y="11177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947469" y="2113388"/>
            <a:ext cx="55880" cy="407670"/>
          </a:xfrm>
          <a:custGeom>
            <a:avLst/>
            <a:gdLst/>
            <a:ahLst/>
            <a:cxnLst/>
            <a:rect l="l" t="t" r="r" b="b"/>
            <a:pathLst>
              <a:path w="55879" h="407669">
                <a:moveTo>
                  <a:pt x="27993" y="0"/>
                </a:moveTo>
                <a:lnTo>
                  <a:pt x="17132" y="2076"/>
                </a:lnTo>
                <a:lnTo>
                  <a:pt x="8230" y="7737"/>
                </a:lnTo>
                <a:lnTo>
                  <a:pt x="2211" y="16134"/>
                </a:lnTo>
                <a:lnTo>
                  <a:pt x="0" y="26416"/>
                </a:lnTo>
                <a:lnTo>
                  <a:pt x="2211" y="36811"/>
                </a:lnTo>
                <a:lnTo>
                  <a:pt x="8230" y="45267"/>
                </a:lnTo>
                <a:lnTo>
                  <a:pt x="17132" y="50950"/>
                </a:lnTo>
                <a:lnTo>
                  <a:pt x="27993" y="53029"/>
                </a:lnTo>
                <a:lnTo>
                  <a:pt x="38543" y="50950"/>
                </a:lnTo>
                <a:lnTo>
                  <a:pt x="47337" y="45267"/>
                </a:lnTo>
                <a:lnTo>
                  <a:pt x="53358" y="36811"/>
                </a:lnTo>
                <a:lnTo>
                  <a:pt x="55591" y="26416"/>
                </a:lnTo>
                <a:lnTo>
                  <a:pt x="53358" y="16134"/>
                </a:lnTo>
                <a:lnTo>
                  <a:pt x="47337" y="7737"/>
                </a:lnTo>
                <a:lnTo>
                  <a:pt x="38543" y="2076"/>
                </a:lnTo>
                <a:lnTo>
                  <a:pt x="27993" y="0"/>
                </a:lnTo>
                <a:close/>
              </a:path>
              <a:path w="55879" h="407669">
                <a:moveTo>
                  <a:pt x="46721" y="104481"/>
                </a:moveTo>
                <a:lnTo>
                  <a:pt x="8477" y="104481"/>
                </a:lnTo>
                <a:lnTo>
                  <a:pt x="8477" y="407279"/>
                </a:lnTo>
                <a:lnTo>
                  <a:pt x="46721" y="407279"/>
                </a:lnTo>
                <a:lnTo>
                  <a:pt x="46721" y="104481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064780" y="2213927"/>
            <a:ext cx="232410" cy="307340"/>
          </a:xfrm>
          <a:custGeom>
            <a:avLst/>
            <a:gdLst/>
            <a:ahLst/>
            <a:cxnLst/>
            <a:rect l="l" t="t" r="r" b="b"/>
            <a:pathLst>
              <a:path w="232409" h="307339">
                <a:moveTo>
                  <a:pt x="129320" y="0"/>
                </a:moveTo>
                <a:lnTo>
                  <a:pt x="98514" y="3693"/>
                </a:lnTo>
                <a:lnTo>
                  <a:pt x="73308" y="14168"/>
                </a:lnTo>
                <a:lnTo>
                  <a:pt x="53832" y="30521"/>
                </a:lnTo>
                <a:lnTo>
                  <a:pt x="40215" y="51846"/>
                </a:lnTo>
                <a:lnTo>
                  <a:pt x="37060" y="51846"/>
                </a:lnTo>
                <a:lnTo>
                  <a:pt x="37060" y="3942"/>
                </a:lnTo>
                <a:lnTo>
                  <a:pt x="0" y="3942"/>
                </a:lnTo>
                <a:lnTo>
                  <a:pt x="0" y="306740"/>
                </a:lnTo>
                <a:lnTo>
                  <a:pt x="38046" y="306740"/>
                </a:lnTo>
                <a:lnTo>
                  <a:pt x="38046" y="118871"/>
                </a:lnTo>
                <a:lnTo>
                  <a:pt x="44108" y="83483"/>
                </a:lnTo>
                <a:lnTo>
                  <a:pt x="60963" y="56947"/>
                </a:lnTo>
                <a:lnTo>
                  <a:pt x="86615" y="40280"/>
                </a:lnTo>
                <a:lnTo>
                  <a:pt x="119068" y="34498"/>
                </a:lnTo>
                <a:lnTo>
                  <a:pt x="150120" y="40033"/>
                </a:lnTo>
                <a:lnTo>
                  <a:pt x="173649" y="55862"/>
                </a:lnTo>
                <a:lnTo>
                  <a:pt x="188567" y="80821"/>
                </a:lnTo>
                <a:lnTo>
                  <a:pt x="193782" y="113745"/>
                </a:lnTo>
                <a:lnTo>
                  <a:pt x="193782" y="306740"/>
                </a:lnTo>
                <a:lnTo>
                  <a:pt x="232026" y="306740"/>
                </a:lnTo>
                <a:lnTo>
                  <a:pt x="232026" y="111183"/>
                </a:lnTo>
                <a:lnTo>
                  <a:pt x="224572" y="63289"/>
                </a:lnTo>
                <a:lnTo>
                  <a:pt x="203590" y="28461"/>
                </a:lnTo>
                <a:lnTo>
                  <a:pt x="171149" y="7198"/>
                </a:lnTo>
                <a:lnTo>
                  <a:pt x="129320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351625" y="2213729"/>
            <a:ext cx="259079" cy="427355"/>
          </a:xfrm>
          <a:custGeom>
            <a:avLst/>
            <a:gdLst/>
            <a:ahLst/>
            <a:cxnLst/>
            <a:rect l="l" t="t" r="r" b="b"/>
            <a:pathLst>
              <a:path w="259080" h="427355">
                <a:moveTo>
                  <a:pt x="49677" y="344984"/>
                </a:moveTo>
                <a:lnTo>
                  <a:pt x="9462" y="344984"/>
                </a:lnTo>
                <a:lnTo>
                  <a:pt x="22365" y="380221"/>
                </a:lnTo>
                <a:lnTo>
                  <a:pt x="48667" y="405849"/>
                </a:lnTo>
                <a:lnTo>
                  <a:pt x="86169" y="421496"/>
                </a:lnTo>
                <a:lnTo>
                  <a:pt x="132670" y="426794"/>
                </a:lnTo>
                <a:lnTo>
                  <a:pt x="182958" y="420107"/>
                </a:lnTo>
                <a:lnTo>
                  <a:pt x="222860" y="399615"/>
                </a:lnTo>
                <a:lnTo>
                  <a:pt x="227625" y="393282"/>
                </a:lnTo>
                <a:lnTo>
                  <a:pt x="132670" y="393282"/>
                </a:lnTo>
                <a:lnTo>
                  <a:pt x="102266" y="390282"/>
                </a:lnTo>
                <a:lnTo>
                  <a:pt x="77498" y="381257"/>
                </a:lnTo>
                <a:lnTo>
                  <a:pt x="59568" y="366169"/>
                </a:lnTo>
                <a:lnTo>
                  <a:pt x="49677" y="344984"/>
                </a:lnTo>
                <a:close/>
              </a:path>
              <a:path w="259080" h="427355">
                <a:moveTo>
                  <a:pt x="258640" y="245431"/>
                </a:moveTo>
                <a:lnTo>
                  <a:pt x="220790" y="245431"/>
                </a:lnTo>
                <a:lnTo>
                  <a:pt x="220790" y="312654"/>
                </a:lnTo>
                <a:lnTo>
                  <a:pt x="214728" y="348538"/>
                </a:lnTo>
                <a:lnTo>
                  <a:pt x="197281" y="373667"/>
                </a:lnTo>
                <a:lnTo>
                  <a:pt x="169559" y="388446"/>
                </a:lnTo>
                <a:lnTo>
                  <a:pt x="132670" y="393282"/>
                </a:lnTo>
                <a:lnTo>
                  <a:pt x="227625" y="393282"/>
                </a:lnTo>
                <a:lnTo>
                  <a:pt x="249159" y="364669"/>
                </a:lnTo>
                <a:lnTo>
                  <a:pt x="258640" y="314625"/>
                </a:lnTo>
                <a:lnTo>
                  <a:pt x="258640" y="245431"/>
                </a:lnTo>
                <a:close/>
              </a:path>
              <a:path w="259080" h="427355">
                <a:moveTo>
                  <a:pt x="125771" y="0"/>
                </a:moveTo>
                <a:lnTo>
                  <a:pt x="83925" y="7033"/>
                </a:lnTo>
                <a:lnTo>
                  <a:pt x="49138" y="27220"/>
                </a:lnTo>
                <a:lnTo>
                  <a:pt x="22697" y="59187"/>
                </a:lnTo>
                <a:lnTo>
                  <a:pt x="5888" y="101563"/>
                </a:lnTo>
                <a:lnTo>
                  <a:pt x="0" y="152976"/>
                </a:lnTo>
                <a:lnTo>
                  <a:pt x="6054" y="204445"/>
                </a:lnTo>
                <a:lnTo>
                  <a:pt x="23170" y="246272"/>
                </a:lnTo>
                <a:lnTo>
                  <a:pt x="49777" y="277425"/>
                </a:lnTo>
                <a:lnTo>
                  <a:pt x="84303" y="296874"/>
                </a:lnTo>
                <a:lnTo>
                  <a:pt x="125179" y="303586"/>
                </a:lnTo>
                <a:lnTo>
                  <a:pt x="161166" y="298214"/>
                </a:lnTo>
                <a:lnTo>
                  <a:pt x="187597" y="284414"/>
                </a:lnTo>
                <a:lnTo>
                  <a:pt x="202199" y="269481"/>
                </a:lnTo>
                <a:lnTo>
                  <a:pt x="130306" y="269481"/>
                </a:lnTo>
                <a:lnTo>
                  <a:pt x="90918" y="261026"/>
                </a:lnTo>
                <a:lnTo>
                  <a:pt x="62121" y="237324"/>
                </a:lnTo>
                <a:lnTo>
                  <a:pt x="44450" y="200869"/>
                </a:lnTo>
                <a:lnTo>
                  <a:pt x="38440" y="154158"/>
                </a:lnTo>
                <a:lnTo>
                  <a:pt x="44367" y="107154"/>
                </a:lnTo>
                <a:lnTo>
                  <a:pt x="61900" y="69095"/>
                </a:lnTo>
                <a:lnTo>
                  <a:pt x="90669" y="43603"/>
                </a:lnTo>
                <a:lnTo>
                  <a:pt x="130306" y="34301"/>
                </a:lnTo>
                <a:lnTo>
                  <a:pt x="201000" y="34301"/>
                </a:lnTo>
                <a:lnTo>
                  <a:pt x="188337" y="20575"/>
                </a:lnTo>
                <a:lnTo>
                  <a:pt x="162090" y="5824"/>
                </a:lnTo>
                <a:lnTo>
                  <a:pt x="125771" y="0"/>
                </a:lnTo>
                <a:close/>
              </a:path>
              <a:path w="259080" h="427355">
                <a:moveTo>
                  <a:pt x="201000" y="34301"/>
                </a:moveTo>
                <a:lnTo>
                  <a:pt x="130306" y="34301"/>
                </a:lnTo>
                <a:lnTo>
                  <a:pt x="169153" y="43187"/>
                </a:lnTo>
                <a:lnTo>
                  <a:pt x="197725" y="67986"/>
                </a:lnTo>
                <a:lnTo>
                  <a:pt x="215356" y="105907"/>
                </a:lnTo>
                <a:lnTo>
                  <a:pt x="221381" y="154158"/>
                </a:lnTo>
                <a:lnTo>
                  <a:pt x="215246" y="202450"/>
                </a:lnTo>
                <a:lnTo>
                  <a:pt x="197429" y="238728"/>
                </a:lnTo>
                <a:lnTo>
                  <a:pt x="168820" y="261553"/>
                </a:lnTo>
                <a:lnTo>
                  <a:pt x="130306" y="269481"/>
                </a:lnTo>
                <a:lnTo>
                  <a:pt x="202199" y="269481"/>
                </a:lnTo>
                <a:lnTo>
                  <a:pt x="205934" y="265662"/>
                </a:lnTo>
                <a:lnTo>
                  <a:pt x="217635" y="245431"/>
                </a:lnTo>
                <a:lnTo>
                  <a:pt x="258640" y="245431"/>
                </a:lnTo>
                <a:lnTo>
                  <a:pt x="258640" y="60520"/>
                </a:lnTo>
                <a:lnTo>
                  <a:pt x="218227" y="60520"/>
                </a:lnTo>
                <a:lnTo>
                  <a:pt x="206414" y="40169"/>
                </a:lnTo>
                <a:lnTo>
                  <a:pt x="201000" y="34301"/>
                </a:lnTo>
                <a:close/>
              </a:path>
              <a:path w="259080" h="427355">
                <a:moveTo>
                  <a:pt x="258640" y="4139"/>
                </a:moveTo>
                <a:lnTo>
                  <a:pt x="221776" y="4139"/>
                </a:lnTo>
                <a:lnTo>
                  <a:pt x="221776" y="60520"/>
                </a:lnTo>
                <a:lnTo>
                  <a:pt x="258640" y="60520"/>
                </a:lnTo>
                <a:lnTo>
                  <a:pt x="258640" y="413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813285" y="2116936"/>
            <a:ext cx="263525" cy="403860"/>
          </a:xfrm>
          <a:custGeom>
            <a:avLst/>
            <a:gdLst/>
            <a:ahLst/>
            <a:cxnLst/>
            <a:rect l="l" t="t" r="r" b="b"/>
            <a:pathLst>
              <a:path w="263525" h="403860">
                <a:moveTo>
                  <a:pt x="131882" y="0"/>
                </a:moveTo>
                <a:lnTo>
                  <a:pt x="0" y="0"/>
                </a:lnTo>
                <a:lnTo>
                  <a:pt x="0" y="403730"/>
                </a:lnTo>
                <a:lnTo>
                  <a:pt x="39624" y="403730"/>
                </a:lnTo>
                <a:lnTo>
                  <a:pt x="39624" y="251148"/>
                </a:lnTo>
                <a:lnTo>
                  <a:pt x="132474" y="251148"/>
                </a:lnTo>
                <a:lnTo>
                  <a:pt x="189437" y="241476"/>
                </a:lnTo>
                <a:lnTo>
                  <a:pt x="229465" y="215467"/>
                </a:lnTo>
                <a:lnTo>
                  <a:pt x="39624" y="215467"/>
                </a:lnTo>
                <a:lnTo>
                  <a:pt x="39624" y="35483"/>
                </a:lnTo>
                <a:lnTo>
                  <a:pt x="229383" y="35483"/>
                </a:lnTo>
                <a:lnTo>
                  <a:pt x="189187" y="9610"/>
                </a:lnTo>
                <a:lnTo>
                  <a:pt x="131882" y="0"/>
                </a:lnTo>
                <a:close/>
              </a:path>
              <a:path w="263525" h="403860">
                <a:moveTo>
                  <a:pt x="229383" y="35483"/>
                </a:moveTo>
                <a:lnTo>
                  <a:pt x="130503" y="35483"/>
                </a:lnTo>
                <a:lnTo>
                  <a:pt x="171913" y="42211"/>
                </a:lnTo>
                <a:lnTo>
                  <a:pt x="201126" y="60914"/>
                </a:lnTo>
                <a:lnTo>
                  <a:pt x="218437" y="89375"/>
                </a:lnTo>
                <a:lnTo>
                  <a:pt x="224142" y="125377"/>
                </a:lnTo>
                <a:lnTo>
                  <a:pt x="218443" y="161326"/>
                </a:lnTo>
                <a:lnTo>
                  <a:pt x="201175" y="189864"/>
                </a:lnTo>
                <a:lnTo>
                  <a:pt x="172080" y="208681"/>
                </a:lnTo>
                <a:lnTo>
                  <a:pt x="130897" y="215467"/>
                </a:lnTo>
                <a:lnTo>
                  <a:pt x="229465" y="215467"/>
                </a:lnTo>
                <a:lnTo>
                  <a:pt x="230376" y="214876"/>
                </a:lnTo>
                <a:lnTo>
                  <a:pt x="255088" y="174968"/>
                </a:lnTo>
                <a:lnTo>
                  <a:pt x="263371" y="125377"/>
                </a:lnTo>
                <a:lnTo>
                  <a:pt x="255079" y="75847"/>
                </a:lnTo>
                <a:lnTo>
                  <a:pt x="230302" y="36075"/>
                </a:lnTo>
                <a:lnTo>
                  <a:pt x="229383" y="3548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133830" y="2113393"/>
            <a:ext cx="534670" cy="521334"/>
          </a:xfrm>
          <a:custGeom>
            <a:avLst/>
            <a:gdLst/>
            <a:ahLst/>
            <a:cxnLst/>
            <a:rect l="l" t="t" r="r" b="b"/>
            <a:pathLst>
              <a:path w="534669" h="521335">
                <a:moveTo>
                  <a:pt x="141147" y="100533"/>
                </a:moveTo>
                <a:lnTo>
                  <a:pt x="127546" y="99949"/>
                </a:lnTo>
                <a:lnTo>
                  <a:pt x="121640" y="99949"/>
                </a:lnTo>
                <a:lnTo>
                  <a:pt x="94627" y="103632"/>
                </a:lnTo>
                <a:lnTo>
                  <a:pt x="71018" y="114046"/>
                </a:lnTo>
                <a:lnTo>
                  <a:pt x="52222" y="130225"/>
                </a:lnTo>
                <a:lnTo>
                  <a:pt x="39624" y="151206"/>
                </a:lnTo>
                <a:lnTo>
                  <a:pt x="37071" y="151206"/>
                </a:lnTo>
                <a:lnTo>
                  <a:pt x="37071" y="104482"/>
                </a:lnTo>
                <a:lnTo>
                  <a:pt x="0" y="104482"/>
                </a:lnTo>
                <a:lnTo>
                  <a:pt x="0" y="407276"/>
                </a:lnTo>
                <a:lnTo>
                  <a:pt x="38049" y="407276"/>
                </a:lnTo>
                <a:lnTo>
                  <a:pt x="38049" y="212902"/>
                </a:lnTo>
                <a:lnTo>
                  <a:pt x="44107" y="182435"/>
                </a:lnTo>
                <a:lnTo>
                  <a:pt x="60921" y="158280"/>
                </a:lnTo>
                <a:lnTo>
                  <a:pt x="86448" y="142354"/>
                </a:lnTo>
                <a:lnTo>
                  <a:pt x="118681" y="136613"/>
                </a:lnTo>
                <a:lnTo>
                  <a:pt x="128333" y="136613"/>
                </a:lnTo>
                <a:lnTo>
                  <a:pt x="141147" y="138976"/>
                </a:lnTo>
                <a:lnTo>
                  <a:pt x="141147" y="100533"/>
                </a:lnTo>
                <a:close/>
              </a:path>
              <a:path w="534669" h="521335">
                <a:moveTo>
                  <a:pt x="432536" y="257263"/>
                </a:moveTo>
                <a:lnTo>
                  <a:pt x="426173" y="205206"/>
                </a:lnTo>
                <a:lnTo>
                  <a:pt x="408101" y="161823"/>
                </a:lnTo>
                <a:lnTo>
                  <a:pt x="394487" y="145948"/>
                </a:lnTo>
                <a:lnTo>
                  <a:pt x="394487" y="257263"/>
                </a:lnTo>
                <a:lnTo>
                  <a:pt x="388188" y="304380"/>
                </a:lnTo>
                <a:lnTo>
                  <a:pt x="369671" y="343281"/>
                </a:lnTo>
                <a:lnTo>
                  <a:pt x="339509" y="369722"/>
                </a:lnTo>
                <a:lnTo>
                  <a:pt x="298284" y="379488"/>
                </a:lnTo>
                <a:lnTo>
                  <a:pt x="256971" y="369722"/>
                </a:lnTo>
                <a:lnTo>
                  <a:pt x="226822" y="343281"/>
                </a:lnTo>
                <a:lnTo>
                  <a:pt x="208356" y="304380"/>
                </a:lnTo>
                <a:lnTo>
                  <a:pt x="202082" y="257263"/>
                </a:lnTo>
                <a:lnTo>
                  <a:pt x="208381" y="210045"/>
                </a:lnTo>
                <a:lnTo>
                  <a:pt x="226898" y="170942"/>
                </a:lnTo>
                <a:lnTo>
                  <a:pt x="257060" y="144297"/>
                </a:lnTo>
                <a:lnTo>
                  <a:pt x="298284" y="134442"/>
                </a:lnTo>
                <a:lnTo>
                  <a:pt x="339509" y="144297"/>
                </a:lnTo>
                <a:lnTo>
                  <a:pt x="369671" y="170942"/>
                </a:lnTo>
                <a:lnTo>
                  <a:pt x="388188" y="210045"/>
                </a:lnTo>
                <a:lnTo>
                  <a:pt x="394487" y="257263"/>
                </a:lnTo>
                <a:lnTo>
                  <a:pt x="394487" y="145948"/>
                </a:lnTo>
                <a:lnTo>
                  <a:pt x="384632" y="134442"/>
                </a:lnTo>
                <a:lnTo>
                  <a:pt x="379780" y="128778"/>
                </a:lnTo>
                <a:lnTo>
                  <a:pt x="342671" y="107734"/>
                </a:lnTo>
                <a:lnTo>
                  <a:pt x="298284" y="100342"/>
                </a:lnTo>
                <a:lnTo>
                  <a:pt x="253873" y="107708"/>
                </a:lnTo>
                <a:lnTo>
                  <a:pt x="216725" y="128727"/>
                </a:lnTo>
                <a:lnTo>
                  <a:pt x="188341" y="161747"/>
                </a:lnTo>
                <a:lnTo>
                  <a:pt x="170218" y="205130"/>
                </a:lnTo>
                <a:lnTo>
                  <a:pt x="163842" y="257263"/>
                </a:lnTo>
                <a:lnTo>
                  <a:pt x="170218" y="309016"/>
                </a:lnTo>
                <a:lnTo>
                  <a:pt x="188341" y="352234"/>
                </a:lnTo>
                <a:lnTo>
                  <a:pt x="216725" y="385191"/>
                </a:lnTo>
                <a:lnTo>
                  <a:pt x="253873" y="406209"/>
                </a:lnTo>
                <a:lnTo>
                  <a:pt x="298284" y="413588"/>
                </a:lnTo>
                <a:lnTo>
                  <a:pt x="342747" y="406209"/>
                </a:lnTo>
                <a:lnTo>
                  <a:pt x="379857" y="385191"/>
                </a:lnTo>
                <a:lnTo>
                  <a:pt x="384759" y="379488"/>
                </a:lnTo>
                <a:lnTo>
                  <a:pt x="408152" y="352234"/>
                </a:lnTo>
                <a:lnTo>
                  <a:pt x="426199" y="309016"/>
                </a:lnTo>
                <a:lnTo>
                  <a:pt x="432536" y="257263"/>
                </a:lnTo>
                <a:close/>
              </a:path>
              <a:path w="534669" h="521335">
                <a:moveTo>
                  <a:pt x="525995" y="104482"/>
                </a:moveTo>
                <a:lnTo>
                  <a:pt x="487743" y="104482"/>
                </a:lnTo>
                <a:lnTo>
                  <a:pt x="487743" y="435267"/>
                </a:lnTo>
                <a:lnTo>
                  <a:pt x="484708" y="456514"/>
                </a:lnTo>
                <a:lnTo>
                  <a:pt x="475894" y="472313"/>
                </a:lnTo>
                <a:lnTo>
                  <a:pt x="461721" y="482155"/>
                </a:lnTo>
                <a:lnTo>
                  <a:pt x="442607" y="485546"/>
                </a:lnTo>
                <a:lnTo>
                  <a:pt x="434721" y="485546"/>
                </a:lnTo>
                <a:lnTo>
                  <a:pt x="434721" y="520827"/>
                </a:lnTo>
                <a:lnTo>
                  <a:pt x="443191" y="520827"/>
                </a:lnTo>
                <a:lnTo>
                  <a:pt x="478332" y="514883"/>
                </a:lnTo>
                <a:lnTo>
                  <a:pt x="504329" y="497865"/>
                </a:lnTo>
                <a:lnTo>
                  <a:pt x="520458" y="470928"/>
                </a:lnTo>
                <a:lnTo>
                  <a:pt x="525995" y="435267"/>
                </a:lnTo>
                <a:lnTo>
                  <a:pt x="525995" y="104482"/>
                </a:lnTo>
                <a:close/>
              </a:path>
              <a:path w="534669" h="521335">
                <a:moveTo>
                  <a:pt x="534263" y="26416"/>
                </a:moveTo>
                <a:lnTo>
                  <a:pt x="532041" y="16129"/>
                </a:lnTo>
                <a:lnTo>
                  <a:pt x="526008" y="7734"/>
                </a:lnTo>
                <a:lnTo>
                  <a:pt x="517220" y="2070"/>
                </a:lnTo>
                <a:lnTo>
                  <a:pt x="506666" y="0"/>
                </a:lnTo>
                <a:lnTo>
                  <a:pt x="495808" y="2070"/>
                </a:lnTo>
                <a:lnTo>
                  <a:pt x="486905" y="7734"/>
                </a:lnTo>
                <a:lnTo>
                  <a:pt x="480885" y="16129"/>
                </a:lnTo>
                <a:lnTo>
                  <a:pt x="478675" y="26416"/>
                </a:lnTo>
                <a:lnTo>
                  <a:pt x="480885" y="36817"/>
                </a:lnTo>
                <a:lnTo>
                  <a:pt x="486905" y="45262"/>
                </a:lnTo>
                <a:lnTo>
                  <a:pt x="495808" y="50952"/>
                </a:lnTo>
                <a:lnTo>
                  <a:pt x="506666" y="53035"/>
                </a:lnTo>
                <a:lnTo>
                  <a:pt x="517220" y="50952"/>
                </a:lnTo>
                <a:lnTo>
                  <a:pt x="526008" y="45262"/>
                </a:lnTo>
                <a:lnTo>
                  <a:pt x="532041" y="36817"/>
                </a:lnTo>
                <a:lnTo>
                  <a:pt x="534263" y="2641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715033" y="2145334"/>
            <a:ext cx="734060" cy="382270"/>
          </a:xfrm>
          <a:custGeom>
            <a:avLst/>
            <a:gdLst/>
            <a:ahLst/>
            <a:cxnLst/>
            <a:rect l="l" t="t" r="r" b="b"/>
            <a:pathLst>
              <a:path w="734059" h="382269">
                <a:moveTo>
                  <a:pt x="262585" y="217627"/>
                </a:moveTo>
                <a:lnTo>
                  <a:pt x="260629" y="202450"/>
                </a:lnTo>
                <a:lnTo>
                  <a:pt x="255473" y="162598"/>
                </a:lnTo>
                <a:lnTo>
                  <a:pt x="236105" y="120650"/>
                </a:lnTo>
                <a:lnTo>
                  <a:pt x="223939" y="108216"/>
                </a:lnTo>
                <a:lnTo>
                  <a:pt x="223939" y="202450"/>
                </a:lnTo>
                <a:lnTo>
                  <a:pt x="38442" y="202450"/>
                </a:lnTo>
                <a:lnTo>
                  <a:pt x="47117" y="163804"/>
                </a:lnTo>
                <a:lnTo>
                  <a:pt x="67005" y="132003"/>
                </a:lnTo>
                <a:lnTo>
                  <a:pt x="96469" y="110439"/>
                </a:lnTo>
                <a:lnTo>
                  <a:pt x="133858" y="102501"/>
                </a:lnTo>
                <a:lnTo>
                  <a:pt x="170307" y="110159"/>
                </a:lnTo>
                <a:lnTo>
                  <a:pt x="198780" y="131267"/>
                </a:lnTo>
                <a:lnTo>
                  <a:pt x="217322" y="162966"/>
                </a:lnTo>
                <a:lnTo>
                  <a:pt x="223939" y="202450"/>
                </a:lnTo>
                <a:lnTo>
                  <a:pt x="223939" y="108216"/>
                </a:lnTo>
                <a:lnTo>
                  <a:pt x="218363" y="102501"/>
                </a:lnTo>
                <a:lnTo>
                  <a:pt x="207403" y="91300"/>
                </a:lnTo>
                <a:lnTo>
                  <a:pt x="172275" y="74041"/>
                </a:lnTo>
                <a:lnTo>
                  <a:pt x="133654" y="68402"/>
                </a:lnTo>
                <a:lnTo>
                  <a:pt x="89395" y="75946"/>
                </a:lnTo>
                <a:lnTo>
                  <a:pt x="52463" y="97332"/>
                </a:lnTo>
                <a:lnTo>
                  <a:pt x="24282" y="130695"/>
                </a:lnTo>
                <a:lnTo>
                  <a:pt x="6311" y="174180"/>
                </a:lnTo>
                <a:lnTo>
                  <a:pt x="0" y="225907"/>
                </a:lnTo>
                <a:lnTo>
                  <a:pt x="6261" y="277380"/>
                </a:lnTo>
                <a:lnTo>
                  <a:pt x="24320" y="320421"/>
                </a:lnTo>
                <a:lnTo>
                  <a:pt x="53136" y="353288"/>
                </a:lnTo>
                <a:lnTo>
                  <a:pt x="91643" y="374269"/>
                </a:lnTo>
                <a:lnTo>
                  <a:pt x="138785" y="381647"/>
                </a:lnTo>
                <a:lnTo>
                  <a:pt x="181152" y="375818"/>
                </a:lnTo>
                <a:lnTo>
                  <a:pt x="215620" y="359867"/>
                </a:lnTo>
                <a:lnTo>
                  <a:pt x="228828" y="347548"/>
                </a:lnTo>
                <a:lnTo>
                  <a:pt x="241134" y="336067"/>
                </a:lnTo>
                <a:lnTo>
                  <a:pt x="256667" y="306730"/>
                </a:lnTo>
                <a:lnTo>
                  <a:pt x="215861" y="306730"/>
                </a:lnTo>
                <a:lnTo>
                  <a:pt x="205206" y="321259"/>
                </a:lnTo>
                <a:lnTo>
                  <a:pt x="189001" y="334378"/>
                </a:lnTo>
                <a:lnTo>
                  <a:pt x="166954" y="343877"/>
                </a:lnTo>
                <a:lnTo>
                  <a:pt x="138785" y="347548"/>
                </a:lnTo>
                <a:lnTo>
                  <a:pt x="98044" y="339636"/>
                </a:lnTo>
                <a:lnTo>
                  <a:pt x="66700" y="317131"/>
                </a:lnTo>
                <a:lnTo>
                  <a:pt x="46278" y="281838"/>
                </a:lnTo>
                <a:lnTo>
                  <a:pt x="38239" y="235572"/>
                </a:lnTo>
                <a:lnTo>
                  <a:pt x="262585" y="235572"/>
                </a:lnTo>
                <a:lnTo>
                  <a:pt x="262585" y="217627"/>
                </a:lnTo>
                <a:close/>
              </a:path>
              <a:path w="734059" h="382269">
                <a:moveTo>
                  <a:pt x="553377" y="286435"/>
                </a:moveTo>
                <a:lnTo>
                  <a:pt x="515327" y="286435"/>
                </a:lnTo>
                <a:lnTo>
                  <a:pt x="505117" y="311886"/>
                </a:lnTo>
                <a:lnTo>
                  <a:pt x="487794" y="330987"/>
                </a:lnTo>
                <a:lnTo>
                  <a:pt x="464680" y="342988"/>
                </a:lnTo>
                <a:lnTo>
                  <a:pt x="437057" y="347154"/>
                </a:lnTo>
                <a:lnTo>
                  <a:pt x="397319" y="338188"/>
                </a:lnTo>
                <a:lnTo>
                  <a:pt x="366788" y="312991"/>
                </a:lnTo>
                <a:lnTo>
                  <a:pt x="347192" y="274129"/>
                </a:lnTo>
                <a:lnTo>
                  <a:pt x="340271" y="224142"/>
                </a:lnTo>
                <a:lnTo>
                  <a:pt x="347319" y="174612"/>
                </a:lnTo>
                <a:lnTo>
                  <a:pt x="367157" y="136194"/>
                </a:lnTo>
                <a:lnTo>
                  <a:pt x="397738" y="111340"/>
                </a:lnTo>
                <a:lnTo>
                  <a:pt x="437057" y="102501"/>
                </a:lnTo>
                <a:lnTo>
                  <a:pt x="466191" y="107302"/>
                </a:lnTo>
                <a:lnTo>
                  <a:pt x="489331" y="120345"/>
                </a:lnTo>
                <a:lnTo>
                  <a:pt x="505841" y="139598"/>
                </a:lnTo>
                <a:lnTo>
                  <a:pt x="515124" y="163029"/>
                </a:lnTo>
                <a:lnTo>
                  <a:pt x="553173" y="163029"/>
                </a:lnTo>
                <a:lnTo>
                  <a:pt x="540232" y="124371"/>
                </a:lnTo>
                <a:lnTo>
                  <a:pt x="514858" y="94500"/>
                </a:lnTo>
                <a:lnTo>
                  <a:pt x="479463" y="75234"/>
                </a:lnTo>
                <a:lnTo>
                  <a:pt x="436473" y="68402"/>
                </a:lnTo>
                <a:lnTo>
                  <a:pt x="391756" y="75958"/>
                </a:lnTo>
                <a:lnTo>
                  <a:pt x="354571" y="97345"/>
                </a:lnTo>
                <a:lnTo>
                  <a:pt x="326301" y="130657"/>
                </a:lnTo>
                <a:lnTo>
                  <a:pt x="308317" y="173951"/>
                </a:lnTo>
                <a:lnTo>
                  <a:pt x="302018" y="225323"/>
                </a:lnTo>
                <a:lnTo>
                  <a:pt x="308178" y="276250"/>
                </a:lnTo>
                <a:lnTo>
                  <a:pt x="325882" y="319354"/>
                </a:lnTo>
                <a:lnTo>
                  <a:pt x="354012" y="352628"/>
                </a:lnTo>
                <a:lnTo>
                  <a:pt x="391452" y="374053"/>
                </a:lnTo>
                <a:lnTo>
                  <a:pt x="437057" y="381647"/>
                </a:lnTo>
                <a:lnTo>
                  <a:pt x="481076" y="374510"/>
                </a:lnTo>
                <a:lnTo>
                  <a:pt x="516216" y="354660"/>
                </a:lnTo>
                <a:lnTo>
                  <a:pt x="540854" y="324510"/>
                </a:lnTo>
                <a:lnTo>
                  <a:pt x="553377" y="286435"/>
                </a:lnTo>
                <a:close/>
              </a:path>
              <a:path w="734059" h="382269">
                <a:moveTo>
                  <a:pt x="733767" y="342417"/>
                </a:moveTo>
                <a:lnTo>
                  <a:pt x="727456" y="342620"/>
                </a:lnTo>
                <a:lnTo>
                  <a:pt x="716026" y="343408"/>
                </a:lnTo>
                <a:lnTo>
                  <a:pt x="708723" y="343408"/>
                </a:lnTo>
                <a:lnTo>
                  <a:pt x="691946" y="341147"/>
                </a:lnTo>
                <a:lnTo>
                  <a:pt x="677722" y="333324"/>
                </a:lnTo>
                <a:lnTo>
                  <a:pt x="667867" y="318376"/>
                </a:lnTo>
                <a:lnTo>
                  <a:pt x="664171" y="294716"/>
                </a:lnTo>
                <a:lnTo>
                  <a:pt x="664171" y="105067"/>
                </a:lnTo>
                <a:lnTo>
                  <a:pt x="727849" y="105067"/>
                </a:lnTo>
                <a:lnTo>
                  <a:pt x="727849" y="72542"/>
                </a:lnTo>
                <a:lnTo>
                  <a:pt x="664171" y="72542"/>
                </a:lnTo>
                <a:lnTo>
                  <a:pt x="664171" y="0"/>
                </a:lnTo>
                <a:lnTo>
                  <a:pt x="626135" y="0"/>
                </a:lnTo>
                <a:lnTo>
                  <a:pt x="626135" y="72542"/>
                </a:lnTo>
                <a:lnTo>
                  <a:pt x="580783" y="72542"/>
                </a:lnTo>
                <a:lnTo>
                  <a:pt x="580783" y="105067"/>
                </a:lnTo>
                <a:lnTo>
                  <a:pt x="626135" y="105067"/>
                </a:lnTo>
                <a:lnTo>
                  <a:pt x="626135" y="303784"/>
                </a:lnTo>
                <a:lnTo>
                  <a:pt x="632942" y="336842"/>
                </a:lnTo>
                <a:lnTo>
                  <a:pt x="650875" y="360578"/>
                </a:lnTo>
                <a:lnTo>
                  <a:pt x="676198" y="374891"/>
                </a:lnTo>
                <a:lnTo>
                  <a:pt x="705180" y="379679"/>
                </a:lnTo>
                <a:lnTo>
                  <a:pt x="714159" y="379539"/>
                </a:lnTo>
                <a:lnTo>
                  <a:pt x="721906" y="379158"/>
                </a:lnTo>
                <a:lnTo>
                  <a:pt x="728433" y="378599"/>
                </a:lnTo>
                <a:lnTo>
                  <a:pt x="733767" y="377901"/>
                </a:lnTo>
                <a:lnTo>
                  <a:pt x="733767" y="342417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868766" y="3075882"/>
            <a:ext cx="731520" cy="864869"/>
          </a:xfrm>
          <a:custGeom>
            <a:avLst/>
            <a:gdLst/>
            <a:ahLst/>
            <a:cxnLst/>
            <a:rect l="l" t="t" r="r" b="b"/>
            <a:pathLst>
              <a:path w="731520" h="864870">
                <a:moveTo>
                  <a:pt x="435260" y="511236"/>
                </a:moveTo>
                <a:lnTo>
                  <a:pt x="371289" y="514461"/>
                </a:lnTo>
                <a:lnTo>
                  <a:pt x="313566" y="523672"/>
                </a:lnTo>
                <a:lnTo>
                  <a:pt x="262800" y="538558"/>
                </a:lnTo>
                <a:lnTo>
                  <a:pt x="219698" y="558806"/>
                </a:lnTo>
                <a:lnTo>
                  <a:pt x="184970" y="584103"/>
                </a:lnTo>
                <a:lnTo>
                  <a:pt x="159324" y="614137"/>
                </a:lnTo>
                <a:lnTo>
                  <a:pt x="138109" y="687163"/>
                </a:lnTo>
                <a:lnTo>
                  <a:pt x="143467" y="725998"/>
                </a:lnTo>
                <a:lnTo>
                  <a:pt x="159324" y="760734"/>
                </a:lnTo>
                <a:lnTo>
                  <a:pt x="184970" y="791037"/>
                </a:lnTo>
                <a:lnTo>
                  <a:pt x="219698" y="816576"/>
                </a:lnTo>
                <a:lnTo>
                  <a:pt x="262800" y="837019"/>
                </a:lnTo>
                <a:lnTo>
                  <a:pt x="313566" y="852032"/>
                </a:lnTo>
                <a:lnTo>
                  <a:pt x="371289" y="861284"/>
                </a:lnTo>
                <a:lnTo>
                  <a:pt x="435260" y="864441"/>
                </a:lnTo>
                <a:lnTo>
                  <a:pt x="498564" y="861284"/>
                </a:lnTo>
                <a:lnTo>
                  <a:pt x="555799" y="852032"/>
                </a:lnTo>
                <a:lnTo>
                  <a:pt x="606242" y="837019"/>
                </a:lnTo>
                <a:lnTo>
                  <a:pt x="649176" y="816576"/>
                </a:lnTo>
                <a:lnTo>
                  <a:pt x="683878" y="791037"/>
                </a:lnTo>
                <a:lnTo>
                  <a:pt x="703568" y="767867"/>
                </a:lnTo>
                <a:lnTo>
                  <a:pt x="435260" y="767867"/>
                </a:lnTo>
                <a:lnTo>
                  <a:pt x="374730" y="764596"/>
                </a:lnTo>
                <a:lnTo>
                  <a:pt x="325919" y="754825"/>
                </a:lnTo>
                <a:lnTo>
                  <a:pt x="289847" y="738619"/>
                </a:lnTo>
                <a:lnTo>
                  <a:pt x="267537" y="716044"/>
                </a:lnTo>
                <a:lnTo>
                  <a:pt x="260008" y="687163"/>
                </a:lnTo>
                <a:lnTo>
                  <a:pt x="267537" y="658086"/>
                </a:lnTo>
                <a:lnTo>
                  <a:pt x="289847" y="635346"/>
                </a:lnTo>
                <a:lnTo>
                  <a:pt x="325919" y="619040"/>
                </a:lnTo>
                <a:lnTo>
                  <a:pt x="374730" y="609267"/>
                </a:lnTo>
                <a:lnTo>
                  <a:pt x="435260" y="606122"/>
                </a:lnTo>
                <a:lnTo>
                  <a:pt x="702758" y="606122"/>
                </a:lnTo>
                <a:lnTo>
                  <a:pt x="683878" y="584103"/>
                </a:lnTo>
                <a:lnTo>
                  <a:pt x="649176" y="558806"/>
                </a:lnTo>
                <a:lnTo>
                  <a:pt x="606242" y="538558"/>
                </a:lnTo>
                <a:lnTo>
                  <a:pt x="555799" y="523672"/>
                </a:lnTo>
                <a:lnTo>
                  <a:pt x="498564" y="514461"/>
                </a:lnTo>
                <a:lnTo>
                  <a:pt x="435260" y="511236"/>
                </a:lnTo>
                <a:close/>
              </a:path>
              <a:path w="731520" h="864870">
                <a:moveTo>
                  <a:pt x="702758" y="606122"/>
                </a:moveTo>
                <a:lnTo>
                  <a:pt x="435260" y="606122"/>
                </a:lnTo>
                <a:lnTo>
                  <a:pt x="494807" y="609267"/>
                </a:lnTo>
                <a:lnTo>
                  <a:pt x="543056" y="619040"/>
                </a:lnTo>
                <a:lnTo>
                  <a:pt x="578922" y="635346"/>
                </a:lnTo>
                <a:lnTo>
                  <a:pt x="601319" y="658086"/>
                </a:lnTo>
                <a:lnTo>
                  <a:pt x="609161" y="687163"/>
                </a:lnTo>
                <a:lnTo>
                  <a:pt x="601319" y="716044"/>
                </a:lnTo>
                <a:lnTo>
                  <a:pt x="578922" y="738619"/>
                </a:lnTo>
                <a:lnTo>
                  <a:pt x="543056" y="754825"/>
                </a:lnTo>
                <a:lnTo>
                  <a:pt x="494807" y="764596"/>
                </a:lnTo>
                <a:lnTo>
                  <a:pt x="435260" y="767867"/>
                </a:lnTo>
                <a:lnTo>
                  <a:pt x="703568" y="767867"/>
                </a:lnTo>
                <a:lnTo>
                  <a:pt x="709630" y="760734"/>
                </a:lnTo>
                <a:lnTo>
                  <a:pt x="725710" y="725998"/>
                </a:lnTo>
                <a:lnTo>
                  <a:pt x="731399" y="687163"/>
                </a:lnTo>
                <a:lnTo>
                  <a:pt x="725710" y="648594"/>
                </a:lnTo>
                <a:lnTo>
                  <a:pt x="709630" y="614137"/>
                </a:lnTo>
                <a:lnTo>
                  <a:pt x="702758" y="606122"/>
                </a:lnTo>
                <a:close/>
              </a:path>
              <a:path w="731520" h="864870">
                <a:moveTo>
                  <a:pt x="447754" y="58080"/>
                </a:moveTo>
                <a:lnTo>
                  <a:pt x="46599" y="58080"/>
                </a:lnTo>
                <a:lnTo>
                  <a:pt x="46599" y="156005"/>
                </a:lnTo>
                <a:lnTo>
                  <a:pt x="315386" y="156005"/>
                </a:lnTo>
                <a:lnTo>
                  <a:pt x="306527" y="194847"/>
                </a:lnTo>
                <a:lnTo>
                  <a:pt x="291537" y="231796"/>
                </a:lnTo>
                <a:lnTo>
                  <a:pt x="270238" y="266686"/>
                </a:lnTo>
                <a:lnTo>
                  <a:pt x="242452" y="299350"/>
                </a:lnTo>
                <a:lnTo>
                  <a:pt x="208002" y="329621"/>
                </a:lnTo>
                <a:lnTo>
                  <a:pt x="166710" y="357332"/>
                </a:lnTo>
                <a:lnTo>
                  <a:pt x="118397" y="382317"/>
                </a:lnTo>
                <a:lnTo>
                  <a:pt x="62886" y="404409"/>
                </a:lnTo>
                <a:lnTo>
                  <a:pt x="0" y="423441"/>
                </a:lnTo>
                <a:lnTo>
                  <a:pt x="47612" y="519340"/>
                </a:lnTo>
                <a:lnTo>
                  <a:pt x="102921" y="502463"/>
                </a:lnTo>
                <a:lnTo>
                  <a:pt x="154165" y="483031"/>
                </a:lnTo>
                <a:lnTo>
                  <a:pt x="201333" y="461042"/>
                </a:lnTo>
                <a:lnTo>
                  <a:pt x="244413" y="436494"/>
                </a:lnTo>
                <a:lnTo>
                  <a:pt x="283392" y="409386"/>
                </a:lnTo>
                <a:lnTo>
                  <a:pt x="318258" y="379714"/>
                </a:lnTo>
                <a:lnTo>
                  <a:pt x="348999" y="347477"/>
                </a:lnTo>
                <a:lnTo>
                  <a:pt x="375602" y="312674"/>
                </a:lnTo>
                <a:lnTo>
                  <a:pt x="398057" y="275301"/>
                </a:lnTo>
                <a:lnTo>
                  <a:pt x="416350" y="235358"/>
                </a:lnTo>
                <a:lnTo>
                  <a:pt x="724983" y="235358"/>
                </a:lnTo>
                <a:lnTo>
                  <a:pt x="724983" y="139121"/>
                </a:lnTo>
                <a:lnTo>
                  <a:pt x="442013" y="139121"/>
                </a:lnTo>
                <a:lnTo>
                  <a:pt x="444477" y="119430"/>
                </a:lnTo>
                <a:lnTo>
                  <a:pt x="446277" y="99360"/>
                </a:lnTo>
                <a:lnTo>
                  <a:pt x="447379" y="78910"/>
                </a:lnTo>
                <a:lnTo>
                  <a:pt x="447754" y="58080"/>
                </a:lnTo>
                <a:close/>
              </a:path>
              <a:path w="731520" h="864870">
                <a:moveTo>
                  <a:pt x="724983" y="235358"/>
                </a:moveTo>
                <a:lnTo>
                  <a:pt x="603421" y="235358"/>
                </a:lnTo>
                <a:lnTo>
                  <a:pt x="603421" y="317750"/>
                </a:lnTo>
                <a:lnTo>
                  <a:pt x="408246" y="317750"/>
                </a:lnTo>
                <a:lnTo>
                  <a:pt x="408246" y="415675"/>
                </a:lnTo>
                <a:lnTo>
                  <a:pt x="603421" y="415675"/>
                </a:lnTo>
                <a:lnTo>
                  <a:pt x="603421" y="501106"/>
                </a:lnTo>
                <a:lnTo>
                  <a:pt x="724983" y="501106"/>
                </a:lnTo>
                <a:lnTo>
                  <a:pt x="724983" y="235358"/>
                </a:lnTo>
                <a:close/>
              </a:path>
              <a:path w="731520" h="864870">
                <a:moveTo>
                  <a:pt x="724983" y="0"/>
                </a:moveTo>
                <a:lnTo>
                  <a:pt x="603421" y="0"/>
                </a:lnTo>
                <a:lnTo>
                  <a:pt x="603421" y="139121"/>
                </a:lnTo>
                <a:lnTo>
                  <a:pt x="724983" y="139121"/>
                </a:lnTo>
                <a:lnTo>
                  <a:pt x="724983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81234" y="3071493"/>
            <a:ext cx="741045" cy="873125"/>
          </a:xfrm>
          <a:custGeom>
            <a:avLst/>
            <a:gdLst/>
            <a:ahLst/>
            <a:cxnLst/>
            <a:rect l="l" t="t" r="r" b="b"/>
            <a:pathLst>
              <a:path w="741045" h="873125">
                <a:moveTo>
                  <a:pt x="738489" y="3038"/>
                </a:moveTo>
                <a:lnTo>
                  <a:pt x="616927" y="3038"/>
                </a:lnTo>
                <a:lnTo>
                  <a:pt x="616927" y="236708"/>
                </a:lnTo>
                <a:lnTo>
                  <a:pt x="475443" y="236708"/>
                </a:lnTo>
                <a:lnTo>
                  <a:pt x="475443" y="334295"/>
                </a:lnTo>
                <a:lnTo>
                  <a:pt x="616927" y="334295"/>
                </a:lnTo>
                <a:lnTo>
                  <a:pt x="616927" y="529132"/>
                </a:lnTo>
                <a:lnTo>
                  <a:pt x="738489" y="529132"/>
                </a:lnTo>
                <a:lnTo>
                  <a:pt x="738489" y="3038"/>
                </a:lnTo>
                <a:close/>
              </a:path>
              <a:path w="741045" h="873125">
                <a:moveTo>
                  <a:pt x="326191" y="190109"/>
                </a:moveTo>
                <a:lnTo>
                  <a:pt x="204629" y="190109"/>
                </a:lnTo>
                <a:lnTo>
                  <a:pt x="200276" y="232195"/>
                </a:lnTo>
                <a:lnTo>
                  <a:pt x="187954" y="273253"/>
                </a:lnTo>
                <a:lnTo>
                  <a:pt x="167469" y="312256"/>
                </a:lnTo>
                <a:lnTo>
                  <a:pt x="138626" y="348175"/>
                </a:lnTo>
                <a:lnTo>
                  <a:pt x="101230" y="379983"/>
                </a:lnTo>
                <a:lnTo>
                  <a:pt x="55086" y="406653"/>
                </a:lnTo>
                <a:lnTo>
                  <a:pt x="0" y="427155"/>
                </a:lnTo>
                <a:lnTo>
                  <a:pt x="57066" y="522379"/>
                </a:lnTo>
                <a:lnTo>
                  <a:pt x="105783" y="504928"/>
                </a:lnTo>
                <a:lnTo>
                  <a:pt x="148975" y="482271"/>
                </a:lnTo>
                <a:lnTo>
                  <a:pt x="186690" y="454886"/>
                </a:lnTo>
                <a:lnTo>
                  <a:pt x="218974" y="423253"/>
                </a:lnTo>
                <a:lnTo>
                  <a:pt x="245874" y="387849"/>
                </a:lnTo>
                <a:lnTo>
                  <a:pt x="267437" y="349153"/>
                </a:lnTo>
                <a:lnTo>
                  <a:pt x="412798" y="349153"/>
                </a:lnTo>
                <a:lnTo>
                  <a:pt x="392934" y="333857"/>
                </a:lnTo>
                <a:lnTo>
                  <a:pt x="363803" y="301083"/>
                </a:lnTo>
                <a:lnTo>
                  <a:pt x="343083" y="265551"/>
                </a:lnTo>
                <a:lnTo>
                  <a:pt x="330603" y="228234"/>
                </a:lnTo>
                <a:lnTo>
                  <a:pt x="326191" y="190109"/>
                </a:lnTo>
                <a:close/>
              </a:path>
              <a:path w="741045" h="873125">
                <a:moveTo>
                  <a:pt x="412798" y="349153"/>
                </a:moveTo>
                <a:lnTo>
                  <a:pt x="267437" y="349153"/>
                </a:lnTo>
                <a:lnTo>
                  <a:pt x="294872" y="389484"/>
                </a:lnTo>
                <a:lnTo>
                  <a:pt x="329374" y="425359"/>
                </a:lnTo>
                <a:lnTo>
                  <a:pt x="370959" y="456127"/>
                </a:lnTo>
                <a:lnTo>
                  <a:pt x="419643" y="481142"/>
                </a:lnTo>
                <a:lnTo>
                  <a:pt x="475443" y="499755"/>
                </a:lnTo>
                <a:lnTo>
                  <a:pt x="532509" y="405882"/>
                </a:lnTo>
                <a:lnTo>
                  <a:pt x="477116" y="387231"/>
                </a:lnTo>
                <a:lnTo>
                  <a:pt x="430648" y="362898"/>
                </a:lnTo>
                <a:lnTo>
                  <a:pt x="412798" y="349153"/>
                </a:lnTo>
                <a:close/>
              </a:path>
              <a:path w="741045" h="873125">
                <a:moveTo>
                  <a:pt x="501106" y="94210"/>
                </a:moveTo>
                <a:lnTo>
                  <a:pt x="29715" y="94210"/>
                </a:lnTo>
                <a:lnTo>
                  <a:pt x="29715" y="190109"/>
                </a:lnTo>
                <a:lnTo>
                  <a:pt x="501106" y="190109"/>
                </a:lnTo>
                <a:lnTo>
                  <a:pt x="501106" y="94210"/>
                </a:lnTo>
                <a:close/>
              </a:path>
              <a:path w="741045" h="873125">
                <a:moveTo>
                  <a:pt x="327542" y="0"/>
                </a:moveTo>
                <a:lnTo>
                  <a:pt x="204629" y="0"/>
                </a:lnTo>
                <a:lnTo>
                  <a:pt x="204629" y="94210"/>
                </a:lnTo>
                <a:lnTo>
                  <a:pt x="327542" y="94210"/>
                </a:lnTo>
                <a:lnTo>
                  <a:pt x="327542" y="0"/>
                </a:lnTo>
                <a:close/>
              </a:path>
              <a:path w="741045" h="873125">
                <a:moveTo>
                  <a:pt x="441338" y="543652"/>
                </a:moveTo>
                <a:lnTo>
                  <a:pt x="375564" y="546381"/>
                </a:lnTo>
                <a:lnTo>
                  <a:pt x="316869" y="554463"/>
                </a:lnTo>
                <a:lnTo>
                  <a:pt x="265779" y="567745"/>
                </a:lnTo>
                <a:lnTo>
                  <a:pt x="222822" y="586073"/>
                </a:lnTo>
                <a:lnTo>
                  <a:pt x="188522" y="609291"/>
                </a:lnTo>
                <a:lnTo>
                  <a:pt x="148002" y="669783"/>
                </a:lnTo>
                <a:lnTo>
                  <a:pt x="142835" y="706748"/>
                </a:lnTo>
                <a:lnTo>
                  <a:pt x="148002" y="744037"/>
                </a:lnTo>
                <a:lnTo>
                  <a:pt x="188522" y="805446"/>
                </a:lnTo>
                <a:lnTo>
                  <a:pt x="222822" y="829155"/>
                </a:lnTo>
                <a:lnTo>
                  <a:pt x="265779" y="847924"/>
                </a:lnTo>
                <a:lnTo>
                  <a:pt x="316869" y="861550"/>
                </a:lnTo>
                <a:lnTo>
                  <a:pt x="375564" y="869826"/>
                </a:lnTo>
                <a:lnTo>
                  <a:pt x="441338" y="872546"/>
                </a:lnTo>
                <a:lnTo>
                  <a:pt x="507322" y="869826"/>
                </a:lnTo>
                <a:lnTo>
                  <a:pt x="566155" y="861550"/>
                </a:lnTo>
                <a:lnTo>
                  <a:pt x="617336" y="847924"/>
                </a:lnTo>
                <a:lnTo>
                  <a:pt x="660361" y="829155"/>
                </a:lnTo>
                <a:lnTo>
                  <a:pt x="694727" y="805446"/>
                </a:lnTo>
                <a:lnTo>
                  <a:pt x="717259" y="780023"/>
                </a:lnTo>
                <a:lnTo>
                  <a:pt x="441338" y="780023"/>
                </a:lnTo>
                <a:lnTo>
                  <a:pt x="378652" y="776844"/>
                </a:lnTo>
                <a:lnTo>
                  <a:pt x="329095" y="767797"/>
                </a:lnTo>
                <a:lnTo>
                  <a:pt x="293153" y="753012"/>
                </a:lnTo>
                <a:lnTo>
                  <a:pt x="271312" y="732619"/>
                </a:lnTo>
                <a:lnTo>
                  <a:pt x="264059" y="706748"/>
                </a:lnTo>
                <a:lnTo>
                  <a:pt x="275424" y="676120"/>
                </a:lnTo>
                <a:lnTo>
                  <a:pt x="309392" y="654198"/>
                </a:lnTo>
                <a:lnTo>
                  <a:pt x="365013" y="641076"/>
                </a:lnTo>
                <a:lnTo>
                  <a:pt x="441338" y="636850"/>
                </a:lnTo>
                <a:lnTo>
                  <a:pt x="719577" y="636850"/>
                </a:lnTo>
                <a:lnTo>
                  <a:pt x="694727" y="609291"/>
                </a:lnTo>
                <a:lnTo>
                  <a:pt x="660361" y="586073"/>
                </a:lnTo>
                <a:lnTo>
                  <a:pt x="617336" y="567745"/>
                </a:lnTo>
                <a:lnTo>
                  <a:pt x="566155" y="554463"/>
                </a:lnTo>
                <a:lnTo>
                  <a:pt x="507322" y="546381"/>
                </a:lnTo>
                <a:lnTo>
                  <a:pt x="441338" y="543652"/>
                </a:lnTo>
                <a:close/>
              </a:path>
              <a:path w="741045" h="873125">
                <a:moveTo>
                  <a:pt x="719577" y="636850"/>
                </a:moveTo>
                <a:lnTo>
                  <a:pt x="441338" y="636850"/>
                </a:lnTo>
                <a:lnTo>
                  <a:pt x="505007" y="639516"/>
                </a:lnTo>
                <a:lnTo>
                  <a:pt x="554882" y="647888"/>
                </a:lnTo>
                <a:lnTo>
                  <a:pt x="590786" y="661916"/>
                </a:lnTo>
                <a:lnTo>
                  <a:pt x="612540" y="681552"/>
                </a:lnTo>
                <a:lnTo>
                  <a:pt x="619966" y="706748"/>
                </a:lnTo>
                <a:lnTo>
                  <a:pt x="612540" y="732619"/>
                </a:lnTo>
                <a:lnTo>
                  <a:pt x="590786" y="753012"/>
                </a:lnTo>
                <a:lnTo>
                  <a:pt x="554882" y="767797"/>
                </a:lnTo>
                <a:lnTo>
                  <a:pt x="505007" y="776844"/>
                </a:lnTo>
                <a:lnTo>
                  <a:pt x="441338" y="780023"/>
                </a:lnTo>
                <a:lnTo>
                  <a:pt x="717259" y="780023"/>
                </a:lnTo>
                <a:lnTo>
                  <a:pt x="719934" y="777005"/>
                </a:lnTo>
                <a:lnTo>
                  <a:pt x="735476" y="744037"/>
                </a:lnTo>
                <a:lnTo>
                  <a:pt x="740853" y="706748"/>
                </a:lnTo>
                <a:lnTo>
                  <a:pt x="735476" y="669783"/>
                </a:lnTo>
                <a:lnTo>
                  <a:pt x="719934" y="637246"/>
                </a:lnTo>
                <a:lnTo>
                  <a:pt x="719577" y="63685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511598" y="3074531"/>
            <a:ext cx="753745" cy="869950"/>
          </a:xfrm>
          <a:custGeom>
            <a:avLst/>
            <a:gdLst/>
            <a:ahLst/>
            <a:cxnLst/>
            <a:rect l="l" t="t" r="r" b="b"/>
            <a:pathLst>
              <a:path w="753745" h="869950">
                <a:moveTo>
                  <a:pt x="753347" y="451468"/>
                </a:moveTo>
                <a:lnTo>
                  <a:pt x="637525" y="451468"/>
                </a:lnTo>
                <a:lnTo>
                  <a:pt x="637525" y="869844"/>
                </a:lnTo>
                <a:lnTo>
                  <a:pt x="753347" y="869844"/>
                </a:lnTo>
                <a:lnTo>
                  <a:pt x="753347" y="451468"/>
                </a:lnTo>
                <a:close/>
              </a:path>
              <a:path w="753745" h="869950">
                <a:moveTo>
                  <a:pt x="566951" y="17221"/>
                </a:moveTo>
                <a:lnTo>
                  <a:pt x="452818" y="17221"/>
                </a:lnTo>
                <a:lnTo>
                  <a:pt x="452818" y="832363"/>
                </a:lnTo>
                <a:lnTo>
                  <a:pt x="566951" y="832363"/>
                </a:lnTo>
                <a:lnTo>
                  <a:pt x="566951" y="451468"/>
                </a:lnTo>
                <a:lnTo>
                  <a:pt x="753347" y="451468"/>
                </a:lnTo>
                <a:lnTo>
                  <a:pt x="753347" y="354218"/>
                </a:lnTo>
                <a:lnTo>
                  <a:pt x="566951" y="354218"/>
                </a:lnTo>
                <a:lnTo>
                  <a:pt x="566951" y="17221"/>
                </a:lnTo>
                <a:close/>
              </a:path>
              <a:path w="753745" h="869950">
                <a:moveTo>
                  <a:pt x="753347" y="0"/>
                </a:moveTo>
                <a:lnTo>
                  <a:pt x="637525" y="0"/>
                </a:lnTo>
                <a:lnTo>
                  <a:pt x="637525" y="354218"/>
                </a:lnTo>
                <a:lnTo>
                  <a:pt x="753347" y="354218"/>
                </a:lnTo>
                <a:lnTo>
                  <a:pt x="753347" y="0"/>
                </a:lnTo>
                <a:close/>
              </a:path>
              <a:path w="753745" h="869950">
                <a:moveTo>
                  <a:pt x="420739" y="133043"/>
                </a:moveTo>
                <a:lnTo>
                  <a:pt x="0" y="133043"/>
                </a:lnTo>
                <a:lnTo>
                  <a:pt x="0" y="229955"/>
                </a:lnTo>
                <a:lnTo>
                  <a:pt x="420739" y="229955"/>
                </a:lnTo>
                <a:lnTo>
                  <a:pt x="420739" y="133043"/>
                </a:lnTo>
                <a:close/>
              </a:path>
              <a:path w="753745" h="869950">
                <a:moveTo>
                  <a:pt x="271826" y="24650"/>
                </a:moveTo>
                <a:lnTo>
                  <a:pt x="151952" y="24650"/>
                </a:lnTo>
                <a:lnTo>
                  <a:pt x="151952" y="133043"/>
                </a:lnTo>
                <a:lnTo>
                  <a:pt x="271826" y="133043"/>
                </a:lnTo>
                <a:lnTo>
                  <a:pt x="271826" y="24650"/>
                </a:lnTo>
                <a:close/>
              </a:path>
              <a:path w="753745" h="869950">
                <a:moveTo>
                  <a:pt x="212395" y="269125"/>
                </a:moveTo>
                <a:lnTo>
                  <a:pt x="166898" y="274208"/>
                </a:lnTo>
                <a:lnTo>
                  <a:pt x="125943" y="288865"/>
                </a:lnTo>
                <a:lnTo>
                  <a:pt x="90434" y="312212"/>
                </a:lnTo>
                <a:lnTo>
                  <a:pt x="61275" y="343362"/>
                </a:lnTo>
                <a:lnTo>
                  <a:pt x="39370" y="381428"/>
                </a:lnTo>
                <a:lnTo>
                  <a:pt x="25622" y="425525"/>
                </a:lnTo>
                <a:lnTo>
                  <a:pt x="20934" y="474768"/>
                </a:lnTo>
                <a:lnTo>
                  <a:pt x="25622" y="524653"/>
                </a:lnTo>
                <a:lnTo>
                  <a:pt x="39370" y="569247"/>
                </a:lnTo>
                <a:lnTo>
                  <a:pt x="61275" y="607679"/>
                </a:lnTo>
                <a:lnTo>
                  <a:pt x="90434" y="639083"/>
                </a:lnTo>
                <a:lnTo>
                  <a:pt x="125943" y="662589"/>
                </a:lnTo>
                <a:lnTo>
                  <a:pt x="166898" y="677329"/>
                </a:lnTo>
                <a:lnTo>
                  <a:pt x="212395" y="682436"/>
                </a:lnTo>
                <a:lnTo>
                  <a:pt x="257925" y="677329"/>
                </a:lnTo>
                <a:lnTo>
                  <a:pt x="298743" y="662589"/>
                </a:lnTo>
                <a:lnTo>
                  <a:pt x="334019" y="639083"/>
                </a:lnTo>
                <a:lnTo>
                  <a:pt x="362928" y="607679"/>
                </a:lnTo>
                <a:lnTo>
                  <a:pt x="379071" y="579108"/>
                </a:lnTo>
                <a:lnTo>
                  <a:pt x="212395" y="579108"/>
                </a:lnTo>
                <a:lnTo>
                  <a:pt x="177931" y="572302"/>
                </a:lnTo>
                <a:lnTo>
                  <a:pt x="151192" y="552010"/>
                </a:lnTo>
                <a:lnTo>
                  <a:pt x="133949" y="519182"/>
                </a:lnTo>
                <a:lnTo>
                  <a:pt x="127977" y="474768"/>
                </a:lnTo>
                <a:lnTo>
                  <a:pt x="133949" y="430917"/>
                </a:lnTo>
                <a:lnTo>
                  <a:pt x="151192" y="397989"/>
                </a:lnTo>
                <a:lnTo>
                  <a:pt x="177931" y="377280"/>
                </a:lnTo>
                <a:lnTo>
                  <a:pt x="212395" y="370089"/>
                </a:lnTo>
                <a:lnTo>
                  <a:pt x="378174" y="370089"/>
                </a:lnTo>
                <a:lnTo>
                  <a:pt x="362928" y="343362"/>
                </a:lnTo>
                <a:lnTo>
                  <a:pt x="334019" y="312212"/>
                </a:lnTo>
                <a:lnTo>
                  <a:pt x="298743" y="288865"/>
                </a:lnTo>
                <a:lnTo>
                  <a:pt x="257925" y="274208"/>
                </a:lnTo>
                <a:lnTo>
                  <a:pt x="212395" y="269125"/>
                </a:lnTo>
                <a:close/>
              </a:path>
              <a:path w="753745" h="869950">
                <a:moveTo>
                  <a:pt x="378174" y="370089"/>
                </a:moveTo>
                <a:lnTo>
                  <a:pt x="212395" y="370089"/>
                </a:lnTo>
                <a:lnTo>
                  <a:pt x="246088" y="377280"/>
                </a:lnTo>
                <a:lnTo>
                  <a:pt x="272501" y="397989"/>
                </a:lnTo>
                <a:lnTo>
                  <a:pt x="289796" y="430917"/>
                </a:lnTo>
                <a:lnTo>
                  <a:pt x="296138" y="474768"/>
                </a:lnTo>
                <a:lnTo>
                  <a:pt x="289796" y="519182"/>
                </a:lnTo>
                <a:lnTo>
                  <a:pt x="272501" y="552010"/>
                </a:lnTo>
                <a:lnTo>
                  <a:pt x="246088" y="572302"/>
                </a:lnTo>
                <a:lnTo>
                  <a:pt x="212395" y="579108"/>
                </a:lnTo>
                <a:lnTo>
                  <a:pt x="379071" y="579108"/>
                </a:lnTo>
                <a:lnTo>
                  <a:pt x="384643" y="569247"/>
                </a:lnTo>
                <a:lnTo>
                  <a:pt x="398336" y="524653"/>
                </a:lnTo>
                <a:lnTo>
                  <a:pt x="403181" y="474768"/>
                </a:lnTo>
                <a:lnTo>
                  <a:pt x="398336" y="425525"/>
                </a:lnTo>
                <a:lnTo>
                  <a:pt x="384643" y="381428"/>
                </a:lnTo>
                <a:lnTo>
                  <a:pt x="378174" y="370089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339256" y="3074542"/>
            <a:ext cx="1559560" cy="872490"/>
          </a:xfrm>
          <a:custGeom>
            <a:avLst/>
            <a:gdLst/>
            <a:ahLst/>
            <a:cxnLst/>
            <a:rect l="l" t="t" r="r" b="b"/>
            <a:pathLst>
              <a:path w="1559559" h="872489">
                <a:moveTo>
                  <a:pt x="755040" y="333959"/>
                </a:moveTo>
                <a:lnTo>
                  <a:pt x="691807" y="323062"/>
                </a:lnTo>
                <a:lnTo>
                  <a:pt x="636358" y="306870"/>
                </a:lnTo>
                <a:lnTo>
                  <a:pt x="588708" y="286143"/>
                </a:lnTo>
                <a:lnTo>
                  <a:pt x="548881" y="261645"/>
                </a:lnTo>
                <a:lnTo>
                  <a:pt x="540689" y="254596"/>
                </a:lnTo>
                <a:lnTo>
                  <a:pt x="516915" y="234162"/>
                </a:lnTo>
                <a:lnTo>
                  <a:pt x="492823" y="204457"/>
                </a:lnTo>
                <a:lnTo>
                  <a:pt x="476618" y="173304"/>
                </a:lnTo>
                <a:lnTo>
                  <a:pt x="468350" y="141478"/>
                </a:lnTo>
                <a:lnTo>
                  <a:pt x="721601" y="141478"/>
                </a:lnTo>
                <a:lnTo>
                  <a:pt x="721601" y="46253"/>
                </a:lnTo>
                <a:lnTo>
                  <a:pt x="71589" y="46253"/>
                </a:lnTo>
                <a:lnTo>
                  <a:pt x="71589" y="141478"/>
                </a:lnTo>
                <a:lnTo>
                  <a:pt x="325183" y="141478"/>
                </a:lnTo>
                <a:lnTo>
                  <a:pt x="316445" y="173304"/>
                </a:lnTo>
                <a:lnTo>
                  <a:pt x="275590" y="234162"/>
                </a:lnTo>
                <a:lnTo>
                  <a:pt x="243547" y="261645"/>
                </a:lnTo>
                <a:lnTo>
                  <a:pt x="203809" y="286143"/>
                </a:lnTo>
                <a:lnTo>
                  <a:pt x="156413" y="306870"/>
                </a:lnTo>
                <a:lnTo>
                  <a:pt x="101409" y="323062"/>
                </a:lnTo>
                <a:lnTo>
                  <a:pt x="38836" y="333959"/>
                </a:lnTo>
                <a:lnTo>
                  <a:pt x="83743" y="429514"/>
                </a:lnTo>
                <a:lnTo>
                  <a:pt x="138455" y="419747"/>
                </a:lnTo>
                <a:lnTo>
                  <a:pt x="189014" y="406031"/>
                </a:lnTo>
                <a:lnTo>
                  <a:pt x="235267" y="388620"/>
                </a:lnTo>
                <a:lnTo>
                  <a:pt x="277063" y="367766"/>
                </a:lnTo>
                <a:lnTo>
                  <a:pt x="314223" y="343687"/>
                </a:lnTo>
                <a:lnTo>
                  <a:pt x="346621" y="316649"/>
                </a:lnTo>
                <a:lnTo>
                  <a:pt x="374065" y="286867"/>
                </a:lnTo>
                <a:lnTo>
                  <a:pt x="396430" y="254596"/>
                </a:lnTo>
                <a:lnTo>
                  <a:pt x="418795" y="286867"/>
                </a:lnTo>
                <a:lnTo>
                  <a:pt x="446303" y="316649"/>
                </a:lnTo>
                <a:lnTo>
                  <a:pt x="478802" y="343687"/>
                </a:lnTo>
                <a:lnTo>
                  <a:pt x="516128" y="367766"/>
                </a:lnTo>
                <a:lnTo>
                  <a:pt x="558152" y="388620"/>
                </a:lnTo>
                <a:lnTo>
                  <a:pt x="604697" y="406031"/>
                </a:lnTo>
                <a:lnTo>
                  <a:pt x="655624" y="419747"/>
                </a:lnTo>
                <a:lnTo>
                  <a:pt x="710793" y="429514"/>
                </a:lnTo>
                <a:lnTo>
                  <a:pt x="755040" y="333959"/>
                </a:lnTo>
                <a:close/>
              </a:path>
              <a:path w="1559559" h="872489">
                <a:moveTo>
                  <a:pt x="792848" y="479831"/>
                </a:moveTo>
                <a:lnTo>
                  <a:pt x="0" y="479831"/>
                </a:lnTo>
                <a:lnTo>
                  <a:pt x="0" y="577418"/>
                </a:lnTo>
                <a:lnTo>
                  <a:pt x="333616" y="577418"/>
                </a:lnTo>
                <a:lnTo>
                  <a:pt x="333616" y="869835"/>
                </a:lnTo>
                <a:lnTo>
                  <a:pt x="454164" y="869835"/>
                </a:lnTo>
                <a:lnTo>
                  <a:pt x="454164" y="577418"/>
                </a:lnTo>
                <a:lnTo>
                  <a:pt x="792848" y="577418"/>
                </a:lnTo>
                <a:lnTo>
                  <a:pt x="792848" y="479831"/>
                </a:lnTo>
                <a:close/>
              </a:path>
              <a:path w="1559559" h="872489">
                <a:moveTo>
                  <a:pt x="1364894" y="587540"/>
                </a:moveTo>
                <a:lnTo>
                  <a:pt x="1323886" y="565391"/>
                </a:lnTo>
                <a:lnTo>
                  <a:pt x="1287526" y="537997"/>
                </a:lnTo>
                <a:lnTo>
                  <a:pt x="1255737" y="505929"/>
                </a:lnTo>
                <a:lnTo>
                  <a:pt x="1228432" y="469734"/>
                </a:lnTo>
                <a:lnTo>
                  <a:pt x="1210538" y="438632"/>
                </a:lnTo>
                <a:lnTo>
                  <a:pt x="1205560" y="429983"/>
                </a:lnTo>
                <a:lnTo>
                  <a:pt x="1187030" y="387210"/>
                </a:lnTo>
                <a:lnTo>
                  <a:pt x="1172768" y="341985"/>
                </a:lnTo>
                <a:lnTo>
                  <a:pt x="1162710" y="294881"/>
                </a:lnTo>
                <a:lnTo>
                  <a:pt x="1156766" y="246430"/>
                </a:lnTo>
                <a:lnTo>
                  <a:pt x="1154861" y="197192"/>
                </a:lnTo>
                <a:lnTo>
                  <a:pt x="1154861" y="67195"/>
                </a:lnTo>
                <a:lnTo>
                  <a:pt x="1030935" y="67195"/>
                </a:lnTo>
                <a:lnTo>
                  <a:pt x="1030935" y="197192"/>
                </a:lnTo>
                <a:lnTo>
                  <a:pt x="1028700" y="246253"/>
                </a:lnTo>
                <a:lnTo>
                  <a:pt x="1022324" y="294944"/>
                </a:lnTo>
                <a:lnTo>
                  <a:pt x="1011745" y="342646"/>
                </a:lnTo>
                <a:lnTo>
                  <a:pt x="996886" y="388721"/>
                </a:lnTo>
                <a:lnTo>
                  <a:pt x="977671" y="432549"/>
                </a:lnTo>
                <a:lnTo>
                  <a:pt x="954011" y="473506"/>
                </a:lnTo>
                <a:lnTo>
                  <a:pt x="925842" y="510959"/>
                </a:lnTo>
                <a:lnTo>
                  <a:pt x="893089" y="544271"/>
                </a:lnTo>
                <a:lnTo>
                  <a:pt x="855649" y="572820"/>
                </a:lnTo>
                <a:lnTo>
                  <a:pt x="813473" y="595985"/>
                </a:lnTo>
                <a:lnTo>
                  <a:pt x="889787" y="693242"/>
                </a:lnTo>
                <a:lnTo>
                  <a:pt x="929868" y="669658"/>
                </a:lnTo>
                <a:lnTo>
                  <a:pt x="966165" y="641134"/>
                </a:lnTo>
                <a:lnTo>
                  <a:pt x="998740" y="608088"/>
                </a:lnTo>
                <a:lnTo>
                  <a:pt x="1027607" y="570915"/>
                </a:lnTo>
                <a:lnTo>
                  <a:pt x="1052817" y="530009"/>
                </a:lnTo>
                <a:lnTo>
                  <a:pt x="1074407" y="485787"/>
                </a:lnTo>
                <a:lnTo>
                  <a:pt x="1092390" y="438632"/>
                </a:lnTo>
                <a:lnTo>
                  <a:pt x="1109776" y="484454"/>
                </a:lnTo>
                <a:lnTo>
                  <a:pt x="1130706" y="527304"/>
                </a:lnTo>
                <a:lnTo>
                  <a:pt x="1155255" y="566851"/>
                </a:lnTo>
                <a:lnTo>
                  <a:pt x="1183513" y="602729"/>
                </a:lnTo>
                <a:lnTo>
                  <a:pt x="1215555" y="634580"/>
                </a:lnTo>
                <a:lnTo>
                  <a:pt x="1251458" y="662051"/>
                </a:lnTo>
                <a:lnTo>
                  <a:pt x="1291285" y="684796"/>
                </a:lnTo>
                <a:lnTo>
                  <a:pt x="1364894" y="587540"/>
                </a:lnTo>
                <a:close/>
              </a:path>
              <a:path w="1559559" h="872489">
                <a:moveTo>
                  <a:pt x="1559064" y="0"/>
                </a:moveTo>
                <a:lnTo>
                  <a:pt x="1436827" y="0"/>
                </a:lnTo>
                <a:lnTo>
                  <a:pt x="1436827" y="175247"/>
                </a:lnTo>
                <a:lnTo>
                  <a:pt x="1275410" y="175247"/>
                </a:lnTo>
                <a:lnTo>
                  <a:pt x="1275410" y="273850"/>
                </a:lnTo>
                <a:lnTo>
                  <a:pt x="1436827" y="273850"/>
                </a:lnTo>
                <a:lnTo>
                  <a:pt x="1436827" y="384937"/>
                </a:lnTo>
                <a:lnTo>
                  <a:pt x="1275410" y="384937"/>
                </a:lnTo>
                <a:lnTo>
                  <a:pt x="1275410" y="485902"/>
                </a:lnTo>
                <a:lnTo>
                  <a:pt x="1436827" y="485902"/>
                </a:lnTo>
                <a:lnTo>
                  <a:pt x="1436827" y="871867"/>
                </a:lnTo>
                <a:lnTo>
                  <a:pt x="1559064" y="871867"/>
                </a:lnTo>
                <a:lnTo>
                  <a:pt x="1559064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3978715" y="3074531"/>
            <a:ext cx="746125" cy="872490"/>
          </a:xfrm>
          <a:custGeom>
            <a:avLst/>
            <a:gdLst/>
            <a:ahLst/>
            <a:cxnLst/>
            <a:rect l="l" t="t" r="r" b="b"/>
            <a:pathLst>
              <a:path w="746125" h="872489">
                <a:moveTo>
                  <a:pt x="745581" y="0"/>
                </a:moveTo>
                <a:lnTo>
                  <a:pt x="625032" y="0"/>
                </a:lnTo>
                <a:lnTo>
                  <a:pt x="625032" y="273852"/>
                </a:lnTo>
                <a:lnTo>
                  <a:pt x="454845" y="273852"/>
                </a:lnTo>
                <a:lnTo>
                  <a:pt x="454845" y="372115"/>
                </a:lnTo>
                <a:lnTo>
                  <a:pt x="625032" y="372115"/>
                </a:lnTo>
                <a:lnTo>
                  <a:pt x="625032" y="871870"/>
                </a:lnTo>
                <a:lnTo>
                  <a:pt x="745581" y="871870"/>
                </a:lnTo>
                <a:lnTo>
                  <a:pt x="745581" y="0"/>
                </a:lnTo>
                <a:close/>
              </a:path>
              <a:path w="746125" h="872489">
                <a:moveTo>
                  <a:pt x="341387" y="67197"/>
                </a:moveTo>
                <a:lnTo>
                  <a:pt x="217461" y="67197"/>
                </a:lnTo>
                <a:lnTo>
                  <a:pt x="217461" y="197200"/>
                </a:lnTo>
                <a:lnTo>
                  <a:pt x="215219" y="246257"/>
                </a:lnTo>
                <a:lnTo>
                  <a:pt x="208849" y="294950"/>
                </a:lnTo>
                <a:lnTo>
                  <a:pt x="198272" y="342649"/>
                </a:lnTo>
                <a:lnTo>
                  <a:pt x="183412" y="388728"/>
                </a:lnTo>
                <a:lnTo>
                  <a:pt x="164193" y="432558"/>
                </a:lnTo>
                <a:lnTo>
                  <a:pt x="140536" y="473511"/>
                </a:lnTo>
                <a:lnTo>
                  <a:pt x="112365" y="510959"/>
                </a:lnTo>
                <a:lnTo>
                  <a:pt x="79604" y="544274"/>
                </a:lnTo>
                <a:lnTo>
                  <a:pt x="42174" y="572827"/>
                </a:lnTo>
                <a:lnTo>
                  <a:pt x="0" y="595992"/>
                </a:lnTo>
                <a:lnTo>
                  <a:pt x="76313" y="694930"/>
                </a:lnTo>
                <a:lnTo>
                  <a:pt x="116885" y="671288"/>
                </a:lnTo>
                <a:lnTo>
                  <a:pt x="153539" y="642613"/>
                </a:lnTo>
                <a:lnTo>
                  <a:pt x="186331" y="609331"/>
                </a:lnTo>
                <a:lnTo>
                  <a:pt x="215313" y="571867"/>
                </a:lnTo>
                <a:lnTo>
                  <a:pt x="240538" y="530647"/>
                </a:lnTo>
                <a:lnTo>
                  <a:pt x="262059" y="486095"/>
                </a:lnTo>
                <a:lnTo>
                  <a:pt x="279930" y="438636"/>
                </a:lnTo>
                <a:lnTo>
                  <a:pt x="398559" y="438636"/>
                </a:lnTo>
                <a:lnTo>
                  <a:pt x="373549" y="385314"/>
                </a:lnTo>
                <a:lnTo>
                  <a:pt x="359290" y="340616"/>
                </a:lnTo>
                <a:lnTo>
                  <a:pt x="349226" y="293996"/>
                </a:lnTo>
                <a:lnTo>
                  <a:pt x="343283" y="246006"/>
                </a:lnTo>
                <a:lnTo>
                  <a:pt x="341387" y="197200"/>
                </a:lnTo>
                <a:lnTo>
                  <a:pt x="341387" y="67197"/>
                </a:lnTo>
                <a:close/>
              </a:path>
              <a:path w="746125" h="872489">
                <a:moveTo>
                  <a:pt x="398559" y="438636"/>
                </a:moveTo>
                <a:lnTo>
                  <a:pt x="279930" y="438636"/>
                </a:lnTo>
                <a:lnTo>
                  <a:pt x="300403" y="490494"/>
                </a:lnTo>
                <a:lnTo>
                  <a:pt x="325754" y="538337"/>
                </a:lnTo>
                <a:lnTo>
                  <a:pt x="356076" y="581641"/>
                </a:lnTo>
                <a:lnTo>
                  <a:pt x="391463" y="619879"/>
                </a:lnTo>
                <a:lnTo>
                  <a:pt x="432008" y="652527"/>
                </a:lnTo>
                <a:lnTo>
                  <a:pt x="477806" y="679059"/>
                </a:lnTo>
                <a:lnTo>
                  <a:pt x="551419" y="582147"/>
                </a:lnTo>
                <a:lnTo>
                  <a:pt x="510410" y="560601"/>
                </a:lnTo>
                <a:lnTo>
                  <a:pt x="474046" y="533814"/>
                </a:lnTo>
                <a:lnTo>
                  <a:pt x="442253" y="502339"/>
                </a:lnTo>
                <a:lnTo>
                  <a:pt x="414956" y="466728"/>
                </a:lnTo>
                <a:lnTo>
                  <a:pt x="398559" y="43863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851542" y="4203166"/>
            <a:ext cx="2468245" cy="875665"/>
          </a:xfrm>
          <a:custGeom>
            <a:avLst/>
            <a:gdLst/>
            <a:ahLst/>
            <a:cxnLst/>
            <a:rect l="l" t="t" r="r" b="b"/>
            <a:pathLst>
              <a:path w="2468245" h="875664">
                <a:moveTo>
                  <a:pt x="455523" y="57061"/>
                </a:moveTo>
                <a:lnTo>
                  <a:pt x="42875" y="57061"/>
                </a:lnTo>
                <a:lnTo>
                  <a:pt x="42875" y="153974"/>
                </a:lnTo>
                <a:lnTo>
                  <a:pt x="322478" y="153974"/>
                </a:lnTo>
                <a:lnTo>
                  <a:pt x="312775" y="191833"/>
                </a:lnTo>
                <a:lnTo>
                  <a:pt x="296506" y="228028"/>
                </a:lnTo>
                <a:lnTo>
                  <a:pt x="273685" y="262305"/>
                </a:lnTo>
                <a:lnTo>
                  <a:pt x="244335" y="294449"/>
                </a:lnTo>
                <a:lnTo>
                  <a:pt x="208457" y="324218"/>
                </a:lnTo>
                <a:lnTo>
                  <a:pt x="166065" y="351358"/>
                </a:lnTo>
                <a:lnTo>
                  <a:pt x="117182" y="375640"/>
                </a:lnTo>
                <a:lnTo>
                  <a:pt x="61823" y="396811"/>
                </a:lnTo>
                <a:lnTo>
                  <a:pt x="0" y="414655"/>
                </a:lnTo>
                <a:lnTo>
                  <a:pt x="48285" y="511911"/>
                </a:lnTo>
                <a:lnTo>
                  <a:pt x="102501" y="495820"/>
                </a:lnTo>
                <a:lnTo>
                  <a:pt x="153123" y="477088"/>
                </a:lnTo>
                <a:lnTo>
                  <a:pt x="200050" y="455752"/>
                </a:lnTo>
                <a:lnTo>
                  <a:pt x="243255" y="431838"/>
                </a:lnTo>
                <a:lnTo>
                  <a:pt x="282651" y="405371"/>
                </a:lnTo>
                <a:lnTo>
                  <a:pt x="318185" y="376377"/>
                </a:lnTo>
                <a:lnTo>
                  <a:pt x="349783" y="344893"/>
                </a:lnTo>
                <a:lnTo>
                  <a:pt x="377393" y="310934"/>
                </a:lnTo>
                <a:lnTo>
                  <a:pt x="400939" y="274548"/>
                </a:lnTo>
                <a:lnTo>
                  <a:pt x="420357" y="235750"/>
                </a:lnTo>
                <a:lnTo>
                  <a:pt x="435584" y="194576"/>
                </a:lnTo>
                <a:lnTo>
                  <a:pt x="446570" y="151053"/>
                </a:lnTo>
                <a:lnTo>
                  <a:pt x="453237" y="105206"/>
                </a:lnTo>
                <a:lnTo>
                  <a:pt x="455523" y="57061"/>
                </a:lnTo>
                <a:close/>
              </a:path>
              <a:path w="2468245" h="875664">
                <a:moveTo>
                  <a:pt x="699312" y="524738"/>
                </a:moveTo>
                <a:lnTo>
                  <a:pt x="578764" y="524738"/>
                </a:lnTo>
                <a:lnTo>
                  <a:pt x="578764" y="623011"/>
                </a:lnTo>
                <a:lnTo>
                  <a:pt x="578764" y="769213"/>
                </a:lnTo>
                <a:lnTo>
                  <a:pt x="251561" y="769213"/>
                </a:lnTo>
                <a:lnTo>
                  <a:pt x="251561" y="623011"/>
                </a:lnTo>
                <a:lnTo>
                  <a:pt x="578764" y="623011"/>
                </a:lnTo>
                <a:lnTo>
                  <a:pt x="578764" y="524738"/>
                </a:lnTo>
                <a:lnTo>
                  <a:pt x="130340" y="524738"/>
                </a:lnTo>
                <a:lnTo>
                  <a:pt x="130340" y="864781"/>
                </a:lnTo>
                <a:lnTo>
                  <a:pt x="699312" y="864781"/>
                </a:lnTo>
                <a:lnTo>
                  <a:pt x="699312" y="769213"/>
                </a:lnTo>
                <a:lnTo>
                  <a:pt x="699312" y="623011"/>
                </a:lnTo>
                <a:lnTo>
                  <a:pt x="699312" y="524738"/>
                </a:lnTo>
                <a:close/>
              </a:path>
              <a:path w="2468245" h="875664">
                <a:moveTo>
                  <a:pt x="816152" y="196189"/>
                </a:moveTo>
                <a:lnTo>
                  <a:pt x="699312" y="196189"/>
                </a:lnTo>
                <a:lnTo>
                  <a:pt x="699312" y="5740"/>
                </a:lnTo>
                <a:lnTo>
                  <a:pt x="577075" y="5740"/>
                </a:lnTo>
                <a:lnTo>
                  <a:pt x="577075" y="491985"/>
                </a:lnTo>
                <a:lnTo>
                  <a:pt x="699312" y="491985"/>
                </a:lnTo>
                <a:lnTo>
                  <a:pt x="699312" y="296138"/>
                </a:lnTo>
                <a:lnTo>
                  <a:pt x="816152" y="296138"/>
                </a:lnTo>
                <a:lnTo>
                  <a:pt x="816152" y="196189"/>
                </a:lnTo>
                <a:close/>
              </a:path>
              <a:path w="2468245" h="875664">
                <a:moveTo>
                  <a:pt x="1360843" y="583158"/>
                </a:moveTo>
                <a:lnTo>
                  <a:pt x="1317053" y="557453"/>
                </a:lnTo>
                <a:lnTo>
                  <a:pt x="1278610" y="525881"/>
                </a:lnTo>
                <a:lnTo>
                  <a:pt x="1245489" y="489165"/>
                </a:lnTo>
                <a:lnTo>
                  <a:pt x="1217612" y="448056"/>
                </a:lnTo>
                <a:lnTo>
                  <a:pt x="1215415" y="443699"/>
                </a:lnTo>
                <a:lnTo>
                  <a:pt x="1194968" y="403326"/>
                </a:lnTo>
                <a:lnTo>
                  <a:pt x="1177480" y="355688"/>
                </a:lnTo>
                <a:lnTo>
                  <a:pt x="1165110" y="305917"/>
                </a:lnTo>
                <a:lnTo>
                  <a:pt x="1157808" y="254749"/>
                </a:lnTo>
                <a:lnTo>
                  <a:pt x="1155534" y="202946"/>
                </a:lnTo>
                <a:lnTo>
                  <a:pt x="1155534" y="72936"/>
                </a:lnTo>
                <a:lnTo>
                  <a:pt x="1033640" y="72936"/>
                </a:lnTo>
                <a:lnTo>
                  <a:pt x="1033640" y="202946"/>
                </a:lnTo>
                <a:lnTo>
                  <a:pt x="1031455" y="251396"/>
                </a:lnTo>
                <a:lnTo>
                  <a:pt x="1025067" y="299529"/>
                </a:lnTo>
                <a:lnTo>
                  <a:pt x="1014425" y="346697"/>
                </a:lnTo>
                <a:lnTo>
                  <a:pt x="999490" y="392290"/>
                </a:lnTo>
                <a:lnTo>
                  <a:pt x="980198" y="435686"/>
                </a:lnTo>
                <a:lnTo>
                  <a:pt x="956525" y="476262"/>
                </a:lnTo>
                <a:lnTo>
                  <a:pt x="928395" y="513410"/>
                </a:lnTo>
                <a:lnTo>
                  <a:pt x="895769" y="546493"/>
                </a:lnTo>
                <a:lnTo>
                  <a:pt x="858608" y="574903"/>
                </a:lnTo>
                <a:lnTo>
                  <a:pt x="816851" y="598017"/>
                </a:lnTo>
                <a:lnTo>
                  <a:pt x="891476" y="696950"/>
                </a:lnTo>
                <a:lnTo>
                  <a:pt x="931824" y="673404"/>
                </a:lnTo>
                <a:lnTo>
                  <a:pt x="968349" y="645007"/>
                </a:lnTo>
                <a:lnTo>
                  <a:pt x="1001102" y="612127"/>
                </a:lnTo>
                <a:lnTo>
                  <a:pt x="1030122" y="575170"/>
                </a:lnTo>
                <a:lnTo>
                  <a:pt x="1055433" y="534517"/>
                </a:lnTo>
                <a:lnTo>
                  <a:pt x="1077087" y="490562"/>
                </a:lnTo>
                <a:lnTo>
                  <a:pt x="1095095" y="443699"/>
                </a:lnTo>
                <a:lnTo>
                  <a:pt x="1115428" y="494372"/>
                </a:lnTo>
                <a:lnTo>
                  <a:pt x="1140333" y="541299"/>
                </a:lnTo>
                <a:lnTo>
                  <a:pt x="1169885" y="583920"/>
                </a:lnTo>
                <a:lnTo>
                  <a:pt x="1204175" y="621639"/>
                </a:lnTo>
                <a:lnTo>
                  <a:pt x="1243266" y="653884"/>
                </a:lnTo>
                <a:lnTo>
                  <a:pt x="1287233" y="680072"/>
                </a:lnTo>
                <a:lnTo>
                  <a:pt x="1360843" y="583158"/>
                </a:lnTo>
                <a:close/>
              </a:path>
              <a:path w="2468245" h="875664">
                <a:moveTo>
                  <a:pt x="1649552" y="341045"/>
                </a:moveTo>
                <a:lnTo>
                  <a:pt x="1521244" y="341045"/>
                </a:lnTo>
                <a:lnTo>
                  <a:pt x="1521244" y="5740"/>
                </a:lnTo>
                <a:lnTo>
                  <a:pt x="1399336" y="5740"/>
                </a:lnTo>
                <a:lnTo>
                  <a:pt x="1399336" y="875588"/>
                </a:lnTo>
                <a:lnTo>
                  <a:pt x="1521244" y="875588"/>
                </a:lnTo>
                <a:lnTo>
                  <a:pt x="1521244" y="444042"/>
                </a:lnTo>
                <a:lnTo>
                  <a:pt x="1649552" y="444042"/>
                </a:lnTo>
                <a:lnTo>
                  <a:pt x="1649552" y="341045"/>
                </a:lnTo>
                <a:close/>
              </a:path>
              <a:path w="2468245" h="875664">
                <a:moveTo>
                  <a:pt x="2133460" y="356577"/>
                </a:moveTo>
                <a:lnTo>
                  <a:pt x="2126386" y="313093"/>
                </a:lnTo>
                <a:lnTo>
                  <a:pt x="2115134" y="292430"/>
                </a:lnTo>
                <a:lnTo>
                  <a:pt x="2106041" y="275704"/>
                </a:lnTo>
                <a:lnTo>
                  <a:pt x="2073821" y="245186"/>
                </a:lnTo>
                <a:lnTo>
                  <a:pt x="2031111" y="222364"/>
                </a:lnTo>
                <a:lnTo>
                  <a:pt x="2017979" y="218732"/>
                </a:lnTo>
                <a:lnTo>
                  <a:pt x="2017979" y="356577"/>
                </a:lnTo>
                <a:lnTo>
                  <a:pt x="2010651" y="384517"/>
                </a:lnTo>
                <a:lnTo>
                  <a:pt x="1990509" y="404825"/>
                </a:lnTo>
                <a:lnTo>
                  <a:pt x="1959533" y="417220"/>
                </a:lnTo>
                <a:lnTo>
                  <a:pt x="1919719" y="421411"/>
                </a:lnTo>
                <a:lnTo>
                  <a:pt x="1879879" y="417220"/>
                </a:lnTo>
                <a:lnTo>
                  <a:pt x="1849183" y="404825"/>
                </a:lnTo>
                <a:lnTo>
                  <a:pt x="1829447" y="384517"/>
                </a:lnTo>
                <a:lnTo>
                  <a:pt x="1822475" y="356577"/>
                </a:lnTo>
                <a:lnTo>
                  <a:pt x="1829447" y="329412"/>
                </a:lnTo>
                <a:lnTo>
                  <a:pt x="1849183" y="309181"/>
                </a:lnTo>
                <a:lnTo>
                  <a:pt x="1879879" y="296608"/>
                </a:lnTo>
                <a:lnTo>
                  <a:pt x="1919719" y="292430"/>
                </a:lnTo>
                <a:lnTo>
                  <a:pt x="1959533" y="296608"/>
                </a:lnTo>
                <a:lnTo>
                  <a:pt x="1990509" y="309181"/>
                </a:lnTo>
                <a:lnTo>
                  <a:pt x="2010651" y="329412"/>
                </a:lnTo>
                <a:lnTo>
                  <a:pt x="2017979" y="356577"/>
                </a:lnTo>
                <a:lnTo>
                  <a:pt x="2017979" y="218732"/>
                </a:lnTo>
                <a:lnTo>
                  <a:pt x="1979282" y="208013"/>
                </a:lnTo>
                <a:lnTo>
                  <a:pt x="1919719" y="202946"/>
                </a:lnTo>
                <a:lnTo>
                  <a:pt x="1859165" y="208013"/>
                </a:lnTo>
                <a:lnTo>
                  <a:pt x="1806676" y="222364"/>
                </a:lnTo>
                <a:lnTo>
                  <a:pt x="1763585" y="245186"/>
                </a:lnTo>
                <a:lnTo>
                  <a:pt x="1731225" y="275704"/>
                </a:lnTo>
                <a:lnTo>
                  <a:pt x="1710905" y="313093"/>
                </a:lnTo>
                <a:lnTo>
                  <a:pt x="1703946" y="356577"/>
                </a:lnTo>
                <a:lnTo>
                  <a:pt x="1710905" y="400227"/>
                </a:lnTo>
                <a:lnTo>
                  <a:pt x="1731225" y="437756"/>
                </a:lnTo>
                <a:lnTo>
                  <a:pt x="1763585" y="468350"/>
                </a:lnTo>
                <a:lnTo>
                  <a:pt x="1806676" y="491172"/>
                </a:lnTo>
                <a:lnTo>
                  <a:pt x="1859165" y="505409"/>
                </a:lnTo>
                <a:lnTo>
                  <a:pt x="1919719" y="510222"/>
                </a:lnTo>
                <a:lnTo>
                  <a:pt x="1979282" y="505409"/>
                </a:lnTo>
                <a:lnTo>
                  <a:pt x="2031111" y="491172"/>
                </a:lnTo>
                <a:lnTo>
                  <a:pt x="2073821" y="468350"/>
                </a:lnTo>
                <a:lnTo>
                  <a:pt x="2106041" y="437756"/>
                </a:lnTo>
                <a:lnTo>
                  <a:pt x="2114893" y="421411"/>
                </a:lnTo>
                <a:lnTo>
                  <a:pt x="2126386" y="400227"/>
                </a:lnTo>
                <a:lnTo>
                  <a:pt x="2133460" y="356577"/>
                </a:lnTo>
                <a:close/>
              </a:path>
              <a:path w="2468245" h="875664">
                <a:moveTo>
                  <a:pt x="2177364" y="82727"/>
                </a:moveTo>
                <a:lnTo>
                  <a:pt x="1980501" y="82727"/>
                </a:lnTo>
                <a:lnTo>
                  <a:pt x="1980501" y="0"/>
                </a:lnTo>
                <a:lnTo>
                  <a:pt x="1858937" y="0"/>
                </a:lnTo>
                <a:lnTo>
                  <a:pt x="1858937" y="82727"/>
                </a:lnTo>
                <a:lnTo>
                  <a:pt x="1661401" y="82727"/>
                </a:lnTo>
                <a:lnTo>
                  <a:pt x="1661401" y="178295"/>
                </a:lnTo>
                <a:lnTo>
                  <a:pt x="2177364" y="178295"/>
                </a:lnTo>
                <a:lnTo>
                  <a:pt x="2177364" y="82727"/>
                </a:lnTo>
                <a:close/>
              </a:path>
              <a:path w="2468245" h="875664">
                <a:moveTo>
                  <a:pt x="2351265" y="548386"/>
                </a:moveTo>
                <a:lnTo>
                  <a:pt x="2229027" y="548386"/>
                </a:lnTo>
                <a:lnTo>
                  <a:pt x="2229027" y="614895"/>
                </a:lnTo>
                <a:lnTo>
                  <a:pt x="2229027" y="708431"/>
                </a:lnTo>
                <a:lnTo>
                  <a:pt x="2229027" y="769899"/>
                </a:lnTo>
                <a:lnTo>
                  <a:pt x="1903171" y="769899"/>
                </a:lnTo>
                <a:lnTo>
                  <a:pt x="1903171" y="708431"/>
                </a:lnTo>
                <a:lnTo>
                  <a:pt x="2229027" y="708431"/>
                </a:lnTo>
                <a:lnTo>
                  <a:pt x="2229027" y="614895"/>
                </a:lnTo>
                <a:lnTo>
                  <a:pt x="1903171" y="614895"/>
                </a:lnTo>
                <a:lnTo>
                  <a:pt x="1903171" y="548386"/>
                </a:lnTo>
                <a:lnTo>
                  <a:pt x="1782292" y="548386"/>
                </a:lnTo>
                <a:lnTo>
                  <a:pt x="1782292" y="865797"/>
                </a:lnTo>
                <a:lnTo>
                  <a:pt x="2351265" y="865797"/>
                </a:lnTo>
                <a:lnTo>
                  <a:pt x="2351265" y="769899"/>
                </a:lnTo>
                <a:lnTo>
                  <a:pt x="2351265" y="708431"/>
                </a:lnTo>
                <a:lnTo>
                  <a:pt x="2351265" y="614895"/>
                </a:lnTo>
                <a:lnTo>
                  <a:pt x="2351265" y="548386"/>
                </a:lnTo>
                <a:close/>
              </a:path>
              <a:path w="2468245" h="875664">
                <a:moveTo>
                  <a:pt x="2468105" y="215773"/>
                </a:moveTo>
                <a:lnTo>
                  <a:pt x="2351265" y="215773"/>
                </a:lnTo>
                <a:lnTo>
                  <a:pt x="2351265" y="5740"/>
                </a:lnTo>
                <a:lnTo>
                  <a:pt x="2229027" y="5740"/>
                </a:lnTo>
                <a:lnTo>
                  <a:pt x="2229027" y="515289"/>
                </a:lnTo>
                <a:lnTo>
                  <a:pt x="2351265" y="515289"/>
                </a:lnTo>
                <a:lnTo>
                  <a:pt x="2351265" y="317068"/>
                </a:lnTo>
                <a:lnTo>
                  <a:pt x="2468105" y="317068"/>
                </a:lnTo>
                <a:lnTo>
                  <a:pt x="2468105" y="215773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385859" y="4208899"/>
            <a:ext cx="684530" cy="869950"/>
          </a:xfrm>
          <a:custGeom>
            <a:avLst/>
            <a:gdLst/>
            <a:ahLst/>
            <a:cxnLst/>
            <a:rect l="l" t="t" r="r" b="b"/>
            <a:pathLst>
              <a:path w="684530" h="869950">
                <a:moveTo>
                  <a:pt x="684125" y="0"/>
                </a:moveTo>
                <a:lnTo>
                  <a:pt x="562900" y="0"/>
                </a:lnTo>
                <a:lnTo>
                  <a:pt x="562900" y="869844"/>
                </a:lnTo>
                <a:lnTo>
                  <a:pt x="684125" y="869844"/>
                </a:lnTo>
                <a:lnTo>
                  <a:pt x="684125" y="0"/>
                </a:lnTo>
                <a:close/>
              </a:path>
              <a:path w="684530" h="869950">
                <a:moveTo>
                  <a:pt x="120549" y="83405"/>
                </a:moveTo>
                <a:lnTo>
                  <a:pt x="0" y="83405"/>
                </a:lnTo>
                <a:lnTo>
                  <a:pt x="0" y="655085"/>
                </a:lnTo>
                <a:lnTo>
                  <a:pt x="76652" y="655085"/>
                </a:lnTo>
                <a:lnTo>
                  <a:pt x="121698" y="654806"/>
                </a:lnTo>
                <a:lnTo>
                  <a:pt x="167458" y="653679"/>
                </a:lnTo>
                <a:lnTo>
                  <a:pt x="213922" y="651608"/>
                </a:lnTo>
                <a:lnTo>
                  <a:pt x="261077" y="648494"/>
                </a:lnTo>
                <a:lnTo>
                  <a:pt x="308914" y="644241"/>
                </a:lnTo>
                <a:lnTo>
                  <a:pt x="357420" y="638751"/>
                </a:lnTo>
                <a:lnTo>
                  <a:pt x="406585" y="631927"/>
                </a:lnTo>
                <a:lnTo>
                  <a:pt x="456397" y="623672"/>
                </a:lnTo>
                <a:lnTo>
                  <a:pt x="506846" y="613888"/>
                </a:lnTo>
                <a:lnTo>
                  <a:pt x="497362" y="551082"/>
                </a:lnTo>
                <a:lnTo>
                  <a:pt x="120549" y="551082"/>
                </a:lnTo>
                <a:lnTo>
                  <a:pt x="120549" y="83405"/>
                </a:lnTo>
                <a:close/>
              </a:path>
              <a:path w="684530" h="869950">
                <a:moveTo>
                  <a:pt x="491651" y="513262"/>
                </a:moveTo>
                <a:lnTo>
                  <a:pt x="437053" y="523118"/>
                </a:lnTo>
                <a:lnTo>
                  <a:pt x="382757" y="531333"/>
                </a:lnTo>
                <a:lnTo>
                  <a:pt x="328898" y="538000"/>
                </a:lnTo>
                <a:lnTo>
                  <a:pt x="275611" y="543214"/>
                </a:lnTo>
                <a:lnTo>
                  <a:pt x="223034" y="547069"/>
                </a:lnTo>
                <a:lnTo>
                  <a:pt x="171301" y="549660"/>
                </a:lnTo>
                <a:lnTo>
                  <a:pt x="120549" y="551082"/>
                </a:lnTo>
                <a:lnTo>
                  <a:pt x="497362" y="551082"/>
                </a:lnTo>
                <a:lnTo>
                  <a:pt x="491651" y="513262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3199678" y="4208899"/>
            <a:ext cx="984250" cy="872490"/>
            <a:chOff x="13199678" y="4208899"/>
            <a:chExt cx="984250" cy="872490"/>
          </a:xfrm>
        </p:grpSpPr>
        <p:sp>
          <p:nvSpPr>
            <p:cNvPr id="26" name="object 26"/>
            <p:cNvSpPr/>
            <p:nvPr/>
          </p:nvSpPr>
          <p:spPr>
            <a:xfrm>
              <a:off x="13199678" y="4208899"/>
              <a:ext cx="779780" cy="872490"/>
            </a:xfrm>
            <a:custGeom>
              <a:avLst/>
              <a:gdLst/>
              <a:ahLst/>
              <a:cxnLst/>
              <a:rect l="l" t="t" r="r" b="b"/>
              <a:pathLst>
                <a:path w="779780" h="872489">
                  <a:moveTo>
                    <a:pt x="651032" y="0"/>
                  </a:moveTo>
                  <a:lnTo>
                    <a:pt x="529132" y="0"/>
                  </a:lnTo>
                  <a:lnTo>
                    <a:pt x="529132" y="871870"/>
                  </a:lnTo>
                  <a:lnTo>
                    <a:pt x="651032" y="871870"/>
                  </a:lnTo>
                  <a:lnTo>
                    <a:pt x="651032" y="422766"/>
                  </a:lnTo>
                  <a:lnTo>
                    <a:pt x="779347" y="422766"/>
                  </a:lnTo>
                  <a:lnTo>
                    <a:pt x="779347" y="323152"/>
                  </a:lnTo>
                  <a:lnTo>
                    <a:pt x="651032" y="323152"/>
                  </a:lnTo>
                  <a:lnTo>
                    <a:pt x="651032" y="0"/>
                  </a:lnTo>
                  <a:close/>
                </a:path>
                <a:path w="779780" h="872489">
                  <a:moveTo>
                    <a:pt x="407570" y="81041"/>
                  </a:moveTo>
                  <a:lnTo>
                    <a:pt x="0" y="81041"/>
                  </a:lnTo>
                  <a:lnTo>
                    <a:pt x="0" y="660487"/>
                  </a:lnTo>
                  <a:lnTo>
                    <a:pt x="72937" y="660487"/>
                  </a:lnTo>
                  <a:lnTo>
                    <a:pt x="129006" y="660409"/>
                  </a:lnTo>
                  <a:lnTo>
                    <a:pt x="182385" y="659796"/>
                  </a:lnTo>
                  <a:lnTo>
                    <a:pt x="233674" y="658463"/>
                  </a:lnTo>
                  <a:lnTo>
                    <a:pt x="283475" y="656224"/>
                  </a:lnTo>
                  <a:lnTo>
                    <a:pt x="332390" y="652893"/>
                  </a:lnTo>
                  <a:lnTo>
                    <a:pt x="381020" y="648284"/>
                  </a:lnTo>
                  <a:lnTo>
                    <a:pt x="429967" y="642210"/>
                  </a:lnTo>
                  <a:lnTo>
                    <a:pt x="479832" y="634486"/>
                  </a:lnTo>
                  <a:lnTo>
                    <a:pt x="469992" y="560198"/>
                  </a:lnTo>
                  <a:lnTo>
                    <a:pt x="121224" y="560198"/>
                  </a:lnTo>
                  <a:lnTo>
                    <a:pt x="121224" y="179304"/>
                  </a:lnTo>
                  <a:lnTo>
                    <a:pt x="407570" y="179304"/>
                  </a:lnTo>
                  <a:lnTo>
                    <a:pt x="407570" y="81041"/>
                  </a:lnTo>
                  <a:close/>
                </a:path>
                <a:path w="779780" h="872489">
                  <a:moveTo>
                    <a:pt x="466325" y="532509"/>
                  </a:moveTo>
                  <a:lnTo>
                    <a:pt x="417668" y="540263"/>
                  </a:lnTo>
                  <a:lnTo>
                    <a:pt x="369733" y="546534"/>
                  </a:lnTo>
                  <a:lnTo>
                    <a:pt x="321956" y="551453"/>
                  </a:lnTo>
                  <a:lnTo>
                    <a:pt x="273779" y="555148"/>
                  </a:lnTo>
                  <a:lnTo>
                    <a:pt x="224638" y="557751"/>
                  </a:lnTo>
                  <a:lnTo>
                    <a:pt x="173973" y="559391"/>
                  </a:lnTo>
                  <a:lnTo>
                    <a:pt x="121224" y="560198"/>
                  </a:lnTo>
                  <a:lnTo>
                    <a:pt x="469992" y="560198"/>
                  </a:lnTo>
                  <a:lnTo>
                    <a:pt x="466325" y="53250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22950" y="4839334"/>
              <a:ext cx="160393" cy="159719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9741808" y="6066514"/>
            <a:ext cx="1420495" cy="247650"/>
            <a:chOff x="9741808" y="6066514"/>
            <a:chExt cx="1420495" cy="247650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1808" y="6089669"/>
              <a:ext cx="138060" cy="20028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07944" y="6089669"/>
              <a:ext cx="151855" cy="2040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8550" y="6089669"/>
              <a:ext cx="138060" cy="20028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58254" y="6092370"/>
              <a:ext cx="142014" cy="20028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0431336" y="6176885"/>
              <a:ext cx="88900" cy="28575"/>
            </a:xfrm>
            <a:custGeom>
              <a:avLst/>
              <a:gdLst/>
              <a:ahLst/>
              <a:cxnLst/>
              <a:rect l="l" t="t" r="r" b="b"/>
              <a:pathLst>
                <a:path w="88900" h="28575">
                  <a:moveTo>
                    <a:pt x="88856" y="0"/>
                  </a:moveTo>
                  <a:lnTo>
                    <a:pt x="0" y="0"/>
                  </a:lnTo>
                  <a:lnTo>
                    <a:pt x="0" y="28557"/>
                  </a:lnTo>
                  <a:lnTo>
                    <a:pt x="88856" y="28557"/>
                  </a:lnTo>
                  <a:lnTo>
                    <a:pt x="88856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53283" y="6089669"/>
              <a:ext cx="138060" cy="20028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14498" y="6066514"/>
              <a:ext cx="447271" cy="247562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60738" y="6067672"/>
            <a:ext cx="450263" cy="246404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11815852" y="6089669"/>
            <a:ext cx="304165" cy="203835"/>
            <a:chOff x="11815852" y="6089669"/>
            <a:chExt cx="304165" cy="203835"/>
          </a:xfrm>
        </p:grpSpPr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15852" y="6089669"/>
              <a:ext cx="151469" cy="20327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1997030" y="6092189"/>
              <a:ext cx="123189" cy="198120"/>
            </a:xfrm>
            <a:custGeom>
              <a:avLst/>
              <a:gdLst/>
              <a:ahLst/>
              <a:cxnLst/>
              <a:rect l="l" t="t" r="r" b="b"/>
              <a:pathLst>
                <a:path w="123190" h="198120">
                  <a:moveTo>
                    <a:pt x="122631" y="167640"/>
                  </a:moveTo>
                  <a:lnTo>
                    <a:pt x="35407" y="167640"/>
                  </a:lnTo>
                  <a:lnTo>
                    <a:pt x="35407" y="0"/>
                  </a:lnTo>
                  <a:lnTo>
                    <a:pt x="0" y="0"/>
                  </a:lnTo>
                  <a:lnTo>
                    <a:pt x="0" y="167640"/>
                  </a:lnTo>
                  <a:lnTo>
                    <a:pt x="0" y="198120"/>
                  </a:lnTo>
                  <a:lnTo>
                    <a:pt x="122631" y="198120"/>
                  </a:lnTo>
                  <a:lnTo>
                    <a:pt x="122631" y="16764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2204420" y="6067678"/>
            <a:ext cx="694690" cy="247015"/>
          </a:xfrm>
          <a:custGeom>
            <a:avLst/>
            <a:gdLst/>
            <a:ahLst/>
            <a:cxnLst/>
            <a:rect l="l" t="t" r="r" b="b"/>
            <a:pathLst>
              <a:path w="694690" h="247014">
                <a:moveTo>
                  <a:pt x="205790" y="22771"/>
                </a:moveTo>
                <a:lnTo>
                  <a:pt x="139700" y="22771"/>
                </a:lnTo>
                <a:lnTo>
                  <a:pt x="139700" y="47269"/>
                </a:lnTo>
                <a:lnTo>
                  <a:pt x="139700" y="125704"/>
                </a:lnTo>
                <a:lnTo>
                  <a:pt x="84328" y="125704"/>
                </a:lnTo>
                <a:lnTo>
                  <a:pt x="84328" y="47269"/>
                </a:lnTo>
                <a:lnTo>
                  <a:pt x="139700" y="47269"/>
                </a:lnTo>
                <a:lnTo>
                  <a:pt x="139700" y="22771"/>
                </a:lnTo>
                <a:lnTo>
                  <a:pt x="18427" y="22771"/>
                </a:lnTo>
                <a:lnTo>
                  <a:pt x="18427" y="47269"/>
                </a:lnTo>
                <a:lnTo>
                  <a:pt x="54127" y="47269"/>
                </a:lnTo>
                <a:lnTo>
                  <a:pt x="54127" y="125704"/>
                </a:lnTo>
                <a:lnTo>
                  <a:pt x="19202" y="125704"/>
                </a:lnTo>
                <a:lnTo>
                  <a:pt x="19202" y="149834"/>
                </a:lnTo>
                <a:lnTo>
                  <a:pt x="204825" y="149834"/>
                </a:lnTo>
                <a:lnTo>
                  <a:pt x="204825" y="125704"/>
                </a:lnTo>
                <a:lnTo>
                  <a:pt x="169608" y="125704"/>
                </a:lnTo>
                <a:lnTo>
                  <a:pt x="169608" y="47269"/>
                </a:lnTo>
                <a:lnTo>
                  <a:pt x="205790" y="47269"/>
                </a:lnTo>
                <a:lnTo>
                  <a:pt x="205790" y="22771"/>
                </a:lnTo>
                <a:close/>
              </a:path>
              <a:path w="694690" h="247014">
                <a:moveTo>
                  <a:pt x="225475" y="191414"/>
                </a:moveTo>
                <a:lnTo>
                  <a:pt x="0" y="191414"/>
                </a:lnTo>
                <a:lnTo>
                  <a:pt x="0" y="216789"/>
                </a:lnTo>
                <a:lnTo>
                  <a:pt x="225475" y="216789"/>
                </a:lnTo>
                <a:lnTo>
                  <a:pt x="225475" y="191414"/>
                </a:lnTo>
                <a:close/>
              </a:path>
              <a:path w="694690" h="247014">
                <a:moveTo>
                  <a:pt x="467055" y="193421"/>
                </a:moveTo>
                <a:lnTo>
                  <a:pt x="368833" y="193421"/>
                </a:lnTo>
                <a:lnTo>
                  <a:pt x="368833" y="152781"/>
                </a:lnTo>
                <a:lnTo>
                  <a:pt x="446024" y="152781"/>
                </a:lnTo>
                <a:lnTo>
                  <a:pt x="446024" y="127381"/>
                </a:lnTo>
                <a:lnTo>
                  <a:pt x="298602" y="127381"/>
                </a:lnTo>
                <a:lnTo>
                  <a:pt x="298602" y="95631"/>
                </a:lnTo>
                <a:lnTo>
                  <a:pt x="440321" y="95631"/>
                </a:lnTo>
                <a:lnTo>
                  <a:pt x="440321" y="71501"/>
                </a:lnTo>
                <a:lnTo>
                  <a:pt x="440321" y="41021"/>
                </a:lnTo>
                <a:lnTo>
                  <a:pt x="440321" y="16891"/>
                </a:lnTo>
                <a:lnTo>
                  <a:pt x="267919" y="16891"/>
                </a:lnTo>
                <a:lnTo>
                  <a:pt x="267919" y="41021"/>
                </a:lnTo>
                <a:lnTo>
                  <a:pt x="410324" y="41021"/>
                </a:lnTo>
                <a:lnTo>
                  <a:pt x="410324" y="71501"/>
                </a:lnTo>
                <a:lnTo>
                  <a:pt x="268300" y="71501"/>
                </a:lnTo>
                <a:lnTo>
                  <a:pt x="268300" y="95631"/>
                </a:lnTo>
                <a:lnTo>
                  <a:pt x="268300" y="127381"/>
                </a:lnTo>
                <a:lnTo>
                  <a:pt x="268300" y="152781"/>
                </a:lnTo>
                <a:lnTo>
                  <a:pt x="338734" y="152781"/>
                </a:lnTo>
                <a:lnTo>
                  <a:pt x="338734" y="193421"/>
                </a:lnTo>
                <a:lnTo>
                  <a:pt x="241579" y="193421"/>
                </a:lnTo>
                <a:lnTo>
                  <a:pt x="241579" y="217551"/>
                </a:lnTo>
                <a:lnTo>
                  <a:pt x="467055" y="217551"/>
                </a:lnTo>
                <a:lnTo>
                  <a:pt x="467055" y="193421"/>
                </a:lnTo>
                <a:close/>
              </a:path>
              <a:path w="694690" h="247014">
                <a:moveTo>
                  <a:pt x="605497" y="118478"/>
                </a:moveTo>
                <a:lnTo>
                  <a:pt x="584962" y="106680"/>
                </a:lnTo>
                <a:lnTo>
                  <a:pt x="577507" y="98501"/>
                </a:lnTo>
                <a:lnTo>
                  <a:pt x="570560" y="90893"/>
                </a:lnTo>
                <a:lnTo>
                  <a:pt x="562063" y="72517"/>
                </a:lnTo>
                <a:lnTo>
                  <a:pt x="559282" y="52971"/>
                </a:lnTo>
                <a:lnTo>
                  <a:pt x="559282" y="43129"/>
                </a:lnTo>
                <a:lnTo>
                  <a:pt x="598360" y="43129"/>
                </a:lnTo>
                <a:lnTo>
                  <a:pt x="598360" y="18719"/>
                </a:lnTo>
                <a:lnTo>
                  <a:pt x="488365" y="18719"/>
                </a:lnTo>
                <a:lnTo>
                  <a:pt x="488365" y="43129"/>
                </a:lnTo>
                <a:lnTo>
                  <a:pt x="529856" y="43129"/>
                </a:lnTo>
                <a:lnTo>
                  <a:pt x="529831" y="52971"/>
                </a:lnTo>
                <a:lnTo>
                  <a:pt x="526910" y="73787"/>
                </a:lnTo>
                <a:lnTo>
                  <a:pt x="517944" y="93637"/>
                </a:lnTo>
                <a:lnTo>
                  <a:pt x="502754" y="110655"/>
                </a:lnTo>
                <a:lnTo>
                  <a:pt x="481139" y="123202"/>
                </a:lnTo>
                <a:lnTo>
                  <a:pt x="497154" y="147129"/>
                </a:lnTo>
                <a:lnTo>
                  <a:pt x="513232" y="138493"/>
                </a:lnTo>
                <a:lnTo>
                  <a:pt x="526503" y="127228"/>
                </a:lnTo>
                <a:lnTo>
                  <a:pt x="537070" y="113753"/>
                </a:lnTo>
                <a:lnTo>
                  <a:pt x="545007" y="98501"/>
                </a:lnTo>
                <a:lnTo>
                  <a:pt x="552615" y="112077"/>
                </a:lnTo>
                <a:lnTo>
                  <a:pt x="562610" y="124066"/>
                </a:lnTo>
                <a:lnTo>
                  <a:pt x="575068" y="134099"/>
                </a:lnTo>
                <a:lnTo>
                  <a:pt x="590054" y="141820"/>
                </a:lnTo>
                <a:lnTo>
                  <a:pt x="605497" y="118478"/>
                </a:lnTo>
                <a:close/>
              </a:path>
              <a:path w="694690" h="247014">
                <a:moveTo>
                  <a:pt x="645439" y="5118"/>
                </a:moveTo>
                <a:lnTo>
                  <a:pt x="616597" y="5118"/>
                </a:lnTo>
                <a:lnTo>
                  <a:pt x="616597" y="61747"/>
                </a:lnTo>
                <a:lnTo>
                  <a:pt x="585724" y="61747"/>
                </a:lnTo>
                <a:lnTo>
                  <a:pt x="585724" y="86537"/>
                </a:lnTo>
                <a:lnTo>
                  <a:pt x="616597" y="86537"/>
                </a:lnTo>
                <a:lnTo>
                  <a:pt x="616597" y="148767"/>
                </a:lnTo>
                <a:lnTo>
                  <a:pt x="645439" y="148767"/>
                </a:lnTo>
                <a:lnTo>
                  <a:pt x="645439" y="5118"/>
                </a:lnTo>
                <a:close/>
              </a:path>
              <a:path w="694690" h="247014">
                <a:moveTo>
                  <a:pt x="694067" y="159956"/>
                </a:moveTo>
                <a:lnTo>
                  <a:pt x="525132" y="159956"/>
                </a:lnTo>
                <a:lnTo>
                  <a:pt x="525132" y="184277"/>
                </a:lnTo>
                <a:lnTo>
                  <a:pt x="663867" y="184277"/>
                </a:lnTo>
                <a:lnTo>
                  <a:pt x="663867" y="246405"/>
                </a:lnTo>
                <a:lnTo>
                  <a:pt x="694067" y="246405"/>
                </a:lnTo>
                <a:lnTo>
                  <a:pt x="694067" y="159956"/>
                </a:lnTo>
                <a:close/>
              </a:path>
              <a:path w="694690" h="247014">
                <a:moveTo>
                  <a:pt x="694067" y="0"/>
                </a:moveTo>
                <a:lnTo>
                  <a:pt x="665213" y="0"/>
                </a:lnTo>
                <a:lnTo>
                  <a:pt x="665213" y="150317"/>
                </a:lnTo>
                <a:lnTo>
                  <a:pt x="694067" y="150317"/>
                </a:lnTo>
                <a:lnTo>
                  <a:pt x="694067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2929159" y="6087109"/>
            <a:ext cx="226060" cy="197485"/>
          </a:xfrm>
          <a:custGeom>
            <a:avLst/>
            <a:gdLst/>
            <a:ahLst/>
            <a:cxnLst/>
            <a:rect l="l" t="t" r="r" b="b"/>
            <a:pathLst>
              <a:path w="226059" h="197485">
                <a:moveTo>
                  <a:pt x="200482" y="109220"/>
                </a:moveTo>
                <a:lnTo>
                  <a:pt x="58280" y="109220"/>
                </a:lnTo>
                <a:lnTo>
                  <a:pt x="58280" y="77470"/>
                </a:lnTo>
                <a:lnTo>
                  <a:pt x="192671" y="77470"/>
                </a:lnTo>
                <a:lnTo>
                  <a:pt x="192671" y="54610"/>
                </a:lnTo>
                <a:lnTo>
                  <a:pt x="58280" y="54610"/>
                </a:lnTo>
                <a:lnTo>
                  <a:pt x="58280" y="24130"/>
                </a:lnTo>
                <a:lnTo>
                  <a:pt x="198272" y="24130"/>
                </a:lnTo>
                <a:lnTo>
                  <a:pt x="198272" y="0"/>
                </a:lnTo>
                <a:lnTo>
                  <a:pt x="27495" y="0"/>
                </a:lnTo>
                <a:lnTo>
                  <a:pt x="27495" y="24130"/>
                </a:lnTo>
                <a:lnTo>
                  <a:pt x="27495" y="54610"/>
                </a:lnTo>
                <a:lnTo>
                  <a:pt x="27495" y="77470"/>
                </a:lnTo>
                <a:lnTo>
                  <a:pt x="27495" y="109220"/>
                </a:lnTo>
                <a:lnTo>
                  <a:pt x="27495" y="133350"/>
                </a:lnTo>
                <a:lnTo>
                  <a:pt x="200482" y="133350"/>
                </a:lnTo>
                <a:lnTo>
                  <a:pt x="200482" y="109220"/>
                </a:lnTo>
                <a:close/>
              </a:path>
              <a:path w="226059" h="197485">
                <a:moveTo>
                  <a:pt x="225475" y="172364"/>
                </a:moveTo>
                <a:lnTo>
                  <a:pt x="0" y="172364"/>
                </a:lnTo>
                <a:lnTo>
                  <a:pt x="0" y="197167"/>
                </a:lnTo>
                <a:lnTo>
                  <a:pt x="225475" y="197167"/>
                </a:lnTo>
                <a:lnTo>
                  <a:pt x="225475" y="17236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3246355" y="6193286"/>
            <a:ext cx="88900" cy="29209"/>
          </a:xfrm>
          <a:custGeom>
            <a:avLst/>
            <a:gdLst/>
            <a:ahLst/>
            <a:cxnLst/>
            <a:rect l="l" t="t" r="r" b="b"/>
            <a:pathLst>
              <a:path w="88900" h="29210">
                <a:moveTo>
                  <a:pt x="88856" y="0"/>
                </a:moveTo>
                <a:lnTo>
                  <a:pt x="0" y="0"/>
                </a:lnTo>
                <a:lnTo>
                  <a:pt x="0" y="28653"/>
                </a:lnTo>
                <a:lnTo>
                  <a:pt x="88856" y="28653"/>
                </a:lnTo>
                <a:lnTo>
                  <a:pt x="88856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13430339" y="6082915"/>
            <a:ext cx="753745" cy="210185"/>
            <a:chOff x="13430339" y="6082915"/>
            <a:chExt cx="753745" cy="210185"/>
          </a:xfrm>
        </p:grpSpPr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30339" y="6089669"/>
              <a:ext cx="151469" cy="20327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603518" y="6139838"/>
              <a:ext cx="141919" cy="15301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766276" y="6139838"/>
              <a:ext cx="134296" cy="15301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3924210" y="6082915"/>
              <a:ext cx="40640" cy="207645"/>
            </a:xfrm>
            <a:custGeom>
              <a:avLst/>
              <a:gdLst/>
              <a:ahLst/>
              <a:cxnLst/>
              <a:rect l="l" t="t" r="r" b="b"/>
              <a:pathLst>
                <a:path w="40640" h="207645">
                  <a:moveTo>
                    <a:pt x="20260" y="0"/>
                  </a:moveTo>
                  <a:lnTo>
                    <a:pt x="12373" y="1475"/>
                  </a:lnTo>
                  <a:lnTo>
                    <a:pt x="5933" y="5511"/>
                  </a:lnTo>
                  <a:lnTo>
                    <a:pt x="1591" y="11518"/>
                  </a:lnTo>
                  <a:lnTo>
                    <a:pt x="0" y="18909"/>
                  </a:lnTo>
                  <a:lnTo>
                    <a:pt x="1591" y="26245"/>
                  </a:lnTo>
                  <a:lnTo>
                    <a:pt x="5933" y="32223"/>
                  </a:lnTo>
                  <a:lnTo>
                    <a:pt x="12373" y="36248"/>
                  </a:lnTo>
                  <a:lnTo>
                    <a:pt x="20260" y="37723"/>
                  </a:lnTo>
                  <a:lnTo>
                    <a:pt x="27995" y="36248"/>
                  </a:lnTo>
                  <a:lnTo>
                    <a:pt x="34382" y="32223"/>
                  </a:lnTo>
                  <a:lnTo>
                    <a:pt x="38725" y="26245"/>
                  </a:lnTo>
                  <a:lnTo>
                    <a:pt x="40327" y="18909"/>
                  </a:lnTo>
                  <a:lnTo>
                    <a:pt x="38725" y="11518"/>
                  </a:lnTo>
                  <a:lnTo>
                    <a:pt x="34382" y="5511"/>
                  </a:lnTo>
                  <a:lnTo>
                    <a:pt x="27995" y="1475"/>
                  </a:lnTo>
                  <a:lnTo>
                    <a:pt x="20260" y="0"/>
                  </a:lnTo>
                  <a:close/>
                </a:path>
                <a:path w="40640" h="207645">
                  <a:moveTo>
                    <a:pt x="37530" y="58851"/>
                  </a:moveTo>
                  <a:lnTo>
                    <a:pt x="2798" y="58851"/>
                  </a:lnTo>
                  <a:lnTo>
                    <a:pt x="2798" y="207041"/>
                  </a:lnTo>
                  <a:lnTo>
                    <a:pt x="37530" y="207041"/>
                  </a:lnTo>
                  <a:lnTo>
                    <a:pt x="37530" y="58851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988311" y="6139838"/>
              <a:ext cx="127601" cy="15311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4148907" y="6092371"/>
              <a:ext cx="34925" cy="198120"/>
            </a:xfrm>
            <a:custGeom>
              <a:avLst/>
              <a:gdLst/>
              <a:ahLst/>
              <a:cxnLst/>
              <a:rect l="l" t="t" r="r" b="b"/>
              <a:pathLst>
                <a:path w="34925" h="198120">
                  <a:moveTo>
                    <a:pt x="34731" y="0"/>
                  </a:moveTo>
                  <a:lnTo>
                    <a:pt x="0" y="0"/>
                  </a:lnTo>
                  <a:lnTo>
                    <a:pt x="0" y="197586"/>
                  </a:lnTo>
                  <a:lnTo>
                    <a:pt x="34731" y="197586"/>
                  </a:lnTo>
                  <a:lnTo>
                    <a:pt x="34731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14284853" y="6092370"/>
            <a:ext cx="863600" cy="253365"/>
            <a:chOff x="14284853" y="6092370"/>
            <a:chExt cx="863600" cy="253365"/>
          </a:xfrm>
        </p:grpSpPr>
        <p:sp>
          <p:nvSpPr>
            <p:cNvPr id="51" name="object 51"/>
            <p:cNvSpPr/>
            <p:nvPr/>
          </p:nvSpPr>
          <p:spPr>
            <a:xfrm>
              <a:off x="14284853" y="6092370"/>
              <a:ext cx="35560" cy="198120"/>
            </a:xfrm>
            <a:custGeom>
              <a:avLst/>
              <a:gdLst/>
              <a:ahLst/>
              <a:cxnLst/>
              <a:rect l="l" t="t" r="r" b="b"/>
              <a:pathLst>
                <a:path w="35559" h="198120">
                  <a:moveTo>
                    <a:pt x="35407" y="0"/>
                  </a:moveTo>
                  <a:lnTo>
                    <a:pt x="0" y="0"/>
                  </a:lnTo>
                  <a:lnTo>
                    <a:pt x="0" y="197586"/>
                  </a:lnTo>
                  <a:lnTo>
                    <a:pt x="35407" y="197586"/>
                  </a:lnTo>
                  <a:lnTo>
                    <a:pt x="35407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55476" y="6139837"/>
              <a:ext cx="208198" cy="15011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596864" y="6139837"/>
              <a:ext cx="139699" cy="20569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757153" y="6139837"/>
              <a:ext cx="127600" cy="15311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911381" y="6106263"/>
              <a:ext cx="236466" cy="186588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811614" y="6908308"/>
            <a:ext cx="191509" cy="243317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10135265" y="6908886"/>
            <a:ext cx="34925" cy="245745"/>
          </a:xfrm>
          <a:custGeom>
            <a:avLst/>
            <a:gdLst/>
            <a:ahLst/>
            <a:cxnLst/>
            <a:rect l="l" t="t" r="r" b="b"/>
            <a:pathLst>
              <a:path w="34925" h="245745">
                <a:moveTo>
                  <a:pt x="34731" y="0"/>
                </a:moveTo>
                <a:lnTo>
                  <a:pt x="0" y="0"/>
                </a:lnTo>
                <a:lnTo>
                  <a:pt x="0" y="245439"/>
                </a:lnTo>
                <a:lnTo>
                  <a:pt x="34731" y="245439"/>
                </a:lnTo>
                <a:lnTo>
                  <a:pt x="34731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10542547" y="6907439"/>
            <a:ext cx="1569720" cy="266065"/>
            <a:chOff x="10542547" y="6907439"/>
            <a:chExt cx="1569720" cy="266065"/>
          </a:xfrm>
        </p:grpSpPr>
        <p:pic>
          <p:nvPicPr>
            <p:cNvPr id="59" name="object 5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542547" y="6930111"/>
              <a:ext cx="155811" cy="20308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0725181" y="6932813"/>
              <a:ext cx="41275" cy="198120"/>
            </a:xfrm>
            <a:custGeom>
              <a:avLst/>
              <a:gdLst/>
              <a:ahLst/>
              <a:cxnLst/>
              <a:rect l="l" t="t" r="r" b="b"/>
              <a:pathLst>
                <a:path w="41275" h="198120">
                  <a:moveTo>
                    <a:pt x="41002" y="0"/>
                  </a:moveTo>
                  <a:lnTo>
                    <a:pt x="0" y="0"/>
                  </a:lnTo>
                  <a:lnTo>
                    <a:pt x="0" y="197586"/>
                  </a:lnTo>
                  <a:lnTo>
                    <a:pt x="41002" y="197586"/>
                  </a:lnTo>
                  <a:lnTo>
                    <a:pt x="41002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799564" y="6932813"/>
              <a:ext cx="213312" cy="19758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046162" y="6932813"/>
              <a:ext cx="166231" cy="19758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238153" y="6930111"/>
              <a:ext cx="184563" cy="20298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460342" y="6907439"/>
              <a:ext cx="299564" cy="26579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793673" y="6925309"/>
              <a:ext cx="318377" cy="247926"/>
            </a:xfrm>
            <a:prstGeom prst="rect">
              <a:avLst/>
            </a:prstGeom>
          </p:spPr>
        </p:pic>
      </p:grpSp>
      <p:pic>
        <p:nvPicPr>
          <p:cNvPr id="66" name="object 6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0" y="3265672"/>
            <a:ext cx="9714961" cy="7021327"/>
          </a:xfrm>
          <a:prstGeom prst="rect">
            <a:avLst/>
          </a:prstGeom>
        </p:spPr>
      </p:pic>
      <p:grpSp>
        <p:nvGrpSpPr>
          <p:cNvPr id="67" name="object 67"/>
          <p:cNvGrpSpPr/>
          <p:nvPr/>
        </p:nvGrpSpPr>
        <p:grpSpPr>
          <a:xfrm>
            <a:off x="17518755" y="9534827"/>
            <a:ext cx="295275" cy="199390"/>
            <a:chOff x="17518755" y="9534827"/>
            <a:chExt cx="295275" cy="199390"/>
          </a:xfrm>
        </p:grpSpPr>
        <p:pic>
          <p:nvPicPr>
            <p:cNvPr id="68" name="object 6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518755" y="9534827"/>
              <a:ext cx="126172" cy="19664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675997" y="9534827"/>
              <a:ext cx="137917" cy="1992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사용자 지정</PresentationFormat>
  <Paragraphs>0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Calibri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성하윤</dc:creator>
  <cp:lastModifiedBy>sunghayun</cp:lastModifiedBy>
  <cp:revision>4</cp:revision>
  <dcterms:created xsi:type="dcterms:W3CDTF">2025-12-29T07:02:08Z</dcterms:created>
  <dcterms:modified xsi:type="dcterms:W3CDTF">2026-08-03T13:13:03Z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2025-12-28T00:00:00Z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2025-12-29T00:00:00Z</vt:filetime>
  </property>
</Properties>
</file>